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21"/>
  </p:notesMasterIdLst>
  <p:sldIdLst>
    <p:sldId id="256" r:id="rId2"/>
    <p:sldId id="259" r:id="rId3"/>
    <p:sldId id="261" r:id="rId4"/>
    <p:sldId id="317" r:id="rId5"/>
    <p:sldId id="323" r:id="rId6"/>
    <p:sldId id="313" r:id="rId7"/>
    <p:sldId id="263" r:id="rId8"/>
    <p:sldId id="318" r:id="rId9"/>
    <p:sldId id="321" r:id="rId10"/>
    <p:sldId id="322" r:id="rId11"/>
    <p:sldId id="314" r:id="rId12"/>
    <p:sldId id="265" r:id="rId13"/>
    <p:sldId id="320" r:id="rId14"/>
    <p:sldId id="315" r:id="rId15"/>
    <p:sldId id="266" r:id="rId16"/>
    <p:sldId id="319" r:id="rId17"/>
    <p:sldId id="324" r:id="rId18"/>
    <p:sldId id="325" r:id="rId19"/>
    <p:sldId id="316" r:id="rId20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2"/>
    </p:embeddedFont>
    <p:embeddedFont>
      <p:font typeface="Kumbh Sans" panose="020B0604020202020204" charset="0"/>
      <p:regular r:id="rId23"/>
      <p:bold r:id="rId24"/>
    </p:embeddedFont>
    <p:embeddedFont>
      <p:font typeface="Nunito Light" pitchFamily="2" charset="0"/>
      <p:regular r:id="rId25"/>
      <p:italic r:id="rId26"/>
    </p:embeddedFont>
    <p:embeddedFont>
      <p:font typeface="Paytone One" panose="020B0604020202020204" charset="0"/>
      <p:regular r:id="rId27"/>
    </p:embeddedFont>
    <p:embeddedFont>
      <p:font typeface="PT Sans" panose="020B0503020203020204" pitchFamily="34" charset="0"/>
      <p:regular r:id="rId28"/>
      <p:bold r:id="rId29"/>
      <p:italic r:id="rId30"/>
      <p:boldItalic r:id="rId31"/>
    </p:embeddedFont>
    <p:embeddedFont>
      <p:font typeface="Roboto" panose="02000000000000000000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4C6D9F7-B669-4593-804B-D09EA9DF170D}">
  <a:tblStyle styleId="{B4C6D9F7-B669-4593-804B-D09EA9DF170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17B536C-F149-40F4-923D-8FCE0773E70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8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Google Shape;2489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0" name="Google Shape;2490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Google Shape;282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3" name="Google Shape;282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5" name="Google Shape;330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6" name="Google Shape;330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1">
          <a:extLst>
            <a:ext uri="{FF2B5EF4-FFF2-40B4-BE49-F238E27FC236}">
              <a16:creationId xmlns:a16="http://schemas.microsoft.com/office/drawing/2014/main" id="{18A4B024-6C29-EF05-44A0-7B49E137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Google Shape;2822;g54dda1946d_6_308:notes">
            <a:extLst>
              <a:ext uri="{FF2B5EF4-FFF2-40B4-BE49-F238E27FC236}">
                <a16:creationId xmlns:a16="http://schemas.microsoft.com/office/drawing/2014/main" id="{A13D27CA-8D6F-7558-6880-8BD48CCD65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3" name="Google Shape;2823;g54dda1946d_6_308:notes">
            <a:extLst>
              <a:ext uri="{FF2B5EF4-FFF2-40B4-BE49-F238E27FC236}">
                <a16:creationId xmlns:a16="http://schemas.microsoft.com/office/drawing/2014/main" id="{1E431DBF-C18D-B1B4-E24D-2CEAA61BFC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3634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9" name="Google Shape;3349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0" name="Google Shape;3350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8">
          <a:extLst>
            <a:ext uri="{FF2B5EF4-FFF2-40B4-BE49-F238E27FC236}">
              <a16:creationId xmlns:a16="http://schemas.microsoft.com/office/drawing/2014/main" id="{45E4B6DB-6858-599B-2EAA-33372019E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9" name="Google Shape;3349;gd5260bdd85_0_256:notes">
            <a:extLst>
              <a:ext uri="{FF2B5EF4-FFF2-40B4-BE49-F238E27FC236}">
                <a16:creationId xmlns:a16="http://schemas.microsoft.com/office/drawing/2014/main" id="{2DC01140-4EEA-D6C7-AE0B-CB1A47BDE2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0" name="Google Shape;3350;gd5260bdd85_0_256:notes">
            <a:extLst>
              <a:ext uri="{FF2B5EF4-FFF2-40B4-BE49-F238E27FC236}">
                <a16:creationId xmlns:a16="http://schemas.microsoft.com/office/drawing/2014/main" id="{5ED1A6A4-3A8A-B8F1-692E-AFD82E2EEE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823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2" name="Google Shape;4192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3" name="Google Shape;4193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4" name="Google Shape;4244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5" name="Google Shape;4245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3">
          <a:extLst>
            <a:ext uri="{FF2B5EF4-FFF2-40B4-BE49-F238E27FC236}">
              <a16:creationId xmlns:a16="http://schemas.microsoft.com/office/drawing/2014/main" id="{CF09E540-87C8-69CB-D54B-D444FAE9B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4" name="Google Shape;4244;g54dda1946d_4_2738:notes">
            <a:extLst>
              <a:ext uri="{FF2B5EF4-FFF2-40B4-BE49-F238E27FC236}">
                <a16:creationId xmlns:a16="http://schemas.microsoft.com/office/drawing/2014/main" id="{98DD32D5-871A-63AF-29F7-AD14D06763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5" name="Google Shape;4245;g54dda1946d_4_2738:notes">
            <a:extLst>
              <a:ext uri="{FF2B5EF4-FFF2-40B4-BE49-F238E27FC236}">
                <a16:creationId xmlns:a16="http://schemas.microsoft.com/office/drawing/2014/main" id="{FF8B2429-16CB-F3F2-6F40-4C3A8839D4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493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5120400" cy="175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2291775"/>
            <a:ext cx="24894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0" y="1709125"/>
            <a:ext cx="4098000" cy="16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867325"/>
            <a:ext cx="14883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8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720000" y="3357625"/>
            <a:ext cx="2690400" cy="6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1631250" y="1026700"/>
            <a:ext cx="5881500" cy="4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>
                <a:latin typeface="Kumbh Sans"/>
                <a:ea typeface="Kumbh Sans"/>
                <a:cs typeface="Kumbh Sans"/>
                <a:sym typeface="Kumbh Sans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8" name="Google Shape;18;p4"/>
          <p:cNvGrpSpPr/>
          <p:nvPr/>
        </p:nvGrpSpPr>
        <p:grpSpPr>
          <a:xfrm>
            <a:off x="297309" y="228915"/>
            <a:ext cx="246888" cy="246888"/>
            <a:chOff x="4396276" y="3156781"/>
            <a:chExt cx="367777" cy="369040"/>
          </a:xfrm>
        </p:grpSpPr>
        <p:sp>
          <p:nvSpPr>
            <p:cNvPr id="19" name="Google Shape;19;p4"/>
            <p:cNvSpPr/>
            <p:nvPr/>
          </p:nvSpPr>
          <p:spPr>
            <a:xfrm>
              <a:off x="4396276" y="3156781"/>
              <a:ext cx="367777" cy="369040"/>
            </a:xfrm>
            <a:custGeom>
              <a:avLst/>
              <a:gdLst/>
              <a:ahLst/>
              <a:cxnLst/>
              <a:rect l="l" t="t" r="r" b="b"/>
              <a:pathLst>
                <a:path w="2542" h="2551" extrusionOk="0">
                  <a:moveTo>
                    <a:pt x="1275" y="1"/>
                  </a:moveTo>
                  <a:cubicBezTo>
                    <a:pt x="571" y="1"/>
                    <a:pt x="0" y="572"/>
                    <a:pt x="0" y="1276"/>
                  </a:cubicBezTo>
                  <a:cubicBezTo>
                    <a:pt x="0" y="1980"/>
                    <a:pt x="571" y="2551"/>
                    <a:pt x="1275" y="2551"/>
                  </a:cubicBezTo>
                  <a:cubicBezTo>
                    <a:pt x="1972" y="2551"/>
                    <a:pt x="2541" y="1980"/>
                    <a:pt x="2541" y="1276"/>
                  </a:cubicBezTo>
                  <a:cubicBezTo>
                    <a:pt x="2541" y="572"/>
                    <a:pt x="1972" y="1"/>
                    <a:pt x="1275" y="1"/>
                  </a:cubicBezTo>
                  <a:close/>
                </a:path>
              </a:pathLst>
            </a:custGeom>
            <a:solidFill>
              <a:srgbClr val="FFD6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>
              <a:off x="4396276" y="3156781"/>
              <a:ext cx="183599" cy="369040"/>
            </a:xfrm>
            <a:custGeom>
              <a:avLst/>
              <a:gdLst/>
              <a:ahLst/>
              <a:cxnLst/>
              <a:rect l="l" t="t" r="r" b="b"/>
              <a:pathLst>
                <a:path w="1269" h="2551" extrusionOk="0">
                  <a:moveTo>
                    <a:pt x="1268" y="1"/>
                  </a:moveTo>
                  <a:cubicBezTo>
                    <a:pt x="564" y="8"/>
                    <a:pt x="0" y="572"/>
                    <a:pt x="0" y="1276"/>
                  </a:cubicBezTo>
                  <a:cubicBezTo>
                    <a:pt x="0" y="1980"/>
                    <a:pt x="564" y="2542"/>
                    <a:pt x="1268" y="2551"/>
                  </a:cubicBezTo>
                  <a:cubicBezTo>
                    <a:pt x="1268" y="2542"/>
                    <a:pt x="578" y="1913"/>
                    <a:pt x="578" y="1276"/>
                  </a:cubicBezTo>
                  <a:cubicBezTo>
                    <a:pt x="578" y="639"/>
                    <a:pt x="1268" y="8"/>
                    <a:pt x="1268" y="1"/>
                  </a:cubicBezTo>
                  <a:close/>
                </a:path>
              </a:pathLst>
            </a:custGeom>
            <a:solidFill>
              <a:srgbClr val="FFE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4"/>
          <p:cNvSpPr/>
          <p:nvPr/>
        </p:nvSpPr>
        <p:spPr>
          <a:xfrm>
            <a:off x="498978" y="274587"/>
            <a:ext cx="428508" cy="155543"/>
          </a:xfrm>
          <a:custGeom>
            <a:avLst/>
            <a:gdLst/>
            <a:ahLst/>
            <a:cxnLst/>
            <a:rect l="l" t="t" r="r" b="b"/>
            <a:pathLst>
              <a:path w="7269" h="2639" extrusionOk="0">
                <a:moveTo>
                  <a:pt x="3113" y="1"/>
                </a:moveTo>
                <a:cubicBezTo>
                  <a:pt x="2305" y="1"/>
                  <a:pt x="1615" y="497"/>
                  <a:pt x="1334" y="1192"/>
                </a:cubicBezTo>
                <a:cubicBezTo>
                  <a:pt x="1283" y="1185"/>
                  <a:pt x="1238" y="1185"/>
                  <a:pt x="1187" y="1185"/>
                </a:cubicBezTo>
                <a:cubicBezTo>
                  <a:pt x="534" y="1185"/>
                  <a:pt x="1" y="1712"/>
                  <a:pt x="1" y="2371"/>
                </a:cubicBezTo>
                <a:cubicBezTo>
                  <a:pt x="1" y="2460"/>
                  <a:pt x="15" y="2549"/>
                  <a:pt x="38" y="2638"/>
                </a:cubicBezTo>
                <a:lnTo>
                  <a:pt x="5876" y="2638"/>
                </a:lnTo>
                <a:cubicBezTo>
                  <a:pt x="5891" y="2624"/>
                  <a:pt x="5907" y="2615"/>
                  <a:pt x="5921" y="2601"/>
                </a:cubicBezTo>
                <a:cubicBezTo>
                  <a:pt x="5921" y="2615"/>
                  <a:pt x="5928" y="2624"/>
                  <a:pt x="5935" y="2638"/>
                </a:cubicBezTo>
                <a:lnTo>
                  <a:pt x="7217" y="2638"/>
                </a:lnTo>
                <a:cubicBezTo>
                  <a:pt x="7248" y="2556"/>
                  <a:pt x="7269" y="2467"/>
                  <a:pt x="7269" y="2371"/>
                </a:cubicBezTo>
                <a:cubicBezTo>
                  <a:pt x="7269" y="1986"/>
                  <a:pt x="6958" y="1674"/>
                  <a:pt x="6573" y="1674"/>
                </a:cubicBezTo>
                <a:cubicBezTo>
                  <a:pt x="6440" y="1674"/>
                  <a:pt x="6314" y="1712"/>
                  <a:pt x="6202" y="1779"/>
                </a:cubicBezTo>
                <a:cubicBezTo>
                  <a:pt x="6136" y="1335"/>
                  <a:pt x="5750" y="993"/>
                  <a:pt x="5291" y="993"/>
                </a:cubicBezTo>
                <a:cubicBezTo>
                  <a:pt x="5128" y="993"/>
                  <a:pt x="4980" y="1038"/>
                  <a:pt x="4854" y="1103"/>
                </a:cubicBezTo>
                <a:cubicBezTo>
                  <a:pt x="4543" y="453"/>
                  <a:pt x="3883" y="1"/>
                  <a:pt x="3113" y="1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1167099" y="305853"/>
            <a:ext cx="152272" cy="73749"/>
          </a:xfrm>
          <a:custGeom>
            <a:avLst/>
            <a:gdLst/>
            <a:ahLst/>
            <a:cxnLst/>
            <a:rect l="l" t="t" r="r" b="b"/>
            <a:pathLst>
              <a:path w="993" h="481" extrusionOk="0">
                <a:moveTo>
                  <a:pt x="851" y="0"/>
                </a:moveTo>
                <a:cubicBezTo>
                  <a:pt x="787" y="0"/>
                  <a:pt x="715" y="30"/>
                  <a:pt x="644" y="89"/>
                </a:cubicBezTo>
                <a:cubicBezTo>
                  <a:pt x="578" y="141"/>
                  <a:pt x="534" y="207"/>
                  <a:pt x="511" y="267"/>
                </a:cubicBezTo>
                <a:cubicBezTo>
                  <a:pt x="459" y="230"/>
                  <a:pt x="394" y="192"/>
                  <a:pt x="312" y="178"/>
                </a:cubicBezTo>
                <a:cubicBezTo>
                  <a:pt x="281" y="173"/>
                  <a:pt x="251" y="170"/>
                  <a:pt x="224" y="170"/>
                </a:cubicBezTo>
                <a:cubicBezTo>
                  <a:pt x="93" y="170"/>
                  <a:pt x="6" y="227"/>
                  <a:pt x="1" y="326"/>
                </a:cubicBezTo>
                <a:cubicBezTo>
                  <a:pt x="1" y="326"/>
                  <a:pt x="33" y="251"/>
                  <a:pt x="203" y="251"/>
                </a:cubicBezTo>
                <a:cubicBezTo>
                  <a:pt x="233" y="251"/>
                  <a:pt x="266" y="253"/>
                  <a:pt x="305" y="258"/>
                </a:cubicBezTo>
                <a:cubicBezTo>
                  <a:pt x="386" y="274"/>
                  <a:pt x="445" y="303"/>
                  <a:pt x="490" y="333"/>
                </a:cubicBezTo>
                <a:lnTo>
                  <a:pt x="490" y="480"/>
                </a:lnTo>
                <a:lnTo>
                  <a:pt x="555" y="466"/>
                </a:lnTo>
                <a:lnTo>
                  <a:pt x="630" y="452"/>
                </a:lnTo>
                <a:lnTo>
                  <a:pt x="555" y="319"/>
                </a:lnTo>
                <a:cubicBezTo>
                  <a:pt x="586" y="274"/>
                  <a:pt x="623" y="214"/>
                  <a:pt x="689" y="162"/>
                </a:cubicBezTo>
                <a:cubicBezTo>
                  <a:pt x="782" y="77"/>
                  <a:pt x="862" y="57"/>
                  <a:pt x="916" y="57"/>
                </a:cubicBezTo>
                <a:cubicBezTo>
                  <a:pt x="964" y="57"/>
                  <a:pt x="993" y="73"/>
                  <a:pt x="993" y="73"/>
                </a:cubicBezTo>
                <a:cubicBezTo>
                  <a:pt x="958" y="24"/>
                  <a:pt x="908" y="0"/>
                  <a:pt x="851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713225" y="588375"/>
            <a:ext cx="152274" cy="73751"/>
          </a:xfrm>
          <a:custGeom>
            <a:avLst/>
            <a:gdLst/>
            <a:ahLst/>
            <a:cxnLst/>
            <a:rect l="l" t="t" r="r" b="b"/>
            <a:pathLst>
              <a:path w="993" h="481" extrusionOk="0">
                <a:moveTo>
                  <a:pt x="851" y="0"/>
                </a:moveTo>
                <a:cubicBezTo>
                  <a:pt x="787" y="0"/>
                  <a:pt x="715" y="30"/>
                  <a:pt x="644" y="89"/>
                </a:cubicBezTo>
                <a:cubicBezTo>
                  <a:pt x="578" y="141"/>
                  <a:pt x="534" y="207"/>
                  <a:pt x="511" y="267"/>
                </a:cubicBezTo>
                <a:cubicBezTo>
                  <a:pt x="459" y="230"/>
                  <a:pt x="394" y="192"/>
                  <a:pt x="312" y="178"/>
                </a:cubicBezTo>
                <a:cubicBezTo>
                  <a:pt x="281" y="173"/>
                  <a:pt x="251" y="170"/>
                  <a:pt x="224" y="170"/>
                </a:cubicBezTo>
                <a:cubicBezTo>
                  <a:pt x="93" y="170"/>
                  <a:pt x="6" y="227"/>
                  <a:pt x="1" y="326"/>
                </a:cubicBezTo>
                <a:cubicBezTo>
                  <a:pt x="1" y="326"/>
                  <a:pt x="33" y="251"/>
                  <a:pt x="203" y="251"/>
                </a:cubicBezTo>
                <a:cubicBezTo>
                  <a:pt x="233" y="251"/>
                  <a:pt x="266" y="253"/>
                  <a:pt x="305" y="258"/>
                </a:cubicBezTo>
                <a:cubicBezTo>
                  <a:pt x="386" y="274"/>
                  <a:pt x="445" y="303"/>
                  <a:pt x="490" y="333"/>
                </a:cubicBezTo>
                <a:lnTo>
                  <a:pt x="490" y="480"/>
                </a:lnTo>
                <a:lnTo>
                  <a:pt x="555" y="466"/>
                </a:lnTo>
                <a:lnTo>
                  <a:pt x="630" y="452"/>
                </a:lnTo>
                <a:lnTo>
                  <a:pt x="555" y="319"/>
                </a:lnTo>
                <a:cubicBezTo>
                  <a:pt x="586" y="274"/>
                  <a:pt x="623" y="214"/>
                  <a:pt x="689" y="162"/>
                </a:cubicBezTo>
                <a:cubicBezTo>
                  <a:pt x="782" y="77"/>
                  <a:pt x="862" y="57"/>
                  <a:pt x="916" y="57"/>
                </a:cubicBezTo>
                <a:cubicBezTo>
                  <a:pt x="964" y="57"/>
                  <a:pt x="993" y="73"/>
                  <a:pt x="993" y="73"/>
                </a:cubicBezTo>
                <a:cubicBezTo>
                  <a:pt x="958" y="24"/>
                  <a:pt x="908" y="0"/>
                  <a:pt x="851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8369234" y="4476944"/>
            <a:ext cx="414476" cy="402866"/>
          </a:xfrm>
          <a:custGeom>
            <a:avLst/>
            <a:gdLst/>
            <a:ahLst/>
            <a:cxnLst/>
            <a:rect l="l" t="t" r="r" b="b"/>
            <a:pathLst>
              <a:path w="4431" h="4307" extrusionOk="0">
                <a:moveTo>
                  <a:pt x="2149" y="0"/>
                </a:moveTo>
                <a:cubicBezTo>
                  <a:pt x="2071" y="0"/>
                  <a:pt x="1994" y="21"/>
                  <a:pt x="1927" y="61"/>
                </a:cubicBezTo>
                <a:cubicBezTo>
                  <a:pt x="1438" y="366"/>
                  <a:pt x="1" y="4306"/>
                  <a:pt x="2149" y="4306"/>
                </a:cubicBezTo>
                <a:cubicBezTo>
                  <a:pt x="4431" y="4306"/>
                  <a:pt x="2868" y="366"/>
                  <a:pt x="2371" y="61"/>
                </a:cubicBezTo>
                <a:cubicBezTo>
                  <a:pt x="2305" y="21"/>
                  <a:pt x="2227" y="0"/>
                  <a:pt x="2149" y="0"/>
                </a:cubicBezTo>
                <a:close/>
              </a:path>
            </a:pathLst>
          </a:custGeom>
          <a:solidFill>
            <a:srgbClr val="00B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8369234" y="4482556"/>
            <a:ext cx="201111" cy="397254"/>
          </a:xfrm>
          <a:custGeom>
            <a:avLst/>
            <a:gdLst/>
            <a:ahLst/>
            <a:cxnLst/>
            <a:rect l="l" t="t" r="r" b="b"/>
            <a:pathLst>
              <a:path w="2150" h="4247" extrusionOk="0">
                <a:moveTo>
                  <a:pt x="1930" y="0"/>
                </a:moveTo>
                <a:lnTo>
                  <a:pt x="1930" y="0"/>
                </a:lnTo>
                <a:cubicBezTo>
                  <a:pt x="1929" y="0"/>
                  <a:pt x="1928" y="1"/>
                  <a:pt x="1927" y="1"/>
                </a:cubicBezTo>
                <a:cubicBezTo>
                  <a:pt x="1438" y="306"/>
                  <a:pt x="1" y="4246"/>
                  <a:pt x="2149" y="4246"/>
                </a:cubicBezTo>
                <a:cubicBezTo>
                  <a:pt x="2149" y="4246"/>
                  <a:pt x="1609" y="4202"/>
                  <a:pt x="1578" y="2662"/>
                </a:cubicBezTo>
                <a:cubicBezTo>
                  <a:pt x="1542" y="1142"/>
                  <a:pt x="1985" y="0"/>
                  <a:pt x="1930" y="0"/>
                </a:cubicBezTo>
                <a:close/>
              </a:path>
            </a:pathLst>
          </a:custGeom>
          <a:solidFill>
            <a:srgbClr val="00B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8563891" y="4659903"/>
            <a:ext cx="29184" cy="278742"/>
          </a:xfrm>
          <a:custGeom>
            <a:avLst/>
            <a:gdLst/>
            <a:ahLst/>
            <a:cxnLst/>
            <a:rect l="l" t="t" r="r" b="b"/>
            <a:pathLst>
              <a:path w="312" h="2980" extrusionOk="0">
                <a:moveTo>
                  <a:pt x="159" y="1"/>
                </a:moveTo>
                <a:cubicBezTo>
                  <a:pt x="158" y="1"/>
                  <a:pt x="157" y="5"/>
                  <a:pt x="157" y="17"/>
                </a:cubicBezTo>
                <a:lnTo>
                  <a:pt x="1" y="2980"/>
                </a:lnTo>
                <a:lnTo>
                  <a:pt x="312" y="2980"/>
                </a:lnTo>
                <a:cubicBezTo>
                  <a:pt x="305" y="1714"/>
                  <a:pt x="187" y="17"/>
                  <a:pt x="164" y="17"/>
                </a:cubicBezTo>
                <a:cubicBezTo>
                  <a:pt x="164" y="17"/>
                  <a:pt x="161" y="1"/>
                  <a:pt x="159" y="1"/>
                </a:cubicBezTo>
                <a:close/>
              </a:path>
            </a:pathLst>
          </a:custGeom>
          <a:solidFill>
            <a:srgbClr val="9E5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8500190" y="4758398"/>
            <a:ext cx="78480" cy="63886"/>
          </a:xfrm>
          <a:custGeom>
            <a:avLst/>
            <a:gdLst/>
            <a:ahLst/>
            <a:cxnLst/>
            <a:rect l="l" t="t" r="r" b="b"/>
            <a:pathLst>
              <a:path w="839" h="683" extrusionOk="0">
                <a:moveTo>
                  <a:pt x="0" y="1"/>
                </a:moveTo>
                <a:lnTo>
                  <a:pt x="0" y="1"/>
                </a:lnTo>
                <a:cubicBezTo>
                  <a:pt x="404" y="662"/>
                  <a:pt x="782" y="682"/>
                  <a:pt x="826" y="682"/>
                </a:cubicBezTo>
                <a:cubicBezTo>
                  <a:pt x="829" y="682"/>
                  <a:pt x="831" y="682"/>
                  <a:pt x="831" y="682"/>
                </a:cubicBezTo>
                <a:lnTo>
                  <a:pt x="838" y="586"/>
                </a:lnTo>
                <a:lnTo>
                  <a:pt x="838" y="586"/>
                </a:lnTo>
                <a:cubicBezTo>
                  <a:pt x="838" y="586"/>
                  <a:pt x="830" y="592"/>
                  <a:pt x="807" y="592"/>
                </a:cubicBezTo>
                <a:cubicBezTo>
                  <a:pt x="757" y="592"/>
                  <a:pt x="639" y="564"/>
                  <a:pt x="386" y="387"/>
                </a:cubicBezTo>
                <a:cubicBezTo>
                  <a:pt x="164" y="230"/>
                  <a:pt x="1" y="1"/>
                  <a:pt x="0" y="1"/>
                </a:cubicBezTo>
                <a:close/>
              </a:path>
            </a:pathLst>
          </a:custGeom>
          <a:solidFill>
            <a:srgbClr val="9E5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8578577" y="4741187"/>
            <a:ext cx="67255" cy="54158"/>
          </a:xfrm>
          <a:custGeom>
            <a:avLst/>
            <a:gdLst/>
            <a:ahLst/>
            <a:cxnLst/>
            <a:rect l="l" t="t" r="r" b="b"/>
            <a:pathLst>
              <a:path w="719" h="579" extrusionOk="0">
                <a:moveTo>
                  <a:pt x="719" y="0"/>
                </a:moveTo>
                <a:lnTo>
                  <a:pt x="719" y="0"/>
                </a:lnTo>
                <a:cubicBezTo>
                  <a:pt x="718" y="0"/>
                  <a:pt x="578" y="192"/>
                  <a:pt x="393" y="325"/>
                </a:cubicBezTo>
                <a:cubicBezTo>
                  <a:pt x="185" y="471"/>
                  <a:pt x="81" y="496"/>
                  <a:pt x="34" y="496"/>
                </a:cubicBezTo>
                <a:cubicBezTo>
                  <a:pt x="9" y="496"/>
                  <a:pt x="0" y="489"/>
                  <a:pt x="0" y="489"/>
                </a:cubicBezTo>
                <a:lnTo>
                  <a:pt x="0" y="489"/>
                </a:lnTo>
                <a:lnTo>
                  <a:pt x="7" y="578"/>
                </a:lnTo>
                <a:cubicBezTo>
                  <a:pt x="7" y="578"/>
                  <a:pt x="8" y="578"/>
                  <a:pt x="9" y="578"/>
                </a:cubicBezTo>
                <a:cubicBezTo>
                  <a:pt x="39" y="578"/>
                  <a:pt x="366" y="565"/>
                  <a:pt x="719" y="0"/>
                </a:cubicBezTo>
                <a:close/>
              </a:path>
            </a:pathLst>
          </a:custGeom>
          <a:solidFill>
            <a:srgbClr val="9E5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8524510" y="4702369"/>
            <a:ext cx="54160" cy="43682"/>
          </a:xfrm>
          <a:custGeom>
            <a:avLst/>
            <a:gdLst/>
            <a:ahLst/>
            <a:cxnLst/>
            <a:rect l="l" t="t" r="r" b="b"/>
            <a:pathLst>
              <a:path w="579" h="467" extrusionOk="0">
                <a:moveTo>
                  <a:pt x="0" y="1"/>
                </a:moveTo>
                <a:lnTo>
                  <a:pt x="0" y="1"/>
                </a:lnTo>
                <a:cubicBezTo>
                  <a:pt x="295" y="460"/>
                  <a:pt x="562" y="467"/>
                  <a:pt x="577" y="467"/>
                </a:cubicBezTo>
                <a:cubicBezTo>
                  <a:pt x="578" y="467"/>
                  <a:pt x="578" y="467"/>
                  <a:pt x="578" y="467"/>
                </a:cubicBezTo>
                <a:lnTo>
                  <a:pt x="578" y="392"/>
                </a:lnTo>
                <a:cubicBezTo>
                  <a:pt x="578" y="392"/>
                  <a:pt x="572" y="397"/>
                  <a:pt x="555" y="397"/>
                </a:cubicBezTo>
                <a:cubicBezTo>
                  <a:pt x="521" y="397"/>
                  <a:pt x="440" y="377"/>
                  <a:pt x="267" y="259"/>
                </a:cubicBezTo>
                <a:cubicBezTo>
                  <a:pt x="119" y="155"/>
                  <a:pt x="0" y="1"/>
                  <a:pt x="0" y="1"/>
                </a:cubicBezTo>
                <a:close/>
              </a:path>
            </a:pathLst>
          </a:custGeom>
          <a:solidFill>
            <a:srgbClr val="9E5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8154373" y="4483304"/>
            <a:ext cx="241240" cy="305026"/>
          </a:xfrm>
          <a:custGeom>
            <a:avLst/>
            <a:gdLst/>
            <a:ahLst/>
            <a:cxnLst/>
            <a:rect l="l" t="t" r="r" b="b"/>
            <a:pathLst>
              <a:path w="2579" h="3261" extrusionOk="0">
                <a:moveTo>
                  <a:pt x="1290" y="1"/>
                </a:moveTo>
                <a:cubicBezTo>
                  <a:pt x="726" y="1"/>
                  <a:pt x="274" y="452"/>
                  <a:pt x="274" y="1016"/>
                </a:cubicBezTo>
                <a:cubicBezTo>
                  <a:pt x="274" y="1068"/>
                  <a:pt x="281" y="1112"/>
                  <a:pt x="281" y="1157"/>
                </a:cubicBezTo>
                <a:cubicBezTo>
                  <a:pt x="103" y="1379"/>
                  <a:pt x="0" y="1660"/>
                  <a:pt x="0" y="1964"/>
                </a:cubicBezTo>
                <a:cubicBezTo>
                  <a:pt x="0" y="2682"/>
                  <a:pt x="578" y="3260"/>
                  <a:pt x="1290" y="3260"/>
                </a:cubicBezTo>
                <a:cubicBezTo>
                  <a:pt x="2001" y="3260"/>
                  <a:pt x="2579" y="2682"/>
                  <a:pt x="2579" y="1964"/>
                </a:cubicBezTo>
                <a:cubicBezTo>
                  <a:pt x="2579" y="1660"/>
                  <a:pt x="2476" y="1379"/>
                  <a:pt x="2298" y="1157"/>
                </a:cubicBezTo>
                <a:cubicBezTo>
                  <a:pt x="2305" y="1112"/>
                  <a:pt x="2305" y="1068"/>
                  <a:pt x="2305" y="1016"/>
                </a:cubicBezTo>
                <a:cubicBezTo>
                  <a:pt x="2305" y="452"/>
                  <a:pt x="1853" y="1"/>
                  <a:pt x="1290" y="1"/>
                </a:cubicBezTo>
                <a:close/>
              </a:path>
            </a:pathLst>
          </a:custGeom>
          <a:solidFill>
            <a:srgbClr val="8AC9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8274946" y="4576374"/>
            <a:ext cx="11225" cy="362271"/>
          </a:xfrm>
          <a:custGeom>
            <a:avLst/>
            <a:gdLst/>
            <a:ahLst/>
            <a:cxnLst/>
            <a:rect l="l" t="t" r="r" b="b"/>
            <a:pathLst>
              <a:path w="120" h="3873" extrusionOk="0">
                <a:moveTo>
                  <a:pt x="54" y="0"/>
                </a:moveTo>
                <a:cubicBezTo>
                  <a:pt x="53" y="0"/>
                  <a:pt x="52" y="4"/>
                  <a:pt x="52" y="14"/>
                </a:cubicBezTo>
                <a:lnTo>
                  <a:pt x="1" y="3821"/>
                </a:lnTo>
                <a:cubicBezTo>
                  <a:pt x="1" y="3852"/>
                  <a:pt x="22" y="3873"/>
                  <a:pt x="52" y="3873"/>
                </a:cubicBezTo>
                <a:lnTo>
                  <a:pt x="59" y="3873"/>
                </a:lnTo>
                <a:cubicBezTo>
                  <a:pt x="89" y="3873"/>
                  <a:pt x="120" y="3852"/>
                  <a:pt x="120" y="3821"/>
                </a:cubicBezTo>
                <a:cubicBezTo>
                  <a:pt x="120" y="3821"/>
                  <a:pt x="89" y="14"/>
                  <a:pt x="59" y="14"/>
                </a:cubicBezTo>
                <a:cubicBezTo>
                  <a:pt x="59" y="14"/>
                  <a:pt x="56" y="0"/>
                  <a:pt x="54" y="0"/>
                </a:cubicBezTo>
                <a:close/>
              </a:path>
            </a:pathLst>
          </a:custGeom>
          <a:solidFill>
            <a:srgbClr val="9E5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8211900" y="4664112"/>
            <a:ext cx="68658" cy="56310"/>
          </a:xfrm>
          <a:custGeom>
            <a:avLst/>
            <a:gdLst/>
            <a:ahLst/>
            <a:cxnLst/>
            <a:rect l="l" t="t" r="r" b="b"/>
            <a:pathLst>
              <a:path w="734" h="602" extrusionOk="0">
                <a:moveTo>
                  <a:pt x="1" y="1"/>
                </a:moveTo>
                <a:lnTo>
                  <a:pt x="1" y="1"/>
                </a:lnTo>
                <a:cubicBezTo>
                  <a:pt x="353" y="583"/>
                  <a:pt x="681" y="602"/>
                  <a:pt x="722" y="602"/>
                </a:cubicBezTo>
                <a:cubicBezTo>
                  <a:pt x="725" y="602"/>
                  <a:pt x="726" y="602"/>
                  <a:pt x="726" y="602"/>
                </a:cubicBezTo>
                <a:lnTo>
                  <a:pt x="733" y="513"/>
                </a:lnTo>
                <a:lnTo>
                  <a:pt x="733" y="513"/>
                </a:lnTo>
                <a:cubicBezTo>
                  <a:pt x="733" y="513"/>
                  <a:pt x="724" y="520"/>
                  <a:pt x="699" y="520"/>
                </a:cubicBezTo>
                <a:cubicBezTo>
                  <a:pt x="651" y="520"/>
                  <a:pt x="544" y="494"/>
                  <a:pt x="333" y="342"/>
                </a:cubicBezTo>
                <a:cubicBezTo>
                  <a:pt x="141" y="202"/>
                  <a:pt x="1" y="1"/>
                  <a:pt x="1" y="1"/>
                </a:cubicBezTo>
                <a:close/>
              </a:path>
            </a:pathLst>
          </a:custGeom>
          <a:solidFill>
            <a:srgbClr val="9E5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8280465" y="4648304"/>
            <a:ext cx="58275" cy="47891"/>
          </a:xfrm>
          <a:custGeom>
            <a:avLst/>
            <a:gdLst/>
            <a:ahLst/>
            <a:cxnLst/>
            <a:rect l="l" t="t" r="r" b="b"/>
            <a:pathLst>
              <a:path w="623" h="512" extrusionOk="0">
                <a:moveTo>
                  <a:pt x="623" y="1"/>
                </a:moveTo>
                <a:cubicBezTo>
                  <a:pt x="622" y="1"/>
                  <a:pt x="496" y="179"/>
                  <a:pt x="335" y="289"/>
                </a:cubicBezTo>
                <a:cubicBezTo>
                  <a:pt x="156" y="420"/>
                  <a:pt x="68" y="443"/>
                  <a:pt x="28" y="443"/>
                </a:cubicBezTo>
                <a:cubicBezTo>
                  <a:pt x="7" y="443"/>
                  <a:pt x="0" y="436"/>
                  <a:pt x="0" y="436"/>
                </a:cubicBezTo>
                <a:lnTo>
                  <a:pt x="0" y="511"/>
                </a:lnTo>
                <a:cubicBezTo>
                  <a:pt x="0" y="511"/>
                  <a:pt x="1" y="511"/>
                  <a:pt x="3" y="511"/>
                </a:cubicBezTo>
                <a:cubicBezTo>
                  <a:pt x="31" y="511"/>
                  <a:pt x="314" y="498"/>
                  <a:pt x="623" y="1"/>
                </a:cubicBezTo>
                <a:close/>
              </a:path>
            </a:pathLst>
          </a:custGeom>
          <a:solidFill>
            <a:srgbClr val="9E5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8233320" y="4614257"/>
            <a:ext cx="47238" cy="38350"/>
          </a:xfrm>
          <a:custGeom>
            <a:avLst/>
            <a:gdLst/>
            <a:ahLst/>
            <a:cxnLst/>
            <a:rect l="l" t="t" r="r" b="b"/>
            <a:pathLst>
              <a:path w="505" h="410" extrusionOk="0">
                <a:moveTo>
                  <a:pt x="1" y="0"/>
                </a:moveTo>
                <a:lnTo>
                  <a:pt x="1" y="0"/>
                </a:lnTo>
                <a:cubicBezTo>
                  <a:pt x="244" y="397"/>
                  <a:pt x="467" y="409"/>
                  <a:pt x="494" y="409"/>
                </a:cubicBezTo>
                <a:cubicBezTo>
                  <a:pt x="496" y="409"/>
                  <a:pt x="497" y="409"/>
                  <a:pt x="497" y="409"/>
                </a:cubicBezTo>
                <a:lnTo>
                  <a:pt x="504" y="349"/>
                </a:lnTo>
                <a:lnTo>
                  <a:pt x="504" y="349"/>
                </a:lnTo>
                <a:cubicBezTo>
                  <a:pt x="504" y="349"/>
                  <a:pt x="498" y="354"/>
                  <a:pt x="479" y="354"/>
                </a:cubicBezTo>
                <a:cubicBezTo>
                  <a:pt x="446" y="354"/>
                  <a:pt x="374" y="336"/>
                  <a:pt x="230" y="231"/>
                </a:cubicBezTo>
                <a:cubicBezTo>
                  <a:pt x="97" y="143"/>
                  <a:pt x="1" y="0"/>
                  <a:pt x="1" y="0"/>
                </a:cubicBezTo>
                <a:close/>
              </a:path>
            </a:pathLst>
          </a:custGeom>
          <a:solidFill>
            <a:srgbClr val="9E5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7233675" y="4938650"/>
            <a:ext cx="2030700" cy="4617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" name="Google Shape;36;p4"/>
          <p:cNvGrpSpPr/>
          <p:nvPr/>
        </p:nvGrpSpPr>
        <p:grpSpPr>
          <a:xfrm>
            <a:off x="4382899" y="4938638"/>
            <a:ext cx="2749703" cy="122913"/>
            <a:chOff x="5024149" y="4918613"/>
            <a:chExt cx="2749703" cy="122913"/>
          </a:xfrm>
        </p:grpSpPr>
        <p:sp>
          <p:nvSpPr>
            <p:cNvPr id="37" name="Google Shape;37;p4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67;p4"/>
          <p:cNvSpPr/>
          <p:nvPr/>
        </p:nvSpPr>
        <p:spPr>
          <a:xfrm>
            <a:off x="7446750" y="4775225"/>
            <a:ext cx="628785" cy="171475"/>
          </a:xfrm>
          <a:custGeom>
            <a:avLst/>
            <a:gdLst/>
            <a:ahLst/>
            <a:cxnLst/>
            <a:rect l="l" t="t" r="r" b="b"/>
            <a:pathLst>
              <a:path w="9560" h="2607" extrusionOk="0">
                <a:moveTo>
                  <a:pt x="6988" y="1"/>
                </a:moveTo>
                <a:cubicBezTo>
                  <a:pt x="6936" y="1"/>
                  <a:pt x="6884" y="17"/>
                  <a:pt x="6840" y="51"/>
                </a:cubicBezTo>
                <a:cubicBezTo>
                  <a:pt x="6758" y="110"/>
                  <a:pt x="6639" y="370"/>
                  <a:pt x="6522" y="718"/>
                </a:cubicBezTo>
                <a:cubicBezTo>
                  <a:pt x="6461" y="592"/>
                  <a:pt x="6403" y="503"/>
                  <a:pt x="6358" y="466"/>
                </a:cubicBezTo>
                <a:cubicBezTo>
                  <a:pt x="6314" y="432"/>
                  <a:pt x="6262" y="415"/>
                  <a:pt x="6210" y="415"/>
                </a:cubicBezTo>
                <a:cubicBezTo>
                  <a:pt x="6158" y="415"/>
                  <a:pt x="6106" y="432"/>
                  <a:pt x="6061" y="466"/>
                </a:cubicBezTo>
                <a:cubicBezTo>
                  <a:pt x="5965" y="547"/>
                  <a:pt x="5810" y="896"/>
                  <a:pt x="5677" y="1355"/>
                </a:cubicBezTo>
                <a:cubicBezTo>
                  <a:pt x="5640" y="1303"/>
                  <a:pt x="5609" y="1266"/>
                  <a:pt x="5581" y="1252"/>
                </a:cubicBezTo>
                <a:cubicBezTo>
                  <a:pt x="5536" y="1225"/>
                  <a:pt x="5484" y="1212"/>
                  <a:pt x="5432" y="1212"/>
                </a:cubicBezTo>
                <a:cubicBezTo>
                  <a:pt x="5380" y="1212"/>
                  <a:pt x="5328" y="1225"/>
                  <a:pt x="5284" y="1252"/>
                </a:cubicBezTo>
                <a:cubicBezTo>
                  <a:pt x="5209" y="1296"/>
                  <a:pt x="5106" y="1474"/>
                  <a:pt x="5003" y="1710"/>
                </a:cubicBezTo>
                <a:cubicBezTo>
                  <a:pt x="4928" y="1570"/>
                  <a:pt x="4854" y="1474"/>
                  <a:pt x="4802" y="1444"/>
                </a:cubicBezTo>
                <a:cubicBezTo>
                  <a:pt x="4758" y="1414"/>
                  <a:pt x="4706" y="1400"/>
                  <a:pt x="4653" y="1400"/>
                </a:cubicBezTo>
                <a:cubicBezTo>
                  <a:pt x="4601" y="1400"/>
                  <a:pt x="4549" y="1414"/>
                  <a:pt x="4505" y="1444"/>
                </a:cubicBezTo>
                <a:cubicBezTo>
                  <a:pt x="4402" y="1509"/>
                  <a:pt x="4217" y="1865"/>
                  <a:pt x="4076" y="2295"/>
                </a:cubicBezTo>
                <a:cubicBezTo>
                  <a:pt x="4039" y="2237"/>
                  <a:pt x="4009" y="2199"/>
                  <a:pt x="3987" y="2176"/>
                </a:cubicBezTo>
                <a:cubicBezTo>
                  <a:pt x="3957" y="2159"/>
                  <a:pt x="3922" y="2150"/>
                  <a:pt x="3887" y="2150"/>
                </a:cubicBezTo>
                <a:cubicBezTo>
                  <a:pt x="3852" y="2150"/>
                  <a:pt x="3817" y="2159"/>
                  <a:pt x="3787" y="2176"/>
                </a:cubicBezTo>
                <a:cubicBezTo>
                  <a:pt x="3749" y="2199"/>
                  <a:pt x="3714" y="2265"/>
                  <a:pt x="3669" y="2347"/>
                </a:cubicBezTo>
                <a:cubicBezTo>
                  <a:pt x="3616" y="1814"/>
                  <a:pt x="3358" y="1214"/>
                  <a:pt x="3239" y="1132"/>
                </a:cubicBezTo>
                <a:cubicBezTo>
                  <a:pt x="3209" y="1110"/>
                  <a:pt x="3174" y="1099"/>
                  <a:pt x="3139" y="1099"/>
                </a:cubicBezTo>
                <a:cubicBezTo>
                  <a:pt x="3104" y="1099"/>
                  <a:pt x="3068" y="1110"/>
                  <a:pt x="3038" y="1132"/>
                </a:cubicBezTo>
                <a:cubicBezTo>
                  <a:pt x="2972" y="1177"/>
                  <a:pt x="2869" y="1392"/>
                  <a:pt x="2780" y="1659"/>
                </a:cubicBezTo>
                <a:cubicBezTo>
                  <a:pt x="2623" y="1044"/>
                  <a:pt x="2364" y="496"/>
                  <a:pt x="2223" y="398"/>
                </a:cubicBezTo>
                <a:cubicBezTo>
                  <a:pt x="2175" y="365"/>
                  <a:pt x="2120" y="349"/>
                  <a:pt x="2065" y="349"/>
                </a:cubicBezTo>
                <a:cubicBezTo>
                  <a:pt x="2010" y="349"/>
                  <a:pt x="1957" y="365"/>
                  <a:pt x="1912" y="398"/>
                </a:cubicBezTo>
                <a:cubicBezTo>
                  <a:pt x="1779" y="487"/>
                  <a:pt x="1556" y="962"/>
                  <a:pt x="1409" y="1533"/>
                </a:cubicBezTo>
                <a:cubicBezTo>
                  <a:pt x="1409" y="1525"/>
                  <a:pt x="1402" y="1525"/>
                  <a:pt x="1402" y="1525"/>
                </a:cubicBezTo>
                <a:cubicBezTo>
                  <a:pt x="1353" y="1495"/>
                  <a:pt x="1297" y="1480"/>
                  <a:pt x="1242" y="1480"/>
                </a:cubicBezTo>
                <a:cubicBezTo>
                  <a:pt x="1186" y="1480"/>
                  <a:pt x="1131" y="1495"/>
                  <a:pt x="1082" y="1525"/>
                </a:cubicBezTo>
                <a:cubicBezTo>
                  <a:pt x="957" y="1591"/>
                  <a:pt x="749" y="1954"/>
                  <a:pt x="601" y="2392"/>
                </a:cubicBezTo>
                <a:cubicBezTo>
                  <a:pt x="548" y="2288"/>
                  <a:pt x="497" y="2214"/>
                  <a:pt x="459" y="2185"/>
                </a:cubicBezTo>
                <a:cubicBezTo>
                  <a:pt x="426" y="2163"/>
                  <a:pt x="386" y="2152"/>
                  <a:pt x="345" y="2152"/>
                </a:cubicBezTo>
                <a:cubicBezTo>
                  <a:pt x="304" y="2152"/>
                  <a:pt x="264" y="2163"/>
                  <a:pt x="230" y="2185"/>
                </a:cubicBezTo>
                <a:cubicBezTo>
                  <a:pt x="171" y="2230"/>
                  <a:pt x="82" y="2384"/>
                  <a:pt x="0" y="2607"/>
                </a:cubicBezTo>
                <a:lnTo>
                  <a:pt x="9559" y="2607"/>
                </a:lnTo>
                <a:lnTo>
                  <a:pt x="9559" y="1954"/>
                </a:lnTo>
                <a:cubicBezTo>
                  <a:pt x="9419" y="1465"/>
                  <a:pt x="9241" y="1074"/>
                  <a:pt x="9138" y="992"/>
                </a:cubicBezTo>
                <a:cubicBezTo>
                  <a:pt x="9093" y="958"/>
                  <a:pt x="9041" y="941"/>
                  <a:pt x="8989" y="941"/>
                </a:cubicBezTo>
                <a:cubicBezTo>
                  <a:pt x="8937" y="941"/>
                  <a:pt x="8885" y="958"/>
                  <a:pt x="8841" y="992"/>
                </a:cubicBezTo>
                <a:cubicBezTo>
                  <a:pt x="8752" y="1058"/>
                  <a:pt x="8618" y="1341"/>
                  <a:pt x="8499" y="1710"/>
                </a:cubicBezTo>
                <a:cubicBezTo>
                  <a:pt x="8441" y="1570"/>
                  <a:pt x="8382" y="1474"/>
                  <a:pt x="8337" y="1444"/>
                </a:cubicBezTo>
                <a:cubicBezTo>
                  <a:pt x="8300" y="1414"/>
                  <a:pt x="8256" y="1400"/>
                  <a:pt x="8211" y="1400"/>
                </a:cubicBezTo>
                <a:cubicBezTo>
                  <a:pt x="8167" y="1400"/>
                  <a:pt x="8122" y="1414"/>
                  <a:pt x="8085" y="1444"/>
                </a:cubicBezTo>
                <a:cubicBezTo>
                  <a:pt x="8055" y="1465"/>
                  <a:pt x="8026" y="1509"/>
                  <a:pt x="7989" y="1577"/>
                </a:cubicBezTo>
                <a:cubicBezTo>
                  <a:pt x="7877" y="1273"/>
                  <a:pt x="7759" y="1051"/>
                  <a:pt x="7685" y="992"/>
                </a:cubicBezTo>
                <a:cubicBezTo>
                  <a:pt x="7647" y="962"/>
                  <a:pt x="7596" y="947"/>
                  <a:pt x="7544" y="947"/>
                </a:cubicBezTo>
                <a:cubicBezTo>
                  <a:pt x="7411" y="487"/>
                  <a:pt x="7240" y="124"/>
                  <a:pt x="7137" y="51"/>
                </a:cubicBezTo>
                <a:cubicBezTo>
                  <a:pt x="7093" y="17"/>
                  <a:pt x="7041" y="1"/>
                  <a:pt x="6988" y="1"/>
                </a:cubicBezTo>
                <a:close/>
              </a:path>
            </a:pathLst>
          </a:custGeom>
          <a:solidFill>
            <a:srgbClr val="8AC9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/>
          <p:nvPr/>
        </p:nvSpPr>
        <p:spPr>
          <a:xfrm>
            <a:off x="7586377" y="4683502"/>
            <a:ext cx="1111634" cy="261646"/>
          </a:xfrm>
          <a:custGeom>
            <a:avLst/>
            <a:gdLst/>
            <a:ahLst/>
            <a:cxnLst/>
            <a:rect l="l" t="t" r="r" b="b"/>
            <a:pathLst>
              <a:path w="24557" h="5780" extrusionOk="0">
                <a:moveTo>
                  <a:pt x="11127" y="1"/>
                </a:moveTo>
                <a:cubicBezTo>
                  <a:pt x="10664" y="1"/>
                  <a:pt x="10184" y="73"/>
                  <a:pt x="9641" y="215"/>
                </a:cubicBezTo>
                <a:cubicBezTo>
                  <a:pt x="8315" y="571"/>
                  <a:pt x="5528" y="3053"/>
                  <a:pt x="4231" y="3847"/>
                </a:cubicBezTo>
                <a:cubicBezTo>
                  <a:pt x="2825" y="4706"/>
                  <a:pt x="1" y="5780"/>
                  <a:pt x="1" y="5780"/>
                </a:cubicBezTo>
                <a:lnTo>
                  <a:pt x="24556" y="5780"/>
                </a:lnTo>
                <a:cubicBezTo>
                  <a:pt x="24556" y="5780"/>
                  <a:pt x="21563" y="4899"/>
                  <a:pt x="19741" y="4144"/>
                </a:cubicBezTo>
                <a:cubicBezTo>
                  <a:pt x="17918" y="3379"/>
                  <a:pt x="13968" y="779"/>
                  <a:pt x="13161" y="453"/>
                </a:cubicBezTo>
                <a:cubicBezTo>
                  <a:pt x="12429" y="151"/>
                  <a:pt x="11796" y="1"/>
                  <a:pt x="11127" y="1"/>
                </a:cubicBezTo>
                <a:close/>
              </a:path>
            </a:pathLst>
          </a:custGeom>
          <a:solidFill>
            <a:srgbClr val="00B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7586377" y="4693234"/>
            <a:ext cx="1100272" cy="251914"/>
          </a:xfrm>
          <a:custGeom>
            <a:avLst/>
            <a:gdLst/>
            <a:ahLst/>
            <a:cxnLst/>
            <a:rect l="l" t="t" r="r" b="b"/>
            <a:pathLst>
              <a:path w="24306" h="5565" extrusionOk="0">
                <a:moveTo>
                  <a:pt x="9641" y="0"/>
                </a:moveTo>
                <a:lnTo>
                  <a:pt x="9641" y="0"/>
                </a:lnTo>
                <a:cubicBezTo>
                  <a:pt x="8411" y="430"/>
                  <a:pt x="7440" y="1112"/>
                  <a:pt x="6426" y="1891"/>
                </a:cubicBezTo>
                <a:cubicBezTo>
                  <a:pt x="5003" y="2965"/>
                  <a:pt x="3461" y="4069"/>
                  <a:pt x="1838" y="4802"/>
                </a:cubicBezTo>
                <a:cubicBezTo>
                  <a:pt x="1519" y="4951"/>
                  <a:pt x="1194" y="5084"/>
                  <a:pt x="869" y="5225"/>
                </a:cubicBezTo>
                <a:cubicBezTo>
                  <a:pt x="637" y="5314"/>
                  <a:pt x="230" y="5565"/>
                  <a:pt x="1" y="5565"/>
                </a:cubicBezTo>
                <a:lnTo>
                  <a:pt x="24306" y="5565"/>
                </a:lnTo>
                <a:cubicBezTo>
                  <a:pt x="21905" y="5558"/>
                  <a:pt x="3269" y="5328"/>
                  <a:pt x="9641" y="0"/>
                </a:cubicBezTo>
                <a:close/>
              </a:path>
            </a:pathLst>
          </a:custGeom>
          <a:solidFill>
            <a:srgbClr val="8AC9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subTitle" idx="1"/>
          </p:nvPr>
        </p:nvSpPr>
        <p:spPr>
          <a:xfrm>
            <a:off x="3319200" y="381309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3" name="Google Shape;73;p5"/>
          <p:cNvSpPr txBox="1">
            <a:spLocks noGrp="1"/>
          </p:cNvSpPr>
          <p:nvPr>
            <p:ph type="subTitle" idx="2"/>
          </p:nvPr>
        </p:nvSpPr>
        <p:spPr>
          <a:xfrm>
            <a:off x="658408" y="381309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subTitle" idx="3"/>
          </p:nvPr>
        </p:nvSpPr>
        <p:spPr>
          <a:xfrm>
            <a:off x="3319200" y="3585100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subTitle" idx="4"/>
          </p:nvPr>
        </p:nvSpPr>
        <p:spPr>
          <a:xfrm>
            <a:off x="658183" y="3585100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7233675" y="4938650"/>
            <a:ext cx="2030700" cy="4617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" name="Google Shape;77;p5"/>
          <p:cNvGrpSpPr/>
          <p:nvPr/>
        </p:nvGrpSpPr>
        <p:grpSpPr>
          <a:xfrm>
            <a:off x="4382899" y="4938638"/>
            <a:ext cx="2749703" cy="122913"/>
            <a:chOff x="5024149" y="4918613"/>
            <a:chExt cx="2749703" cy="122913"/>
          </a:xfrm>
        </p:grpSpPr>
        <p:sp>
          <p:nvSpPr>
            <p:cNvPr id="78" name="Google Shape;78;p5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" name="Google Shape;108;p5"/>
          <p:cNvSpPr txBox="1">
            <a:spLocks noGrp="1"/>
          </p:cNvSpPr>
          <p:nvPr>
            <p:ph type="subTitle" idx="5"/>
          </p:nvPr>
        </p:nvSpPr>
        <p:spPr>
          <a:xfrm>
            <a:off x="5980000" y="381309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9" name="Google Shape;109;p5"/>
          <p:cNvSpPr txBox="1">
            <a:spLocks noGrp="1"/>
          </p:cNvSpPr>
          <p:nvPr>
            <p:ph type="subTitle" idx="6"/>
          </p:nvPr>
        </p:nvSpPr>
        <p:spPr>
          <a:xfrm>
            <a:off x="5980000" y="3585100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10" name="Google Shape;110;p5"/>
          <p:cNvGrpSpPr/>
          <p:nvPr/>
        </p:nvGrpSpPr>
        <p:grpSpPr>
          <a:xfrm>
            <a:off x="8387891" y="4411492"/>
            <a:ext cx="352269" cy="526935"/>
            <a:chOff x="3112813" y="4276608"/>
            <a:chExt cx="202943" cy="303569"/>
          </a:xfrm>
        </p:grpSpPr>
        <p:sp>
          <p:nvSpPr>
            <p:cNvPr id="111" name="Google Shape;111;p5"/>
            <p:cNvSpPr/>
            <p:nvPr/>
          </p:nvSpPr>
          <p:spPr>
            <a:xfrm>
              <a:off x="3169270" y="4373417"/>
              <a:ext cx="87400" cy="206760"/>
            </a:xfrm>
            <a:custGeom>
              <a:avLst/>
              <a:gdLst/>
              <a:ahLst/>
              <a:cxnLst/>
              <a:rect l="l" t="t" r="r" b="b"/>
              <a:pathLst>
                <a:path w="1031" h="2439" extrusionOk="0">
                  <a:moveTo>
                    <a:pt x="230" y="0"/>
                  </a:moveTo>
                  <a:lnTo>
                    <a:pt x="1" y="2439"/>
                  </a:lnTo>
                  <a:lnTo>
                    <a:pt x="1031" y="2439"/>
                  </a:lnTo>
                  <a:lnTo>
                    <a:pt x="808" y="0"/>
                  </a:ln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3237766" y="4373417"/>
              <a:ext cx="21447" cy="206760"/>
            </a:xfrm>
            <a:custGeom>
              <a:avLst/>
              <a:gdLst/>
              <a:ahLst/>
              <a:cxnLst/>
              <a:rect l="l" t="t" r="r" b="b"/>
              <a:pathLst>
                <a:path w="253" h="2439" extrusionOk="0">
                  <a:moveTo>
                    <a:pt x="0" y="0"/>
                  </a:moveTo>
                  <a:lnTo>
                    <a:pt x="223" y="2439"/>
                  </a:lnTo>
                  <a:lnTo>
                    <a:pt x="253" y="2439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448A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3212589" y="4373417"/>
              <a:ext cx="44082" cy="206760"/>
            </a:xfrm>
            <a:custGeom>
              <a:avLst/>
              <a:gdLst/>
              <a:ahLst/>
              <a:cxnLst/>
              <a:rect l="l" t="t" r="r" b="b"/>
              <a:pathLst>
                <a:path w="520" h="2439" extrusionOk="0">
                  <a:moveTo>
                    <a:pt x="23" y="0"/>
                  </a:moveTo>
                  <a:lnTo>
                    <a:pt x="0" y="2439"/>
                  </a:lnTo>
                  <a:lnTo>
                    <a:pt x="520" y="2439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rgbClr val="AA66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3207587" y="4448778"/>
              <a:ext cx="13987" cy="13818"/>
            </a:xfrm>
            <a:custGeom>
              <a:avLst/>
              <a:gdLst/>
              <a:ahLst/>
              <a:cxnLst/>
              <a:rect l="l" t="t" r="r" b="b"/>
              <a:pathLst>
                <a:path w="165" h="163" extrusionOk="0">
                  <a:moveTo>
                    <a:pt x="1" y="1"/>
                  </a:moveTo>
                  <a:lnTo>
                    <a:pt x="1" y="162"/>
                  </a:lnTo>
                  <a:lnTo>
                    <a:pt x="164" y="162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3206400" y="4447422"/>
              <a:ext cx="15768" cy="16531"/>
            </a:xfrm>
            <a:custGeom>
              <a:avLst/>
              <a:gdLst/>
              <a:ahLst/>
              <a:cxnLst/>
              <a:rect l="l" t="t" r="r" b="b"/>
              <a:pathLst>
                <a:path w="186" h="195" extrusionOk="0">
                  <a:moveTo>
                    <a:pt x="162" y="31"/>
                  </a:moveTo>
                  <a:lnTo>
                    <a:pt x="162" y="164"/>
                  </a:lnTo>
                  <a:lnTo>
                    <a:pt x="22" y="164"/>
                  </a:lnTo>
                  <a:lnTo>
                    <a:pt x="22" y="31"/>
                  </a:lnTo>
                  <a:close/>
                  <a:moveTo>
                    <a:pt x="0" y="1"/>
                  </a:moveTo>
                  <a:lnTo>
                    <a:pt x="0" y="194"/>
                  </a:lnTo>
                  <a:lnTo>
                    <a:pt x="185" y="194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3207587" y="4482687"/>
              <a:ext cx="13987" cy="13818"/>
            </a:xfrm>
            <a:custGeom>
              <a:avLst/>
              <a:gdLst/>
              <a:ahLst/>
              <a:cxnLst/>
              <a:rect l="l" t="t" r="r" b="b"/>
              <a:pathLst>
                <a:path w="165" h="163" extrusionOk="0">
                  <a:moveTo>
                    <a:pt x="1" y="1"/>
                  </a:moveTo>
                  <a:lnTo>
                    <a:pt x="1" y="163"/>
                  </a:lnTo>
                  <a:lnTo>
                    <a:pt x="164" y="163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3206400" y="4481331"/>
              <a:ext cx="15768" cy="16531"/>
            </a:xfrm>
            <a:custGeom>
              <a:avLst/>
              <a:gdLst/>
              <a:ahLst/>
              <a:cxnLst/>
              <a:rect l="l" t="t" r="r" b="b"/>
              <a:pathLst>
                <a:path w="186" h="195" extrusionOk="0">
                  <a:moveTo>
                    <a:pt x="162" y="31"/>
                  </a:moveTo>
                  <a:lnTo>
                    <a:pt x="162" y="164"/>
                  </a:lnTo>
                  <a:lnTo>
                    <a:pt x="22" y="164"/>
                  </a:lnTo>
                  <a:lnTo>
                    <a:pt x="22" y="31"/>
                  </a:lnTo>
                  <a:close/>
                  <a:moveTo>
                    <a:pt x="0" y="1"/>
                  </a:moveTo>
                  <a:lnTo>
                    <a:pt x="0" y="195"/>
                  </a:lnTo>
                  <a:lnTo>
                    <a:pt x="185" y="195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3207587" y="4516596"/>
              <a:ext cx="13987" cy="13818"/>
            </a:xfrm>
            <a:custGeom>
              <a:avLst/>
              <a:gdLst/>
              <a:ahLst/>
              <a:cxnLst/>
              <a:rect l="l" t="t" r="r" b="b"/>
              <a:pathLst>
                <a:path w="165" h="163" extrusionOk="0">
                  <a:moveTo>
                    <a:pt x="1" y="1"/>
                  </a:moveTo>
                  <a:lnTo>
                    <a:pt x="1" y="163"/>
                  </a:lnTo>
                  <a:lnTo>
                    <a:pt x="164" y="163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3206400" y="4515239"/>
              <a:ext cx="15768" cy="16531"/>
            </a:xfrm>
            <a:custGeom>
              <a:avLst/>
              <a:gdLst/>
              <a:ahLst/>
              <a:cxnLst/>
              <a:rect l="l" t="t" r="r" b="b"/>
              <a:pathLst>
                <a:path w="186" h="195" extrusionOk="0">
                  <a:moveTo>
                    <a:pt x="162" y="31"/>
                  </a:moveTo>
                  <a:lnTo>
                    <a:pt x="162" y="164"/>
                  </a:lnTo>
                  <a:lnTo>
                    <a:pt x="22" y="164"/>
                  </a:lnTo>
                  <a:lnTo>
                    <a:pt x="22" y="31"/>
                  </a:lnTo>
                  <a:close/>
                  <a:moveTo>
                    <a:pt x="0" y="1"/>
                  </a:moveTo>
                  <a:lnTo>
                    <a:pt x="0" y="195"/>
                  </a:lnTo>
                  <a:lnTo>
                    <a:pt x="185" y="195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3207587" y="4550589"/>
              <a:ext cx="13987" cy="13733"/>
            </a:xfrm>
            <a:custGeom>
              <a:avLst/>
              <a:gdLst/>
              <a:ahLst/>
              <a:cxnLst/>
              <a:rect l="l" t="t" r="r" b="b"/>
              <a:pathLst>
                <a:path w="165" h="162" extrusionOk="0">
                  <a:moveTo>
                    <a:pt x="1" y="0"/>
                  </a:moveTo>
                  <a:lnTo>
                    <a:pt x="1" y="162"/>
                  </a:lnTo>
                  <a:lnTo>
                    <a:pt x="164" y="162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3206400" y="4549233"/>
              <a:ext cx="15768" cy="16446"/>
            </a:xfrm>
            <a:custGeom>
              <a:avLst/>
              <a:gdLst/>
              <a:ahLst/>
              <a:cxnLst/>
              <a:rect l="l" t="t" r="r" b="b"/>
              <a:pathLst>
                <a:path w="186" h="194" extrusionOk="0">
                  <a:moveTo>
                    <a:pt x="162" y="30"/>
                  </a:moveTo>
                  <a:lnTo>
                    <a:pt x="162" y="164"/>
                  </a:lnTo>
                  <a:lnTo>
                    <a:pt x="22" y="164"/>
                  </a:lnTo>
                  <a:lnTo>
                    <a:pt x="22" y="30"/>
                  </a:lnTo>
                  <a:close/>
                  <a:moveTo>
                    <a:pt x="0" y="0"/>
                  </a:moveTo>
                  <a:lnTo>
                    <a:pt x="0" y="194"/>
                  </a:lnTo>
                  <a:lnTo>
                    <a:pt x="185" y="194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3207587" y="4414870"/>
              <a:ext cx="13987" cy="13818"/>
            </a:xfrm>
            <a:custGeom>
              <a:avLst/>
              <a:gdLst/>
              <a:ahLst/>
              <a:cxnLst/>
              <a:rect l="l" t="t" r="r" b="b"/>
              <a:pathLst>
                <a:path w="165" h="163" extrusionOk="0">
                  <a:moveTo>
                    <a:pt x="1" y="0"/>
                  </a:moveTo>
                  <a:lnTo>
                    <a:pt x="1" y="162"/>
                  </a:lnTo>
                  <a:lnTo>
                    <a:pt x="164" y="162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3206400" y="4413514"/>
              <a:ext cx="15768" cy="16531"/>
            </a:xfrm>
            <a:custGeom>
              <a:avLst/>
              <a:gdLst/>
              <a:ahLst/>
              <a:cxnLst/>
              <a:rect l="l" t="t" r="r" b="b"/>
              <a:pathLst>
                <a:path w="186" h="195" extrusionOk="0">
                  <a:moveTo>
                    <a:pt x="162" y="31"/>
                  </a:moveTo>
                  <a:lnTo>
                    <a:pt x="162" y="164"/>
                  </a:lnTo>
                  <a:lnTo>
                    <a:pt x="22" y="164"/>
                  </a:lnTo>
                  <a:lnTo>
                    <a:pt x="22" y="31"/>
                  </a:lnTo>
                  <a:close/>
                  <a:moveTo>
                    <a:pt x="0" y="0"/>
                  </a:moveTo>
                  <a:lnTo>
                    <a:pt x="0" y="194"/>
                  </a:lnTo>
                  <a:lnTo>
                    <a:pt x="185" y="194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3198262" y="4362142"/>
              <a:ext cx="32637" cy="32637"/>
            </a:xfrm>
            <a:custGeom>
              <a:avLst/>
              <a:gdLst/>
              <a:ahLst/>
              <a:cxnLst/>
              <a:rect l="l" t="t" r="r" b="b"/>
              <a:pathLst>
                <a:path w="385" h="385" extrusionOk="0">
                  <a:moveTo>
                    <a:pt x="15" y="0"/>
                  </a:moveTo>
                  <a:lnTo>
                    <a:pt x="0" y="14"/>
                  </a:lnTo>
                  <a:lnTo>
                    <a:pt x="370" y="384"/>
                  </a:lnTo>
                  <a:lnTo>
                    <a:pt x="384" y="37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3150451" y="4313738"/>
              <a:ext cx="30857" cy="31451"/>
            </a:xfrm>
            <a:custGeom>
              <a:avLst/>
              <a:gdLst/>
              <a:ahLst/>
              <a:cxnLst/>
              <a:rect l="l" t="t" r="r" b="b"/>
              <a:pathLst>
                <a:path w="364" h="371" extrusionOk="0">
                  <a:moveTo>
                    <a:pt x="342" y="0"/>
                  </a:moveTo>
                  <a:lnTo>
                    <a:pt x="155" y="185"/>
                  </a:lnTo>
                  <a:lnTo>
                    <a:pt x="1" y="349"/>
                  </a:lnTo>
                  <a:lnTo>
                    <a:pt x="22" y="370"/>
                  </a:lnTo>
                  <a:lnTo>
                    <a:pt x="200" y="192"/>
                  </a:lnTo>
                  <a:lnTo>
                    <a:pt x="200" y="185"/>
                  </a:lnTo>
                  <a:lnTo>
                    <a:pt x="363" y="22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3185546" y="4338915"/>
              <a:ext cx="24669" cy="24499"/>
            </a:xfrm>
            <a:custGeom>
              <a:avLst/>
              <a:gdLst/>
              <a:ahLst/>
              <a:cxnLst/>
              <a:rect l="l" t="t" r="r" b="b"/>
              <a:pathLst>
                <a:path w="291" h="289" extrusionOk="0">
                  <a:moveTo>
                    <a:pt x="141" y="45"/>
                  </a:moveTo>
                  <a:lnTo>
                    <a:pt x="246" y="148"/>
                  </a:lnTo>
                  <a:lnTo>
                    <a:pt x="150" y="251"/>
                  </a:lnTo>
                  <a:lnTo>
                    <a:pt x="38" y="141"/>
                  </a:lnTo>
                  <a:lnTo>
                    <a:pt x="141" y="45"/>
                  </a:lnTo>
                  <a:close/>
                  <a:moveTo>
                    <a:pt x="141" y="0"/>
                  </a:moveTo>
                  <a:lnTo>
                    <a:pt x="1" y="141"/>
                  </a:lnTo>
                  <a:lnTo>
                    <a:pt x="150" y="288"/>
                  </a:lnTo>
                  <a:lnTo>
                    <a:pt x="291" y="148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3174865" y="4326792"/>
              <a:ext cx="24075" cy="25940"/>
            </a:xfrm>
            <a:custGeom>
              <a:avLst/>
              <a:gdLst/>
              <a:ahLst/>
              <a:cxnLst/>
              <a:rect l="l" t="t" r="r" b="b"/>
              <a:pathLst>
                <a:path w="284" h="306" extrusionOk="0">
                  <a:moveTo>
                    <a:pt x="164" y="38"/>
                  </a:moveTo>
                  <a:lnTo>
                    <a:pt x="246" y="165"/>
                  </a:lnTo>
                  <a:lnTo>
                    <a:pt x="143" y="268"/>
                  </a:lnTo>
                  <a:lnTo>
                    <a:pt x="38" y="165"/>
                  </a:lnTo>
                  <a:lnTo>
                    <a:pt x="164" y="38"/>
                  </a:lnTo>
                  <a:close/>
                  <a:moveTo>
                    <a:pt x="164" y="1"/>
                  </a:moveTo>
                  <a:lnTo>
                    <a:pt x="1" y="165"/>
                  </a:lnTo>
                  <a:lnTo>
                    <a:pt x="143" y="305"/>
                  </a:lnTo>
                  <a:lnTo>
                    <a:pt x="283" y="165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3164354" y="4314331"/>
              <a:ext cx="25686" cy="27636"/>
            </a:xfrm>
            <a:custGeom>
              <a:avLst/>
              <a:gdLst/>
              <a:ahLst/>
              <a:cxnLst/>
              <a:rect l="l" t="t" r="r" b="b"/>
              <a:pathLst>
                <a:path w="303" h="326" extrusionOk="0">
                  <a:moveTo>
                    <a:pt x="178" y="38"/>
                  </a:moveTo>
                  <a:lnTo>
                    <a:pt x="267" y="164"/>
                  </a:lnTo>
                  <a:lnTo>
                    <a:pt x="141" y="281"/>
                  </a:lnTo>
                  <a:lnTo>
                    <a:pt x="36" y="178"/>
                  </a:lnTo>
                  <a:lnTo>
                    <a:pt x="178" y="38"/>
                  </a:lnTo>
                  <a:close/>
                  <a:moveTo>
                    <a:pt x="178" y="0"/>
                  </a:moveTo>
                  <a:lnTo>
                    <a:pt x="0" y="178"/>
                  </a:lnTo>
                  <a:lnTo>
                    <a:pt x="141" y="326"/>
                  </a:lnTo>
                  <a:lnTo>
                    <a:pt x="303" y="164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3174272" y="4326199"/>
              <a:ext cx="15768" cy="15768"/>
            </a:xfrm>
            <a:custGeom>
              <a:avLst/>
              <a:gdLst/>
              <a:ahLst/>
              <a:cxnLst/>
              <a:rect l="l" t="t" r="r" b="b"/>
              <a:pathLst>
                <a:path w="186" h="186" extrusionOk="0">
                  <a:moveTo>
                    <a:pt x="164" y="1"/>
                  </a:moveTo>
                  <a:lnTo>
                    <a:pt x="1" y="164"/>
                  </a:lnTo>
                  <a:lnTo>
                    <a:pt x="31" y="186"/>
                  </a:lnTo>
                  <a:lnTo>
                    <a:pt x="186" y="24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3152994" y="4301191"/>
              <a:ext cx="27721" cy="29501"/>
            </a:xfrm>
            <a:custGeom>
              <a:avLst/>
              <a:gdLst/>
              <a:ahLst/>
              <a:cxnLst/>
              <a:rect l="l" t="t" r="r" b="b"/>
              <a:pathLst>
                <a:path w="327" h="348" extrusionOk="0">
                  <a:moveTo>
                    <a:pt x="200" y="45"/>
                  </a:moveTo>
                  <a:lnTo>
                    <a:pt x="289" y="170"/>
                  </a:lnTo>
                  <a:lnTo>
                    <a:pt x="148" y="312"/>
                  </a:lnTo>
                  <a:lnTo>
                    <a:pt x="36" y="200"/>
                  </a:lnTo>
                  <a:lnTo>
                    <a:pt x="200" y="45"/>
                  </a:lnTo>
                  <a:close/>
                  <a:moveTo>
                    <a:pt x="200" y="1"/>
                  </a:moveTo>
                  <a:lnTo>
                    <a:pt x="1" y="200"/>
                  </a:lnTo>
                  <a:lnTo>
                    <a:pt x="148" y="347"/>
                  </a:lnTo>
                  <a:lnTo>
                    <a:pt x="326" y="170"/>
                  </a:lnTo>
                  <a:lnTo>
                    <a:pt x="2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3142313" y="4289154"/>
              <a:ext cx="29670" cy="30942"/>
            </a:xfrm>
            <a:custGeom>
              <a:avLst/>
              <a:gdLst/>
              <a:ahLst/>
              <a:cxnLst/>
              <a:rect l="l" t="t" r="r" b="b"/>
              <a:pathLst>
                <a:path w="350" h="365" extrusionOk="0">
                  <a:moveTo>
                    <a:pt x="223" y="38"/>
                  </a:moveTo>
                  <a:lnTo>
                    <a:pt x="312" y="164"/>
                  </a:lnTo>
                  <a:lnTo>
                    <a:pt x="148" y="328"/>
                  </a:lnTo>
                  <a:lnTo>
                    <a:pt x="45" y="223"/>
                  </a:lnTo>
                  <a:lnTo>
                    <a:pt x="223" y="38"/>
                  </a:lnTo>
                  <a:close/>
                  <a:moveTo>
                    <a:pt x="223" y="0"/>
                  </a:moveTo>
                  <a:lnTo>
                    <a:pt x="1" y="223"/>
                  </a:lnTo>
                  <a:lnTo>
                    <a:pt x="148" y="365"/>
                  </a:lnTo>
                  <a:lnTo>
                    <a:pt x="349" y="164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3131632" y="4276608"/>
              <a:ext cx="30857" cy="32807"/>
            </a:xfrm>
            <a:custGeom>
              <a:avLst/>
              <a:gdLst/>
              <a:ahLst/>
              <a:cxnLst/>
              <a:rect l="l" t="t" r="r" b="b"/>
              <a:pathLst>
                <a:path w="364" h="387" extrusionOk="0">
                  <a:moveTo>
                    <a:pt x="237" y="38"/>
                  </a:moveTo>
                  <a:lnTo>
                    <a:pt x="326" y="164"/>
                  </a:lnTo>
                  <a:lnTo>
                    <a:pt x="141" y="342"/>
                  </a:lnTo>
                  <a:lnTo>
                    <a:pt x="38" y="237"/>
                  </a:lnTo>
                  <a:lnTo>
                    <a:pt x="237" y="38"/>
                  </a:lnTo>
                  <a:close/>
                  <a:moveTo>
                    <a:pt x="244" y="1"/>
                  </a:moveTo>
                  <a:lnTo>
                    <a:pt x="0" y="237"/>
                  </a:lnTo>
                  <a:lnTo>
                    <a:pt x="141" y="387"/>
                  </a:lnTo>
                  <a:lnTo>
                    <a:pt x="363" y="164"/>
                  </a:lnTo>
                  <a:lnTo>
                    <a:pt x="2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3142313" y="4288560"/>
              <a:ext cx="20769" cy="20854"/>
            </a:xfrm>
            <a:custGeom>
              <a:avLst/>
              <a:gdLst/>
              <a:ahLst/>
              <a:cxnLst/>
              <a:rect l="l" t="t" r="r" b="b"/>
              <a:pathLst>
                <a:path w="245" h="246" extrusionOk="0">
                  <a:moveTo>
                    <a:pt x="223" y="0"/>
                  </a:moveTo>
                  <a:lnTo>
                    <a:pt x="1" y="223"/>
                  </a:lnTo>
                  <a:lnTo>
                    <a:pt x="22" y="246"/>
                  </a:lnTo>
                  <a:lnTo>
                    <a:pt x="244" y="23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3175628" y="4349426"/>
              <a:ext cx="24499" cy="24669"/>
            </a:xfrm>
            <a:custGeom>
              <a:avLst/>
              <a:gdLst/>
              <a:ahLst/>
              <a:cxnLst/>
              <a:rect l="l" t="t" r="r" b="b"/>
              <a:pathLst>
                <a:path w="289" h="291" extrusionOk="0">
                  <a:moveTo>
                    <a:pt x="141" y="38"/>
                  </a:moveTo>
                  <a:lnTo>
                    <a:pt x="244" y="150"/>
                  </a:lnTo>
                  <a:lnTo>
                    <a:pt x="148" y="253"/>
                  </a:lnTo>
                  <a:lnTo>
                    <a:pt x="36" y="143"/>
                  </a:lnTo>
                  <a:lnTo>
                    <a:pt x="141" y="38"/>
                  </a:lnTo>
                  <a:close/>
                  <a:moveTo>
                    <a:pt x="141" y="1"/>
                  </a:moveTo>
                  <a:lnTo>
                    <a:pt x="1" y="143"/>
                  </a:lnTo>
                  <a:lnTo>
                    <a:pt x="148" y="291"/>
                  </a:lnTo>
                  <a:lnTo>
                    <a:pt x="289" y="150"/>
                  </a:lnTo>
                  <a:lnTo>
                    <a:pt x="1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3162997" y="4338915"/>
              <a:ext cx="25856" cy="23906"/>
            </a:xfrm>
            <a:custGeom>
              <a:avLst/>
              <a:gdLst/>
              <a:ahLst/>
              <a:cxnLst/>
              <a:rect l="l" t="t" r="r" b="b"/>
              <a:pathLst>
                <a:path w="305" h="282" extrusionOk="0">
                  <a:moveTo>
                    <a:pt x="164" y="36"/>
                  </a:moveTo>
                  <a:lnTo>
                    <a:pt x="267" y="148"/>
                  </a:lnTo>
                  <a:lnTo>
                    <a:pt x="164" y="244"/>
                  </a:lnTo>
                  <a:lnTo>
                    <a:pt x="45" y="162"/>
                  </a:lnTo>
                  <a:lnTo>
                    <a:pt x="164" y="36"/>
                  </a:lnTo>
                  <a:close/>
                  <a:moveTo>
                    <a:pt x="164" y="0"/>
                  </a:moveTo>
                  <a:lnTo>
                    <a:pt x="0" y="162"/>
                  </a:lnTo>
                  <a:lnTo>
                    <a:pt x="164" y="281"/>
                  </a:lnTo>
                  <a:lnTo>
                    <a:pt x="304" y="148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3150451" y="4328149"/>
              <a:ext cx="27721" cy="25940"/>
            </a:xfrm>
            <a:custGeom>
              <a:avLst/>
              <a:gdLst/>
              <a:ahLst/>
              <a:cxnLst/>
              <a:rect l="l" t="t" r="r" b="b"/>
              <a:pathLst>
                <a:path w="327" h="306" extrusionOk="0">
                  <a:moveTo>
                    <a:pt x="186" y="38"/>
                  </a:moveTo>
                  <a:lnTo>
                    <a:pt x="289" y="141"/>
                  </a:lnTo>
                  <a:lnTo>
                    <a:pt x="164" y="268"/>
                  </a:lnTo>
                  <a:lnTo>
                    <a:pt x="45" y="179"/>
                  </a:lnTo>
                  <a:lnTo>
                    <a:pt x="186" y="38"/>
                  </a:lnTo>
                  <a:close/>
                  <a:moveTo>
                    <a:pt x="186" y="1"/>
                  </a:moveTo>
                  <a:lnTo>
                    <a:pt x="1" y="186"/>
                  </a:lnTo>
                  <a:lnTo>
                    <a:pt x="164" y="305"/>
                  </a:lnTo>
                  <a:lnTo>
                    <a:pt x="326" y="141"/>
                  </a:lnTo>
                  <a:lnTo>
                    <a:pt x="1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3162997" y="4338915"/>
              <a:ext cx="15768" cy="15768"/>
            </a:xfrm>
            <a:custGeom>
              <a:avLst/>
              <a:gdLst/>
              <a:ahLst/>
              <a:cxnLst/>
              <a:rect l="l" t="t" r="r" b="b"/>
              <a:pathLst>
                <a:path w="186" h="186" extrusionOk="0">
                  <a:moveTo>
                    <a:pt x="157" y="0"/>
                  </a:moveTo>
                  <a:lnTo>
                    <a:pt x="0" y="155"/>
                  </a:lnTo>
                  <a:lnTo>
                    <a:pt x="23" y="185"/>
                  </a:lnTo>
                  <a:lnTo>
                    <a:pt x="185" y="22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3137227" y="4316874"/>
              <a:ext cx="30179" cy="27636"/>
            </a:xfrm>
            <a:custGeom>
              <a:avLst/>
              <a:gdLst/>
              <a:ahLst/>
              <a:cxnLst/>
              <a:rect l="l" t="t" r="r" b="b"/>
              <a:pathLst>
                <a:path w="356" h="326" extrusionOk="0">
                  <a:moveTo>
                    <a:pt x="208" y="38"/>
                  </a:moveTo>
                  <a:lnTo>
                    <a:pt x="311" y="148"/>
                  </a:lnTo>
                  <a:lnTo>
                    <a:pt x="171" y="289"/>
                  </a:lnTo>
                  <a:lnTo>
                    <a:pt x="45" y="200"/>
                  </a:lnTo>
                  <a:lnTo>
                    <a:pt x="208" y="38"/>
                  </a:lnTo>
                  <a:close/>
                  <a:moveTo>
                    <a:pt x="208" y="1"/>
                  </a:moveTo>
                  <a:lnTo>
                    <a:pt x="0" y="200"/>
                  </a:lnTo>
                  <a:lnTo>
                    <a:pt x="171" y="326"/>
                  </a:lnTo>
                  <a:lnTo>
                    <a:pt x="356" y="148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3125274" y="4306193"/>
              <a:ext cx="30857" cy="29586"/>
            </a:xfrm>
            <a:custGeom>
              <a:avLst/>
              <a:gdLst/>
              <a:ahLst/>
              <a:cxnLst/>
              <a:rect l="l" t="t" r="r" b="b"/>
              <a:pathLst>
                <a:path w="364" h="349" extrusionOk="0">
                  <a:moveTo>
                    <a:pt x="223" y="45"/>
                  </a:moveTo>
                  <a:lnTo>
                    <a:pt x="328" y="148"/>
                  </a:lnTo>
                  <a:lnTo>
                    <a:pt x="164" y="311"/>
                  </a:lnTo>
                  <a:lnTo>
                    <a:pt x="45" y="223"/>
                  </a:lnTo>
                  <a:lnTo>
                    <a:pt x="223" y="45"/>
                  </a:lnTo>
                  <a:close/>
                  <a:moveTo>
                    <a:pt x="223" y="0"/>
                  </a:moveTo>
                  <a:lnTo>
                    <a:pt x="1" y="223"/>
                  </a:lnTo>
                  <a:lnTo>
                    <a:pt x="171" y="349"/>
                  </a:lnTo>
                  <a:lnTo>
                    <a:pt x="363" y="148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3112813" y="4295512"/>
              <a:ext cx="32722" cy="30772"/>
            </a:xfrm>
            <a:custGeom>
              <a:avLst/>
              <a:gdLst/>
              <a:ahLst/>
              <a:cxnLst/>
              <a:rect l="l" t="t" r="r" b="b"/>
              <a:pathLst>
                <a:path w="386" h="363" extrusionOk="0">
                  <a:moveTo>
                    <a:pt x="244" y="37"/>
                  </a:moveTo>
                  <a:lnTo>
                    <a:pt x="349" y="141"/>
                  </a:lnTo>
                  <a:lnTo>
                    <a:pt x="164" y="325"/>
                  </a:lnTo>
                  <a:lnTo>
                    <a:pt x="44" y="237"/>
                  </a:lnTo>
                  <a:lnTo>
                    <a:pt x="244" y="37"/>
                  </a:lnTo>
                  <a:close/>
                  <a:moveTo>
                    <a:pt x="244" y="0"/>
                  </a:moveTo>
                  <a:lnTo>
                    <a:pt x="0" y="245"/>
                  </a:lnTo>
                  <a:lnTo>
                    <a:pt x="171" y="363"/>
                  </a:lnTo>
                  <a:lnTo>
                    <a:pt x="386" y="141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3125274" y="4306193"/>
              <a:ext cx="20939" cy="20684"/>
            </a:xfrm>
            <a:custGeom>
              <a:avLst/>
              <a:gdLst/>
              <a:ahLst/>
              <a:cxnLst/>
              <a:rect l="l" t="t" r="r" b="b"/>
              <a:pathLst>
                <a:path w="247" h="244" extrusionOk="0">
                  <a:moveTo>
                    <a:pt x="223" y="0"/>
                  </a:moveTo>
                  <a:lnTo>
                    <a:pt x="1" y="223"/>
                  </a:lnTo>
                  <a:lnTo>
                    <a:pt x="24" y="244"/>
                  </a:lnTo>
                  <a:lnTo>
                    <a:pt x="246" y="22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3247260" y="4411140"/>
              <a:ext cx="30857" cy="31366"/>
            </a:xfrm>
            <a:custGeom>
              <a:avLst/>
              <a:gdLst/>
              <a:ahLst/>
              <a:cxnLst/>
              <a:rect l="l" t="t" r="r" b="b"/>
              <a:pathLst>
                <a:path w="364" h="370" extrusionOk="0">
                  <a:moveTo>
                    <a:pt x="340" y="0"/>
                  </a:moveTo>
                  <a:lnTo>
                    <a:pt x="162" y="178"/>
                  </a:lnTo>
                  <a:lnTo>
                    <a:pt x="162" y="185"/>
                  </a:lnTo>
                  <a:lnTo>
                    <a:pt x="0" y="340"/>
                  </a:lnTo>
                  <a:lnTo>
                    <a:pt x="22" y="370"/>
                  </a:lnTo>
                  <a:lnTo>
                    <a:pt x="207" y="185"/>
                  </a:lnTo>
                  <a:lnTo>
                    <a:pt x="363" y="21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3218268" y="4392829"/>
              <a:ext cx="24499" cy="24499"/>
            </a:xfrm>
            <a:custGeom>
              <a:avLst/>
              <a:gdLst/>
              <a:ahLst/>
              <a:cxnLst/>
              <a:rect l="l" t="t" r="r" b="b"/>
              <a:pathLst>
                <a:path w="289" h="289" extrusionOk="0">
                  <a:moveTo>
                    <a:pt x="141" y="38"/>
                  </a:moveTo>
                  <a:lnTo>
                    <a:pt x="253" y="148"/>
                  </a:lnTo>
                  <a:lnTo>
                    <a:pt x="148" y="244"/>
                  </a:lnTo>
                  <a:lnTo>
                    <a:pt x="45" y="141"/>
                  </a:lnTo>
                  <a:lnTo>
                    <a:pt x="141" y="38"/>
                  </a:lnTo>
                  <a:close/>
                  <a:moveTo>
                    <a:pt x="141" y="1"/>
                  </a:moveTo>
                  <a:lnTo>
                    <a:pt x="1" y="141"/>
                  </a:lnTo>
                  <a:lnTo>
                    <a:pt x="148" y="289"/>
                  </a:lnTo>
                  <a:lnTo>
                    <a:pt x="289" y="148"/>
                  </a:lnTo>
                  <a:lnTo>
                    <a:pt x="1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3229628" y="4403595"/>
              <a:ext cx="23906" cy="25856"/>
            </a:xfrm>
            <a:custGeom>
              <a:avLst/>
              <a:gdLst/>
              <a:ahLst/>
              <a:cxnLst/>
              <a:rect l="l" t="t" r="r" b="b"/>
              <a:pathLst>
                <a:path w="282" h="305" extrusionOk="0">
                  <a:moveTo>
                    <a:pt x="141" y="37"/>
                  </a:moveTo>
                  <a:lnTo>
                    <a:pt x="244" y="141"/>
                  </a:lnTo>
                  <a:lnTo>
                    <a:pt x="127" y="267"/>
                  </a:lnTo>
                  <a:lnTo>
                    <a:pt x="38" y="141"/>
                  </a:lnTo>
                  <a:lnTo>
                    <a:pt x="141" y="37"/>
                  </a:lnTo>
                  <a:close/>
                  <a:moveTo>
                    <a:pt x="141" y="0"/>
                  </a:moveTo>
                  <a:lnTo>
                    <a:pt x="0" y="141"/>
                  </a:lnTo>
                  <a:lnTo>
                    <a:pt x="119" y="304"/>
                  </a:lnTo>
                  <a:lnTo>
                    <a:pt x="281" y="141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3238359" y="4414276"/>
              <a:ext cx="25856" cy="27636"/>
            </a:xfrm>
            <a:custGeom>
              <a:avLst/>
              <a:gdLst/>
              <a:ahLst/>
              <a:cxnLst/>
              <a:rect l="l" t="t" r="r" b="b"/>
              <a:pathLst>
                <a:path w="305" h="326" extrusionOk="0">
                  <a:moveTo>
                    <a:pt x="164" y="45"/>
                  </a:moveTo>
                  <a:lnTo>
                    <a:pt x="267" y="148"/>
                  </a:lnTo>
                  <a:lnTo>
                    <a:pt x="127" y="288"/>
                  </a:lnTo>
                  <a:lnTo>
                    <a:pt x="38" y="162"/>
                  </a:lnTo>
                  <a:lnTo>
                    <a:pt x="164" y="45"/>
                  </a:lnTo>
                  <a:close/>
                  <a:moveTo>
                    <a:pt x="164" y="0"/>
                  </a:moveTo>
                  <a:lnTo>
                    <a:pt x="0" y="162"/>
                  </a:lnTo>
                  <a:lnTo>
                    <a:pt x="127" y="326"/>
                  </a:lnTo>
                  <a:lnTo>
                    <a:pt x="304" y="148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3238359" y="4414276"/>
              <a:ext cx="15768" cy="15768"/>
            </a:xfrm>
            <a:custGeom>
              <a:avLst/>
              <a:gdLst/>
              <a:ahLst/>
              <a:cxnLst/>
              <a:rect l="l" t="t" r="r" b="b"/>
              <a:pathLst>
                <a:path w="186" h="186" extrusionOk="0">
                  <a:moveTo>
                    <a:pt x="157" y="0"/>
                  </a:moveTo>
                  <a:lnTo>
                    <a:pt x="0" y="155"/>
                  </a:lnTo>
                  <a:lnTo>
                    <a:pt x="24" y="185"/>
                  </a:lnTo>
                  <a:lnTo>
                    <a:pt x="185" y="22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3247854" y="4424788"/>
              <a:ext cx="27636" cy="30264"/>
            </a:xfrm>
            <a:custGeom>
              <a:avLst/>
              <a:gdLst/>
              <a:ahLst/>
              <a:cxnLst/>
              <a:rect l="l" t="t" r="r" b="b"/>
              <a:pathLst>
                <a:path w="326" h="357" extrusionOk="0">
                  <a:moveTo>
                    <a:pt x="178" y="45"/>
                  </a:moveTo>
                  <a:lnTo>
                    <a:pt x="289" y="150"/>
                  </a:lnTo>
                  <a:lnTo>
                    <a:pt x="127" y="312"/>
                  </a:lnTo>
                  <a:lnTo>
                    <a:pt x="38" y="188"/>
                  </a:lnTo>
                  <a:lnTo>
                    <a:pt x="178" y="45"/>
                  </a:lnTo>
                  <a:close/>
                  <a:moveTo>
                    <a:pt x="178" y="1"/>
                  </a:moveTo>
                  <a:lnTo>
                    <a:pt x="0" y="188"/>
                  </a:lnTo>
                  <a:lnTo>
                    <a:pt x="127" y="357"/>
                  </a:lnTo>
                  <a:lnTo>
                    <a:pt x="326" y="150"/>
                  </a:lnTo>
                  <a:lnTo>
                    <a:pt x="17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3257178" y="4436148"/>
              <a:ext cx="29077" cy="30942"/>
            </a:xfrm>
            <a:custGeom>
              <a:avLst/>
              <a:gdLst/>
              <a:ahLst/>
              <a:cxnLst/>
              <a:rect l="l" t="t" r="r" b="b"/>
              <a:pathLst>
                <a:path w="343" h="365" extrusionOk="0">
                  <a:moveTo>
                    <a:pt x="202" y="38"/>
                  </a:moveTo>
                  <a:lnTo>
                    <a:pt x="305" y="142"/>
                  </a:lnTo>
                  <a:lnTo>
                    <a:pt x="120" y="320"/>
                  </a:lnTo>
                  <a:lnTo>
                    <a:pt x="31" y="201"/>
                  </a:lnTo>
                  <a:lnTo>
                    <a:pt x="202" y="38"/>
                  </a:lnTo>
                  <a:close/>
                  <a:moveTo>
                    <a:pt x="202" y="0"/>
                  </a:moveTo>
                  <a:lnTo>
                    <a:pt x="1" y="201"/>
                  </a:lnTo>
                  <a:lnTo>
                    <a:pt x="120" y="365"/>
                  </a:lnTo>
                  <a:lnTo>
                    <a:pt x="342" y="142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3266079" y="4446829"/>
              <a:ext cx="30857" cy="32807"/>
            </a:xfrm>
            <a:custGeom>
              <a:avLst/>
              <a:gdLst/>
              <a:ahLst/>
              <a:cxnLst/>
              <a:rect l="l" t="t" r="r" b="b"/>
              <a:pathLst>
                <a:path w="364" h="387" extrusionOk="0">
                  <a:moveTo>
                    <a:pt x="223" y="38"/>
                  </a:moveTo>
                  <a:lnTo>
                    <a:pt x="326" y="141"/>
                  </a:lnTo>
                  <a:lnTo>
                    <a:pt x="125" y="342"/>
                  </a:lnTo>
                  <a:lnTo>
                    <a:pt x="36" y="223"/>
                  </a:lnTo>
                  <a:lnTo>
                    <a:pt x="223" y="38"/>
                  </a:lnTo>
                  <a:close/>
                  <a:moveTo>
                    <a:pt x="223" y="0"/>
                  </a:moveTo>
                  <a:lnTo>
                    <a:pt x="1" y="223"/>
                  </a:lnTo>
                  <a:lnTo>
                    <a:pt x="118" y="386"/>
                  </a:lnTo>
                  <a:lnTo>
                    <a:pt x="363" y="141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3265316" y="4446235"/>
              <a:ext cx="21532" cy="21447"/>
            </a:xfrm>
            <a:custGeom>
              <a:avLst/>
              <a:gdLst/>
              <a:ahLst/>
              <a:cxnLst/>
              <a:rect l="l" t="t" r="r" b="b"/>
              <a:pathLst>
                <a:path w="254" h="253" extrusionOk="0">
                  <a:moveTo>
                    <a:pt x="223" y="0"/>
                  </a:moveTo>
                  <a:lnTo>
                    <a:pt x="1" y="223"/>
                  </a:lnTo>
                  <a:lnTo>
                    <a:pt x="31" y="253"/>
                  </a:lnTo>
                  <a:lnTo>
                    <a:pt x="253" y="31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3229034" y="4382148"/>
              <a:ext cx="24499" cy="24669"/>
            </a:xfrm>
            <a:custGeom>
              <a:avLst/>
              <a:gdLst/>
              <a:ahLst/>
              <a:cxnLst/>
              <a:rect l="l" t="t" r="r" b="b"/>
              <a:pathLst>
                <a:path w="289" h="291" extrusionOk="0">
                  <a:moveTo>
                    <a:pt x="141" y="38"/>
                  </a:moveTo>
                  <a:lnTo>
                    <a:pt x="244" y="148"/>
                  </a:lnTo>
                  <a:lnTo>
                    <a:pt x="141" y="253"/>
                  </a:lnTo>
                  <a:lnTo>
                    <a:pt x="37" y="141"/>
                  </a:lnTo>
                  <a:lnTo>
                    <a:pt x="141" y="38"/>
                  </a:lnTo>
                  <a:close/>
                  <a:moveTo>
                    <a:pt x="141" y="1"/>
                  </a:moveTo>
                  <a:lnTo>
                    <a:pt x="0" y="141"/>
                  </a:lnTo>
                  <a:lnTo>
                    <a:pt x="141" y="290"/>
                  </a:lnTo>
                  <a:lnTo>
                    <a:pt x="288" y="148"/>
                  </a:lnTo>
                  <a:lnTo>
                    <a:pt x="1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3239715" y="4392829"/>
              <a:ext cx="25686" cy="24499"/>
            </a:xfrm>
            <a:custGeom>
              <a:avLst/>
              <a:gdLst/>
              <a:ahLst/>
              <a:cxnLst/>
              <a:rect l="l" t="t" r="r" b="b"/>
              <a:pathLst>
                <a:path w="303" h="289" extrusionOk="0">
                  <a:moveTo>
                    <a:pt x="141" y="38"/>
                  </a:moveTo>
                  <a:lnTo>
                    <a:pt x="258" y="127"/>
                  </a:lnTo>
                  <a:lnTo>
                    <a:pt x="141" y="244"/>
                  </a:lnTo>
                  <a:lnTo>
                    <a:pt x="36" y="141"/>
                  </a:lnTo>
                  <a:lnTo>
                    <a:pt x="141" y="38"/>
                  </a:lnTo>
                  <a:close/>
                  <a:moveTo>
                    <a:pt x="141" y="1"/>
                  </a:moveTo>
                  <a:lnTo>
                    <a:pt x="0" y="141"/>
                  </a:lnTo>
                  <a:lnTo>
                    <a:pt x="141" y="289"/>
                  </a:lnTo>
                  <a:lnTo>
                    <a:pt x="303" y="127"/>
                  </a:lnTo>
                  <a:lnTo>
                    <a:pt x="1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3250227" y="4402239"/>
              <a:ext cx="27890" cy="25856"/>
            </a:xfrm>
            <a:custGeom>
              <a:avLst/>
              <a:gdLst/>
              <a:ahLst/>
              <a:cxnLst/>
              <a:rect l="l" t="t" r="r" b="b"/>
              <a:pathLst>
                <a:path w="329" h="305" extrusionOk="0">
                  <a:moveTo>
                    <a:pt x="164" y="37"/>
                  </a:moveTo>
                  <a:lnTo>
                    <a:pt x="284" y="126"/>
                  </a:lnTo>
                  <a:lnTo>
                    <a:pt x="143" y="267"/>
                  </a:lnTo>
                  <a:lnTo>
                    <a:pt x="38" y="164"/>
                  </a:lnTo>
                  <a:lnTo>
                    <a:pt x="164" y="37"/>
                  </a:lnTo>
                  <a:close/>
                  <a:moveTo>
                    <a:pt x="164" y="0"/>
                  </a:moveTo>
                  <a:lnTo>
                    <a:pt x="1" y="164"/>
                  </a:lnTo>
                  <a:lnTo>
                    <a:pt x="143" y="304"/>
                  </a:lnTo>
                  <a:lnTo>
                    <a:pt x="328" y="119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3250227" y="4401561"/>
              <a:ext cx="15937" cy="15768"/>
            </a:xfrm>
            <a:custGeom>
              <a:avLst/>
              <a:gdLst/>
              <a:ahLst/>
              <a:cxnLst/>
              <a:rect l="l" t="t" r="r" b="b"/>
              <a:pathLst>
                <a:path w="188" h="186" extrusionOk="0">
                  <a:moveTo>
                    <a:pt x="157" y="1"/>
                  </a:moveTo>
                  <a:lnTo>
                    <a:pt x="1" y="165"/>
                  </a:lnTo>
                  <a:lnTo>
                    <a:pt x="24" y="186"/>
                  </a:lnTo>
                  <a:lnTo>
                    <a:pt x="188" y="3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3260993" y="4411733"/>
              <a:ext cx="30179" cy="27636"/>
            </a:xfrm>
            <a:custGeom>
              <a:avLst/>
              <a:gdLst/>
              <a:ahLst/>
              <a:cxnLst/>
              <a:rect l="l" t="t" r="r" b="b"/>
              <a:pathLst>
                <a:path w="356" h="326" extrusionOk="0">
                  <a:moveTo>
                    <a:pt x="185" y="37"/>
                  </a:moveTo>
                  <a:lnTo>
                    <a:pt x="311" y="126"/>
                  </a:lnTo>
                  <a:lnTo>
                    <a:pt x="150" y="281"/>
                  </a:lnTo>
                  <a:lnTo>
                    <a:pt x="45" y="178"/>
                  </a:lnTo>
                  <a:lnTo>
                    <a:pt x="185" y="37"/>
                  </a:lnTo>
                  <a:close/>
                  <a:moveTo>
                    <a:pt x="185" y="0"/>
                  </a:moveTo>
                  <a:lnTo>
                    <a:pt x="0" y="178"/>
                  </a:lnTo>
                  <a:lnTo>
                    <a:pt x="150" y="326"/>
                  </a:lnTo>
                  <a:lnTo>
                    <a:pt x="356" y="11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3272268" y="4420465"/>
              <a:ext cx="30857" cy="29586"/>
            </a:xfrm>
            <a:custGeom>
              <a:avLst/>
              <a:gdLst/>
              <a:ahLst/>
              <a:cxnLst/>
              <a:rect l="l" t="t" r="r" b="b"/>
              <a:pathLst>
                <a:path w="364" h="349" extrusionOk="0">
                  <a:moveTo>
                    <a:pt x="201" y="38"/>
                  </a:moveTo>
                  <a:lnTo>
                    <a:pt x="319" y="127"/>
                  </a:lnTo>
                  <a:lnTo>
                    <a:pt x="141" y="304"/>
                  </a:lnTo>
                  <a:lnTo>
                    <a:pt x="38" y="201"/>
                  </a:lnTo>
                  <a:lnTo>
                    <a:pt x="201" y="38"/>
                  </a:lnTo>
                  <a:close/>
                  <a:moveTo>
                    <a:pt x="201" y="0"/>
                  </a:moveTo>
                  <a:lnTo>
                    <a:pt x="1" y="201"/>
                  </a:lnTo>
                  <a:lnTo>
                    <a:pt x="141" y="349"/>
                  </a:lnTo>
                  <a:lnTo>
                    <a:pt x="363" y="119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3282949" y="4429959"/>
              <a:ext cx="32807" cy="30857"/>
            </a:xfrm>
            <a:custGeom>
              <a:avLst/>
              <a:gdLst/>
              <a:ahLst/>
              <a:cxnLst/>
              <a:rect l="l" t="t" r="r" b="b"/>
              <a:pathLst>
                <a:path w="387" h="364" extrusionOk="0">
                  <a:moveTo>
                    <a:pt x="223" y="38"/>
                  </a:moveTo>
                  <a:lnTo>
                    <a:pt x="342" y="118"/>
                  </a:lnTo>
                  <a:lnTo>
                    <a:pt x="141" y="319"/>
                  </a:lnTo>
                  <a:lnTo>
                    <a:pt x="38" y="215"/>
                  </a:lnTo>
                  <a:lnTo>
                    <a:pt x="223" y="38"/>
                  </a:lnTo>
                  <a:close/>
                  <a:moveTo>
                    <a:pt x="223" y="0"/>
                  </a:moveTo>
                  <a:lnTo>
                    <a:pt x="1" y="215"/>
                  </a:lnTo>
                  <a:lnTo>
                    <a:pt x="141" y="363"/>
                  </a:lnTo>
                  <a:lnTo>
                    <a:pt x="387" y="118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3282355" y="4429366"/>
              <a:ext cx="20769" cy="20684"/>
            </a:xfrm>
            <a:custGeom>
              <a:avLst/>
              <a:gdLst/>
              <a:ahLst/>
              <a:cxnLst/>
              <a:rect l="l" t="t" r="r" b="b"/>
              <a:pathLst>
                <a:path w="245" h="244" extrusionOk="0">
                  <a:moveTo>
                    <a:pt x="223" y="0"/>
                  </a:moveTo>
                  <a:lnTo>
                    <a:pt x="1" y="222"/>
                  </a:lnTo>
                  <a:lnTo>
                    <a:pt x="31" y="244"/>
                  </a:lnTo>
                  <a:lnTo>
                    <a:pt x="244" y="22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3197499" y="4361464"/>
              <a:ext cx="33400" cy="33316"/>
            </a:xfrm>
            <a:custGeom>
              <a:avLst/>
              <a:gdLst/>
              <a:ahLst/>
              <a:cxnLst/>
              <a:rect l="l" t="t" r="r" b="b"/>
              <a:pathLst>
                <a:path w="394" h="393" extrusionOk="0">
                  <a:moveTo>
                    <a:pt x="372" y="1"/>
                  </a:moveTo>
                  <a:lnTo>
                    <a:pt x="0" y="371"/>
                  </a:lnTo>
                  <a:lnTo>
                    <a:pt x="24" y="392"/>
                  </a:lnTo>
                  <a:lnTo>
                    <a:pt x="393" y="22"/>
                  </a:lnTo>
                  <a:lnTo>
                    <a:pt x="372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3247260" y="4314331"/>
              <a:ext cx="31451" cy="30857"/>
            </a:xfrm>
            <a:custGeom>
              <a:avLst/>
              <a:gdLst/>
              <a:ahLst/>
              <a:cxnLst/>
              <a:rect l="l" t="t" r="r" b="b"/>
              <a:pathLst>
                <a:path w="371" h="364" extrusionOk="0">
                  <a:moveTo>
                    <a:pt x="22" y="0"/>
                  </a:moveTo>
                  <a:lnTo>
                    <a:pt x="0" y="23"/>
                  </a:lnTo>
                  <a:lnTo>
                    <a:pt x="178" y="201"/>
                  </a:lnTo>
                  <a:lnTo>
                    <a:pt x="185" y="201"/>
                  </a:lnTo>
                  <a:lnTo>
                    <a:pt x="347" y="363"/>
                  </a:lnTo>
                  <a:lnTo>
                    <a:pt x="370" y="342"/>
                  </a:lnTo>
                  <a:lnTo>
                    <a:pt x="185" y="157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3229034" y="4349426"/>
              <a:ext cx="24499" cy="24669"/>
            </a:xfrm>
            <a:custGeom>
              <a:avLst/>
              <a:gdLst/>
              <a:ahLst/>
              <a:cxnLst/>
              <a:rect l="l" t="t" r="r" b="b"/>
              <a:pathLst>
                <a:path w="289" h="291" extrusionOk="0">
                  <a:moveTo>
                    <a:pt x="148" y="38"/>
                  </a:moveTo>
                  <a:lnTo>
                    <a:pt x="244" y="143"/>
                  </a:lnTo>
                  <a:lnTo>
                    <a:pt x="141" y="246"/>
                  </a:lnTo>
                  <a:lnTo>
                    <a:pt x="37" y="150"/>
                  </a:lnTo>
                  <a:lnTo>
                    <a:pt x="148" y="38"/>
                  </a:lnTo>
                  <a:close/>
                  <a:moveTo>
                    <a:pt x="148" y="1"/>
                  </a:moveTo>
                  <a:lnTo>
                    <a:pt x="0" y="150"/>
                  </a:lnTo>
                  <a:lnTo>
                    <a:pt x="141" y="291"/>
                  </a:lnTo>
                  <a:lnTo>
                    <a:pt x="288" y="143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3239715" y="4338915"/>
              <a:ext cx="25686" cy="23906"/>
            </a:xfrm>
            <a:custGeom>
              <a:avLst/>
              <a:gdLst/>
              <a:ahLst/>
              <a:cxnLst/>
              <a:rect l="l" t="t" r="r" b="b"/>
              <a:pathLst>
                <a:path w="303" h="282" extrusionOk="0">
                  <a:moveTo>
                    <a:pt x="141" y="36"/>
                  </a:moveTo>
                  <a:lnTo>
                    <a:pt x="267" y="155"/>
                  </a:lnTo>
                  <a:lnTo>
                    <a:pt x="141" y="244"/>
                  </a:lnTo>
                  <a:lnTo>
                    <a:pt x="36" y="141"/>
                  </a:lnTo>
                  <a:lnTo>
                    <a:pt x="141" y="36"/>
                  </a:lnTo>
                  <a:close/>
                  <a:moveTo>
                    <a:pt x="141" y="0"/>
                  </a:moveTo>
                  <a:lnTo>
                    <a:pt x="0" y="141"/>
                  </a:lnTo>
                  <a:lnTo>
                    <a:pt x="141" y="281"/>
                  </a:lnTo>
                  <a:lnTo>
                    <a:pt x="303" y="162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3250227" y="4328149"/>
              <a:ext cx="27890" cy="25940"/>
            </a:xfrm>
            <a:custGeom>
              <a:avLst/>
              <a:gdLst/>
              <a:ahLst/>
              <a:cxnLst/>
              <a:rect l="l" t="t" r="r" b="b"/>
              <a:pathLst>
                <a:path w="329" h="306" extrusionOk="0">
                  <a:moveTo>
                    <a:pt x="150" y="38"/>
                  </a:moveTo>
                  <a:lnTo>
                    <a:pt x="291" y="179"/>
                  </a:lnTo>
                  <a:lnTo>
                    <a:pt x="164" y="268"/>
                  </a:lnTo>
                  <a:lnTo>
                    <a:pt x="45" y="141"/>
                  </a:lnTo>
                  <a:lnTo>
                    <a:pt x="150" y="38"/>
                  </a:lnTo>
                  <a:close/>
                  <a:moveTo>
                    <a:pt x="150" y="1"/>
                  </a:moveTo>
                  <a:lnTo>
                    <a:pt x="1" y="141"/>
                  </a:lnTo>
                  <a:lnTo>
                    <a:pt x="164" y="305"/>
                  </a:lnTo>
                  <a:lnTo>
                    <a:pt x="328" y="17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3250227" y="4338152"/>
              <a:ext cx="15937" cy="15937"/>
            </a:xfrm>
            <a:custGeom>
              <a:avLst/>
              <a:gdLst/>
              <a:ahLst/>
              <a:cxnLst/>
              <a:rect l="l" t="t" r="r" b="b"/>
              <a:pathLst>
                <a:path w="188" h="188" extrusionOk="0">
                  <a:moveTo>
                    <a:pt x="24" y="0"/>
                  </a:moveTo>
                  <a:lnTo>
                    <a:pt x="1" y="31"/>
                  </a:lnTo>
                  <a:lnTo>
                    <a:pt x="164" y="187"/>
                  </a:lnTo>
                  <a:lnTo>
                    <a:pt x="188" y="164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3261586" y="4316874"/>
              <a:ext cx="29586" cy="27636"/>
            </a:xfrm>
            <a:custGeom>
              <a:avLst/>
              <a:gdLst/>
              <a:ahLst/>
              <a:cxnLst/>
              <a:rect l="l" t="t" r="r" b="b"/>
              <a:pathLst>
                <a:path w="349" h="326" extrusionOk="0">
                  <a:moveTo>
                    <a:pt x="150" y="38"/>
                  </a:moveTo>
                  <a:lnTo>
                    <a:pt x="304" y="200"/>
                  </a:lnTo>
                  <a:lnTo>
                    <a:pt x="178" y="289"/>
                  </a:lnTo>
                  <a:lnTo>
                    <a:pt x="38" y="148"/>
                  </a:lnTo>
                  <a:lnTo>
                    <a:pt x="150" y="38"/>
                  </a:lnTo>
                  <a:close/>
                  <a:moveTo>
                    <a:pt x="150" y="1"/>
                  </a:moveTo>
                  <a:lnTo>
                    <a:pt x="0" y="148"/>
                  </a:lnTo>
                  <a:lnTo>
                    <a:pt x="178" y="326"/>
                  </a:lnTo>
                  <a:lnTo>
                    <a:pt x="349" y="2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3272268" y="4306193"/>
              <a:ext cx="30857" cy="28992"/>
            </a:xfrm>
            <a:custGeom>
              <a:avLst/>
              <a:gdLst/>
              <a:ahLst/>
              <a:cxnLst/>
              <a:rect l="l" t="t" r="r" b="b"/>
              <a:pathLst>
                <a:path w="364" h="342" extrusionOk="0">
                  <a:moveTo>
                    <a:pt x="141" y="38"/>
                  </a:moveTo>
                  <a:lnTo>
                    <a:pt x="328" y="223"/>
                  </a:lnTo>
                  <a:lnTo>
                    <a:pt x="201" y="304"/>
                  </a:lnTo>
                  <a:lnTo>
                    <a:pt x="38" y="141"/>
                  </a:lnTo>
                  <a:lnTo>
                    <a:pt x="141" y="38"/>
                  </a:lnTo>
                  <a:close/>
                  <a:moveTo>
                    <a:pt x="141" y="0"/>
                  </a:moveTo>
                  <a:lnTo>
                    <a:pt x="1" y="141"/>
                  </a:lnTo>
                  <a:lnTo>
                    <a:pt x="201" y="342"/>
                  </a:lnTo>
                  <a:lnTo>
                    <a:pt x="363" y="223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3282949" y="4295512"/>
              <a:ext cx="32807" cy="30772"/>
            </a:xfrm>
            <a:custGeom>
              <a:avLst/>
              <a:gdLst/>
              <a:ahLst/>
              <a:cxnLst/>
              <a:rect l="l" t="t" r="r" b="b"/>
              <a:pathLst>
                <a:path w="387" h="363" extrusionOk="0">
                  <a:moveTo>
                    <a:pt x="148" y="37"/>
                  </a:moveTo>
                  <a:lnTo>
                    <a:pt x="349" y="237"/>
                  </a:lnTo>
                  <a:lnTo>
                    <a:pt x="223" y="325"/>
                  </a:lnTo>
                  <a:lnTo>
                    <a:pt x="45" y="141"/>
                  </a:lnTo>
                  <a:lnTo>
                    <a:pt x="148" y="37"/>
                  </a:lnTo>
                  <a:close/>
                  <a:moveTo>
                    <a:pt x="148" y="0"/>
                  </a:moveTo>
                  <a:lnTo>
                    <a:pt x="1" y="141"/>
                  </a:lnTo>
                  <a:lnTo>
                    <a:pt x="223" y="363"/>
                  </a:lnTo>
                  <a:lnTo>
                    <a:pt x="387" y="245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3282949" y="4305599"/>
              <a:ext cx="20939" cy="21278"/>
            </a:xfrm>
            <a:custGeom>
              <a:avLst/>
              <a:gdLst/>
              <a:ahLst/>
              <a:cxnLst/>
              <a:rect l="l" t="t" r="r" b="b"/>
              <a:pathLst>
                <a:path w="247" h="251" extrusionOk="0">
                  <a:moveTo>
                    <a:pt x="24" y="0"/>
                  </a:moveTo>
                  <a:lnTo>
                    <a:pt x="1" y="29"/>
                  </a:lnTo>
                  <a:lnTo>
                    <a:pt x="223" y="251"/>
                  </a:lnTo>
                  <a:lnTo>
                    <a:pt x="246" y="222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3218268" y="4338915"/>
              <a:ext cx="24499" cy="24499"/>
            </a:xfrm>
            <a:custGeom>
              <a:avLst/>
              <a:gdLst/>
              <a:ahLst/>
              <a:cxnLst/>
              <a:rect l="l" t="t" r="r" b="b"/>
              <a:pathLst>
                <a:path w="289" h="289" extrusionOk="0">
                  <a:moveTo>
                    <a:pt x="148" y="45"/>
                  </a:moveTo>
                  <a:lnTo>
                    <a:pt x="253" y="148"/>
                  </a:lnTo>
                  <a:lnTo>
                    <a:pt x="141" y="251"/>
                  </a:lnTo>
                  <a:lnTo>
                    <a:pt x="38" y="148"/>
                  </a:lnTo>
                  <a:lnTo>
                    <a:pt x="148" y="45"/>
                  </a:lnTo>
                  <a:close/>
                  <a:moveTo>
                    <a:pt x="148" y="0"/>
                  </a:moveTo>
                  <a:lnTo>
                    <a:pt x="1" y="148"/>
                  </a:lnTo>
                  <a:lnTo>
                    <a:pt x="141" y="288"/>
                  </a:lnTo>
                  <a:lnTo>
                    <a:pt x="289" y="148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3229628" y="4326792"/>
              <a:ext cx="23906" cy="25940"/>
            </a:xfrm>
            <a:custGeom>
              <a:avLst/>
              <a:gdLst/>
              <a:ahLst/>
              <a:cxnLst/>
              <a:rect l="l" t="t" r="r" b="b"/>
              <a:pathLst>
                <a:path w="282" h="306" extrusionOk="0">
                  <a:moveTo>
                    <a:pt x="119" y="45"/>
                  </a:moveTo>
                  <a:lnTo>
                    <a:pt x="244" y="165"/>
                  </a:lnTo>
                  <a:lnTo>
                    <a:pt x="134" y="268"/>
                  </a:lnTo>
                  <a:lnTo>
                    <a:pt x="38" y="165"/>
                  </a:lnTo>
                  <a:lnTo>
                    <a:pt x="119" y="45"/>
                  </a:lnTo>
                  <a:close/>
                  <a:moveTo>
                    <a:pt x="119" y="1"/>
                  </a:moveTo>
                  <a:lnTo>
                    <a:pt x="0" y="165"/>
                  </a:lnTo>
                  <a:lnTo>
                    <a:pt x="134" y="305"/>
                  </a:lnTo>
                  <a:lnTo>
                    <a:pt x="281" y="16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3238359" y="4314331"/>
              <a:ext cx="25856" cy="27636"/>
            </a:xfrm>
            <a:custGeom>
              <a:avLst/>
              <a:gdLst/>
              <a:ahLst/>
              <a:cxnLst/>
              <a:rect l="l" t="t" r="r" b="b"/>
              <a:pathLst>
                <a:path w="305" h="326" extrusionOk="0">
                  <a:moveTo>
                    <a:pt x="127" y="45"/>
                  </a:moveTo>
                  <a:lnTo>
                    <a:pt x="267" y="185"/>
                  </a:lnTo>
                  <a:lnTo>
                    <a:pt x="164" y="290"/>
                  </a:lnTo>
                  <a:lnTo>
                    <a:pt x="38" y="164"/>
                  </a:lnTo>
                  <a:lnTo>
                    <a:pt x="127" y="45"/>
                  </a:lnTo>
                  <a:close/>
                  <a:moveTo>
                    <a:pt x="120" y="0"/>
                  </a:moveTo>
                  <a:lnTo>
                    <a:pt x="0" y="164"/>
                  </a:lnTo>
                  <a:lnTo>
                    <a:pt x="164" y="326"/>
                  </a:lnTo>
                  <a:lnTo>
                    <a:pt x="304" y="185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3237766" y="4326199"/>
              <a:ext cx="15768" cy="15768"/>
            </a:xfrm>
            <a:custGeom>
              <a:avLst/>
              <a:gdLst/>
              <a:ahLst/>
              <a:cxnLst/>
              <a:rect l="l" t="t" r="r" b="b"/>
              <a:pathLst>
                <a:path w="186" h="186" extrusionOk="0">
                  <a:moveTo>
                    <a:pt x="31" y="1"/>
                  </a:moveTo>
                  <a:lnTo>
                    <a:pt x="0" y="31"/>
                  </a:lnTo>
                  <a:lnTo>
                    <a:pt x="164" y="186"/>
                  </a:lnTo>
                  <a:lnTo>
                    <a:pt x="185" y="164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3247854" y="4301191"/>
              <a:ext cx="27636" cy="30264"/>
            </a:xfrm>
            <a:custGeom>
              <a:avLst/>
              <a:gdLst/>
              <a:ahLst/>
              <a:cxnLst/>
              <a:rect l="l" t="t" r="r" b="b"/>
              <a:pathLst>
                <a:path w="326" h="357" extrusionOk="0">
                  <a:moveTo>
                    <a:pt x="127" y="45"/>
                  </a:moveTo>
                  <a:lnTo>
                    <a:pt x="289" y="207"/>
                  </a:lnTo>
                  <a:lnTo>
                    <a:pt x="178" y="312"/>
                  </a:lnTo>
                  <a:lnTo>
                    <a:pt x="38" y="170"/>
                  </a:lnTo>
                  <a:lnTo>
                    <a:pt x="127" y="45"/>
                  </a:lnTo>
                  <a:close/>
                  <a:moveTo>
                    <a:pt x="127" y="1"/>
                  </a:moveTo>
                  <a:lnTo>
                    <a:pt x="0" y="170"/>
                  </a:lnTo>
                  <a:lnTo>
                    <a:pt x="178" y="356"/>
                  </a:lnTo>
                  <a:lnTo>
                    <a:pt x="326" y="207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3256585" y="4289154"/>
              <a:ext cx="29670" cy="30942"/>
            </a:xfrm>
            <a:custGeom>
              <a:avLst/>
              <a:gdLst/>
              <a:ahLst/>
              <a:cxnLst/>
              <a:rect l="l" t="t" r="r" b="b"/>
              <a:pathLst>
                <a:path w="350" h="365" extrusionOk="0">
                  <a:moveTo>
                    <a:pt x="127" y="45"/>
                  </a:moveTo>
                  <a:lnTo>
                    <a:pt x="305" y="223"/>
                  </a:lnTo>
                  <a:lnTo>
                    <a:pt x="202" y="328"/>
                  </a:lnTo>
                  <a:lnTo>
                    <a:pt x="38" y="164"/>
                  </a:lnTo>
                  <a:lnTo>
                    <a:pt x="127" y="45"/>
                  </a:lnTo>
                  <a:close/>
                  <a:moveTo>
                    <a:pt x="127" y="0"/>
                  </a:moveTo>
                  <a:lnTo>
                    <a:pt x="1" y="164"/>
                  </a:lnTo>
                  <a:lnTo>
                    <a:pt x="202" y="365"/>
                  </a:lnTo>
                  <a:lnTo>
                    <a:pt x="349" y="223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3266079" y="4276608"/>
              <a:ext cx="30857" cy="32807"/>
            </a:xfrm>
            <a:custGeom>
              <a:avLst/>
              <a:gdLst/>
              <a:ahLst/>
              <a:cxnLst/>
              <a:rect l="l" t="t" r="r" b="b"/>
              <a:pathLst>
                <a:path w="364" h="387" extrusionOk="0">
                  <a:moveTo>
                    <a:pt x="125" y="45"/>
                  </a:moveTo>
                  <a:lnTo>
                    <a:pt x="326" y="246"/>
                  </a:lnTo>
                  <a:lnTo>
                    <a:pt x="223" y="349"/>
                  </a:lnTo>
                  <a:lnTo>
                    <a:pt x="36" y="164"/>
                  </a:lnTo>
                  <a:lnTo>
                    <a:pt x="125" y="45"/>
                  </a:lnTo>
                  <a:close/>
                  <a:moveTo>
                    <a:pt x="118" y="1"/>
                  </a:moveTo>
                  <a:lnTo>
                    <a:pt x="1" y="164"/>
                  </a:lnTo>
                  <a:lnTo>
                    <a:pt x="223" y="387"/>
                  </a:lnTo>
                  <a:lnTo>
                    <a:pt x="363" y="2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3265316" y="4289154"/>
              <a:ext cx="20939" cy="20854"/>
            </a:xfrm>
            <a:custGeom>
              <a:avLst/>
              <a:gdLst/>
              <a:ahLst/>
              <a:cxnLst/>
              <a:rect l="l" t="t" r="r" b="b"/>
              <a:pathLst>
                <a:path w="247" h="246" extrusionOk="0">
                  <a:moveTo>
                    <a:pt x="24" y="0"/>
                  </a:moveTo>
                  <a:lnTo>
                    <a:pt x="1" y="23"/>
                  </a:lnTo>
                  <a:lnTo>
                    <a:pt x="223" y="246"/>
                  </a:lnTo>
                  <a:lnTo>
                    <a:pt x="246" y="21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3149858" y="4411140"/>
              <a:ext cx="31451" cy="30772"/>
            </a:xfrm>
            <a:custGeom>
              <a:avLst/>
              <a:gdLst/>
              <a:ahLst/>
              <a:cxnLst/>
              <a:rect l="l" t="t" r="r" b="b"/>
              <a:pathLst>
                <a:path w="371" h="363" extrusionOk="0">
                  <a:moveTo>
                    <a:pt x="29" y="0"/>
                  </a:moveTo>
                  <a:lnTo>
                    <a:pt x="0" y="21"/>
                  </a:lnTo>
                  <a:lnTo>
                    <a:pt x="185" y="206"/>
                  </a:lnTo>
                  <a:lnTo>
                    <a:pt x="349" y="363"/>
                  </a:lnTo>
                  <a:lnTo>
                    <a:pt x="370" y="340"/>
                  </a:lnTo>
                  <a:lnTo>
                    <a:pt x="193" y="162"/>
                  </a:lnTo>
                  <a:lnTo>
                    <a:pt x="185" y="16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3174865" y="4382148"/>
              <a:ext cx="24669" cy="24669"/>
            </a:xfrm>
            <a:custGeom>
              <a:avLst/>
              <a:gdLst/>
              <a:ahLst/>
              <a:cxnLst/>
              <a:rect l="l" t="t" r="r" b="b"/>
              <a:pathLst>
                <a:path w="291" h="291" extrusionOk="0">
                  <a:moveTo>
                    <a:pt x="150" y="45"/>
                  </a:moveTo>
                  <a:lnTo>
                    <a:pt x="253" y="141"/>
                  </a:lnTo>
                  <a:lnTo>
                    <a:pt x="143" y="253"/>
                  </a:lnTo>
                  <a:lnTo>
                    <a:pt x="45" y="148"/>
                  </a:lnTo>
                  <a:lnTo>
                    <a:pt x="150" y="45"/>
                  </a:lnTo>
                  <a:close/>
                  <a:moveTo>
                    <a:pt x="150" y="1"/>
                  </a:moveTo>
                  <a:lnTo>
                    <a:pt x="1" y="148"/>
                  </a:lnTo>
                  <a:lnTo>
                    <a:pt x="143" y="290"/>
                  </a:lnTo>
                  <a:lnTo>
                    <a:pt x="291" y="141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3162997" y="4393423"/>
              <a:ext cx="25856" cy="23906"/>
            </a:xfrm>
            <a:custGeom>
              <a:avLst/>
              <a:gdLst/>
              <a:ahLst/>
              <a:cxnLst/>
              <a:rect l="l" t="t" r="r" b="b"/>
              <a:pathLst>
                <a:path w="305" h="282" extrusionOk="0">
                  <a:moveTo>
                    <a:pt x="164" y="38"/>
                  </a:moveTo>
                  <a:lnTo>
                    <a:pt x="267" y="141"/>
                  </a:lnTo>
                  <a:lnTo>
                    <a:pt x="164" y="246"/>
                  </a:lnTo>
                  <a:lnTo>
                    <a:pt x="38" y="120"/>
                  </a:lnTo>
                  <a:lnTo>
                    <a:pt x="164" y="38"/>
                  </a:lnTo>
                  <a:close/>
                  <a:moveTo>
                    <a:pt x="164" y="1"/>
                  </a:moveTo>
                  <a:lnTo>
                    <a:pt x="0" y="120"/>
                  </a:lnTo>
                  <a:lnTo>
                    <a:pt x="164" y="282"/>
                  </a:lnTo>
                  <a:lnTo>
                    <a:pt x="304" y="141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3150451" y="4402239"/>
              <a:ext cx="27721" cy="25856"/>
            </a:xfrm>
            <a:custGeom>
              <a:avLst/>
              <a:gdLst/>
              <a:ahLst/>
              <a:cxnLst/>
              <a:rect l="l" t="t" r="r" b="b"/>
              <a:pathLst>
                <a:path w="327" h="305" extrusionOk="0">
                  <a:moveTo>
                    <a:pt x="164" y="37"/>
                  </a:moveTo>
                  <a:lnTo>
                    <a:pt x="282" y="164"/>
                  </a:lnTo>
                  <a:lnTo>
                    <a:pt x="178" y="267"/>
                  </a:lnTo>
                  <a:lnTo>
                    <a:pt x="38" y="126"/>
                  </a:lnTo>
                  <a:lnTo>
                    <a:pt x="164" y="37"/>
                  </a:lnTo>
                  <a:close/>
                  <a:moveTo>
                    <a:pt x="164" y="0"/>
                  </a:moveTo>
                  <a:lnTo>
                    <a:pt x="1" y="126"/>
                  </a:lnTo>
                  <a:lnTo>
                    <a:pt x="178" y="304"/>
                  </a:lnTo>
                  <a:lnTo>
                    <a:pt x="326" y="164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3162404" y="4402239"/>
              <a:ext cx="15768" cy="15852"/>
            </a:xfrm>
            <a:custGeom>
              <a:avLst/>
              <a:gdLst/>
              <a:ahLst/>
              <a:cxnLst/>
              <a:rect l="l" t="t" r="r" b="b"/>
              <a:pathLst>
                <a:path w="186" h="187" extrusionOk="0">
                  <a:moveTo>
                    <a:pt x="30" y="0"/>
                  </a:moveTo>
                  <a:lnTo>
                    <a:pt x="0" y="23"/>
                  </a:lnTo>
                  <a:lnTo>
                    <a:pt x="164" y="187"/>
                  </a:lnTo>
                  <a:lnTo>
                    <a:pt x="185" y="157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3137227" y="4411733"/>
              <a:ext cx="30179" cy="27636"/>
            </a:xfrm>
            <a:custGeom>
              <a:avLst/>
              <a:gdLst/>
              <a:ahLst/>
              <a:cxnLst/>
              <a:rect l="l" t="t" r="r" b="b"/>
              <a:pathLst>
                <a:path w="356" h="326" extrusionOk="0">
                  <a:moveTo>
                    <a:pt x="171" y="37"/>
                  </a:moveTo>
                  <a:lnTo>
                    <a:pt x="311" y="178"/>
                  </a:lnTo>
                  <a:lnTo>
                    <a:pt x="208" y="288"/>
                  </a:lnTo>
                  <a:lnTo>
                    <a:pt x="45" y="126"/>
                  </a:lnTo>
                  <a:lnTo>
                    <a:pt x="171" y="37"/>
                  </a:lnTo>
                  <a:close/>
                  <a:moveTo>
                    <a:pt x="171" y="0"/>
                  </a:moveTo>
                  <a:lnTo>
                    <a:pt x="0" y="126"/>
                  </a:lnTo>
                  <a:lnTo>
                    <a:pt x="208" y="326"/>
                  </a:lnTo>
                  <a:lnTo>
                    <a:pt x="356" y="178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3125274" y="4420465"/>
              <a:ext cx="30857" cy="29586"/>
            </a:xfrm>
            <a:custGeom>
              <a:avLst/>
              <a:gdLst/>
              <a:ahLst/>
              <a:cxnLst/>
              <a:rect l="l" t="t" r="r" b="b"/>
              <a:pathLst>
                <a:path w="364" h="349" extrusionOk="0">
                  <a:moveTo>
                    <a:pt x="164" y="38"/>
                  </a:moveTo>
                  <a:lnTo>
                    <a:pt x="328" y="201"/>
                  </a:lnTo>
                  <a:lnTo>
                    <a:pt x="223" y="304"/>
                  </a:lnTo>
                  <a:lnTo>
                    <a:pt x="45" y="127"/>
                  </a:lnTo>
                  <a:lnTo>
                    <a:pt x="164" y="38"/>
                  </a:lnTo>
                  <a:close/>
                  <a:moveTo>
                    <a:pt x="164" y="0"/>
                  </a:moveTo>
                  <a:lnTo>
                    <a:pt x="1" y="127"/>
                  </a:lnTo>
                  <a:lnTo>
                    <a:pt x="223" y="349"/>
                  </a:lnTo>
                  <a:lnTo>
                    <a:pt x="363" y="201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3112813" y="4429959"/>
              <a:ext cx="32722" cy="30857"/>
            </a:xfrm>
            <a:custGeom>
              <a:avLst/>
              <a:gdLst/>
              <a:ahLst/>
              <a:cxnLst/>
              <a:rect l="l" t="t" r="r" b="b"/>
              <a:pathLst>
                <a:path w="386" h="364" extrusionOk="0">
                  <a:moveTo>
                    <a:pt x="164" y="38"/>
                  </a:moveTo>
                  <a:lnTo>
                    <a:pt x="349" y="223"/>
                  </a:lnTo>
                  <a:lnTo>
                    <a:pt x="244" y="326"/>
                  </a:lnTo>
                  <a:lnTo>
                    <a:pt x="44" y="127"/>
                  </a:lnTo>
                  <a:lnTo>
                    <a:pt x="164" y="38"/>
                  </a:lnTo>
                  <a:close/>
                  <a:moveTo>
                    <a:pt x="164" y="0"/>
                  </a:moveTo>
                  <a:lnTo>
                    <a:pt x="0" y="118"/>
                  </a:lnTo>
                  <a:lnTo>
                    <a:pt x="244" y="363"/>
                  </a:lnTo>
                  <a:lnTo>
                    <a:pt x="386" y="223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3124681" y="4429366"/>
              <a:ext cx="21532" cy="20684"/>
            </a:xfrm>
            <a:custGeom>
              <a:avLst/>
              <a:gdLst/>
              <a:ahLst/>
              <a:cxnLst/>
              <a:rect l="l" t="t" r="r" b="b"/>
              <a:pathLst>
                <a:path w="254" h="244" extrusionOk="0">
                  <a:moveTo>
                    <a:pt x="31" y="0"/>
                  </a:moveTo>
                  <a:lnTo>
                    <a:pt x="0" y="22"/>
                  </a:lnTo>
                  <a:lnTo>
                    <a:pt x="223" y="244"/>
                  </a:lnTo>
                  <a:lnTo>
                    <a:pt x="253" y="222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3185546" y="4392236"/>
              <a:ext cx="24669" cy="24499"/>
            </a:xfrm>
            <a:custGeom>
              <a:avLst/>
              <a:gdLst/>
              <a:ahLst/>
              <a:cxnLst/>
              <a:rect l="l" t="t" r="r" b="b"/>
              <a:pathLst>
                <a:path w="291" h="289" extrusionOk="0">
                  <a:moveTo>
                    <a:pt x="150" y="45"/>
                  </a:moveTo>
                  <a:lnTo>
                    <a:pt x="253" y="141"/>
                  </a:lnTo>
                  <a:lnTo>
                    <a:pt x="141" y="251"/>
                  </a:lnTo>
                  <a:lnTo>
                    <a:pt x="38" y="148"/>
                  </a:lnTo>
                  <a:lnTo>
                    <a:pt x="150" y="45"/>
                  </a:lnTo>
                  <a:close/>
                  <a:moveTo>
                    <a:pt x="150" y="1"/>
                  </a:moveTo>
                  <a:lnTo>
                    <a:pt x="1" y="148"/>
                  </a:lnTo>
                  <a:lnTo>
                    <a:pt x="141" y="289"/>
                  </a:lnTo>
                  <a:lnTo>
                    <a:pt x="291" y="141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3174865" y="4403595"/>
              <a:ext cx="24075" cy="25856"/>
            </a:xfrm>
            <a:custGeom>
              <a:avLst/>
              <a:gdLst/>
              <a:ahLst/>
              <a:cxnLst/>
              <a:rect l="l" t="t" r="r" b="b"/>
              <a:pathLst>
                <a:path w="284" h="305" extrusionOk="0">
                  <a:moveTo>
                    <a:pt x="150" y="37"/>
                  </a:moveTo>
                  <a:lnTo>
                    <a:pt x="253" y="141"/>
                  </a:lnTo>
                  <a:lnTo>
                    <a:pt x="164" y="260"/>
                  </a:lnTo>
                  <a:lnTo>
                    <a:pt x="45" y="141"/>
                  </a:lnTo>
                  <a:lnTo>
                    <a:pt x="150" y="37"/>
                  </a:lnTo>
                  <a:close/>
                  <a:moveTo>
                    <a:pt x="150" y="0"/>
                  </a:moveTo>
                  <a:lnTo>
                    <a:pt x="1" y="141"/>
                  </a:lnTo>
                  <a:lnTo>
                    <a:pt x="164" y="304"/>
                  </a:lnTo>
                  <a:lnTo>
                    <a:pt x="283" y="141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3164354" y="4414276"/>
              <a:ext cx="25686" cy="27636"/>
            </a:xfrm>
            <a:custGeom>
              <a:avLst/>
              <a:gdLst/>
              <a:ahLst/>
              <a:cxnLst/>
              <a:rect l="l" t="t" r="r" b="b"/>
              <a:pathLst>
                <a:path w="303" h="326" extrusionOk="0">
                  <a:moveTo>
                    <a:pt x="141" y="36"/>
                  </a:moveTo>
                  <a:lnTo>
                    <a:pt x="267" y="162"/>
                  </a:lnTo>
                  <a:lnTo>
                    <a:pt x="178" y="281"/>
                  </a:lnTo>
                  <a:lnTo>
                    <a:pt x="36" y="141"/>
                  </a:lnTo>
                  <a:lnTo>
                    <a:pt x="141" y="36"/>
                  </a:lnTo>
                  <a:close/>
                  <a:moveTo>
                    <a:pt x="141" y="0"/>
                  </a:moveTo>
                  <a:lnTo>
                    <a:pt x="0" y="141"/>
                  </a:lnTo>
                  <a:lnTo>
                    <a:pt x="185" y="326"/>
                  </a:lnTo>
                  <a:lnTo>
                    <a:pt x="303" y="162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3174865" y="4413514"/>
              <a:ext cx="15937" cy="15937"/>
            </a:xfrm>
            <a:custGeom>
              <a:avLst/>
              <a:gdLst/>
              <a:ahLst/>
              <a:cxnLst/>
              <a:rect l="l" t="t" r="r" b="b"/>
              <a:pathLst>
                <a:path w="188" h="188" extrusionOk="0">
                  <a:moveTo>
                    <a:pt x="24" y="0"/>
                  </a:moveTo>
                  <a:lnTo>
                    <a:pt x="1" y="31"/>
                  </a:lnTo>
                  <a:lnTo>
                    <a:pt x="157" y="187"/>
                  </a:lnTo>
                  <a:lnTo>
                    <a:pt x="187" y="164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3152994" y="4424788"/>
              <a:ext cx="27721" cy="30264"/>
            </a:xfrm>
            <a:custGeom>
              <a:avLst/>
              <a:gdLst/>
              <a:ahLst/>
              <a:cxnLst/>
              <a:rect l="l" t="t" r="r" b="b"/>
              <a:pathLst>
                <a:path w="327" h="357" extrusionOk="0">
                  <a:moveTo>
                    <a:pt x="148" y="45"/>
                  </a:moveTo>
                  <a:lnTo>
                    <a:pt x="289" y="188"/>
                  </a:lnTo>
                  <a:lnTo>
                    <a:pt x="200" y="312"/>
                  </a:lnTo>
                  <a:lnTo>
                    <a:pt x="45" y="150"/>
                  </a:lnTo>
                  <a:lnTo>
                    <a:pt x="148" y="45"/>
                  </a:lnTo>
                  <a:close/>
                  <a:moveTo>
                    <a:pt x="148" y="1"/>
                  </a:moveTo>
                  <a:lnTo>
                    <a:pt x="1" y="150"/>
                  </a:lnTo>
                  <a:lnTo>
                    <a:pt x="207" y="357"/>
                  </a:lnTo>
                  <a:lnTo>
                    <a:pt x="326" y="179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3142313" y="4435554"/>
              <a:ext cx="29670" cy="31535"/>
            </a:xfrm>
            <a:custGeom>
              <a:avLst/>
              <a:gdLst/>
              <a:ahLst/>
              <a:cxnLst/>
              <a:rect l="l" t="t" r="r" b="b"/>
              <a:pathLst>
                <a:path w="350" h="372" extrusionOk="0">
                  <a:moveTo>
                    <a:pt x="148" y="45"/>
                  </a:moveTo>
                  <a:lnTo>
                    <a:pt x="312" y="208"/>
                  </a:lnTo>
                  <a:lnTo>
                    <a:pt x="223" y="327"/>
                  </a:lnTo>
                  <a:lnTo>
                    <a:pt x="45" y="149"/>
                  </a:lnTo>
                  <a:lnTo>
                    <a:pt x="148" y="45"/>
                  </a:lnTo>
                  <a:close/>
                  <a:moveTo>
                    <a:pt x="148" y="0"/>
                  </a:moveTo>
                  <a:lnTo>
                    <a:pt x="1" y="149"/>
                  </a:lnTo>
                  <a:lnTo>
                    <a:pt x="230" y="372"/>
                  </a:lnTo>
                  <a:lnTo>
                    <a:pt x="349" y="201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3131632" y="4446829"/>
              <a:ext cx="30857" cy="32807"/>
            </a:xfrm>
            <a:custGeom>
              <a:avLst/>
              <a:gdLst/>
              <a:ahLst/>
              <a:cxnLst/>
              <a:rect l="l" t="t" r="r" b="b"/>
              <a:pathLst>
                <a:path w="364" h="387" extrusionOk="0">
                  <a:moveTo>
                    <a:pt x="148" y="38"/>
                  </a:moveTo>
                  <a:lnTo>
                    <a:pt x="326" y="223"/>
                  </a:lnTo>
                  <a:lnTo>
                    <a:pt x="244" y="342"/>
                  </a:lnTo>
                  <a:lnTo>
                    <a:pt x="45" y="141"/>
                  </a:lnTo>
                  <a:lnTo>
                    <a:pt x="148" y="38"/>
                  </a:lnTo>
                  <a:close/>
                  <a:moveTo>
                    <a:pt x="148" y="0"/>
                  </a:moveTo>
                  <a:lnTo>
                    <a:pt x="0" y="141"/>
                  </a:lnTo>
                  <a:lnTo>
                    <a:pt x="244" y="386"/>
                  </a:lnTo>
                  <a:lnTo>
                    <a:pt x="363" y="216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3142313" y="4446235"/>
              <a:ext cx="20769" cy="20854"/>
            </a:xfrm>
            <a:custGeom>
              <a:avLst/>
              <a:gdLst/>
              <a:ahLst/>
              <a:cxnLst/>
              <a:rect l="l" t="t" r="r" b="b"/>
              <a:pathLst>
                <a:path w="245" h="246" extrusionOk="0">
                  <a:moveTo>
                    <a:pt x="22" y="0"/>
                  </a:moveTo>
                  <a:lnTo>
                    <a:pt x="1" y="23"/>
                  </a:lnTo>
                  <a:lnTo>
                    <a:pt x="223" y="246"/>
                  </a:lnTo>
                  <a:lnTo>
                    <a:pt x="244" y="223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" name="Google Shape;194;p5"/>
          <p:cNvGrpSpPr/>
          <p:nvPr/>
        </p:nvGrpSpPr>
        <p:grpSpPr>
          <a:xfrm>
            <a:off x="297309" y="228915"/>
            <a:ext cx="246888" cy="246888"/>
            <a:chOff x="4396276" y="3156781"/>
            <a:chExt cx="367777" cy="369040"/>
          </a:xfrm>
        </p:grpSpPr>
        <p:sp>
          <p:nvSpPr>
            <p:cNvPr id="195" name="Google Shape;195;p5"/>
            <p:cNvSpPr/>
            <p:nvPr/>
          </p:nvSpPr>
          <p:spPr>
            <a:xfrm>
              <a:off x="4396276" y="3156781"/>
              <a:ext cx="367777" cy="369040"/>
            </a:xfrm>
            <a:custGeom>
              <a:avLst/>
              <a:gdLst/>
              <a:ahLst/>
              <a:cxnLst/>
              <a:rect l="l" t="t" r="r" b="b"/>
              <a:pathLst>
                <a:path w="2542" h="2551" extrusionOk="0">
                  <a:moveTo>
                    <a:pt x="1275" y="1"/>
                  </a:moveTo>
                  <a:cubicBezTo>
                    <a:pt x="571" y="1"/>
                    <a:pt x="0" y="572"/>
                    <a:pt x="0" y="1276"/>
                  </a:cubicBezTo>
                  <a:cubicBezTo>
                    <a:pt x="0" y="1980"/>
                    <a:pt x="571" y="2551"/>
                    <a:pt x="1275" y="2551"/>
                  </a:cubicBezTo>
                  <a:cubicBezTo>
                    <a:pt x="1972" y="2551"/>
                    <a:pt x="2541" y="1980"/>
                    <a:pt x="2541" y="1276"/>
                  </a:cubicBezTo>
                  <a:cubicBezTo>
                    <a:pt x="2541" y="572"/>
                    <a:pt x="1972" y="1"/>
                    <a:pt x="1275" y="1"/>
                  </a:cubicBezTo>
                  <a:close/>
                </a:path>
              </a:pathLst>
            </a:custGeom>
            <a:solidFill>
              <a:srgbClr val="FFD6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4396276" y="3156781"/>
              <a:ext cx="183599" cy="369040"/>
            </a:xfrm>
            <a:custGeom>
              <a:avLst/>
              <a:gdLst/>
              <a:ahLst/>
              <a:cxnLst/>
              <a:rect l="l" t="t" r="r" b="b"/>
              <a:pathLst>
                <a:path w="1269" h="2551" extrusionOk="0">
                  <a:moveTo>
                    <a:pt x="1268" y="1"/>
                  </a:moveTo>
                  <a:cubicBezTo>
                    <a:pt x="564" y="8"/>
                    <a:pt x="0" y="572"/>
                    <a:pt x="0" y="1276"/>
                  </a:cubicBezTo>
                  <a:cubicBezTo>
                    <a:pt x="0" y="1980"/>
                    <a:pt x="564" y="2542"/>
                    <a:pt x="1268" y="2551"/>
                  </a:cubicBezTo>
                  <a:cubicBezTo>
                    <a:pt x="1268" y="2542"/>
                    <a:pt x="578" y="1913"/>
                    <a:pt x="578" y="1276"/>
                  </a:cubicBezTo>
                  <a:cubicBezTo>
                    <a:pt x="578" y="639"/>
                    <a:pt x="1268" y="8"/>
                    <a:pt x="1268" y="1"/>
                  </a:cubicBezTo>
                  <a:close/>
                </a:path>
              </a:pathLst>
            </a:custGeom>
            <a:solidFill>
              <a:srgbClr val="FFE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7" name="Google Shape;197;p5"/>
          <p:cNvSpPr/>
          <p:nvPr/>
        </p:nvSpPr>
        <p:spPr>
          <a:xfrm>
            <a:off x="437003" y="264962"/>
            <a:ext cx="428508" cy="155543"/>
          </a:xfrm>
          <a:custGeom>
            <a:avLst/>
            <a:gdLst/>
            <a:ahLst/>
            <a:cxnLst/>
            <a:rect l="l" t="t" r="r" b="b"/>
            <a:pathLst>
              <a:path w="7269" h="2639" extrusionOk="0">
                <a:moveTo>
                  <a:pt x="3113" y="1"/>
                </a:moveTo>
                <a:cubicBezTo>
                  <a:pt x="2305" y="1"/>
                  <a:pt x="1615" y="497"/>
                  <a:pt x="1334" y="1192"/>
                </a:cubicBezTo>
                <a:cubicBezTo>
                  <a:pt x="1283" y="1185"/>
                  <a:pt x="1238" y="1185"/>
                  <a:pt x="1187" y="1185"/>
                </a:cubicBezTo>
                <a:cubicBezTo>
                  <a:pt x="534" y="1185"/>
                  <a:pt x="1" y="1712"/>
                  <a:pt x="1" y="2371"/>
                </a:cubicBezTo>
                <a:cubicBezTo>
                  <a:pt x="1" y="2460"/>
                  <a:pt x="15" y="2549"/>
                  <a:pt x="38" y="2638"/>
                </a:cubicBezTo>
                <a:lnTo>
                  <a:pt x="5876" y="2638"/>
                </a:lnTo>
                <a:cubicBezTo>
                  <a:pt x="5891" y="2624"/>
                  <a:pt x="5907" y="2615"/>
                  <a:pt x="5921" y="2601"/>
                </a:cubicBezTo>
                <a:cubicBezTo>
                  <a:pt x="5921" y="2615"/>
                  <a:pt x="5928" y="2624"/>
                  <a:pt x="5935" y="2638"/>
                </a:cubicBezTo>
                <a:lnTo>
                  <a:pt x="7217" y="2638"/>
                </a:lnTo>
                <a:cubicBezTo>
                  <a:pt x="7248" y="2556"/>
                  <a:pt x="7269" y="2467"/>
                  <a:pt x="7269" y="2371"/>
                </a:cubicBezTo>
                <a:cubicBezTo>
                  <a:pt x="7269" y="1986"/>
                  <a:pt x="6958" y="1674"/>
                  <a:pt x="6573" y="1674"/>
                </a:cubicBezTo>
                <a:cubicBezTo>
                  <a:pt x="6440" y="1674"/>
                  <a:pt x="6314" y="1712"/>
                  <a:pt x="6202" y="1779"/>
                </a:cubicBezTo>
                <a:cubicBezTo>
                  <a:pt x="6136" y="1335"/>
                  <a:pt x="5750" y="993"/>
                  <a:pt x="5291" y="993"/>
                </a:cubicBezTo>
                <a:cubicBezTo>
                  <a:pt x="5128" y="993"/>
                  <a:pt x="4980" y="1038"/>
                  <a:pt x="4854" y="1103"/>
                </a:cubicBezTo>
                <a:cubicBezTo>
                  <a:pt x="4543" y="453"/>
                  <a:pt x="3883" y="1"/>
                  <a:pt x="3113" y="1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1167099" y="305853"/>
            <a:ext cx="152272" cy="73749"/>
          </a:xfrm>
          <a:custGeom>
            <a:avLst/>
            <a:gdLst/>
            <a:ahLst/>
            <a:cxnLst/>
            <a:rect l="l" t="t" r="r" b="b"/>
            <a:pathLst>
              <a:path w="993" h="481" extrusionOk="0">
                <a:moveTo>
                  <a:pt x="851" y="0"/>
                </a:moveTo>
                <a:cubicBezTo>
                  <a:pt x="787" y="0"/>
                  <a:pt x="715" y="30"/>
                  <a:pt x="644" y="89"/>
                </a:cubicBezTo>
                <a:cubicBezTo>
                  <a:pt x="578" y="141"/>
                  <a:pt x="534" y="207"/>
                  <a:pt x="511" y="267"/>
                </a:cubicBezTo>
                <a:cubicBezTo>
                  <a:pt x="459" y="230"/>
                  <a:pt x="394" y="192"/>
                  <a:pt x="312" y="178"/>
                </a:cubicBezTo>
                <a:cubicBezTo>
                  <a:pt x="281" y="173"/>
                  <a:pt x="251" y="170"/>
                  <a:pt x="224" y="170"/>
                </a:cubicBezTo>
                <a:cubicBezTo>
                  <a:pt x="93" y="170"/>
                  <a:pt x="6" y="227"/>
                  <a:pt x="1" y="326"/>
                </a:cubicBezTo>
                <a:cubicBezTo>
                  <a:pt x="1" y="326"/>
                  <a:pt x="33" y="251"/>
                  <a:pt x="203" y="251"/>
                </a:cubicBezTo>
                <a:cubicBezTo>
                  <a:pt x="233" y="251"/>
                  <a:pt x="266" y="253"/>
                  <a:pt x="305" y="258"/>
                </a:cubicBezTo>
                <a:cubicBezTo>
                  <a:pt x="386" y="274"/>
                  <a:pt x="445" y="303"/>
                  <a:pt x="490" y="333"/>
                </a:cubicBezTo>
                <a:lnTo>
                  <a:pt x="490" y="480"/>
                </a:lnTo>
                <a:lnTo>
                  <a:pt x="555" y="466"/>
                </a:lnTo>
                <a:lnTo>
                  <a:pt x="630" y="452"/>
                </a:lnTo>
                <a:lnTo>
                  <a:pt x="555" y="319"/>
                </a:lnTo>
                <a:cubicBezTo>
                  <a:pt x="586" y="274"/>
                  <a:pt x="623" y="214"/>
                  <a:pt x="689" y="162"/>
                </a:cubicBezTo>
                <a:cubicBezTo>
                  <a:pt x="782" y="77"/>
                  <a:pt x="862" y="57"/>
                  <a:pt x="916" y="57"/>
                </a:cubicBezTo>
                <a:cubicBezTo>
                  <a:pt x="964" y="57"/>
                  <a:pt x="993" y="73"/>
                  <a:pt x="993" y="73"/>
                </a:cubicBezTo>
                <a:cubicBezTo>
                  <a:pt x="958" y="24"/>
                  <a:pt x="908" y="0"/>
                  <a:pt x="851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713225" y="588375"/>
            <a:ext cx="152274" cy="73751"/>
          </a:xfrm>
          <a:custGeom>
            <a:avLst/>
            <a:gdLst/>
            <a:ahLst/>
            <a:cxnLst/>
            <a:rect l="l" t="t" r="r" b="b"/>
            <a:pathLst>
              <a:path w="993" h="481" extrusionOk="0">
                <a:moveTo>
                  <a:pt x="851" y="0"/>
                </a:moveTo>
                <a:cubicBezTo>
                  <a:pt x="787" y="0"/>
                  <a:pt x="715" y="30"/>
                  <a:pt x="644" y="89"/>
                </a:cubicBezTo>
                <a:cubicBezTo>
                  <a:pt x="578" y="141"/>
                  <a:pt x="534" y="207"/>
                  <a:pt x="511" y="267"/>
                </a:cubicBezTo>
                <a:cubicBezTo>
                  <a:pt x="459" y="230"/>
                  <a:pt x="394" y="192"/>
                  <a:pt x="312" y="178"/>
                </a:cubicBezTo>
                <a:cubicBezTo>
                  <a:pt x="281" y="173"/>
                  <a:pt x="251" y="170"/>
                  <a:pt x="224" y="170"/>
                </a:cubicBezTo>
                <a:cubicBezTo>
                  <a:pt x="93" y="170"/>
                  <a:pt x="6" y="227"/>
                  <a:pt x="1" y="326"/>
                </a:cubicBezTo>
                <a:cubicBezTo>
                  <a:pt x="1" y="326"/>
                  <a:pt x="33" y="251"/>
                  <a:pt x="203" y="251"/>
                </a:cubicBezTo>
                <a:cubicBezTo>
                  <a:pt x="233" y="251"/>
                  <a:pt x="266" y="253"/>
                  <a:pt x="305" y="258"/>
                </a:cubicBezTo>
                <a:cubicBezTo>
                  <a:pt x="386" y="274"/>
                  <a:pt x="445" y="303"/>
                  <a:pt x="490" y="333"/>
                </a:cubicBezTo>
                <a:lnTo>
                  <a:pt x="490" y="480"/>
                </a:lnTo>
                <a:lnTo>
                  <a:pt x="555" y="466"/>
                </a:lnTo>
                <a:lnTo>
                  <a:pt x="630" y="452"/>
                </a:lnTo>
                <a:lnTo>
                  <a:pt x="555" y="319"/>
                </a:lnTo>
                <a:cubicBezTo>
                  <a:pt x="586" y="274"/>
                  <a:pt x="623" y="214"/>
                  <a:pt x="689" y="162"/>
                </a:cubicBezTo>
                <a:cubicBezTo>
                  <a:pt x="782" y="77"/>
                  <a:pt x="862" y="57"/>
                  <a:pt x="916" y="57"/>
                </a:cubicBezTo>
                <a:cubicBezTo>
                  <a:pt x="964" y="57"/>
                  <a:pt x="993" y="73"/>
                  <a:pt x="993" y="73"/>
                </a:cubicBezTo>
                <a:cubicBezTo>
                  <a:pt x="958" y="24"/>
                  <a:pt x="908" y="0"/>
                  <a:pt x="851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160426" y="563804"/>
            <a:ext cx="338554" cy="122898"/>
          </a:xfrm>
          <a:custGeom>
            <a:avLst/>
            <a:gdLst/>
            <a:ahLst/>
            <a:cxnLst/>
            <a:rect l="l" t="t" r="r" b="b"/>
            <a:pathLst>
              <a:path w="7269" h="2639" extrusionOk="0">
                <a:moveTo>
                  <a:pt x="3113" y="1"/>
                </a:moveTo>
                <a:cubicBezTo>
                  <a:pt x="2305" y="1"/>
                  <a:pt x="1615" y="497"/>
                  <a:pt x="1334" y="1192"/>
                </a:cubicBezTo>
                <a:cubicBezTo>
                  <a:pt x="1283" y="1185"/>
                  <a:pt x="1238" y="1185"/>
                  <a:pt x="1187" y="1185"/>
                </a:cubicBezTo>
                <a:cubicBezTo>
                  <a:pt x="534" y="1185"/>
                  <a:pt x="1" y="1712"/>
                  <a:pt x="1" y="2371"/>
                </a:cubicBezTo>
                <a:cubicBezTo>
                  <a:pt x="1" y="2460"/>
                  <a:pt x="15" y="2549"/>
                  <a:pt x="38" y="2638"/>
                </a:cubicBezTo>
                <a:lnTo>
                  <a:pt x="5876" y="2638"/>
                </a:lnTo>
                <a:cubicBezTo>
                  <a:pt x="5891" y="2624"/>
                  <a:pt x="5907" y="2615"/>
                  <a:pt x="5921" y="2601"/>
                </a:cubicBezTo>
                <a:cubicBezTo>
                  <a:pt x="5921" y="2615"/>
                  <a:pt x="5928" y="2624"/>
                  <a:pt x="5935" y="2638"/>
                </a:cubicBezTo>
                <a:lnTo>
                  <a:pt x="7217" y="2638"/>
                </a:lnTo>
                <a:cubicBezTo>
                  <a:pt x="7248" y="2556"/>
                  <a:pt x="7269" y="2467"/>
                  <a:pt x="7269" y="2371"/>
                </a:cubicBezTo>
                <a:cubicBezTo>
                  <a:pt x="7269" y="1986"/>
                  <a:pt x="6958" y="1674"/>
                  <a:pt x="6573" y="1674"/>
                </a:cubicBezTo>
                <a:cubicBezTo>
                  <a:pt x="6440" y="1674"/>
                  <a:pt x="6314" y="1712"/>
                  <a:pt x="6202" y="1779"/>
                </a:cubicBezTo>
                <a:cubicBezTo>
                  <a:pt x="6136" y="1335"/>
                  <a:pt x="5750" y="993"/>
                  <a:pt x="5291" y="993"/>
                </a:cubicBezTo>
                <a:cubicBezTo>
                  <a:pt x="5128" y="993"/>
                  <a:pt x="4980" y="1038"/>
                  <a:pt x="4854" y="1103"/>
                </a:cubicBezTo>
                <a:cubicBezTo>
                  <a:pt x="4543" y="453"/>
                  <a:pt x="3883" y="1"/>
                  <a:pt x="3113" y="1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/>
          <p:cNvSpPr txBox="1">
            <a:spLocks noGrp="1"/>
          </p:cNvSpPr>
          <p:nvPr>
            <p:ph type="title"/>
          </p:nvPr>
        </p:nvSpPr>
        <p:spPr>
          <a:xfrm>
            <a:off x="1084650" y="445025"/>
            <a:ext cx="6974700" cy="64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6"/>
          <p:cNvSpPr/>
          <p:nvPr/>
        </p:nvSpPr>
        <p:spPr>
          <a:xfrm flipH="1">
            <a:off x="-389700" y="4938650"/>
            <a:ext cx="2030700" cy="4617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4" name="Google Shape;204;p6"/>
          <p:cNvGrpSpPr/>
          <p:nvPr/>
        </p:nvGrpSpPr>
        <p:grpSpPr>
          <a:xfrm>
            <a:off x="1846274" y="4938638"/>
            <a:ext cx="2749703" cy="122913"/>
            <a:chOff x="5024149" y="4918613"/>
            <a:chExt cx="2749703" cy="122913"/>
          </a:xfrm>
        </p:grpSpPr>
        <p:sp>
          <p:nvSpPr>
            <p:cNvPr id="205" name="Google Shape;205;p6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6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6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6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6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6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6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6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6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6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6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6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6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6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6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5" name="Google Shape;235;p6"/>
          <p:cNvSpPr/>
          <p:nvPr/>
        </p:nvSpPr>
        <p:spPr>
          <a:xfrm>
            <a:off x="326013" y="4730242"/>
            <a:ext cx="749552" cy="204402"/>
          </a:xfrm>
          <a:custGeom>
            <a:avLst/>
            <a:gdLst/>
            <a:ahLst/>
            <a:cxnLst/>
            <a:rect l="l" t="t" r="r" b="b"/>
            <a:pathLst>
              <a:path w="9560" h="2607" extrusionOk="0">
                <a:moveTo>
                  <a:pt x="6988" y="1"/>
                </a:moveTo>
                <a:cubicBezTo>
                  <a:pt x="6936" y="1"/>
                  <a:pt x="6884" y="17"/>
                  <a:pt x="6840" y="51"/>
                </a:cubicBezTo>
                <a:cubicBezTo>
                  <a:pt x="6758" y="110"/>
                  <a:pt x="6639" y="370"/>
                  <a:pt x="6522" y="718"/>
                </a:cubicBezTo>
                <a:cubicBezTo>
                  <a:pt x="6461" y="592"/>
                  <a:pt x="6403" y="503"/>
                  <a:pt x="6358" y="466"/>
                </a:cubicBezTo>
                <a:cubicBezTo>
                  <a:pt x="6314" y="432"/>
                  <a:pt x="6262" y="415"/>
                  <a:pt x="6210" y="415"/>
                </a:cubicBezTo>
                <a:cubicBezTo>
                  <a:pt x="6158" y="415"/>
                  <a:pt x="6106" y="432"/>
                  <a:pt x="6061" y="466"/>
                </a:cubicBezTo>
                <a:cubicBezTo>
                  <a:pt x="5965" y="547"/>
                  <a:pt x="5810" y="896"/>
                  <a:pt x="5677" y="1355"/>
                </a:cubicBezTo>
                <a:cubicBezTo>
                  <a:pt x="5640" y="1303"/>
                  <a:pt x="5609" y="1266"/>
                  <a:pt x="5581" y="1252"/>
                </a:cubicBezTo>
                <a:cubicBezTo>
                  <a:pt x="5536" y="1225"/>
                  <a:pt x="5484" y="1212"/>
                  <a:pt x="5432" y="1212"/>
                </a:cubicBezTo>
                <a:cubicBezTo>
                  <a:pt x="5380" y="1212"/>
                  <a:pt x="5328" y="1225"/>
                  <a:pt x="5284" y="1252"/>
                </a:cubicBezTo>
                <a:cubicBezTo>
                  <a:pt x="5209" y="1296"/>
                  <a:pt x="5106" y="1474"/>
                  <a:pt x="5003" y="1710"/>
                </a:cubicBezTo>
                <a:cubicBezTo>
                  <a:pt x="4928" y="1570"/>
                  <a:pt x="4854" y="1474"/>
                  <a:pt x="4802" y="1444"/>
                </a:cubicBezTo>
                <a:cubicBezTo>
                  <a:pt x="4758" y="1414"/>
                  <a:pt x="4706" y="1400"/>
                  <a:pt x="4653" y="1400"/>
                </a:cubicBezTo>
                <a:cubicBezTo>
                  <a:pt x="4601" y="1400"/>
                  <a:pt x="4549" y="1414"/>
                  <a:pt x="4505" y="1444"/>
                </a:cubicBezTo>
                <a:cubicBezTo>
                  <a:pt x="4402" y="1509"/>
                  <a:pt x="4217" y="1865"/>
                  <a:pt x="4076" y="2295"/>
                </a:cubicBezTo>
                <a:cubicBezTo>
                  <a:pt x="4039" y="2237"/>
                  <a:pt x="4009" y="2199"/>
                  <a:pt x="3987" y="2176"/>
                </a:cubicBezTo>
                <a:cubicBezTo>
                  <a:pt x="3957" y="2159"/>
                  <a:pt x="3922" y="2150"/>
                  <a:pt x="3887" y="2150"/>
                </a:cubicBezTo>
                <a:cubicBezTo>
                  <a:pt x="3852" y="2150"/>
                  <a:pt x="3817" y="2159"/>
                  <a:pt x="3787" y="2176"/>
                </a:cubicBezTo>
                <a:cubicBezTo>
                  <a:pt x="3749" y="2199"/>
                  <a:pt x="3714" y="2265"/>
                  <a:pt x="3669" y="2347"/>
                </a:cubicBezTo>
                <a:cubicBezTo>
                  <a:pt x="3616" y="1814"/>
                  <a:pt x="3358" y="1214"/>
                  <a:pt x="3239" y="1132"/>
                </a:cubicBezTo>
                <a:cubicBezTo>
                  <a:pt x="3209" y="1110"/>
                  <a:pt x="3174" y="1099"/>
                  <a:pt x="3139" y="1099"/>
                </a:cubicBezTo>
                <a:cubicBezTo>
                  <a:pt x="3104" y="1099"/>
                  <a:pt x="3068" y="1110"/>
                  <a:pt x="3038" y="1132"/>
                </a:cubicBezTo>
                <a:cubicBezTo>
                  <a:pt x="2972" y="1177"/>
                  <a:pt x="2869" y="1392"/>
                  <a:pt x="2780" y="1659"/>
                </a:cubicBezTo>
                <a:cubicBezTo>
                  <a:pt x="2623" y="1044"/>
                  <a:pt x="2364" y="496"/>
                  <a:pt x="2223" y="398"/>
                </a:cubicBezTo>
                <a:cubicBezTo>
                  <a:pt x="2175" y="365"/>
                  <a:pt x="2120" y="349"/>
                  <a:pt x="2065" y="349"/>
                </a:cubicBezTo>
                <a:cubicBezTo>
                  <a:pt x="2010" y="349"/>
                  <a:pt x="1957" y="365"/>
                  <a:pt x="1912" y="398"/>
                </a:cubicBezTo>
                <a:cubicBezTo>
                  <a:pt x="1779" y="487"/>
                  <a:pt x="1556" y="962"/>
                  <a:pt x="1409" y="1533"/>
                </a:cubicBezTo>
                <a:cubicBezTo>
                  <a:pt x="1409" y="1525"/>
                  <a:pt x="1402" y="1525"/>
                  <a:pt x="1402" y="1525"/>
                </a:cubicBezTo>
                <a:cubicBezTo>
                  <a:pt x="1353" y="1495"/>
                  <a:pt x="1297" y="1480"/>
                  <a:pt x="1242" y="1480"/>
                </a:cubicBezTo>
                <a:cubicBezTo>
                  <a:pt x="1186" y="1480"/>
                  <a:pt x="1131" y="1495"/>
                  <a:pt x="1082" y="1525"/>
                </a:cubicBezTo>
                <a:cubicBezTo>
                  <a:pt x="957" y="1591"/>
                  <a:pt x="749" y="1954"/>
                  <a:pt x="601" y="2392"/>
                </a:cubicBezTo>
                <a:cubicBezTo>
                  <a:pt x="548" y="2288"/>
                  <a:pt x="497" y="2214"/>
                  <a:pt x="459" y="2185"/>
                </a:cubicBezTo>
                <a:cubicBezTo>
                  <a:pt x="426" y="2163"/>
                  <a:pt x="386" y="2152"/>
                  <a:pt x="345" y="2152"/>
                </a:cubicBezTo>
                <a:cubicBezTo>
                  <a:pt x="304" y="2152"/>
                  <a:pt x="264" y="2163"/>
                  <a:pt x="230" y="2185"/>
                </a:cubicBezTo>
                <a:cubicBezTo>
                  <a:pt x="171" y="2230"/>
                  <a:pt x="82" y="2384"/>
                  <a:pt x="0" y="2607"/>
                </a:cubicBezTo>
                <a:lnTo>
                  <a:pt x="9559" y="2607"/>
                </a:lnTo>
                <a:lnTo>
                  <a:pt x="9559" y="1954"/>
                </a:lnTo>
                <a:cubicBezTo>
                  <a:pt x="9419" y="1465"/>
                  <a:pt x="9241" y="1074"/>
                  <a:pt x="9138" y="992"/>
                </a:cubicBezTo>
                <a:cubicBezTo>
                  <a:pt x="9093" y="958"/>
                  <a:pt x="9041" y="941"/>
                  <a:pt x="8989" y="941"/>
                </a:cubicBezTo>
                <a:cubicBezTo>
                  <a:pt x="8937" y="941"/>
                  <a:pt x="8885" y="958"/>
                  <a:pt x="8841" y="992"/>
                </a:cubicBezTo>
                <a:cubicBezTo>
                  <a:pt x="8752" y="1058"/>
                  <a:pt x="8618" y="1341"/>
                  <a:pt x="8499" y="1710"/>
                </a:cubicBezTo>
                <a:cubicBezTo>
                  <a:pt x="8441" y="1570"/>
                  <a:pt x="8382" y="1474"/>
                  <a:pt x="8337" y="1444"/>
                </a:cubicBezTo>
                <a:cubicBezTo>
                  <a:pt x="8300" y="1414"/>
                  <a:pt x="8256" y="1400"/>
                  <a:pt x="8211" y="1400"/>
                </a:cubicBezTo>
                <a:cubicBezTo>
                  <a:pt x="8167" y="1400"/>
                  <a:pt x="8122" y="1414"/>
                  <a:pt x="8085" y="1444"/>
                </a:cubicBezTo>
                <a:cubicBezTo>
                  <a:pt x="8055" y="1465"/>
                  <a:pt x="8026" y="1509"/>
                  <a:pt x="7989" y="1577"/>
                </a:cubicBezTo>
                <a:cubicBezTo>
                  <a:pt x="7877" y="1273"/>
                  <a:pt x="7759" y="1051"/>
                  <a:pt x="7685" y="992"/>
                </a:cubicBezTo>
                <a:cubicBezTo>
                  <a:pt x="7647" y="962"/>
                  <a:pt x="7596" y="947"/>
                  <a:pt x="7544" y="947"/>
                </a:cubicBezTo>
                <a:cubicBezTo>
                  <a:pt x="7411" y="487"/>
                  <a:pt x="7240" y="124"/>
                  <a:pt x="7137" y="51"/>
                </a:cubicBezTo>
                <a:cubicBezTo>
                  <a:pt x="7093" y="17"/>
                  <a:pt x="7041" y="1"/>
                  <a:pt x="6988" y="1"/>
                </a:cubicBezTo>
                <a:close/>
              </a:path>
            </a:pathLst>
          </a:custGeom>
          <a:solidFill>
            <a:srgbClr val="8AC9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6" name="Google Shape;236;p6"/>
          <p:cNvGrpSpPr/>
          <p:nvPr/>
        </p:nvGrpSpPr>
        <p:grpSpPr>
          <a:xfrm>
            <a:off x="713234" y="4476944"/>
            <a:ext cx="414476" cy="461701"/>
            <a:chOff x="254684" y="4476944"/>
            <a:chExt cx="414476" cy="461701"/>
          </a:xfrm>
        </p:grpSpPr>
        <p:sp>
          <p:nvSpPr>
            <p:cNvPr id="237" name="Google Shape;237;p6"/>
            <p:cNvSpPr/>
            <p:nvPr/>
          </p:nvSpPr>
          <p:spPr>
            <a:xfrm>
              <a:off x="254684" y="4476944"/>
              <a:ext cx="414476" cy="402866"/>
            </a:xfrm>
            <a:custGeom>
              <a:avLst/>
              <a:gdLst/>
              <a:ahLst/>
              <a:cxnLst/>
              <a:rect l="l" t="t" r="r" b="b"/>
              <a:pathLst>
                <a:path w="4431" h="4307" extrusionOk="0">
                  <a:moveTo>
                    <a:pt x="2149" y="0"/>
                  </a:moveTo>
                  <a:cubicBezTo>
                    <a:pt x="2071" y="0"/>
                    <a:pt x="1994" y="21"/>
                    <a:pt x="1927" y="61"/>
                  </a:cubicBezTo>
                  <a:cubicBezTo>
                    <a:pt x="1438" y="366"/>
                    <a:pt x="1" y="4306"/>
                    <a:pt x="2149" y="4306"/>
                  </a:cubicBezTo>
                  <a:cubicBezTo>
                    <a:pt x="4431" y="4306"/>
                    <a:pt x="2868" y="366"/>
                    <a:pt x="2371" y="61"/>
                  </a:cubicBezTo>
                  <a:cubicBezTo>
                    <a:pt x="2305" y="21"/>
                    <a:pt x="2227" y="0"/>
                    <a:pt x="2149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254684" y="4482556"/>
              <a:ext cx="201111" cy="397254"/>
            </a:xfrm>
            <a:custGeom>
              <a:avLst/>
              <a:gdLst/>
              <a:ahLst/>
              <a:cxnLst/>
              <a:rect l="l" t="t" r="r" b="b"/>
              <a:pathLst>
                <a:path w="2150" h="4247" extrusionOk="0">
                  <a:moveTo>
                    <a:pt x="1930" y="0"/>
                  </a:moveTo>
                  <a:lnTo>
                    <a:pt x="1930" y="0"/>
                  </a:lnTo>
                  <a:cubicBezTo>
                    <a:pt x="1929" y="0"/>
                    <a:pt x="1928" y="1"/>
                    <a:pt x="1927" y="1"/>
                  </a:cubicBezTo>
                  <a:cubicBezTo>
                    <a:pt x="1438" y="306"/>
                    <a:pt x="1" y="4246"/>
                    <a:pt x="2149" y="4246"/>
                  </a:cubicBezTo>
                  <a:cubicBezTo>
                    <a:pt x="2149" y="4246"/>
                    <a:pt x="1609" y="4202"/>
                    <a:pt x="1578" y="2662"/>
                  </a:cubicBezTo>
                  <a:cubicBezTo>
                    <a:pt x="1542" y="1142"/>
                    <a:pt x="1985" y="0"/>
                    <a:pt x="1930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449341" y="4659903"/>
              <a:ext cx="29184" cy="278742"/>
            </a:xfrm>
            <a:custGeom>
              <a:avLst/>
              <a:gdLst/>
              <a:ahLst/>
              <a:cxnLst/>
              <a:rect l="l" t="t" r="r" b="b"/>
              <a:pathLst>
                <a:path w="312" h="2980" extrusionOk="0">
                  <a:moveTo>
                    <a:pt x="159" y="1"/>
                  </a:moveTo>
                  <a:cubicBezTo>
                    <a:pt x="158" y="1"/>
                    <a:pt x="157" y="5"/>
                    <a:pt x="157" y="17"/>
                  </a:cubicBezTo>
                  <a:lnTo>
                    <a:pt x="1" y="2980"/>
                  </a:lnTo>
                  <a:lnTo>
                    <a:pt x="312" y="2980"/>
                  </a:lnTo>
                  <a:cubicBezTo>
                    <a:pt x="305" y="1714"/>
                    <a:pt x="187" y="17"/>
                    <a:pt x="164" y="17"/>
                  </a:cubicBezTo>
                  <a:cubicBezTo>
                    <a:pt x="164" y="17"/>
                    <a:pt x="161" y="1"/>
                    <a:pt x="15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6"/>
            <p:cNvSpPr/>
            <p:nvPr/>
          </p:nvSpPr>
          <p:spPr>
            <a:xfrm>
              <a:off x="385640" y="4758398"/>
              <a:ext cx="78480" cy="63886"/>
            </a:xfrm>
            <a:custGeom>
              <a:avLst/>
              <a:gdLst/>
              <a:ahLst/>
              <a:cxnLst/>
              <a:rect l="l" t="t" r="r" b="b"/>
              <a:pathLst>
                <a:path w="839" h="683" extrusionOk="0">
                  <a:moveTo>
                    <a:pt x="0" y="1"/>
                  </a:moveTo>
                  <a:lnTo>
                    <a:pt x="0" y="1"/>
                  </a:lnTo>
                  <a:cubicBezTo>
                    <a:pt x="404" y="662"/>
                    <a:pt x="782" y="682"/>
                    <a:pt x="826" y="682"/>
                  </a:cubicBezTo>
                  <a:cubicBezTo>
                    <a:pt x="829" y="682"/>
                    <a:pt x="831" y="682"/>
                    <a:pt x="831" y="682"/>
                  </a:cubicBezTo>
                  <a:lnTo>
                    <a:pt x="838" y="586"/>
                  </a:lnTo>
                  <a:lnTo>
                    <a:pt x="838" y="586"/>
                  </a:lnTo>
                  <a:cubicBezTo>
                    <a:pt x="838" y="586"/>
                    <a:pt x="830" y="592"/>
                    <a:pt x="807" y="592"/>
                  </a:cubicBezTo>
                  <a:cubicBezTo>
                    <a:pt x="757" y="592"/>
                    <a:pt x="639" y="564"/>
                    <a:pt x="386" y="387"/>
                  </a:cubicBezTo>
                  <a:cubicBezTo>
                    <a:pt x="164" y="230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464027" y="4741187"/>
              <a:ext cx="67255" cy="54158"/>
            </a:xfrm>
            <a:custGeom>
              <a:avLst/>
              <a:gdLst/>
              <a:ahLst/>
              <a:cxnLst/>
              <a:rect l="l" t="t" r="r" b="b"/>
              <a:pathLst>
                <a:path w="719" h="579" extrusionOk="0">
                  <a:moveTo>
                    <a:pt x="719" y="0"/>
                  </a:moveTo>
                  <a:lnTo>
                    <a:pt x="719" y="0"/>
                  </a:lnTo>
                  <a:cubicBezTo>
                    <a:pt x="718" y="0"/>
                    <a:pt x="578" y="192"/>
                    <a:pt x="393" y="325"/>
                  </a:cubicBezTo>
                  <a:cubicBezTo>
                    <a:pt x="185" y="471"/>
                    <a:pt x="81" y="496"/>
                    <a:pt x="34" y="496"/>
                  </a:cubicBezTo>
                  <a:cubicBezTo>
                    <a:pt x="9" y="496"/>
                    <a:pt x="0" y="489"/>
                    <a:pt x="0" y="489"/>
                  </a:cubicBezTo>
                  <a:lnTo>
                    <a:pt x="0" y="489"/>
                  </a:lnTo>
                  <a:lnTo>
                    <a:pt x="7" y="578"/>
                  </a:lnTo>
                  <a:cubicBezTo>
                    <a:pt x="7" y="578"/>
                    <a:pt x="8" y="578"/>
                    <a:pt x="9" y="578"/>
                  </a:cubicBezTo>
                  <a:cubicBezTo>
                    <a:pt x="39" y="578"/>
                    <a:pt x="366" y="565"/>
                    <a:pt x="719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409960" y="4702369"/>
              <a:ext cx="54160" cy="43682"/>
            </a:xfrm>
            <a:custGeom>
              <a:avLst/>
              <a:gdLst/>
              <a:ahLst/>
              <a:cxnLst/>
              <a:rect l="l" t="t" r="r" b="b"/>
              <a:pathLst>
                <a:path w="579" h="467" extrusionOk="0">
                  <a:moveTo>
                    <a:pt x="0" y="1"/>
                  </a:moveTo>
                  <a:lnTo>
                    <a:pt x="0" y="1"/>
                  </a:lnTo>
                  <a:cubicBezTo>
                    <a:pt x="295" y="460"/>
                    <a:pt x="562" y="467"/>
                    <a:pt x="577" y="467"/>
                  </a:cubicBezTo>
                  <a:cubicBezTo>
                    <a:pt x="578" y="467"/>
                    <a:pt x="578" y="467"/>
                    <a:pt x="578" y="467"/>
                  </a:cubicBezTo>
                  <a:lnTo>
                    <a:pt x="578" y="392"/>
                  </a:lnTo>
                  <a:cubicBezTo>
                    <a:pt x="578" y="392"/>
                    <a:pt x="572" y="397"/>
                    <a:pt x="555" y="397"/>
                  </a:cubicBezTo>
                  <a:cubicBezTo>
                    <a:pt x="521" y="397"/>
                    <a:pt x="440" y="377"/>
                    <a:pt x="267" y="259"/>
                  </a:cubicBezTo>
                  <a:cubicBezTo>
                    <a:pt x="119" y="155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" name="Google Shape;243;p6"/>
          <p:cNvGrpSpPr/>
          <p:nvPr/>
        </p:nvGrpSpPr>
        <p:grpSpPr>
          <a:xfrm>
            <a:off x="8552883" y="201878"/>
            <a:ext cx="246888" cy="246888"/>
            <a:chOff x="4396276" y="3156781"/>
            <a:chExt cx="367777" cy="369040"/>
          </a:xfrm>
        </p:grpSpPr>
        <p:sp>
          <p:nvSpPr>
            <p:cNvPr id="244" name="Google Shape;244;p6"/>
            <p:cNvSpPr/>
            <p:nvPr/>
          </p:nvSpPr>
          <p:spPr>
            <a:xfrm>
              <a:off x="4396276" y="3156781"/>
              <a:ext cx="367777" cy="369040"/>
            </a:xfrm>
            <a:custGeom>
              <a:avLst/>
              <a:gdLst/>
              <a:ahLst/>
              <a:cxnLst/>
              <a:rect l="l" t="t" r="r" b="b"/>
              <a:pathLst>
                <a:path w="2542" h="2551" extrusionOk="0">
                  <a:moveTo>
                    <a:pt x="1275" y="1"/>
                  </a:moveTo>
                  <a:cubicBezTo>
                    <a:pt x="571" y="1"/>
                    <a:pt x="0" y="572"/>
                    <a:pt x="0" y="1276"/>
                  </a:cubicBezTo>
                  <a:cubicBezTo>
                    <a:pt x="0" y="1980"/>
                    <a:pt x="571" y="2551"/>
                    <a:pt x="1275" y="2551"/>
                  </a:cubicBezTo>
                  <a:cubicBezTo>
                    <a:pt x="1972" y="2551"/>
                    <a:pt x="2541" y="1980"/>
                    <a:pt x="2541" y="1276"/>
                  </a:cubicBezTo>
                  <a:cubicBezTo>
                    <a:pt x="2541" y="572"/>
                    <a:pt x="1972" y="1"/>
                    <a:pt x="1275" y="1"/>
                  </a:cubicBezTo>
                  <a:close/>
                </a:path>
              </a:pathLst>
            </a:custGeom>
            <a:solidFill>
              <a:srgbClr val="FFD6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4396276" y="3156781"/>
              <a:ext cx="183599" cy="369040"/>
            </a:xfrm>
            <a:custGeom>
              <a:avLst/>
              <a:gdLst/>
              <a:ahLst/>
              <a:cxnLst/>
              <a:rect l="l" t="t" r="r" b="b"/>
              <a:pathLst>
                <a:path w="1269" h="2551" extrusionOk="0">
                  <a:moveTo>
                    <a:pt x="1268" y="1"/>
                  </a:moveTo>
                  <a:cubicBezTo>
                    <a:pt x="564" y="8"/>
                    <a:pt x="0" y="572"/>
                    <a:pt x="0" y="1276"/>
                  </a:cubicBezTo>
                  <a:cubicBezTo>
                    <a:pt x="0" y="1980"/>
                    <a:pt x="564" y="2542"/>
                    <a:pt x="1268" y="2551"/>
                  </a:cubicBezTo>
                  <a:cubicBezTo>
                    <a:pt x="1268" y="2542"/>
                    <a:pt x="578" y="1913"/>
                    <a:pt x="578" y="1276"/>
                  </a:cubicBezTo>
                  <a:cubicBezTo>
                    <a:pt x="578" y="639"/>
                    <a:pt x="1268" y="8"/>
                    <a:pt x="1268" y="1"/>
                  </a:cubicBezTo>
                  <a:close/>
                </a:path>
              </a:pathLst>
            </a:custGeom>
            <a:solidFill>
              <a:srgbClr val="FFE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6" name="Google Shape;246;p6"/>
          <p:cNvSpPr/>
          <p:nvPr/>
        </p:nvSpPr>
        <p:spPr>
          <a:xfrm>
            <a:off x="8002266" y="383950"/>
            <a:ext cx="428508" cy="155543"/>
          </a:xfrm>
          <a:custGeom>
            <a:avLst/>
            <a:gdLst/>
            <a:ahLst/>
            <a:cxnLst/>
            <a:rect l="l" t="t" r="r" b="b"/>
            <a:pathLst>
              <a:path w="7269" h="2639" extrusionOk="0">
                <a:moveTo>
                  <a:pt x="3113" y="1"/>
                </a:moveTo>
                <a:cubicBezTo>
                  <a:pt x="2305" y="1"/>
                  <a:pt x="1615" y="497"/>
                  <a:pt x="1334" y="1192"/>
                </a:cubicBezTo>
                <a:cubicBezTo>
                  <a:pt x="1283" y="1185"/>
                  <a:pt x="1238" y="1185"/>
                  <a:pt x="1187" y="1185"/>
                </a:cubicBezTo>
                <a:cubicBezTo>
                  <a:pt x="534" y="1185"/>
                  <a:pt x="1" y="1712"/>
                  <a:pt x="1" y="2371"/>
                </a:cubicBezTo>
                <a:cubicBezTo>
                  <a:pt x="1" y="2460"/>
                  <a:pt x="15" y="2549"/>
                  <a:pt x="38" y="2638"/>
                </a:cubicBezTo>
                <a:lnTo>
                  <a:pt x="5876" y="2638"/>
                </a:lnTo>
                <a:cubicBezTo>
                  <a:pt x="5891" y="2624"/>
                  <a:pt x="5907" y="2615"/>
                  <a:pt x="5921" y="2601"/>
                </a:cubicBezTo>
                <a:cubicBezTo>
                  <a:pt x="5921" y="2615"/>
                  <a:pt x="5928" y="2624"/>
                  <a:pt x="5935" y="2638"/>
                </a:cubicBezTo>
                <a:lnTo>
                  <a:pt x="7217" y="2638"/>
                </a:lnTo>
                <a:cubicBezTo>
                  <a:pt x="7248" y="2556"/>
                  <a:pt x="7269" y="2467"/>
                  <a:pt x="7269" y="2371"/>
                </a:cubicBezTo>
                <a:cubicBezTo>
                  <a:pt x="7269" y="1986"/>
                  <a:pt x="6958" y="1674"/>
                  <a:pt x="6573" y="1674"/>
                </a:cubicBezTo>
                <a:cubicBezTo>
                  <a:pt x="6440" y="1674"/>
                  <a:pt x="6314" y="1712"/>
                  <a:pt x="6202" y="1779"/>
                </a:cubicBezTo>
                <a:cubicBezTo>
                  <a:pt x="6136" y="1335"/>
                  <a:pt x="5750" y="993"/>
                  <a:pt x="5291" y="993"/>
                </a:cubicBezTo>
                <a:cubicBezTo>
                  <a:pt x="5128" y="993"/>
                  <a:pt x="4980" y="1038"/>
                  <a:pt x="4854" y="1103"/>
                </a:cubicBezTo>
                <a:cubicBezTo>
                  <a:pt x="4543" y="453"/>
                  <a:pt x="3883" y="1"/>
                  <a:pt x="3113" y="1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8290612" y="302521"/>
            <a:ext cx="94149" cy="45600"/>
          </a:xfrm>
          <a:custGeom>
            <a:avLst/>
            <a:gdLst/>
            <a:ahLst/>
            <a:cxnLst/>
            <a:rect l="l" t="t" r="r" b="b"/>
            <a:pathLst>
              <a:path w="993" h="481" extrusionOk="0">
                <a:moveTo>
                  <a:pt x="851" y="0"/>
                </a:moveTo>
                <a:cubicBezTo>
                  <a:pt x="787" y="0"/>
                  <a:pt x="715" y="30"/>
                  <a:pt x="644" y="89"/>
                </a:cubicBezTo>
                <a:cubicBezTo>
                  <a:pt x="578" y="141"/>
                  <a:pt x="534" y="207"/>
                  <a:pt x="511" y="267"/>
                </a:cubicBezTo>
                <a:cubicBezTo>
                  <a:pt x="459" y="230"/>
                  <a:pt x="394" y="192"/>
                  <a:pt x="312" y="178"/>
                </a:cubicBezTo>
                <a:cubicBezTo>
                  <a:pt x="281" y="173"/>
                  <a:pt x="251" y="170"/>
                  <a:pt x="224" y="170"/>
                </a:cubicBezTo>
                <a:cubicBezTo>
                  <a:pt x="93" y="170"/>
                  <a:pt x="6" y="227"/>
                  <a:pt x="1" y="326"/>
                </a:cubicBezTo>
                <a:cubicBezTo>
                  <a:pt x="1" y="326"/>
                  <a:pt x="33" y="251"/>
                  <a:pt x="203" y="251"/>
                </a:cubicBezTo>
                <a:cubicBezTo>
                  <a:pt x="233" y="251"/>
                  <a:pt x="266" y="253"/>
                  <a:pt x="305" y="258"/>
                </a:cubicBezTo>
                <a:cubicBezTo>
                  <a:pt x="386" y="274"/>
                  <a:pt x="445" y="303"/>
                  <a:pt x="490" y="333"/>
                </a:cubicBezTo>
                <a:lnTo>
                  <a:pt x="490" y="480"/>
                </a:lnTo>
                <a:lnTo>
                  <a:pt x="555" y="466"/>
                </a:lnTo>
                <a:lnTo>
                  <a:pt x="630" y="452"/>
                </a:lnTo>
                <a:lnTo>
                  <a:pt x="555" y="319"/>
                </a:lnTo>
                <a:cubicBezTo>
                  <a:pt x="586" y="274"/>
                  <a:pt x="623" y="214"/>
                  <a:pt x="689" y="162"/>
                </a:cubicBezTo>
                <a:cubicBezTo>
                  <a:pt x="782" y="77"/>
                  <a:pt x="862" y="57"/>
                  <a:pt x="916" y="57"/>
                </a:cubicBezTo>
                <a:cubicBezTo>
                  <a:pt x="964" y="57"/>
                  <a:pt x="993" y="73"/>
                  <a:pt x="993" y="73"/>
                </a:cubicBezTo>
                <a:cubicBezTo>
                  <a:pt x="958" y="24"/>
                  <a:pt x="908" y="0"/>
                  <a:pt x="851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8002275" y="201875"/>
            <a:ext cx="152274" cy="73751"/>
          </a:xfrm>
          <a:custGeom>
            <a:avLst/>
            <a:gdLst/>
            <a:ahLst/>
            <a:cxnLst/>
            <a:rect l="l" t="t" r="r" b="b"/>
            <a:pathLst>
              <a:path w="993" h="481" extrusionOk="0">
                <a:moveTo>
                  <a:pt x="851" y="0"/>
                </a:moveTo>
                <a:cubicBezTo>
                  <a:pt x="787" y="0"/>
                  <a:pt x="715" y="30"/>
                  <a:pt x="644" y="89"/>
                </a:cubicBezTo>
                <a:cubicBezTo>
                  <a:pt x="578" y="141"/>
                  <a:pt x="534" y="207"/>
                  <a:pt x="511" y="267"/>
                </a:cubicBezTo>
                <a:cubicBezTo>
                  <a:pt x="459" y="230"/>
                  <a:pt x="394" y="192"/>
                  <a:pt x="312" y="178"/>
                </a:cubicBezTo>
                <a:cubicBezTo>
                  <a:pt x="281" y="173"/>
                  <a:pt x="251" y="170"/>
                  <a:pt x="224" y="170"/>
                </a:cubicBezTo>
                <a:cubicBezTo>
                  <a:pt x="93" y="170"/>
                  <a:pt x="6" y="227"/>
                  <a:pt x="1" y="326"/>
                </a:cubicBezTo>
                <a:cubicBezTo>
                  <a:pt x="1" y="326"/>
                  <a:pt x="33" y="251"/>
                  <a:pt x="203" y="251"/>
                </a:cubicBezTo>
                <a:cubicBezTo>
                  <a:pt x="233" y="251"/>
                  <a:pt x="266" y="253"/>
                  <a:pt x="305" y="258"/>
                </a:cubicBezTo>
                <a:cubicBezTo>
                  <a:pt x="386" y="274"/>
                  <a:pt x="445" y="303"/>
                  <a:pt x="490" y="333"/>
                </a:cubicBezTo>
                <a:lnTo>
                  <a:pt x="490" y="480"/>
                </a:lnTo>
                <a:lnTo>
                  <a:pt x="555" y="466"/>
                </a:lnTo>
                <a:lnTo>
                  <a:pt x="630" y="452"/>
                </a:lnTo>
                <a:lnTo>
                  <a:pt x="555" y="319"/>
                </a:lnTo>
                <a:cubicBezTo>
                  <a:pt x="586" y="274"/>
                  <a:pt x="623" y="214"/>
                  <a:pt x="689" y="162"/>
                </a:cubicBezTo>
                <a:cubicBezTo>
                  <a:pt x="782" y="77"/>
                  <a:pt x="862" y="57"/>
                  <a:pt x="916" y="57"/>
                </a:cubicBezTo>
                <a:cubicBezTo>
                  <a:pt x="964" y="57"/>
                  <a:pt x="993" y="73"/>
                  <a:pt x="993" y="73"/>
                </a:cubicBezTo>
                <a:cubicBezTo>
                  <a:pt x="958" y="24"/>
                  <a:pt x="908" y="0"/>
                  <a:pt x="851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6"/>
          <p:cNvSpPr/>
          <p:nvPr/>
        </p:nvSpPr>
        <p:spPr>
          <a:xfrm>
            <a:off x="8350450" y="539500"/>
            <a:ext cx="533399" cy="193630"/>
          </a:xfrm>
          <a:custGeom>
            <a:avLst/>
            <a:gdLst/>
            <a:ahLst/>
            <a:cxnLst/>
            <a:rect l="l" t="t" r="r" b="b"/>
            <a:pathLst>
              <a:path w="7269" h="2639" extrusionOk="0">
                <a:moveTo>
                  <a:pt x="3113" y="1"/>
                </a:moveTo>
                <a:cubicBezTo>
                  <a:pt x="2305" y="1"/>
                  <a:pt x="1615" y="497"/>
                  <a:pt x="1334" y="1192"/>
                </a:cubicBezTo>
                <a:cubicBezTo>
                  <a:pt x="1283" y="1185"/>
                  <a:pt x="1238" y="1185"/>
                  <a:pt x="1187" y="1185"/>
                </a:cubicBezTo>
                <a:cubicBezTo>
                  <a:pt x="534" y="1185"/>
                  <a:pt x="1" y="1712"/>
                  <a:pt x="1" y="2371"/>
                </a:cubicBezTo>
                <a:cubicBezTo>
                  <a:pt x="1" y="2460"/>
                  <a:pt x="15" y="2549"/>
                  <a:pt x="38" y="2638"/>
                </a:cubicBezTo>
                <a:lnTo>
                  <a:pt x="5876" y="2638"/>
                </a:lnTo>
                <a:cubicBezTo>
                  <a:pt x="5891" y="2624"/>
                  <a:pt x="5907" y="2615"/>
                  <a:pt x="5921" y="2601"/>
                </a:cubicBezTo>
                <a:cubicBezTo>
                  <a:pt x="5921" y="2615"/>
                  <a:pt x="5928" y="2624"/>
                  <a:pt x="5935" y="2638"/>
                </a:cubicBezTo>
                <a:lnTo>
                  <a:pt x="7217" y="2638"/>
                </a:lnTo>
                <a:cubicBezTo>
                  <a:pt x="7248" y="2556"/>
                  <a:pt x="7269" y="2467"/>
                  <a:pt x="7269" y="2371"/>
                </a:cubicBezTo>
                <a:cubicBezTo>
                  <a:pt x="7269" y="1986"/>
                  <a:pt x="6958" y="1674"/>
                  <a:pt x="6573" y="1674"/>
                </a:cubicBezTo>
                <a:cubicBezTo>
                  <a:pt x="6440" y="1674"/>
                  <a:pt x="6314" y="1712"/>
                  <a:pt x="6202" y="1779"/>
                </a:cubicBezTo>
                <a:cubicBezTo>
                  <a:pt x="6136" y="1335"/>
                  <a:pt x="5750" y="993"/>
                  <a:pt x="5291" y="993"/>
                </a:cubicBezTo>
                <a:cubicBezTo>
                  <a:pt x="5128" y="993"/>
                  <a:pt x="4980" y="1038"/>
                  <a:pt x="4854" y="1103"/>
                </a:cubicBezTo>
                <a:cubicBezTo>
                  <a:pt x="4543" y="453"/>
                  <a:pt x="3883" y="1"/>
                  <a:pt x="3113" y="1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" name="Google Shape;250;p6"/>
          <p:cNvGrpSpPr/>
          <p:nvPr/>
        </p:nvGrpSpPr>
        <p:grpSpPr>
          <a:xfrm>
            <a:off x="179830" y="4138690"/>
            <a:ext cx="533390" cy="795972"/>
            <a:chOff x="5752054" y="2896539"/>
            <a:chExt cx="727086" cy="1085021"/>
          </a:xfrm>
        </p:grpSpPr>
        <p:sp>
          <p:nvSpPr>
            <p:cNvPr id="251" name="Google Shape;251;p6"/>
            <p:cNvSpPr/>
            <p:nvPr/>
          </p:nvSpPr>
          <p:spPr>
            <a:xfrm>
              <a:off x="5955656" y="3243358"/>
              <a:ext cx="312937" cy="738203"/>
            </a:xfrm>
            <a:custGeom>
              <a:avLst/>
              <a:gdLst/>
              <a:ahLst/>
              <a:cxnLst/>
              <a:rect l="l" t="t" r="r" b="b"/>
              <a:pathLst>
                <a:path w="2928" h="6907" extrusionOk="0">
                  <a:moveTo>
                    <a:pt x="644" y="1"/>
                  </a:moveTo>
                  <a:lnTo>
                    <a:pt x="0" y="6906"/>
                  </a:lnTo>
                  <a:lnTo>
                    <a:pt x="2927" y="6906"/>
                  </a:lnTo>
                  <a:lnTo>
                    <a:pt x="2282" y="1"/>
                  </a:ln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6"/>
            <p:cNvSpPr/>
            <p:nvPr/>
          </p:nvSpPr>
          <p:spPr>
            <a:xfrm>
              <a:off x="6199442" y="3243358"/>
              <a:ext cx="76204" cy="738203"/>
            </a:xfrm>
            <a:custGeom>
              <a:avLst/>
              <a:gdLst/>
              <a:ahLst/>
              <a:cxnLst/>
              <a:rect l="l" t="t" r="r" b="b"/>
              <a:pathLst>
                <a:path w="713" h="6907" extrusionOk="0">
                  <a:moveTo>
                    <a:pt x="1" y="1"/>
                  </a:moveTo>
                  <a:lnTo>
                    <a:pt x="646" y="6906"/>
                  </a:lnTo>
                  <a:lnTo>
                    <a:pt x="712" y="6906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674F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6109238" y="3243358"/>
              <a:ext cx="159354" cy="738203"/>
            </a:xfrm>
            <a:custGeom>
              <a:avLst/>
              <a:gdLst/>
              <a:ahLst/>
              <a:cxnLst/>
              <a:rect l="l" t="t" r="r" b="b"/>
              <a:pathLst>
                <a:path w="1491" h="6907" extrusionOk="0">
                  <a:moveTo>
                    <a:pt x="82" y="1"/>
                  </a:moveTo>
                  <a:lnTo>
                    <a:pt x="0" y="6906"/>
                  </a:lnTo>
                  <a:lnTo>
                    <a:pt x="1490" y="6906"/>
                  </a:lnTo>
                  <a:lnTo>
                    <a:pt x="845" y="1"/>
                  </a:lnTo>
                  <a:close/>
                </a:path>
              </a:pathLst>
            </a:custGeom>
            <a:solidFill>
              <a:srgbClr val="AA66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6"/>
            <p:cNvSpPr/>
            <p:nvPr/>
          </p:nvSpPr>
          <p:spPr>
            <a:xfrm>
              <a:off x="6090962" y="3513331"/>
              <a:ext cx="49271" cy="49271"/>
            </a:xfrm>
            <a:custGeom>
              <a:avLst/>
              <a:gdLst/>
              <a:ahLst/>
              <a:cxnLst/>
              <a:rect l="l" t="t" r="r" b="b"/>
              <a:pathLst>
                <a:path w="461" h="461" extrusionOk="0">
                  <a:moveTo>
                    <a:pt x="0" y="0"/>
                  </a:moveTo>
                  <a:lnTo>
                    <a:pt x="0" y="461"/>
                  </a:lnTo>
                  <a:lnTo>
                    <a:pt x="461" y="461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6"/>
            <p:cNvSpPr/>
            <p:nvPr/>
          </p:nvSpPr>
          <p:spPr>
            <a:xfrm>
              <a:off x="6087114" y="3508522"/>
              <a:ext cx="57928" cy="58034"/>
            </a:xfrm>
            <a:custGeom>
              <a:avLst/>
              <a:gdLst/>
              <a:ahLst/>
              <a:cxnLst/>
              <a:rect l="l" t="t" r="r" b="b"/>
              <a:pathLst>
                <a:path w="542" h="543" extrusionOk="0">
                  <a:moveTo>
                    <a:pt x="460" y="82"/>
                  </a:moveTo>
                  <a:lnTo>
                    <a:pt x="460" y="468"/>
                  </a:lnTo>
                  <a:lnTo>
                    <a:pt x="74" y="468"/>
                  </a:lnTo>
                  <a:lnTo>
                    <a:pt x="74" y="82"/>
                  </a:lnTo>
                  <a:close/>
                  <a:moveTo>
                    <a:pt x="1" y="1"/>
                  </a:moveTo>
                  <a:lnTo>
                    <a:pt x="1" y="543"/>
                  </a:lnTo>
                  <a:lnTo>
                    <a:pt x="541" y="543"/>
                  </a:lnTo>
                  <a:lnTo>
                    <a:pt x="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6"/>
            <p:cNvSpPr/>
            <p:nvPr/>
          </p:nvSpPr>
          <p:spPr>
            <a:xfrm>
              <a:off x="6090962" y="3634531"/>
              <a:ext cx="49271" cy="49164"/>
            </a:xfrm>
            <a:custGeom>
              <a:avLst/>
              <a:gdLst/>
              <a:ahLst/>
              <a:cxnLst/>
              <a:rect l="l" t="t" r="r" b="b"/>
              <a:pathLst>
                <a:path w="461" h="460" extrusionOk="0">
                  <a:moveTo>
                    <a:pt x="0" y="1"/>
                  </a:moveTo>
                  <a:lnTo>
                    <a:pt x="0" y="459"/>
                  </a:lnTo>
                  <a:lnTo>
                    <a:pt x="461" y="459"/>
                  </a:lnTo>
                  <a:lnTo>
                    <a:pt x="46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6"/>
            <p:cNvSpPr/>
            <p:nvPr/>
          </p:nvSpPr>
          <p:spPr>
            <a:xfrm>
              <a:off x="6087114" y="3630576"/>
              <a:ext cx="57928" cy="57821"/>
            </a:xfrm>
            <a:custGeom>
              <a:avLst/>
              <a:gdLst/>
              <a:ahLst/>
              <a:cxnLst/>
              <a:rect l="l" t="t" r="r" b="b"/>
              <a:pathLst>
                <a:path w="542" h="541" extrusionOk="0">
                  <a:moveTo>
                    <a:pt x="460" y="75"/>
                  </a:moveTo>
                  <a:lnTo>
                    <a:pt x="460" y="459"/>
                  </a:lnTo>
                  <a:lnTo>
                    <a:pt x="74" y="459"/>
                  </a:lnTo>
                  <a:lnTo>
                    <a:pt x="74" y="75"/>
                  </a:lnTo>
                  <a:close/>
                  <a:moveTo>
                    <a:pt x="1" y="0"/>
                  </a:moveTo>
                  <a:lnTo>
                    <a:pt x="1" y="541"/>
                  </a:lnTo>
                  <a:lnTo>
                    <a:pt x="541" y="541"/>
                  </a:lnTo>
                  <a:lnTo>
                    <a:pt x="5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6"/>
            <p:cNvSpPr/>
            <p:nvPr/>
          </p:nvSpPr>
          <p:spPr>
            <a:xfrm>
              <a:off x="6090962" y="3755623"/>
              <a:ext cx="49271" cy="50126"/>
            </a:xfrm>
            <a:custGeom>
              <a:avLst/>
              <a:gdLst/>
              <a:ahLst/>
              <a:cxnLst/>
              <a:rect l="l" t="t" r="r" b="b"/>
              <a:pathLst>
                <a:path w="461" h="469" extrusionOk="0">
                  <a:moveTo>
                    <a:pt x="0" y="0"/>
                  </a:moveTo>
                  <a:lnTo>
                    <a:pt x="0" y="468"/>
                  </a:lnTo>
                  <a:lnTo>
                    <a:pt x="461" y="468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6"/>
            <p:cNvSpPr/>
            <p:nvPr/>
          </p:nvSpPr>
          <p:spPr>
            <a:xfrm>
              <a:off x="6087114" y="3751776"/>
              <a:ext cx="57928" cy="57928"/>
            </a:xfrm>
            <a:custGeom>
              <a:avLst/>
              <a:gdLst/>
              <a:ahLst/>
              <a:cxnLst/>
              <a:rect l="l" t="t" r="r" b="b"/>
              <a:pathLst>
                <a:path w="542" h="542" extrusionOk="0">
                  <a:moveTo>
                    <a:pt x="460" y="74"/>
                  </a:moveTo>
                  <a:lnTo>
                    <a:pt x="460" y="460"/>
                  </a:lnTo>
                  <a:lnTo>
                    <a:pt x="74" y="460"/>
                  </a:lnTo>
                  <a:lnTo>
                    <a:pt x="74" y="74"/>
                  </a:lnTo>
                  <a:close/>
                  <a:moveTo>
                    <a:pt x="1" y="1"/>
                  </a:moveTo>
                  <a:lnTo>
                    <a:pt x="1" y="541"/>
                  </a:lnTo>
                  <a:lnTo>
                    <a:pt x="541" y="541"/>
                  </a:lnTo>
                  <a:lnTo>
                    <a:pt x="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6"/>
            <p:cNvSpPr/>
            <p:nvPr/>
          </p:nvSpPr>
          <p:spPr>
            <a:xfrm>
              <a:off x="6090962" y="3876930"/>
              <a:ext cx="49271" cy="49805"/>
            </a:xfrm>
            <a:custGeom>
              <a:avLst/>
              <a:gdLst/>
              <a:ahLst/>
              <a:cxnLst/>
              <a:rect l="l" t="t" r="r" b="b"/>
              <a:pathLst>
                <a:path w="461" h="466" extrusionOk="0">
                  <a:moveTo>
                    <a:pt x="0" y="0"/>
                  </a:moveTo>
                  <a:lnTo>
                    <a:pt x="0" y="466"/>
                  </a:lnTo>
                  <a:lnTo>
                    <a:pt x="461" y="466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6"/>
            <p:cNvSpPr/>
            <p:nvPr/>
          </p:nvSpPr>
          <p:spPr>
            <a:xfrm>
              <a:off x="6087114" y="3872868"/>
              <a:ext cx="57928" cy="57928"/>
            </a:xfrm>
            <a:custGeom>
              <a:avLst/>
              <a:gdLst/>
              <a:ahLst/>
              <a:cxnLst/>
              <a:rect l="l" t="t" r="r" b="b"/>
              <a:pathLst>
                <a:path w="542" h="542" extrusionOk="0">
                  <a:moveTo>
                    <a:pt x="460" y="82"/>
                  </a:moveTo>
                  <a:lnTo>
                    <a:pt x="460" y="468"/>
                  </a:lnTo>
                  <a:lnTo>
                    <a:pt x="74" y="468"/>
                  </a:lnTo>
                  <a:lnTo>
                    <a:pt x="74" y="82"/>
                  </a:lnTo>
                  <a:close/>
                  <a:moveTo>
                    <a:pt x="1" y="1"/>
                  </a:moveTo>
                  <a:lnTo>
                    <a:pt x="1" y="541"/>
                  </a:lnTo>
                  <a:lnTo>
                    <a:pt x="541" y="541"/>
                  </a:lnTo>
                  <a:lnTo>
                    <a:pt x="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6"/>
            <p:cNvSpPr/>
            <p:nvPr/>
          </p:nvSpPr>
          <p:spPr>
            <a:xfrm>
              <a:off x="6090962" y="3391491"/>
              <a:ext cx="49271" cy="49805"/>
            </a:xfrm>
            <a:custGeom>
              <a:avLst/>
              <a:gdLst/>
              <a:ahLst/>
              <a:cxnLst/>
              <a:rect l="l" t="t" r="r" b="b"/>
              <a:pathLst>
                <a:path w="461" h="466" extrusionOk="0">
                  <a:moveTo>
                    <a:pt x="0" y="0"/>
                  </a:moveTo>
                  <a:lnTo>
                    <a:pt x="0" y="466"/>
                  </a:lnTo>
                  <a:lnTo>
                    <a:pt x="461" y="466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6"/>
            <p:cNvSpPr/>
            <p:nvPr/>
          </p:nvSpPr>
          <p:spPr>
            <a:xfrm>
              <a:off x="6087114" y="3387429"/>
              <a:ext cx="57928" cy="57928"/>
            </a:xfrm>
            <a:custGeom>
              <a:avLst/>
              <a:gdLst/>
              <a:ahLst/>
              <a:cxnLst/>
              <a:rect l="l" t="t" r="r" b="b"/>
              <a:pathLst>
                <a:path w="542" h="542" extrusionOk="0">
                  <a:moveTo>
                    <a:pt x="460" y="83"/>
                  </a:moveTo>
                  <a:lnTo>
                    <a:pt x="460" y="467"/>
                  </a:lnTo>
                  <a:lnTo>
                    <a:pt x="74" y="467"/>
                  </a:lnTo>
                  <a:lnTo>
                    <a:pt x="74" y="83"/>
                  </a:lnTo>
                  <a:close/>
                  <a:moveTo>
                    <a:pt x="1" y="1"/>
                  </a:moveTo>
                  <a:lnTo>
                    <a:pt x="1" y="541"/>
                  </a:lnTo>
                  <a:lnTo>
                    <a:pt x="541" y="541"/>
                  </a:lnTo>
                  <a:lnTo>
                    <a:pt x="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6"/>
            <p:cNvSpPr/>
            <p:nvPr/>
          </p:nvSpPr>
          <p:spPr>
            <a:xfrm>
              <a:off x="6057723" y="3202103"/>
              <a:ext cx="118848" cy="118955"/>
            </a:xfrm>
            <a:custGeom>
              <a:avLst/>
              <a:gdLst/>
              <a:ahLst/>
              <a:cxnLst/>
              <a:rect l="l" t="t" r="r" b="b"/>
              <a:pathLst>
                <a:path w="1112" h="1113" extrusionOk="0">
                  <a:moveTo>
                    <a:pt x="53" y="1"/>
                  </a:moveTo>
                  <a:lnTo>
                    <a:pt x="0" y="52"/>
                  </a:lnTo>
                  <a:lnTo>
                    <a:pt x="1053" y="1112"/>
                  </a:lnTo>
                  <a:lnTo>
                    <a:pt x="1112" y="1054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6"/>
            <p:cNvSpPr/>
            <p:nvPr/>
          </p:nvSpPr>
          <p:spPr>
            <a:xfrm>
              <a:off x="5886613" y="3031098"/>
              <a:ext cx="111153" cy="111687"/>
            </a:xfrm>
            <a:custGeom>
              <a:avLst/>
              <a:gdLst/>
              <a:ahLst/>
              <a:cxnLst/>
              <a:rect l="l" t="t" r="r" b="b"/>
              <a:pathLst>
                <a:path w="1040" h="1045" extrusionOk="0">
                  <a:moveTo>
                    <a:pt x="972" y="0"/>
                  </a:moveTo>
                  <a:lnTo>
                    <a:pt x="454" y="511"/>
                  </a:lnTo>
                  <a:lnTo>
                    <a:pt x="461" y="520"/>
                  </a:lnTo>
                  <a:lnTo>
                    <a:pt x="1" y="978"/>
                  </a:lnTo>
                  <a:lnTo>
                    <a:pt x="68" y="1044"/>
                  </a:lnTo>
                  <a:lnTo>
                    <a:pt x="587" y="527"/>
                  </a:lnTo>
                  <a:lnTo>
                    <a:pt x="579" y="527"/>
                  </a:lnTo>
                  <a:lnTo>
                    <a:pt x="1039" y="66"/>
                  </a:lnTo>
                  <a:lnTo>
                    <a:pt x="972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6"/>
            <p:cNvSpPr/>
            <p:nvPr/>
          </p:nvSpPr>
          <p:spPr>
            <a:xfrm>
              <a:off x="6012621" y="3120555"/>
              <a:ext cx="87960" cy="87212"/>
            </a:xfrm>
            <a:custGeom>
              <a:avLst/>
              <a:gdLst/>
              <a:ahLst/>
              <a:cxnLst/>
              <a:rect l="l" t="t" r="r" b="b"/>
              <a:pathLst>
                <a:path w="823" h="816" extrusionOk="0">
                  <a:moveTo>
                    <a:pt x="401" y="111"/>
                  </a:moveTo>
                  <a:lnTo>
                    <a:pt x="712" y="415"/>
                  </a:lnTo>
                  <a:lnTo>
                    <a:pt x="422" y="705"/>
                  </a:lnTo>
                  <a:lnTo>
                    <a:pt x="111" y="401"/>
                  </a:lnTo>
                  <a:lnTo>
                    <a:pt x="401" y="111"/>
                  </a:lnTo>
                  <a:close/>
                  <a:moveTo>
                    <a:pt x="401" y="1"/>
                  </a:moveTo>
                  <a:lnTo>
                    <a:pt x="1" y="401"/>
                  </a:lnTo>
                  <a:lnTo>
                    <a:pt x="422" y="815"/>
                  </a:lnTo>
                  <a:lnTo>
                    <a:pt x="822" y="415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6"/>
            <p:cNvSpPr/>
            <p:nvPr/>
          </p:nvSpPr>
          <p:spPr>
            <a:xfrm>
              <a:off x="5975428" y="3076094"/>
              <a:ext cx="85609" cy="92877"/>
            </a:xfrm>
            <a:custGeom>
              <a:avLst/>
              <a:gdLst/>
              <a:ahLst/>
              <a:cxnLst/>
              <a:rect l="l" t="t" r="r" b="b"/>
              <a:pathLst>
                <a:path w="801" h="869" extrusionOk="0">
                  <a:moveTo>
                    <a:pt x="452" y="127"/>
                  </a:moveTo>
                  <a:lnTo>
                    <a:pt x="697" y="468"/>
                  </a:lnTo>
                  <a:lnTo>
                    <a:pt x="407" y="757"/>
                  </a:lnTo>
                  <a:lnTo>
                    <a:pt x="112" y="461"/>
                  </a:lnTo>
                  <a:lnTo>
                    <a:pt x="452" y="127"/>
                  </a:lnTo>
                  <a:close/>
                  <a:moveTo>
                    <a:pt x="459" y="1"/>
                  </a:moveTo>
                  <a:lnTo>
                    <a:pt x="0" y="461"/>
                  </a:lnTo>
                  <a:lnTo>
                    <a:pt x="407" y="869"/>
                  </a:lnTo>
                  <a:lnTo>
                    <a:pt x="800" y="476"/>
                  </a:lnTo>
                  <a:lnTo>
                    <a:pt x="459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6"/>
            <p:cNvSpPr/>
            <p:nvPr/>
          </p:nvSpPr>
          <p:spPr>
            <a:xfrm>
              <a:off x="5936631" y="3031098"/>
              <a:ext cx="91915" cy="99075"/>
            </a:xfrm>
            <a:custGeom>
              <a:avLst/>
              <a:gdLst/>
              <a:ahLst/>
              <a:cxnLst/>
              <a:rect l="l" t="t" r="r" b="b"/>
              <a:pathLst>
                <a:path w="860" h="927" extrusionOk="0">
                  <a:moveTo>
                    <a:pt x="511" y="127"/>
                  </a:moveTo>
                  <a:lnTo>
                    <a:pt x="756" y="466"/>
                  </a:lnTo>
                  <a:lnTo>
                    <a:pt x="407" y="815"/>
                  </a:lnTo>
                  <a:lnTo>
                    <a:pt x="111" y="527"/>
                  </a:lnTo>
                  <a:lnTo>
                    <a:pt x="511" y="127"/>
                  </a:lnTo>
                  <a:close/>
                  <a:moveTo>
                    <a:pt x="520" y="0"/>
                  </a:moveTo>
                  <a:lnTo>
                    <a:pt x="0" y="527"/>
                  </a:lnTo>
                  <a:lnTo>
                    <a:pt x="407" y="927"/>
                  </a:lnTo>
                  <a:lnTo>
                    <a:pt x="859" y="475"/>
                  </a:lnTo>
                  <a:lnTo>
                    <a:pt x="520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6"/>
            <p:cNvSpPr/>
            <p:nvPr/>
          </p:nvSpPr>
          <p:spPr>
            <a:xfrm>
              <a:off x="5973825" y="3075346"/>
              <a:ext cx="56431" cy="56431"/>
            </a:xfrm>
            <a:custGeom>
              <a:avLst/>
              <a:gdLst/>
              <a:ahLst/>
              <a:cxnLst/>
              <a:rect l="l" t="t" r="r" b="b"/>
              <a:pathLst>
                <a:path w="528" h="528" extrusionOk="0">
                  <a:moveTo>
                    <a:pt x="460" y="1"/>
                  </a:moveTo>
                  <a:lnTo>
                    <a:pt x="1" y="461"/>
                  </a:lnTo>
                  <a:lnTo>
                    <a:pt x="67" y="527"/>
                  </a:lnTo>
                  <a:lnTo>
                    <a:pt x="527" y="68"/>
                  </a:lnTo>
                  <a:lnTo>
                    <a:pt x="460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6"/>
            <p:cNvSpPr/>
            <p:nvPr/>
          </p:nvSpPr>
          <p:spPr>
            <a:xfrm>
              <a:off x="5896125" y="2985034"/>
              <a:ext cx="99930" cy="107198"/>
            </a:xfrm>
            <a:custGeom>
              <a:avLst/>
              <a:gdLst/>
              <a:ahLst/>
              <a:cxnLst/>
              <a:rect l="l" t="t" r="r" b="b"/>
              <a:pathLst>
                <a:path w="935" h="1003" extrusionOk="0">
                  <a:moveTo>
                    <a:pt x="571" y="127"/>
                  </a:moveTo>
                  <a:lnTo>
                    <a:pt x="831" y="483"/>
                  </a:lnTo>
                  <a:lnTo>
                    <a:pt x="424" y="883"/>
                  </a:lnTo>
                  <a:lnTo>
                    <a:pt x="112" y="579"/>
                  </a:lnTo>
                  <a:lnTo>
                    <a:pt x="571" y="127"/>
                  </a:lnTo>
                  <a:close/>
                  <a:moveTo>
                    <a:pt x="578" y="1"/>
                  </a:moveTo>
                  <a:lnTo>
                    <a:pt x="0" y="579"/>
                  </a:lnTo>
                  <a:lnTo>
                    <a:pt x="424" y="1002"/>
                  </a:lnTo>
                  <a:lnTo>
                    <a:pt x="934" y="49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6"/>
            <p:cNvSpPr/>
            <p:nvPr/>
          </p:nvSpPr>
          <p:spPr>
            <a:xfrm>
              <a:off x="5859039" y="2941535"/>
              <a:ext cx="103671" cy="111901"/>
            </a:xfrm>
            <a:custGeom>
              <a:avLst/>
              <a:gdLst/>
              <a:ahLst/>
              <a:cxnLst/>
              <a:rect l="l" t="t" r="r" b="b"/>
              <a:pathLst>
                <a:path w="970" h="1047" extrusionOk="0">
                  <a:moveTo>
                    <a:pt x="623" y="127"/>
                  </a:moveTo>
                  <a:lnTo>
                    <a:pt x="867" y="468"/>
                  </a:lnTo>
                  <a:lnTo>
                    <a:pt x="408" y="927"/>
                  </a:lnTo>
                  <a:lnTo>
                    <a:pt x="111" y="637"/>
                  </a:lnTo>
                  <a:lnTo>
                    <a:pt x="623" y="127"/>
                  </a:lnTo>
                  <a:close/>
                  <a:moveTo>
                    <a:pt x="630" y="1"/>
                  </a:moveTo>
                  <a:lnTo>
                    <a:pt x="1" y="637"/>
                  </a:lnTo>
                  <a:lnTo>
                    <a:pt x="408" y="1046"/>
                  </a:lnTo>
                  <a:lnTo>
                    <a:pt x="970" y="475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6"/>
            <p:cNvSpPr/>
            <p:nvPr/>
          </p:nvSpPr>
          <p:spPr>
            <a:xfrm>
              <a:off x="5820135" y="2896539"/>
              <a:ext cx="110298" cy="117886"/>
            </a:xfrm>
            <a:custGeom>
              <a:avLst/>
              <a:gdLst/>
              <a:ahLst/>
              <a:cxnLst/>
              <a:rect l="l" t="t" r="r" b="b"/>
              <a:pathLst>
                <a:path w="1032" h="1103" extrusionOk="0">
                  <a:moveTo>
                    <a:pt x="683" y="125"/>
                  </a:moveTo>
                  <a:lnTo>
                    <a:pt x="927" y="466"/>
                  </a:lnTo>
                  <a:lnTo>
                    <a:pt x="409" y="985"/>
                  </a:lnTo>
                  <a:lnTo>
                    <a:pt x="112" y="696"/>
                  </a:lnTo>
                  <a:lnTo>
                    <a:pt x="683" y="125"/>
                  </a:lnTo>
                  <a:close/>
                  <a:moveTo>
                    <a:pt x="690" y="0"/>
                  </a:moveTo>
                  <a:lnTo>
                    <a:pt x="0" y="696"/>
                  </a:lnTo>
                  <a:lnTo>
                    <a:pt x="409" y="1103"/>
                  </a:lnTo>
                  <a:lnTo>
                    <a:pt x="1032" y="473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6"/>
            <p:cNvSpPr/>
            <p:nvPr/>
          </p:nvSpPr>
          <p:spPr>
            <a:xfrm>
              <a:off x="5857329" y="2940787"/>
              <a:ext cx="74600" cy="74600"/>
            </a:xfrm>
            <a:custGeom>
              <a:avLst/>
              <a:gdLst/>
              <a:ahLst/>
              <a:cxnLst/>
              <a:rect l="l" t="t" r="r" b="b"/>
              <a:pathLst>
                <a:path w="698" h="698" extrusionOk="0">
                  <a:moveTo>
                    <a:pt x="630" y="1"/>
                  </a:moveTo>
                  <a:lnTo>
                    <a:pt x="1" y="630"/>
                  </a:lnTo>
                  <a:lnTo>
                    <a:pt x="75" y="698"/>
                  </a:lnTo>
                  <a:lnTo>
                    <a:pt x="698" y="66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6"/>
            <p:cNvSpPr/>
            <p:nvPr/>
          </p:nvSpPr>
          <p:spPr>
            <a:xfrm>
              <a:off x="5976924" y="3157856"/>
              <a:ext cx="87319" cy="87960"/>
            </a:xfrm>
            <a:custGeom>
              <a:avLst/>
              <a:gdLst/>
              <a:ahLst/>
              <a:cxnLst/>
              <a:rect l="l" t="t" r="r" b="b"/>
              <a:pathLst>
                <a:path w="817" h="823" extrusionOk="0">
                  <a:moveTo>
                    <a:pt x="400" y="111"/>
                  </a:moveTo>
                  <a:lnTo>
                    <a:pt x="704" y="422"/>
                  </a:lnTo>
                  <a:lnTo>
                    <a:pt x="416" y="703"/>
                  </a:lnTo>
                  <a:lnTo>
                    <a:pt x="112" y="401"/>
                  </a:lnTo>
                  <a:lnTo>
                    <a:pt x="400" y="111"/>
                  </a:lnTo>
                  <a:close/>
                  <a:moveTo>
                    <a:pt x="400" y="0"/>
                  </a:moveTo>
                  <a:lnTo>
                    <a:pt x="0" y="401"/>
                  </a:lnTo>
                  <a:lnTo>
                    <a:pt x="416" y="822"/>
                  </a:lnTo>
                  <a:lnTo>
                    <a:pt x="817" y="422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5932570" y="3120555"/>
              <a:ext cx="92877" cy="85716"/>
            </a:xfrm>
            <a:custGeom>
              <a:avLst/>
              <a:gdLst/>
              <a:ahLst/>
              <a:cxnLst/>
              <a:rect l="l" t="t" r="r" b="b"/>
              <a:pathLst>
                <a:path w="869" h="802" extrusionOk="0">
                  <a:moveTo>
                    <a:pt x="460" y="111"/>
                  </a:moveTo>
                  <a:lnTo>
                    <a:pt x="757" y="408"/>
                  </a:lnTo>
                  <a:lnTo>
                    <a:pt x="469" y="696"/>
                  </a:lnTo>
                  <a:lnTo>
                    <a:pt x="120" y="453"/>
                  </a:lnTo>
                  <a:lnTo>
                    <a:pt x="460" y="111"/>
                  </a:lnTo>
                  <a:close/>
                  <a:moveTo>
                    <a:pt x="460" y="1"/>
                  </a:moveTo>
                  <a:lnTo>
                    <a:pt x="1" y="460"/>
                  </a:lnTo>
                  <a:lnTo>
                    <a:pt x="476" y="801"/>
                  </a:lnTo>
                  <a:lnTo>
                    <a:pt x="869" y="408"/>
                  </a:lnTo>
                  <a:lnTo>
                    <a:pt x="460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6"/>
            <p:cNvSpPr/>
            <p:nvPr/>
          </p:nvSpPr>
          <p:spPr>
            <a:xfrm>
              <a:off x="5887575" y="3081865"/>
              <a:ext cx="98969" cy="91915"/>
            </a:xfrm>
            <a:custGeom>
              <a:avLst/>
              <a:gdLst/>
              <a:ahLst/>
              <a:cxnLst/>
              <a:rect l="l" t="t" r="r" b="b"/>
              <a:pathLst>
                <a:path w="926" h="860" extrusionOk="0">
                  <a:moveTo>
                    <a:pt x="518" y="110"/>
                  </a:moveTo>
                  <a:lnTo>
                    <a:pt x="815" y="407"/>
                  </a:lnTo>
                  <a:lnTo>
                    <a:pt x="466" y="756"/>
                  </a:lnTo>
                  <a:lnTo>
                    <a:pt x="125" y="503"/>
                  </a:lnTo>
                  <a:lnTo>
                    <a:pt x="518" y="110"/>
                  </a:lnTo>
                  <a:close/>
                  <a:moveTo>
                    <a:pt x="518" y="0"/>
                  </a:moveTo>
                  <a:lnTo>
                    <a:pt x="0" y="518"/>
                  </a:lnTo>
                  <a:lnTo>
                    <a:pt x="473" y="859"/>
                  </a:lnTo>
                  <a:lnTo>
                    <a:pt x="925" y="407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6"/>
            <p:cNvSpPr/>
            <p:nvPr/>
          </p:nvSpPr>
          <p:spPr>
            <a:xfrm>
              <a:off x="5931822" y="3118845"/>
              <a:ext cx="56431" cy="56431"/>
            </a:xfrm>
            <a:custGeom>
              <a:avLst/>
              <a:gdLst/>
              <a:ahLst/>
              <a:cxnLst/>
              <a:rect l="l" t="t" r="r" b="b"/>
              <a:pathLst>
                <a:path w="528" h="528" extrusionOk="0">
                  <a:moveTo>
                    <a:pt x="460" y="1"/>
                  </a:moveTo>
                  <a:lnTo>
                    <a:pt x="1" y="461"/>
                  </a:lnTo>
                  <a:lnTo>
                    <a:pt x="67" y="527"/>
                  </a:lnTo>
                  <a:lnTo>
                    <a:pt x="527" y="68"/>
                  </a:lnTo>
                  <a:lnTo>
                    <a:pt x="460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5841618" y="3041359"/>
              <a:ext cx="106129" cy="99824"/>
            </a:xfrm>
            <a:custGeom>
              <a:avLst/>
              <a:gdLst/>
              <a:ahLst/>
              <a:cxnLst/>
              <a:rect l="l" t="t" r="r" b="b"/>
              <a:pathLst>
                <a:path w="993" h="934" extrusionOk="0">
                  <a:moveTo>
                    <a:pt x="578" y="112"/>
                  </a:moveTo>
                  <a:lnTo>
                    <a:pt x="882" y="424"/>
                  </a:lnTo>
                  <a:lnTo>
                    <a:pt x="475" y="831"/>
                  </a:lnTo>
                  <a:lnTo>
                    <a:pt x="119" y="571"/>
                  </a:lnTo>
                  <a:lnTo>
                    <a:pt x="578" y="112"/>
                  </a:lnTo>
                  <a:close/>
                  <a:moveTo>
                    <a:pt x="578" y="0"/>
                  </a:moveTo>
                  <a:lnTo>
                    <a:pt x="0" y="578"/>
                  </a:lnTo>
                  <a:lnTo>
                    <a:pt x="482" y="934"/>
                  </a:lnTo>
                  <a:lnTo>
                    <a:pt x="992" y="424"/>
                  </a:lnTo>
                  <a:lnTo>
                    <a:pt x="578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5798012" y="3004058"/>
              <a:ext cx="110939" cy="103885"/>
            </a:xfrm>
            <a:custGeom>
              <a:avLst/>
              <a:gdLst/>
              <a:ahLst/>
              <a:cxnLst/>
              <a:rect l="l" t="t" r="r" b="b"/>
              <a:pathLst>
                <a:path w="1038" h="972" extrusionOk="0">
                  <a:moveTo>
                    <a:pt x="630" y="113"/>
                  </a:moveTo>
                  <a:lnTo>
                    <a:pt x="927" y="408"/>
                  </a:lnTo>
                  <a:lnTo>
                    <a:pt x="467" y="869"/>
                  </a:lnTo>
                  <a:lnTo>
                    <a:pt x="118" y="623"/>
                  </a:lnTo>
                  <a:lnTo>
                    <a:pt x="630" y="113"/>
                  </a:lnTo>
                  <a:close/>
                  <a:moveTo>
                    <a:pt x="630" y="1"/>
                  </a:moveTo>
                  <a:lnTo>
                    <a:pt x="1" y="630"/>
                  </a:lnTo>
                  <a:lnTo>
                    <a:pt x="474" y="972"/>
                  </a:lnTo>
                  <a:lnTo>
                    <a:pt x="1038" y="408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5752803" y="2965262"/>
              <a:ext cx="117351" cy="110191"/>
            </a:xfrm>
            <a:custGeom>
              <a:avLst/>
              <a:gdLst/>
              <a:ahLst/>
              <a:cxnLst/>
              <a:rect l="l" t="t" r="r" b="b"/>
              <a:pathLst>
                <a:path w="1098" h="1031" extrusionOk="0">
                  <a:moveTo>
                    <a:pt x="691" y="113"/>
                  </a:moveTo>
                  <a:lnTo>
                    <a:pt x="986" y="408"/>
                  </a:lnTo>
                  <a:lnTo>
                    <a:pt x="468" y="928"/>
                  </a:lnTo>
                  <a:lnTo>
                    <a:pt x="127" y="682"/>
                  </a:lnTo>
                  <a:lnTo>
                    <a:pt x="691" y="113"/>
                  </a:lnTo>
                  <a:close/>
                  <a:moveTo>
                    <a:pt x="691" y="1"/>
                  </a:moveTo>
                  <a:lnTo>
                    <a:pt x="1" y="691"/>
                  </a:lnTo>
                  <a:lnTo>
                    <a:pt x="475" y="1031"/>
                  </a:lnTo>
                  <a:lnTo>
                    <a:pt x="1098" y="408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6"/>
            <p:cNvSpPr/>
            <p:nvPr/>
          </p:nvSpPr>
          <p:spPr>
            <a:xfrm>
              <a:off x="5797264" y="3002562"/>
              <a:ext cx="74494" cy="74600"/>
            </a:xfrm>
            <a:custGeom>
              <a:avLst/>
              <a:gdLst/>
              <a:ahLst/>
              <a:cxnLst/>
              <a:rect l="l" t="t" r="r" b="b"/>
              <a:pathLst>
                <a:path w="697" h="698" extrusionOk="0">
                  <a:moveTo>
                    <a:pt x="630" y="1"/>
                  </a:moveTo>
                  <a:lnTo>
                    <a:pt x="1" y="630"/>
                  </a:lnTo>
                  <a:lnTo>
                    <a:pt x="67" y="698"/>
                  </a:lnTo>
                  <a:lnTo>
                    <a:pt x="696" y="66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6"/>
            <p:cNvSpPr/>
            <p:nvPr/>
          </p:nvSpPr>
          <p:spPr>
            <a:xfrm>
              <a:off x="6234391" y="3377917"/>
              <a:ext cx="110191" cy="111687"/>
            </a:xfrm>
            <a:custGeom>
              <a:avLst/>
              <a:gdLst/>
              <a:ahLst/>
              <a:cxnLst/>
              <a:rect l="l" t="t" r="r" b="b"/>
              <a:pathLst>
                <a:path w="1031" h="1045" extrusionOk="0">
                  <a:moveTo>
                    <a:pt x="963" y="1"/>
                  </a:moveTo>
                  <a:lnTo>
                    <a:pt x="453" y="511"/>
                  </a:lnTo>
                  <a:lnTo>
                    <a:pt x="453" y="520"/>
                  </a:lnTo>
                  <a:lnTo>
                    <a:pt x="1" y="979"/>
                  </a:lnTo>
                  <a:lnTo>
                    <a:pt x="67" y="1045"/>
                  </a:lnTo>
                  <a:lnTo>
                    <a:pt x="579" y="534"/>
                  </a:lnTo>
                  <a:lnTo>
                    <a:pt x="570" y="527"/>
                  </a:lnTo>
                  <a:lnTo>
                    <a:pt x="1031" y="67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6"/>
            <p:cNvSpPr/>
            <p:nvPr/>
          </p:nvSpPr>
          <p:spPr>
            <a:xfrm>
              <a:off x="6131469" y="3312187"/>
              <a:ext cx="87105" cy="88067"/>
            </a:xfrm>
            <a:custGeom>
              <a:avLst/>
              <a:gdLst/>
              <a:ahLst/>
              <a:cxnLst/>
              <a:rect l="l" t="t" r="r" b="b"/>
              <a:pathLst>
                <a:path w="815" h="824" extrusionOk="0">
                  <a:moveTo>
                    <a:pt x="400" y="113"/>
                  </a:moveTo>
                  <a:lnTo>
                    <a:pt x="704" y="424"/>
                  </a:lnTo>
                  <a:lnTo>
                    <a:pt x="414" y="705"/>
                  </a:lnTo>
                  <a:lnTo>
                    <a:pt x="110" y="401"/>
                  </a:lnTo>
                  <a:lnTo>
                    <a:pt x="400" y="113"/>
                  </a:lnTo>
                  <a:close/>
                  <a:moveTo>
                    <a:pt x="400" y="0"/>
                  </a:moveTo>
                  <a:lnTo>
                    <a:pt x="0" y="401"/>
                  </a:lnTo>
                  <a:lnTo>
                    <a:pt x="414" y="824"/>
                  </a:lnTo>
                  <a:lnTo>
                    <a:pt x="815" y="424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6"/>
            <p:cNvSpPr/>
            <p:nvPr/>
          </p:nvSpPr>
          <p:spPr>
            <a:xfrm>
              <a:off x="6170158" y="3350984"/>
              <a:ext cx="85716" cy="92877"/>
            </a:xfrm>
            <a:custGeom>
              <a:avLst/>
              <a:gdLst/>
              <a:ahLst/>
              <a:cxnLst/>
              <a:rect l="l" t="t" r="r" b="b"/>
              <a:pathLst>
                <a:path w="802" h="869" extrusionOk="0">
                  <a:moveTo>
                    <a:pt x="401" y="112"/>
                  </a:moveTo>
                  <a:lnTo>
                    <a:pt x="691" y="408"/>
                  </a:lnTo>
                  <a:lnTo>
                    <a:pt x="349" y="749"/>
                  </a:lnTo>
                  <a:lnTo>
                    <a:pt x="104" y="408"/>
                  </a:lnTo>
                  <a:lnTo>
                    <a:pt x="401" y="112"/>
                  </a:lnTo>
                  <a:close/>
                  <a:moveTo>
                    <a:pt x="401" y="0"/>
                  </a:moveTo>
                  <a:lnTo>
                    <a:pt x="1" y="393"/>
                  </a:lnTo>
                  <a:lnTo>
                    <a:pt x="342" y="868"/>
                  </a:lnTo>
                  <a:lnTo>
                    <a:pt x="801" y="408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6"/>
            <p:cNvSpPr/>
            <p:nvPr/>
          </p:nvSpPr>
          <p:spPr>
            <a:xfrm>
              <a:off x="6202649" y="3389780"/>
              <a:ext cx="91915" cy="99075"/>
            </a:xfrm>
            <a:custGeom>
              <a:avLst/>
              <a:gdLst/>
              <a:ahLst/>
              <a:cxnLst/>
              <a:rect l="l" t="t" r="r" b="b"/>
              <a:pathLst>
                <a:path w="860" h="927" extrusionOk="0">
                  <a:moveTo>
                    <a:pt x="460" y="112"/>
                  </a:moveTo>
                  <a:lnTo>
                    <a:pt x="750" y="409"/>
                  </a:lnTo>
                  <a:lnTo>
                    <a:pt x="357" y="809"/>
                  </a:lnTo>
                  <a:lnTo>
                    <a:pt x="104" y="461"/>
                  </a:lnTo>
                  <a:lnTo>
                    <a:pt x="460" y="112"/>
                  </a:lnTo>
                  <a:close/>
                  <a:moveTo>
                    <a:pt x="460" y="0"/>
                  </a:moveTo>
                  <a:lnTo>
                    <a:pt x="1" y="454"/>
                  </a:lnTo>
                  <a:lnTo>
                    <a:pt x="342" y="927"/>
                  </a:lnTo>
                  <a:lnTo>
                    <a:pt x="860" y="409"/>
                  </a:lnTo>
                  <a:lnTo>
                    <a:pt x="460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6"/>
            <p:cNvSpPr/>
            <p:nvPr/>
          </p:nvSpPr>
          <p:spPr>
            <a:xfrm>
              <a:off x="6201152" y="3388177"/>
              <a:ext cx="56218" cy="56431"/>
            </a:xfrm>
            <a:custGeom>
              <a:avLst/>
              <a:gdLst/>
              <a:ahLst/>
              <a:cxnLst/>
              <a:rect l="l" t="t" r="r" b="b"/>
              <a:pathLst>
                <a:path w="526" h="528" extrusionOk="0">
                  <a:moveTo>
                    <a:pt x="460" y="1"/>
                  </a:moveTo>
                  <a:lnTo>
                    <a:pt x="1" y="460"/>
                  </a:lnTo>
                  <a:lnTo>
                    <a:pt x="67" y="527"/>
                  </a:lnTo>
                  <a:lnTo>
                    <a:pt x="525" y="76"/>
                  </a:lnTo>
                  <a:lnTo>
                    <a:pt x="460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6"/>
            <p:cNvSpPr/>
            <p:nvPr/>
          </p:nvSpPr>
          <p:spPr>
            <a:xfrm>
              <a:off x="6235994" y="3428684"/>
              <a:ext cx="99075" cy="106129"/>
            </a:xfrm>
            <a:custGeom>
              <a:avLst/>
              <a:gdLst/>
              <a:ahLst/>
              <a:cxnLst/>
              <a:rect l="l" t="t" r="r" b="b"/>
              <a:pathLst>
                <a:path w="927" h="993" extrusionOk="0">
                  <a:moveTo>
                    <a:pt x="503" y="111"/>
                  </a:moveTo>
                  <a:lnTo>
                    <a:pt x="815" y="422"/>
                  </a:lnTo>
                  <a:lnTo>
                    <a:pt x="363" y="874"/>
                  </a:lnTo>
                  <a:lnTo>
                    <a:pt x="103" y="518"/>
                  </a:lnTo>
                  <a:lnTo>
                    <a:pt x="503" y="111"/>
                  </a:lnTo>
                  <a:close/>
                  <a:moveTo>
                    <a:pt x="503" y="1"/>
                  </a:moveTo>
                  <a:lnTo>
                    <a:pt x="0" y="511"/>
                  </a:lnTo>
                  <a:lnTo>
                    <a:pt x="349" y="993"/>
                  </a:lnTo>
                  <a:lnTo>
                    <a:pt x="927" y="422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6"/>
            <p:cNvSpPr/>
            <p:nvPr/>
          </p:nvSpPr>
          <p:spPr>
            <a:xfrm>
              <a:off x="6268485" y="3467481"/>
              <a:ext cx="103885" cy="110939"/>
            </a:xfrm>
            <a:custGeom>
              <a:avLst/>
              <a:gdLst/>
              <a:ahLst/>
              <a:cxnLst/>
              <a:rect l="l" t="t" r="r" b="b"/>
              <a:pathLst>
                <a:path w="972" h="1038" extrusionOk="0">
                  <a:moveTo>
                    <a:pt x="562" y="111"/>
                  </a:moveTo>
                  <a:lnTo>
                    <a:pt x="859" y="408"/>
                  </a:lnTo>
                  <a:lnTo>
                    <a:pt x="349" y="918"/>
                  </a:lnTo>
                  <a:lnTo>
                    <a:pt x="103" y="578"/>
                  </a:lnTo>
                  <a:lnTo>
                    <a:pt x="562" y="111"/>
                  </a:lnTo>
                  <a:close/>
                  <a:moveTo>
                    <a:pt x="562" y="0"/>
                  </a:moveTo>
                  <a:lnTo>
                    <a:pt x="0" y="562"/>
                  </a:lnTo>
                  <a:lnTo>
                    <a:pt x="340" y="1037"/>
                  </a:lnTo>
                  <a:lnTo>
                    <a:pt x="971" y="408"/>
                  </a:lnTo>
                  <a:lnTo>
                    <a:pt x="562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6"/>
            <p:cNvSpPr/>
            <p:nvPr/>
          </p:nvSpPr>
          <p:spPr>
            <a:xfrm>
              <a:off x="6300976" y="3506277"/>
              <a:ext cx="110191" cy="117351"/>
            </a:xfrm>
            <a:custGeom>
              <a:avLst/>
              <a:gdLst/>
              <a:ahLst/>
              <a:cxnLst/>
              <a:rect l="l" t="t" r="r" b="b"/>
              <a:pathLst>
                <a:path w="1031" h="1098" extrusionOk="0">
                  <a:moveTo>
                    <a:pt x="623" y="110"/>
                  </a:moveTo>
                  <a:lnTo>
                    <a:pt x="918" y="407"/>
                  </a:lnTo>
                  <a:lnTo>
                    <a:pt x="356" y="978"/>
                  </a:lnTo>
                  <a:lnTo>
                    <a:pt x="104" y="630"/>
                  </a:lnTo>
                  <a:lnTo>
                    <a:pt x="623" y="110"/>
                  </a:lnTo>
                  <a:close/>
                  <a:moveTo>
                    <a:pt x="623" y="0"/>
                  </a:moveTo>
                  <a:lnTo>
                    <a:pt x="0" y="623"/>
                  </a:lnTo>
                  <a:lnTo>
                    <a:pt x="340" y="1097"/>
                  </a:lnTo>
                  <a:lnTo>
                    <a:pt x="1030" y="407"/>
                  </a:lnTo>
                  <a:lnTo>
                    <a:pt x="623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6"/>
            <p:cNvSpPr/>
            <p:nvPr/>
          </p:nvSpPr>
          <p:spPr>
            <a:xfrm>
              <a:off x="6299266" y="3504674"/>
              <a:ext cx="74600" cy="74494"/>
            </a:xfrm>
            <a:custGeom>
              <a:avLst/>
              <a:gdLst/>
              <a:ahLst/>
              <a:cxnLst/>
              <a:rect l="l" t="t" r="r" b="b"/>
              <a:pathLst>
                <a:path w="698" h="697" extrusionOk="0">
                  <a:moveTo>
                    <a:pt x="630" y="1"/>
                  </a:moveTo>
                  <a:lnTo>
                    <a:pt x="0" y="631"/>
                  </a:lnTo>
                  <a:lnTo>
                    <a:pt x="68" y="696"/>
                  </a:lnTo>
                  <a:lnTo>
                    <a:pt x="697" y="74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6"/>
            <p:cNvSpPr/>
            <p:nvPr/>
          </p:nvSpPr>
          <p:spPr>
            <a:xfrm>
              <a:off x="6166952" y="3274887"/>
              <a:ext cx="88174" cy="87426"/>
            </a:xfrm>
            <a:custGeom>
              <a:avLst/>
              <a:gdLst/>
              <a:ahLst/>
              <a:cxnLst/>
              <a:rect l="l" t="t" r="r" b="b"/>
              <a:pathLst>
                <a:path w="825" h="818" extrusionOk="0">
                  <a:moveTo>
                    <a:pt x="401" y="113"/>
                  </a:moveTo>
                  <a:lnTo>
                    <a:pt x="712" y="417"/>
                  </a:lnTo>
                  <a:lnTo>
                    <a:pt x="424" y="705"/>
                  </a:lnTo>
                  <a:lnTo>
                    <a:pt x="113" y="401"/>
                  </a:lnTo>
                  <a:lnTo>
                    <a:pt x="401" y="113"/>
                  </a:lnTo>
                  <a:close/>
                  <a:moveTo>
                    <a:pt x="401" y="1"/>
                  </a:moveTo>
                  <a:lnTo>
                    <a:pt x="1" y="401"/>
                  </a:lnTo>
                  <a:lnTo>
                    <a:pt x="424" y="817"/>
                  </a:lnTo>
                  <a:lnTo>
                    <a:pt x="824" y="417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6"/>
            <p:cNvSpPr/>
            <p:nvPr/>
          </p:nvSpPr>
          <p:spPr>
            <a:xfrm>
              <a:off x="6205962" y="3313683"/>
              <a:ext cx="92663" cy="86571"/>
            </a:xfrm>
            <a:custGeom>
              <a:avLst/>
              <a:gdLst/>
              <a:ahLst/>
              <a:cxnLst/>
              <a:rect l="l" t="t" r="r" b="b"/>
              <a:pathLst>
                <a:path w="867" h="810" extrusionOk="0">
                  <a:moveTo>
                    <a:pt x="407" y="106"/>
                  </a:moveTo>
                  <a:lnTo>
                    <a:pt x="747" y="356"/>
                  </a:lnTo>
                  <a:lnTo>
                    <a:pt x="407" y="698"/>
                  </a:lnTo>
                  <a:lnTo>
                    <a:pt x="110" y="401"/>
                  </a:lnTo>
                  <a:lnTo>
                    <a:pt x="407" y="106"/>
                  </a:lnTo>
                  <a:close/>
                  <a:moveTo>
                    <a:pt x="400" y="1"/>
                  </a:moveTo>
                  <a:lnTo>
                    <a:pt x="0" y="401"/>
                  </a:lnTo>
                  <a:lnTo>
                    <a:pt x="407" y="810"/>
                  </a:lnTo>
                  <a:lnTo>
                    <a:pt x="866" y="342"/>
                  </a:lnTo>
                  <a:lnTo>
                    <a:pt x="400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6"/>
            <p:cNvSpPr/>
            <p:nvPr/>
          </p:nvSpPr>
          <p:spPr>
            <a:xfrm>
              <a:off x="6244651" y="3346922"/>
              <a:ext cx="99182" cy="92128"/>
            </a:xfrm>
            <a:custGeom>
              <a:avLst/>
              <a:gdLst/>
              <a:ahLst/>
              <a:cxnLst/>
              <a:rect l="l" t="t" r="r" b="b"/>
              <a:pathLst>
                <a:path w="928" h="862" extrusionOk="0">
                  <a:moveTo>
                    <a:pt x="460" y="106"/>
                  </a:moveTo>
                  <a:lnTo>
                    <a:pt x="808" y="349"/>
                  </a:lnTo>
                  <a:lnTo>
                    <a:pt x="408" y="750"/>
                  </a:lnTo>
                  <a:lnTo>
                    <a:pt x="111" y="454"/>
                  </a:lnTo>
                  <a:lnTo>
                    <a:pt x="460" y="106"/>
                  </a:lnTo>
                  <a:close/>
                  <a:moveTo>
                    <a:pt x="453" y="1"/>
                  </a:moveTo>
                  <a:lnTo>
                    <a:pt x="1" y="454"/>
                  </a:lnTo>
                  <a:lnTo>
                    <a:pt x="408" y="862"/>
                  </a:lnTo>
                  <a:lnTo>
                    <a:pt x="928" y="342"/>
                  </a:lnTo>
                  <a:lnTo>
                    <a:pt x="453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6"/>
            <p:cNvSpPr/>
            <p:nvPr/>
          </p:nvSpPr>
          <p:spPr>
            <a:xfrm>
              <a:off x="6243903" y="3345426"/>
              <a:ext cx="55469" cy="55576"/>
            </a:xfrm>
            <a:custGeom>
              <a:avLst/>
              <a:gdLst/>
              <a:ahLst/>
              <a:cxnLst/>
              <a:rect l="l" t="t" r="r" b="b"/>
              <a:pathLst>
                <a:path w="519" h="520" extrusionOk="0">
                  <a:moveTo>
                    <a:pt x="453" y="1"/>
                  </a:moveTo>
                  <a:lnTo>
                    <a:pt x="1" y="452"/>
                  </a:lnTo>
                  <a:lnTo>
                    <a:pt x="67" y="520"/>
                  </a:lnTo>
                  <a:lnTo>
                    <a:pt x="518" y="68"/>
                  </a:lnTo>
                  <a:lnTo>
                    <a:pt x="453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6"/>
            <p:cNvSpPr/>
            <p:nvPr/>
          </p:nvSpPr>
          <p:spPr>
            <a:xfrm>
              <a:off x="6283448" y="3379520"/>
              <a:ext cx="106236" cy="99075"/>
            </a:xfrm>
            <a:custGeom>
              <a:avLst/>
              <a:gdLst/>
              <a:ahLst/>
              <a:cxnLst/>
              <a:rect l="l" t="t" r="r" b="b"/>
              <a:pathLst>
                <a:path w="994" h="927" extrusionOk="0">
                  <a:moveTo>
                    <a:pt x="520" y="105"/>
                  </a:moveTo>
                  <a:lnTo>
                    <a:pt x="876" y="363"/>
                  </a:lnTo>
                  <a:lnTo>
                    <a:pt x="422" y="816"/>
                  </a:lnTo>
                  <a:lnTo>
                    <a:pt x="111" y="512"/>
                  </a:lnTo>
                  <a:lnTo>
                    <a:pt x="520" y="105"/>
                  </a:lnTo>
                  <a:close/>
                  <a:moveTo>
                    <a:pt x="511" y="0"/>
                  </a:moveTo>
                  <a:lnTo>
                    <a:pt x="1" y="512"/>
                  </a:lnTo>
                  <a:lnTo>
                    <a:pt x="422" y="927"/>
                  </a:lnTo>
                  <a:lnTo>
                    <a:pt x="993" y="356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6"/>
            <p:cNvSpPr/>
            <p:nvPr/>
          </p:nvSpPr>
          <p:spPr>
            <a:xfrm>
              <a:off x="6322244" y="3412011"/>
              <a:ext cx="110939" cy="104633"/>
            </a:xfrm>
            <a:custGeom>
              <a:avLst/>
              <a:gdLst/>
              <a:ahLst/>
              <a:cxnLst/>
              <a:rect l="l" t="t" r="r" b="b"/>
              <a:pathLst>
                <a:path w="1038" h="979" extrusionOk="0">
                  <a:moveTo>
                    <a:pt x="579" y="103"/>
                  </a:moveTo>
                  <a:lnTo>
                    <a:pt x="920" y="356"/>
                  </a:lnTo>
                  <a:lnTo>
                    <a:pt x="408" y="868"/>
                  </a:lnTo>
                  <a:lnTo>
                    <a:pt x="113" y="571"/>
                  </a:lnTo>
                  <a:lnTo>
                    <a:pt x="579" y="103"/>
                  </a:lnTo>
                  <a:close/>
                  <a:moveTo>
                    <a:pt x="571" y="0"/>
                  </a:moveTo>
                  <a:lnTo>
                    <a:pt x="1" y="571"/>
                  </a:lnTo>
                  <a:lnTo>
                    <a:pt x="408" y="978"/>
                  </a:lnTo>
                  <a:lnTo>
                    <a:pt x="1037" y="34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6"/>
            <p:cNvSpPr/>
            <p:nvPr/>
          </p:nvSpPr>
          <p:spPr>
            <a:xfrm>
              <a:off x="6361041" y="3445250"/>
              <a:ext cx="117351" cy="110191"/>
            </a:xfrm>
            <a:custGeom>
              <a:avLst/>
              <a:gdLst/>
              <a:ahLst/>
              <a:cxnLst/>
              <a:rect l="l" t="t" r="r" b="b"/>
              <a:pathLst>
                <a:path w="1098" h="1031" extrusionOk="0">
                  <a:moveTo>
                    <a:pt x="630" y="96"/>
                  </a:moveTo>
                  <a:lnTo>
                    <a:pt x="978" y="349"/>
                  </a:lnTo>
                  <a:lnTo>
                    <a:pt x="408" y="920"/>
                  </a:lnTo>
                  <a:lnTo>
                    <a:pt x="112" y="623"/>
                  </a:lnTo>
                  <a:lnTo>
                    <a:pt x="630" y="96"/>
                  </a:lnTo>
                  <a:close/>
                  <a:moveTo>
                    <a:pt x="623" y="0"/>
                  </a:moveTo>
                  <a:lnTo>
                    <a:pt x="0" y="623"/>
                  </a:lnTo>
                  <a:lnTo>
                    <a:pt x="408" y="1030"/>
                  </a:lnTo>
                  <a:lnTo>
                    <a:pt x="1098" y="335"/>
                  </a:lnTo>
                  <a:lnTo>
                    <a:pt x="623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6"/>
            <p:cNvSpPr/>
            <p:nvPr/>
          </p:nvSpPr>
          <p:spPr>
            <a:xfrm>
              <a:off x="6359544" y="3443006"/>
              <a:ext cx="74600" cy="74387"/>
            </a:xfrm>
            <a:custGeom>
              <a:avLst/>
              <a:gdLst/>
              <a:ahLst/>
              <a:cxnLst/>
              <a:rect l="l" t="t" r="r" b="b"/>
              <a:pathLst>
                <a:path w="698" h="696" extrusionOk="0">
                  <a:moveTo>
                    <a:pt x="630" y="0"/>
                  </a:moveTo>
                  <a:lnTo>
                    <a:pt x="0" y="630"/>
                  </a:lnTo>
                  <a:lnTo>
                    <a:pt x="75" y="695"/>
                  </a:lnTo>
                  <a:lnTo>
                    <a:pt x="697" y="66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6"/>
            <p:cNvSpPr/>
            <p:nvPr/>
          </p:nvSpPr>
          <p:spPr>
            <a:xfrm>
              <a:off x="6056120" y="3200607"/>
              <a:ext cx="118955" cy="118955"/>
            </a:xfrm>
            <a:custGeom>
              <a:avLst/>
              <a:gdLst/>
              <a:ahLst/>
              <a:cxnLst/>
              <a:rect l="l" t="t" r="r" b="b"/>
              <a:pathLst>
                <a:path w="1113" h="1113" extrusionOk="0">
                  <a:moveTo>
                    <a:pt x="1054" y="1"/>
                  </a:moveTo>
                  <a:lnTo>
                    <a:pt x="1" y="1059"/>
                  </a:lnTo>
                  <a:lnTo>
                    <a:pt x="60" y="1112"/>
                  </a:lnTo>
                  <a:lnTo>
                    <a:pt x="1112" y="5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233536" y="3031098"/>
              <a:ext cx="111794" cy="110939"/>
            </a:xfrm>
            <a:custGeom>
              <a:avLst/>
              <a:gdLst/>
              <a:ahLst/>
              <a:cxnLst/>
              <a:rect l="l" t="t" r="r" b="b"/>
              <a:pathLst>
                <a:path w="1046" h="1038" extrusionOk="0">
                  <a:moveTo>
                    <a:pt x="68" y="0"/>
                  </a:moveTo>
                  <a:lnTo>
                    <a:pt x="0" y="66"/>
                  </a:lnTo>
                  <a:lnTo>
                    <a:pt x="512" y="585"/>
                  </a:lnTo>
                  <a:lnTo>
                    <a:pt x="519" y="578"/>
                  </a:lnTo>
                  <a:lnTo>
                    <a:pt x="978" y="1037"/>
                  </a:lnTo>
                  <a:lnTo>
                    <a:pt x="1046" y="971"/>
                  </a:lnTo>
                  <a:lnTo>
                    <a:pt x="526" y="452"/>
                  </a:lnTo>
                  <a:lnTo>
                    <a:pt x="526" y="459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6167914" y="3156894"/>
              <a:ext cx="87960" cy="88067"/>
            </a:xfrm>
            <a:custGeom>
              <a:avLst/>
              <a:gdLst/>
              <a:ahLst/>
              <a:cxnLst/>
              <a:rect l="l" t="t" r="r" b="b"/>
              <a:pathLst>
                <a:path w="823" h="824" extrusionOk="0">
                  <a:moveTo>
                    <a:pt x="422" y="113"/>
                  </a:moveTo>
                  <a:lnTo>
                    <a:pt x="703" y="401"/>
                  </a:lnTo>
                  <a:lnTo>
                    <a:pt x="401" y="712"/>
                  </a:lnTo>
                  <a:lnTo>
                    <a:pt x="111" y="424"/>
                  </a:lnTo>
                  <a:lnTo>
                    <a:pt x="422" y="113"/>
                  </a:lnTo>
                  <a:close/>
                  <a:moveTo>
                    <a:pt x="422" y="1"/>
                  </a:moveTo>
                  <a:lnTo>
                    <a:pt x="1" y="424"/>
                  </a:lnTo>
                  <a:lnTo>
                    <a:pt x="401" y="824"/>
                  </a:lnTo>
                  <a:lnTo>
                    <a:pt x="822" y="401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6206710" y="3119807"/>
              <a:ext cx="92663" cy="85716"/>
            </a:xfrm>
            <a:custGeom>
              <a:avLst/>
              <a:gdLst/>
              <a:ahLst/>
              <a:cxnLst/>
              <a:rect l="l" t="t" r="r" b="b"/>
              <a:pathLst>
                <a:path w="867" h="802" extrusionOk="0">
                  <a:moveTo>
                    <a:pt x="408" y="111"/>
                  </a:moveTo>
                  <a:lnTo>
                    <a:pt x="749" y="452"/>
                  </a:lnTo>
                  <a:lnTo>
                    <a:pt x="408" y="696"/>
                  </a:lnTo>
                  <a:lnTo>
                    <a:pt x="111" y="408"/>
                  </a:lnTo>
                  <a:lnTo>
                    <a:pt x="408" y="111"/>
                  </a:lnTo>
                  <a:close/>
                  <a:moveTo>
                    <a:pt x="408" y="1"/>
                  </a:moveTo>
                  <a:lnTo>
                    <a:pt x="0" y="408"/>
                  </a:lnTo>
                  <a:lnTo>
                    <a:pt x="393" y="801"/>
                  </a:lnTo>
                  <a:lnTo>
                    <a:pt x="866" y="460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6"/>
            <p:cNvSpPr/>
            <p:nvPr/>
          </p:nvSpPr>
          <p:spPr>
            <a:xfrm>
              <a:off x="6245506" y="3080904"/>
              <a:ext cx="99075" cy="92022"/>
            </a:xfrm>
            <a:custGeom>
              <a:avLst/>
              <a:gdLst/>
              <a:ahLst/>
              <a:cxnLst/>
              <a:rect l="l" t="t" r="r" b="b"/>
              <a:pathLst>
                <a:path w="927" h="861" extrusionOk="0">
                  <a:moveTo>
                    <a:pt x="407" y="112"/>
                  </a:moveTo>
                  <a:lnTo>
                    <a:pt x="807" y="512"/>
                  </a:lnTo>
                  <a:lnTo>
                    <a:pt x="459" y="756"/>
                  </a:lnTo>
                  <a:lnTo>
                    <a:pt x="110" y="409"/>
                  </a:lnTo>
                  <a:lnTo>
                    <a:pt x="407" y="112"/>
                  </a:lnTo>
                  <a:close/>
                  <a:moveTo>
                    <a:pt x="407" y="0"/>
                  </a:moveTo>
                  <a:lnTo>
                    <a:pt x="0" y="409"/>
                  </a:lnTo>
                  <a:lnTo>
                    <a:pt x="452" y="861"/>
                  </a:lnTo>
                  <a:lnTo>
                    <a:pt x="927" y="520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6"/>
            <p:cNvSpPr/>
            <p:nvPr/>
          </p:nvSpPr>
          <p:spPr>
            <a:xfrm>
              <a:off x="6243903" y="3118097"/>
              <a:ext cx="56218" cy="56431"/>
            </a:xfrm>
            <a:custGeom>
              <a:avLst/>
              <a:gdLst/>
              <a:ahLst/>
              <a:cxnLst/>
              <a:rect l="l" t="t" r="r" b="b"/>
              <a:pathLst>
                <a:path w="526" h="528" extrusionOk="0">
                  <a:moveTo>
                    <a:pt x="74" y="1"/>
                  </a:moveTo>
                  <a:lnTo>
                    <a:pt x="1" y="68"/>
                  </a:lnTo>
                  <a:lnTo>
                    <a:pt x="460" y="527"/>
                  </a:lnTo>
                  <a:lnTo>
                    <a:pt x="525" y="461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6"/>
            <p:cNvSpPr/>
            <p:nvPr/>
          </p:nvSpPr>
          <p:spPr>
            <a:xfrm>
              <a:off x="6284196" y="3040611"/>
              <a:ext cx="106236" cy="99824"/>
            </a:xfrm>
            <a:custGeom>
              <a:avLst/>
              <a:gdLst/>
              <a:ahLst/>
              <a:cxnLst/>
              <a:rect l="l" t="t" r="r" b="b"/>
              <a:pathLst>
                <a:path w="994" h="934" extrusionOk="0">
                  <a:moveTo>
                    <a:pt x="415" y="119"/>
                  </a:moveTo>
                  <a:lnTo>
                    <a:pt x="876" y="571"/>
                  </a:lnTo>
                  <a:lnTo>
                    <a:pt x="520" y="831"/>
                  </a:lnTo>
                  <a:lnTo>
                    <a:pt x="113" y="422"/>
                  </a:lnTo>
                  <a:lnTo>
                    <a:pt x="415" y="119"/>
                  </a:lnTo>
                  <a:close/>
                  <a:moveTo>
                    <a:pt x="415" y="0"/>
                  </a:moveTo>
                  <a:lnTo>
                    <a:pt x="1" y="422"/>
                  </a:lnTo>
                  <a:lnTo>
                    <a:pt x="513" y="934"/>
                  </a:lnTo>
                  <a:lnTo>
                    <a:pt x="993" y="578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6"/>
            <p:cNvSpPr/>
            <p:nvPr/>
          </p:nvSpPr>
          <p:spPr>
            <a:xfrm>
              <a:off x="6322992" y="3003310"/>
              <a:ext cx="111153" cy="103885"/>
            </a:xfrm>
            <a:custGeom>
              <a:avLst/>
              <a:gdLst/>
              <a:ahLst/>
              <a:cxnLst/>
              <a:rect l="l" t="t" r="r" b="b"/>
              <a:pathLst>
                <a:path w="1040" h="972" extrusionOk="0">
                  <a:moveTo>
                    <a:pt x="408" y="113"/>
                  </a:moveTo>
                  <a:lnTo>
                    <a:pt x="920" y="623"/>
                  </a:lnTo>
                  <a:lnTo>
                    <a:pt x="579" y="876"/>
                  </a:lnTo>
                  <a:lnTo>
                    <a:pt x="113" y="408"/>
                  </a:lnTo>
                  <a:lnTo>
                    <a:pt x="408" y="113"/>
                  </a:lnTo>
                  <a:close/>
                  <a:moveTo>
                    <a:pt x="408" y="1"/>
                  </a:moveTo>
                  <a:lnTo>
                    <a:pt x="1" y="408"/>
                  </a:lnTo>
                  <a:lnTo>
                    <a:pt x="564" y="972"/>
                  </a:lnTo>
                  <a:lnTo>
                    <a:pt x="1039" y="637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6"/>
            <p:cNvSpPr/>
            <p:nvPr/>
          </p:nvSpPr>
          <p:spPr>
            <a:xfrm>
              <a:off x="6361789" y="2964514"/>
              <a:ext cx="117351" cy="110191"/>
            </a:xfrm>
            <a:custGeom>
              <a:avLst/>
              <a:gdLst/>
              <a:ahLst/>
              <a:cxnLst/>
              <a:rect l="l" t="t" r="r" b="b"/>
              <a:pathLst>
                <a:path w="1098" h="1031" extrusionOk="0">
                  <a:moveTo>
                    <a:pt x="409" y="111"/>
                  </a:moveTo>
                  <a:lnTo>
                    <a:pt x="979" y="682"/>
                  </a:lnTo>
                  <a:lnTo>
                    <a:pt x="632" y="927"/>
                  </a:lnTo>
                  <a:lnTo>
                    <a:pt x="112" y="408"/>
                  </a:lnTo>
                  <a:lnTo>
                    <a:pt x="409" y="111"/>
                  </a:lnTo>
                  <a:close/>
                  <a:moveTo>
                    <a:pt x="409" y="1"/>
                  </a:moveTo>
                  <a:lnTo>
                    <a:pt x="0" y="408"/>
                  </a:lnTo>
                  <a:lnTo>
                    <a:pt x="623" y="1031"/>
                  </a:lnTo>
                  <a:lnTo>
                    <a:pt x="1098" y="68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6"/>
            <p:cNvSpPr/>
            <p:nvPr/>
          </p:nvSpPr>
          <p:spPr>
            <a:xfrm>
              <a:off x="6360293" y="3001814"/>
              <a:ext cx="74600" cy="74387"/>
            </a:xfrm>
            <a:custGeom>
              <a:avLst/>
              <a:gdLst/>
              <a:ahLst/>
              <a:cxnLst/>
              <a:rect l="l" t="t" r="r" b="b"/>
              <a:pathLst>
                <a:path w="698" h="696" extrusionOk="0">
                  <a:moveTo>
                    <a:pt x="68" y="0"/>
                  </a:moveTo>
                  <a:lnTo>
                    <a:pt x="0" y="73"/>
                  </a:lnTo>
                  <a:lnTo>
                    <a:pt x="630" y="696"/>
                  </a:lnTo>
                  <a:lnTo>
                    <a:pt x="697" y="630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6"/>
            <p:cNvSpPr/>
            <p:nvPr/>
          </p:nvSpPr>
          <p:spPr>
            <a:xfrm>
              <a:off x="6130614" y="3121410"/>
              <a:ext cx="87212" cy="87105"/>
            </a:xfrm>
            <a:custGeom>
              <a:avLst/>
              <a:gdLst/>
              <a:ahLst/>
              <a:cxnLst/>
              <a:rect l="l" t="t" r="r" b="b"/>
              <a:pathLst>
                <a:path w="816" h="815" extrusionOk="0">
                  <a:moveTo>
                    <a:pt x="415" y="110"/>
                  </a:moveTo>
                  <a:lnTo>
                    <a:pt x="705" y="400"/>
                  </a:lnTo>
                  <a:lnTo>
                    <a:pt x="401" y="704"/>
                  </a:lnTo>
                  <a:lnTo>
                    <a:pt x="111" y="414"/>
                  </a:lnTo>
                  <a:lnTo>
                    <a:pt x="415" y="110"/>
                  </a:lnTo>
                  <a:close/>
                  <a:moveTo>
                    <a:pt x="415" y="0"/>
                  </a:moveTo>
                  <a:lnTo>
                    <a:pt x="1" y="414"/>
                  </a:lnTo>
                  <a:lnTo>
                    <a:pt x="401" y="815"/>
                  </a:lnTo>
                  <a:lnTo>
                    <a:pt x="815" y="40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6169410" y="3077056"/>
              <a:ext cx="86464" cy="92663"/>
            </a:xfrm>
            <a:custGeom>
              <a:avLst/>
              <a:gdLst/>
              <a:ahLst/>
              <a:cxnLst/>
              <a:rect l="l" t="t" r="r" b="b"/>
              <a:pathLst>
                <a:path w="809" h="867" extrusionOk="0">
                  <a:moveTo>
                    <a:pt x="356" y="118"/>
                  </a:moveTo>
                  <a:lnTo>
                    <a:pt x="698" y="459"/>
                  </a:lnTo>
                  <a:lnTo>
                    <a:pt x="401" y="756"/>
                  </a:lnTo>
                  <a:lnTo>
                    <a:pt x="104" y="467"/>
                  </a:lnTo>
                  <a:lnTo>
                    <a:pt x="356" y="118"/>
                  </a:lnTo>
                  <a:close/>
                  <a:moveTo>
                    <a:pt x="342" y="1"/>
                  </a:moveTo>
                  <a:lnTo>
                    <a:pt x="1" y="474"/>
                  </a:lnTo>
                  <a:lnTo>
                    <a:pt x="401" y="867"/>
                  </a:lnTo>
                  <a:lnTo>
                    <a:pt x="808" y="459"/>
                  </a:lnTo>
                  <a:lnTo>
                    <a:pt x="342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6202649" y="3031847"/>
              <a:ext cx="91915" cy="99075"/>
            </a:xfrm>
            <a:custGeom>
              <a:avLst/>
              <a:gdLst/>
              <a:ahLst/>
              <a:cxnLst/>
              <a:rect l="l" t="t" r="r" b="b"/>
              <a:pathLst>
                <a:path w="860" h="927" extrusionOk="0">
                  <a:moveTo>
                    <a:pt x="350" y="127"/>
                  </a:moveTo>
                  <a:lnTo>
                    <a:pt x="750" y="520"/>
                  </a:lnTo>
                  <a:lnTo>
                    <a:pt x="453" y="815"/>
                  </a:lnTo>
                  <a:lnTo>
                    <a:pt x="104" y="468"/>
                  </a:lnTo>
                  <a:lnTo>
                    <a:pt x="350" y="127"/>
                  </a:lnTo>
                  <a:close/>
                  <a:moveTo>
                    <a:pt x="342" y="0"/>
                  </a:moveTo>
                  <a:lnTo>
                    <a:pt x="1" y="475"/>
                  </a:lnTo>
                  <a:lnTo>
                    <a:pt x="453" y="927"/>
                  </a:lnTo>
                  <a:lnTo>
                    <a:pt x="860" y="520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6200191" y="3076094"/>
              <a:ext cx="56431" cy="56431"/>
            </a:xfrm>
            <a:custGeom>
              <a:avLst/>
              <a:gdLst/>
              <a:ahLst/>
              <a:cxnLst/>
              <a:rect l="l" t="t" r="r" b="b"/>
              <a:pathLst>
                <a:path w="528" h="528" extrusionOk="0">
                  <a:moveTo>
                    <a:pt x="76" y="1"/>
                  </a:moveTo>
                  <a:lnTo>
                    <a:pt x="1" y="68"/>
                  </a:lnTo>
                  <a:lnTo>
                    <a:pt x="461" y="527"/>
                  </a:lnTo>
                  <a:lnTo>
                    <a:pt x="527" y="461"/>
                  </a:lnTo>
                  <a:lnTo>
                    <a:pt x="76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6235246" y="2985889"/>
              <a:ext cx="99075" cy="106343"/>
            </a:xfrm>
            <a:custGeom>
              <a:avLst/>
              <a:gdLst/>
              <a:ahLst/>
              <a:cxnLst/>
              <a:rect l="l" t="t" r="r" b="b"/>
              <a:pathLst>
                <a:path w="927" h="995" extrusionOk="0">
                  <a:moveTo>
                    <a:pt x="363" y="119"/>
                  </a:moveTo>
                  <a:lnTo>
                    <a:pt x="815" y="578"/>
                  </a:lnTo>
                  <a:lnTo>
                    <a:pt x="510" y="882"/>
                  </a:lnTo>
                  <a:lnTo>
                    <a:pt x="103" y="475"/>
                  </a:lnTo>
                  <a:lnTo>
                    <a:pt x="363" y="119"/>
                  </a:lnTo>
                  <a:close/>
                  <a:moveTo>
                    <a:pt x="349" y="0"/>
                  </a:moveTo>
                  <a:lnTo>
                    <a:pt x="0" y="482"/>
                  </a:lnTo>
                  <a:lnTo>
                    <a:pt x="510" y="994"/>
                  </a:lnTo>
                  <a:lnTo>
                    <a:pt x="927" y="5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6"/>
            <p:cNvSpPr/>
            <p:nvPr/>
          </p:nvSpPr>
          <p:spPr>
            <a:xfrm>
              <a:off x="6267737" y="2942283"/>
              <a:ext cx="104633" cy="111153"/>
            </a:xfrm>
            <a:custGeom>
              <a:avLst/>
              <a:gdLst/>
              <a:ahLst/>
              <a:cxnLst/>
              <a:rect l="l" t="t" r="r" b="b"/>
              <a:pathLst>
                <a:path w="979" h="1040" extrusionOk="0">
                  <a:moveTo>
                    <a:pt x="347" y="120"/>
                  </a:moveTo>
                  <a:lnTo>
                    <a:pt x="859" y="630"/>
                  </a:lnTo>
                  <a:lnTo>
                    <a:pt x="569" y="927"/>
                  </a:lnTo>
                  <a:lnTo>
                    <a:pt x="103" y="468"/>
                  </a:lnTo>
                  <a:lnTo>
                    <a:pt x="347" y="120"/>
                  </a:lnTo>
                  <a:close/>
                  <a:moveTo>
                    <a:pt x="340" y="1"/>
                  </a:moveTo>
                  <a:lnTo>
                    <a:pt x="0" y="476"/>
                  </a:lnTo>
                  <a:lnTo>
                    <a:pt x="569" y="1039"/>
                  </a:lnTo>
                  <a:lnTo>
                    <a:pt x="978" y="630"/>
                  </a:lnTo>
                  <a:lnTo>
                    <a:pt x="340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6300014" y="2897287"/>
              <a:ext cx="111153" cy="117138"/>
            </a:xfrm>
            <a:custGeom>
              <a:avLst/>
              <a:gdLst/>
              <a:ahLst/>
              <a:cxnLst/>
              <a:rect l="l" t="t" r="r" b="b"/>
              <a:pathLst>
                <a:path w="1040" h="1096" extrusionOk="0">
                  <a:moveTo>
                    <a:pt x="356" y="127"/>
                  </a:moveTo>
                  <a:lnTo>
                    <a:pt x="920" y="689"/>
                  </a:lnTo>
                  <a:lnTo>
                    <a:pt x="632" y="986"/>
                  </a:lnTo>
                  <a:lnTo>
                    <a:pt x="105" y="466"/>
                  </a:lnTo>
                  <a:lnTo>
                    <a:pt x="356" y="127"/>
                  </a:lnTo>
                  <a:close/>
                  <a:moveTo>
                    <a:pt x="342" y="0"/>
                  </a:moveTo>
                  <a:lnTo>
                    <a:pt x="0" y="473"/>
                  </a:lnTo>
                  <a:lnTo>
                    <a:pt x="632" y="1096"/>
                  </a:lnTo>
                  <a:lnTo>
                    <a:pt x="1039" y="689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6298518" y="2941535"/>
              <a:ext cx="74600" cy="74600"/>
            </a:xfrm>
            <a:custGeom>
              <a:avLst/>
              <a:gdLst/>
              <a:ahLst/>
              <a:cxnLst/>
              <a:rect l="l" t="t" r="r" b="b"/>
              <a:pathLst>
                <a:path w="698" h="698" extrusionOk="0">
                  <a:moveTo>
                    <a:pt x="68" y="1"/>
                  </a:moveTo>
                  <a:lnTo>
                    <a:pt x="0" y="68"/>
                  </a:lnTo>
                  <a:lnTo>
                    <a:pt x="630" y="698"/>
                  </a:lnTo>
                  <a:lnTo>
                    <a:pt x="697" y="630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5885865" y="3378665"/>
              <a:ext cx="112649" cy="110191"/>
            </a:xfrm>
            <a:custGeom>
              <a:avLst/>
              <a:gdLst/>
              <a:ahLst/>
              <a:cxnLst/>
              <a:rect l="l" t="t" r="r" b="b"/>
              <a:pathLst>
                <a:path w="1054" h="1031" extrusionOk="0">
                  <a:moveTo>
                    <a:pt x="75" y="1"/>
                  </a:moveTo>
                  <a:lnTo>
                    <a:pt x="0" y="69"/>
                  </a:lnTo>
                  <a:lnTo>
                    <a:pt x="520" y="579"/>
                  </a:lnTo>
                  <a:lnTo>
                    <a:pt x="527" y="572"/>
                  </a:lnTo>
                  <a:lnTo>
                    <a:pt x="979" y="1031"/>
                  </a:lnTo>
                  <a:lnTo>
                    <a:pt x="1053" y="965"/>
                  </a:lnTo>
                  <a:lnTo>
                    <a:pt x="534" y="453"/>
                  </a:lnTo>
                  <a:lnTo>
                    <a:pt x="527" y="453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5976176" y="3275742"/>
              <a:ext cx="87319" cy="87319"/>
            </a:xfrm>
            <a:custGeom>
              <a:avLst/>
              <a:gdLst/>
              <a:ahLst/>
              <a:cxnLst/>
              <a:rect l="l" t="t" r="r" b="b"/>
              <a:pathLst>
                <a:path w="817" h="817" extrusionOk="0">
                  <a:moveTo>
                    <a:pt x="416" y="112"/>
                  </a:moveTo>
                  <a:lnTo>
                    <a:pt x="704" y="400"/>
                  </a:lnTo>
                  <a:lnTo>
                    <a:pt x="400" y="704"/>
                  </a:lnTo>
                  <a:lnTo>
                    <a:pt x="112" y="416"/>
                  </a:lnTo>
                  <a:lnTo>
                    <a:pt x="416" y="112"/>
                  </a:lnTo>
                  <a:close/>
                  <a:moveTo>
                    <a:pt x="416" y="0"/>
                  </a:moveTo>
                  <a:lnTo>
                    <a:pt x="0" y="416"/>
                  </a:lnTo>
                  <a:lnTo>
                    <a:pt x="400" y="816"/>
                  </a:lnTo>
                  <a:lnTo>
                    <a:pt x="816" y="400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6"/>
            <p:cNvSpPr/>
            <p:nvPr/>
          </p:nvSpPr>
          <p:spPr>
            <a:xfrm>
              <a:off x="5931822" y="3314645"/>
              <a:ext cx="92663" cy="86357"/>
            </a:xfrm>
            <a:custGeom>
              <a:avLst/>
              <a:gdLst/>
              <a:ahLst/>
              <a:cxnLst/>
              <a:rect l="l" t="t" r="r" b="b"/>
              <a:pathLst>
                <a:path w="867" h="808" extrusionOk="0">
                  <a:moveTo>
                    <a:pt x="467" y="104"/>
                  </a:moveTo>
                  <a:lnTo>
                    <a:pt x="757" y="401"/>
                  </a:lnTo>
                  <a:lnTo>
                    <a:pt x="460" y="689"/>
                  </a:lnTo>
                  <a:lnTo>
                    <a:pt x="127" y="356"/>
                  </a:lnTo>
                  <a:lnTo>
                    <a:pt x="467" y="104"/>
                  </a:lnTo>
                  <a:close/>
                  <a:moveTo>
                    <a:pt x="476" y="1"/>
                  </a:moveTo>
                  <a:lnTo>
                    <a:pt x="1" y="340"/>
                  </a:lnTo>
                  <a:lnTo>
                    <a:pt x="460" y="808"/>
                  </a:lnTo>
                  <a:lnTo>
                    <a:pt x="867" y="401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6"/>
            <p:cNvSpPr/>
            <p:nvPr/>
          </p:nvSpPr>
          <p:spPr>
            <a:xfrm>
              <a:off x="5886613" y="3347884"/>
              <a:ext cx="99182" cy="91915"/>
            </a:xfrm>
            <a:custGeom>
              <a:avLst/>
              <a:gdLst/>
              <a:ahLst/>
              <a:cxnLst/>
              <a:rect l="l" t="t" r="r" b="b"/>
              <a:pathLst>
                <a:path w="928" h="860" extrusionOk="0">
                  <a:moveTo>
                    <a:pt x="468" y="104"/>
                  </a:moveTo>
                  <a:lnTo>
                    <a:pt x="817" y="453"/>
                  </a:lnTo>
                  <a:lnTo>
                    <a:pt x="520" y="741"/>
                  </a:lnTo>
                  <a:lnTo>
                    <a:pt x="127" y="348"/>
                  </a:lnTo>
                  <a:lnTo>
                    <a:pt x="468" y="104"/>
                  </a:lnTo>
                  <a:close/>
                  <a:moveTo>
                    <a:pt x="475" y="1"/>
                  </a:moveTo>
                  <a:lnTo>
                    <a:pt x="1" y="333"/>
                  </a:lnTo>
                  <a:lnTo>
                    <a:pt x="520" y="860"/>
                  </a:lnTo>
                  <a:lnTo>
                    <a:pt x="927" y="453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6"/>
            <p:cNvSpPr/>
            <p:nvPr/>
          </p:nvSpPr>
          <p:spPr>
            <a:xfrm>
              <a:off x="5931074" y="3345426"/>
              <a:ext cx="56431" cy="56431"/>
            </a:xfrm>
            <a:custGeom>
              <a:avLst/>
              <a:gdLst/>
              <a:ahLst/>
              <a:cxnLst/>
              <a:rect l="l" t="t" r="r" b="b"/>
              <a:pathLst>
                <a:path w="528" h="528" extrusionOk="0">
                  <a:moveTo>
                    <a:pt x="66" y="1"/>
                  </a:moveTo>
                  <a:lnTo>
                    <a:pt x="1" y="75"/>
                  </a:lnTo>
                  <a:lnTo>
                    <a:pt x="459" y="527"/>
                  </a:lnTo>
                  <a:lnTo>
                    <a:pt x="527" y="460"/>
                  </a:lnTo>
                  <a:lnTo>
                    <a:pt x="66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6"/>
            <p:cNvSpPr/>
            <p:nvPr/>
          </p:nvSpPr>
          <p:spPr>
            <a:xfrm>
              <a:off x="5840763" y="3380268"/>
              <a:ext cx="106236" cy="99075"/>
            </a:xfrm>
            <a:custGeom>
              <a:avLst/>
              <a:gdLst/>
              <a:ahLst/>
              <a:cxnLst/>
              <a:rect l="l" t="t" r="r" b="b"/>
              <a:pathLst>
                <a:path w="994" h="927" extrusionOk="0">
                  <a:moveTo>
                    <a:pt x="474" y="105"/>
                  </a:moveTo>
                  <a:lnTo>
                    <a:pt x="883" y="512"/>
                  </a:lnTo>
                  <a:lnTo>
                    <a:pt x="579" y="816"/>
                  </a:lnTo>
                  <a:lnTo>
                    <a:pt x="127" y="365"/>
                  </a:lnTo>
                  <a:lnTo>
                    <a:pt x="474" y="105"/>
                  </a:lnTo>
                  <a:close/>
                  <a:moveTo>
                    <a:pt x="490" y="0"/>
                  </a:moveTo>
                  <a:lnTo>
                    <a:pt x="1" y="349"/>
                  </a:lnTo>
                  <a:lnTo>
                    <a:pt x="579" y="927"/>
                  </a:lnTo>
                  <a:lnTo>
                    <a:pt x="993" y="512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6"/>
            <p:cNvSpPr/>
            <p:nvPr/>
          </p:nvSpPr>
          <p:spPr>
            <a:xfrm>
              <a:off x="5797264" y="3412759"/>
              <a:ext cx="110939" cy="103885"/>
            </a:xfrm>
            <a:custGeom>
              <a:avLst/>
              <a:gdLst/>
              <a:ahLst/>
              <a:cxnLst/>
              <a:rect l="l" t="t" r="r" b="b"/>
              <a:pathLst>
                <a:path w="1038" h="972" extrusionOk="0">
                  <a:moveTo>
                    <a:pt x="467" y="105"/>
                  </a:moveTo>
                  <a:lnTo>
                    <a:pt x="925" y="571"/>
                  </a:lnTo>
                  <a:lnTo>
                    <a:pt x="637" y="861"/>
                  </a:lnTo>
                  <a:lnTo>
                    <a:pt x="125" y="349"/>
                  </a:lnTo>
                  <a:lnTo>
                    <a:pt x="467" y="105"/>
                  </a:lnTo>
                  <a:close/>
                  <a:moveTo>
                    <a:pt x="474" y="0"/>
                  </a:moveTo>
                  <a:lnTo>
                    <a:pt x="1" y="342"/>
                  </a:lnTo>
                  <a:lnTo>
                    <a:pt x="637" y="971"/>
                  </a:lnTo>
                  <a:lnTo>
                    <a:pt x="1037" y="571"/>
                  </a:lnTo>
                  <a:lnTo>
                    <a:pt x="474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6"/>
            <p:cNvSpPr/>
            <p:nvPr/>
          </p:nvSpPr>
          <p:spPr>
            <a:xfrm>
              <a:off x="5752054" y="3445250"/>
              <a:ext cx="117351" cy="110191"/>
            </a:xfrm>
            <a:custGeom>
              <a:avLst/>
              <a:gdLst/>
              <a:ahLst/>
              <a:cxnLst/>
              <a:rect l="l" t="t" r="r" b="b"/>
              <a:pathLst>
                <a:path w="1098" h="1031" extrusionOk="0">
                  <a:moveTo>
                    <a:pt x="468" y="103"/>
                  </a:moveTo>
                  <a:lnTo>
                    <a:pt x="986" y="630"/>
                  </a:lnTo>
                  <a:lnTo>
                    <a:pt x="698" y="920"/>
                  </a:lnTo>
                  <a:lnTo>
                    <a:pt x="127" y="356"/>
                  </a:lnTo>
                  <a:lnTo>
                    <a:pt x="468" y="103"/>
                  </a:lnTo>
                  <a:close/>
                  <a:moveTo>
                    <a:pt x="475" y="0"/>
                  </a:moveTo>
                  <a:lnTo>
                    <a:pt x="0" y="342"/>
                  </a:lnTo>
                  <a:lnTo>
                    <a:pt x="698" y="1030"/>
                  </a:lnTo>
                  <a:lnTo>
                    <a:pt x="1098" y="630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6"/>
            <p:cNvSpPr/>
            <p:nvPr/>
          </p:nvSpPr>
          <p:spPr>
            <a:xfrm>
              <a:off x="5796302" y="3443754"/>
              <a:ext cx="74600" cy="74387"/>
            </a:xfrm>
            <a:custGeom>
              <a:avLst/>
              <a:gdLst/>
              <a:ahLst/>
              <a:cxnLst/>
              <a:rect l="l" t="t" r="r" b="b"/>
              <a:pathLst>
                <a:path w="698" h="696" extrusionOk="0">
                  <a:moveTo>
                    <a:pt x="68" y="0"/>
                  </a:moveTo>
                  <a:lnTo>
                    <a:pt x="1" y="66"/>
                  </a:lnTo>
                  <a:lnTo>
                    <a:pt x="632" y="695"/>
                  </a:lnTo>
                  <a:lnTo>
                    <a:pt x="698" y="630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6"/>
            <p:cNvSpPr/>
            <p:nvPr/>
          </p:nvSpPr>
          <p:spPr>
            <a:xfrm>
              <a:off x="6013369" y="3311439"/>
              <a:ext cx="88174" cy="87853"/>
            </a:xfrm>
            <a:custGeom>
              <a:avLst/>
              <a:gdLst/>
              <a:ahLst/>
              <a:cxnLst/>
              <a:rect l="l" t="t" r="r" b="b"/>
              <a:pathLst>
                <a:path w="825" h="822" extrusionOk="0">
                  <a:moveTo>
                    <a:pt x="424" y="111"/>
                  </a:moveTo>
                  <a:lnTo>
                    <a:pt x="705" y="401"/>
                  </a:lnTo>
                  <a:lnTo>
                    <a:pt x="401" y="712"/>
                  </a:lnTo>
                  <a:lnTo>
                    <a:pt x="113" y="422"/>
                  </a:lnTo>
                  <a:lnTo>
                    <a:pt x="424" y="111"/>
                  </a:lnTo>
                  <a:close/>
                  <a:moveTo>
                    <a:pt x="424" y="0"/>
                  </a:moveTo>
                  <a:lnTo>
                    <a:pt x="1" y="422"/>
                  </a:lnTo>
                  <a:lnTo>
                    <a:pt x="401" y="822"/>
                  </a:lnTo>
                  <a:lnTo>
                    <a:pt x="824" y="401"/>
                  </a:lnTo>
                  <a:lnTo>
                    <a:pt x="424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6"/>
            <p:cNvSpPr/>
            <p:nvPr/>
          </p:nvSpPr>
          <p:spPr>
            <a:xfrm>
              <a:off x="5976176" y="3350236"/>
              <a:ext cx="85609" cy="93625"/>
            </a:xfrm>
            <a:custGeom>
              <a:avLst/>
              <a:gdLst/>
              <a:ahLst/>
              <a:cxnLst/>
              <a:rect l="l" t="t" r="r" b="b"/>
              <a:pathLst>
                <a:path w="801" h="876" extrusionOk="0">
                  <a:moveTo>
                    <a:pt x="407" y="112"/>
                  </a:moveTo>
                  <a:lnTo>
                    <a:pt x="697" y="407"/>
                  </a:lnTo>
                  <a:lnTo>
                    <a:pt x="452" y="749"/>
                  </a:lnTo>
                  <a:lnTo>
                    <a:pt x="112" y="407"/>
                  </a:lnTo>
                  <a:lnTo>
                    <a:pt x="407" y="112"/>
                  </a:lnTo>
                  <a:close/>
                  <a:moveTo>
                    <a:pt x="407" y="0"/>
                  </a:moveTo>
                  <a:lnTo>
                    <a:pt x="0" y="407"/>
                  </a:lnTo>
                  <a:lnTo>
                    <a:pt x="461" y="875"/>
                  </a:lnTo>
                  <a:lnTo>
                    <a:pt x="800" y="400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6"/>
            <p:cNvSpPr/>
            <p:nvPr/>
          </p:nvSpPr>
          <p:spPr>
            <a:xfrm>
              <a:off x="5937380" y="3388925"/>
              <a:ext cx="91915" cy="99182"/>
            </a:xfrm>
            <a:custGeom>
              <a:avLst/>
              <a:gdLst/>
              <a:ahLst/>
              <a:cxnLst/>
              <a:rect l="l" t="t" r="r" b="b"/>
              <a:pathLst>
                <a:path w="860" h="928" extrusionOk="0">
                  <a:moveTo>
                    <a:pt x="408" y="113"/>
                  </a:moveTo>
                  <a:lnTo>
                    <a:pt x="756" y="469"/>
                  </a:lnTo>
                  <a:lnTo>
                    <a:pt x="504" y="808"/>
                  </a:lnTo>
                  <a:lnTo>
                    <a:pt x="112" y="408"/>
                  </a:lnTo>
                  <a:lnTo>
                    <a:pt x="408" y="113"/>
                  </a:lnTo>
                  <a:close/>
                  <a:moveTo>
                    <a:pt x="408" y="1"/>
                  </a:moveTo>
                  <a:lnTo>
                    <a:pt x="0" y="408"/>
                  </a:lnTo>
                  <a:lnTo>
                    <a:pt x="520" y="927"/>
                  </a:lnTo>
                  <a:lnTo>
                    <a:pt x="859" y="453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6"/>
            <p:cNvSpPr/>
            <p:nvPr/>
          </p:nvSpPr>
          <p:spPr>
            <a:xfrm>
              <a:off x="5974573" y="3388177"/>
              <a:ext cx="56431" cy="56431"/>
            </a:xfrm>
            <a:custGeom>
              <a:avLst/>
              <a:gdLst/>
              <a:ahLst/>
              <a:cxnLst/>
              <a:rect l="l" t="t" r="r" b="b"/>
              <a:pathLst>
                <a:path w="528" h="528" extrusionOk="0">
                  <a:moveTo>
                    <a:pt x="67" y="1"/>
                  </a:moveTo>
                  <a:lnTo>
                    <a:pt x="1" y="68"/>
                  </a:lnTo>
                  <a:lnTo>
                    <a:pt x="460" y="527"/>
                  </a:lnTo>
                  <a:lnTo>
                    <a:pt x="527" y="453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6"/>
            <p:cNvSpPr/>
            <p:nvPr/>
          </p:nvSpPr>
          <p:spPr>
            <a:xfrm>
              <a:off x="5897087" y="3427722"/>
              <a:ext cx="98969" cy="106343"/>
            </a:xfrm>
            <a:custGeom>
              <a:avLst/>
              <a:gdLst/>
              <a:ahLst/>
              <a:cxnLst/>
              <a:rect l="l" t="t" r="r" b="b"/>
              <a:pathLst>
                <a:path w="926" h="995" extrusionOk="0">
                  <a:moveTo>
                    <a:pt x="422" y="113"/>
                  </a:moveTo>
                  <a:lnTo>
                    <a:pt x="822" y="520"/>
                  </a:lnTo>
                  <a:lnTo>
                    <a:pt x="569" y="876"/>
                  </a:lnTo>
                  <a:lnTo>
                    <a:pt x="111" y="424"/>
                  </a:lnTo>
                  <a:lnTo>
                    <a:pt x="422" y="113"/>
                  </a:lnTo>
                  <a:close/>
                  <a:moveTo>
                    <a:pt x="422" y="1"/>
                  </a:moveTo>
                  <a:lnTo>
                    <a:pt x="0" y="424"/>
                  </a:lnTo>
                  <a:lnTo>
                    <a:pt x="578" y="995"/>
                  </a:lnTo>
                  <a:lnTo>
                    <a:pt x="925" y="513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6"/>
            <p:cNvSpPr/>
            <p:nvPr/>
          </p:nvSpPr>
          <p:spPr>
            <a:xfrm>
              <a:off x="5859787" y="3466733"/>
              <a:ext cx="103885" cy="111687"/>
            </a:xfrm>
            <a:custGeom>
              <a:avLst/>
              <a:gdLst/>
              <a:ahLst/>
              <a:cxnLst/>
              <a:rect l="l" t="t" r="r" b="b"/>
              <a:pathLst>
                <a:path w="972" h="1045" extrusionOk="0">
                  <a:moveTo>
                    <a:pt x="408" y="111"/>
                  </a:moveTo>
                  <a:lnTo>
                    <a:pt x="867" y="578"/>
                  </a:lnTo>
                  <a:lnTo>
                    <a:pt x="623" y="918"/>
                  </a:lnTo>
                  <a:lnTo>
                    <a:pt x="111" y="408"/>
                  </a:lnTo>
                  <a:lnTo>
                    <a:pt x="408" y="111"/>
                  </a:lnTo>
                  <a:close/>
                  <a:moveTo>
                    <a:pt x="408" y="0"/>
                  </a:moveTo>
                  <a:lnTo>
                    <a:pt x="1" y="408"/>
                  </a:lnTo>
                  <a:lnTo>
                    <a:pt x="630" y="1044"/>
                  </a:lnTo>
                  <a:lnTo>
                    <a:pt x="972" y="569"/>
                  </a:lnTo>
                  <a:lnTo>
                    <a:pt x="408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6"/>
            <p:cNvSpPr/>
            <p:nvPr/>
          </p:nvSpPr>
          <p:spPr>
            <a:xfrm>
              <a:off x="5821097" y="3505529"/>
              <a:ext cx="110084" cy="117138"/>
            </a:xfrm>
            <a:custGeom>
              <a:avLst/>
              <a:gdLst/>
              <a:ahLst/>
              <a:cxnLst/>
              <a:rect l="l" t="t" r="r" b="b"/>
              <a:pathLst>
                <a:path w="1030" h="1096" extrusionOk="0">
                  <a:moveTo>
                    <a:pt x="407" y="110"/>
                  </a:moveTo>
                  <a:lnTo>
                    <a:pt x="925" y="637"/>
                  </a:lnTo>
                  <a:lnTo>
                    <a:pt x="681" y="978"/>
                  </a:lnTo>
                  <a:lnTo>
                    <a:pt x="110" y="407"/>
                  </a:lnTo>
                  <a:lnTo>
                    <a:pt x="407" y="110"/>
                  </a:lnTo>
                  <a:close/>
                  <a:moveTo>
                    <a:pt x="407" y="0"/>
                  </a:moveTo>
                  <a:lnTo>
                    <a:pt x="0" y="407"/>
                  </a:lnTo>
                  <a:lnTo>
                    <a:pt x="688" y="1096"/>
                  </a:lnTo>
                  <a:lnTo>
                    <a:pt x="1030" y="623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6"/>
            <p:cNvSpPr/>
            <p:nvPr/>
          </p:nvSpPr>
          <p:spPr>
            <a:xfrm>
              <a:off x="5858077" y="3504674"/>
              <a:ext cx="74600" cy="74494"/>
            </a:xfrm>
            <a:custGeom>
              <a:avLst/>
              <a:gdLst/>
              <a:ahLst/>
              <a:cxnLst/>
              <a:rect l="l" t="t" r="r" b="b"/>
              <a:pathLst>
                <a:path w="698" h="697" extrusionOk="0">
                  <a:moveTo>
                    <a:pt x="68" y="1"/>
                  </a:moveTo>
                  <a:lnTo>
                    <a:pt x="1" y="67"/>
                  </a:lnTo>
                  <a:lnTo>
                    <a:pt x="632" y="696"/>
                  </a:lnTo>
                  <a:lnTo>
                    <a:pt x="698" y="623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7"/>
          <p:cNvSpPr txBox="1">
            <a:spLocks noGrp="1"/>
          </p:cNvSpPr>
          <p:nvPr>
            <p:ph type="subTitle" idx="1"/>
          </p:nvPr>
        </p:nvSpPr>
        <p:spPr>
          <a:xfrm>
            <a:off x="720000" y="1731200"/>
            <a:ext cx="3972300" cy="19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Light"/>
              <a:buChar char="●"/>
              <a:defRPr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37" name="Google Shape;337;p7"/>
          <p:cNvSpPr/>
          <p:nvPr/>
        </p:nvSpPr>
        <p:spPr>
          <a:xfrm flipH="1">
            <a:off x="-715350" y="4938650"/>
            <a:ext cx="2030700" cy="4617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8" name="Google Shape;338;p7"/>
          <p:cNvGrpSpPr/>
          <p:nvPr/>
        </p:nvGrpSpPr>
        <p:grpSpPr>
          <a:xfrm>
            <a:off x="399231" y="4323982"/>
            <a:ext cx="695586" cy="614618"/>
            <a:chOff x="1491900" y="512600"/>
            <a:chExt cx="971625" cy="858525"/>
          </a:xfrm>
        </p:grpSpPr>
        <p:sp>
          <p:nvSpPr>
            <p:cNvPr id="339" name="Google Shape;339;p7"/>
            <p:cNvSpPr/>
            <p:nvPr/>
          </p:nvSpPr>
          <p:spPr>
            <a:xfrm>
              <a:off x="1942500" y="938450"/>
              <a:ext cx="26200" cy="432675"/>
            </a:xfrm>
            <a:custGeom>
              <a:avLst/>
              <a:gdLst/>
              <a:ahLst/>
              <a:cxnLst/>
              <a:rect l="l" t="t" r="r" b="b"/>
              <a:pathLst>
                <a:path w="1048" h="17307" extrusionOk="0">
                  <a:moveTo>
                    <a:pt x="0" y="1"/>
                  </a:moveTo>
                  <a:lnTo>
                    <a:pt x="0" y="17306"/>
                  </a:lnTo>
                  <a:lnTo>
                    <a:pt x="1047" y="17306"/>
                  </a:lnTo>
                  <a:lnTo>
                    <a:pt x="1047" y="1"/>
                  </a:ln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1871750" y="770875"/>
              <a:ext cx="166375" cy="203175"/>
            </a:xfrm>
            <a:custGeom>
              <a:avLst/>
              <a:gdLst/>
              <a:ahLst/>
              <a:cxnLst/>
              <a:rect l="l" t="t" r="r" b="b"/>
              <a:pathLst>
                <a:path w="6655" h="8127" extrusionOk="0">
                  <a:moveTo>
                    <a:pt x="3343" y="1"/>
                  </a:moveTo>
                  <a:cubicBezTo>
                    <a:pt x="3205" y="1"/>
                    <a:pt x="3068" y="73"/>
                    <a:pt x="2995" y="214"/>
                  </a:cubicBezTo>
                  <a:lnTo>
                    <a:pt x="2147" y="1819"/>
                  </a:lnTo>
                  <a:lnTo>
                    <a:pt x="650" y="539"/>
                  </a:lnTo>
                  <a:cubicBezTo>
                    <a:pt x="569" y="474"/>
                    <a:pt x="479" y="444"/>
                    <a:pt x="391" y="444"/>
                  </a:cubicBezTo>
                  <a:cubicBezTo>
                    <a:pt x="187" y="444"/>
                    <a:pt x="1" y="604"/>
                    <a:pt x="1" y="846"/>
                  </a:cubicBezTo>
                  <a:lnTo>
                    <a:pt x="1" y="4791"/>
                  </a:lnTo>
                  <a:cubicBezTo>
                    <a:pt x="1" y="6630"/>
                    <a:pt x="1481" y="8127"/>
                    <a:pt x="3319" y="8127"/>
                  </a:cubicBezTo>
                  <a:cubicBezTo>
                    <a:pt x="5158" y="8127"/>
                    <a:pt x="6655" y="6630"/>
                    <a:pt x="6655" y="4791"/>
                  </a:cubicBezTo>
                  <a:lnTo>
                    <a:pt x="6655" y="716"/>
                  </a:lnTo>
                  <a:cubicBezTo>
                    <a:pt x="6655" y="485"/>
                    <a:pt x="6458" y="330"/>
                    <a:pt x="6252" y="330"/>
                  </a:cubicBezTo>
                  <a:cubicBezTo>
                    <a:pt x="6152" y="330"/>
                    <a:pt x="6050" y="366"/>
                    <a:pt x="5967" y="448"/>
                  </a:cubicBezTo>
                  <a:lnTo>
                    <a:pt x="4691" y="1819"/>
                  </a:lnTo>
                  <a:lnTo>
                    <a:pt x="3678" y="197"/>
                  </a:lnTo>
                  <a:cubicBezTo>
                    <a:pt x="3601" y="65"/>
                    <a:pt x="3472" y="1"/>
                    <a:pt x="3343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7"/>
            <p:cNvSpPr/>
            <p:nvPr/>
          </p:nvSpPr>
          <p:spPr>
            <a:xfrm>
              <a:off x="1881275" y="866750"/>
              <a:ext cx="48275" cy="83400"/>
            </a:xfrm>
            <a:custGeom>
              <a:avLst/>
              <a:gdLst/>
              <a:ahLst/>
              <a:cxnLst/>
              <a:rect l="l" t="t" r="r" b="b"/>
              <a:pathLst>
                <a:path w="1931" h="3336" extrusionOk="0">
                  <a:moveTo>
                    <a:pt x="394" y="0"/>
                  </a:moveTo>
                  <a:cubicBezTo>
                    <a:pt x="178" y="0"/>
                    <a:pt x="1" y="182"/>
                    <a:pt x="1" y="381"/>
                  </a:cubicBezTo>
                  <a:lnTo>
                    <a:pt x="1" y="814"/>
                  </a:lnTo>
                  <a:cubicBezTo>
                    <a:pt x="1" y="1770"/>
                    <a:pt x="468" y="2687"/>
                    <a:pt x="1260" y="3262"/>
                  </a:cubicBezTo>
                  <a:cubicBezTo>
                    <a:pt x="1333" y="3319"/>
                    <a:pt x="1407" y="3336"/>
                    <a:pt x="1476" y="3336"/>
                  </a:cubicBezTo>
                  <a:cubicBezTo>
                    <a:pt x="1606" y="3336"/>
                    <a:pt x="1731" y="3284"/>
                    <a:pt x="1800" y="3176"/>
                  </a:cubicBezTo>
                  <a:cubicBezTo>
                    <a:pt x="1930" y="2994"/>
                    <a:pt x="1891" y="2760"/>
                    <a:pt x="1714" y="2635"/>
                  </a:cubicBezTo>
                  <a:cubicBezTo>
                    <a:pt x="1134" y="2220"/>
                    <a:pt x="775" y="1532"/>
                    <a:pt x="775" y="814"/>
                  </a:cubicBezTo>
                  <a:lnTo>
                    <a:pt x="775" y="381"/>
                  </a:lnTo>
                  <a:cubicBezTo>
                    <a:pt x="775" y="182"/>
                    <a:pt x="611" y="0"/>
                    <a:pt x="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7"/>
            <p:cNvSpPr/>
            <p:nvPr/>
          </p:nvSpPr>
          <p:spPr>
            <a:xfrm>
              <a:off x="1881275" y="825325"/>
              <a:ext cx="19400" cy="32900"/>
            </a:xfrm>
            <a:custGeom>
              <a:avLst/>
              <a:gdLst/>
              <a:ahLst/>
              <a:cxnLst/>
              <a:rect l="l" t="t" r="r" b="b"/>
              <a:pathLst>
                <a:path w="776" h="1316" extrusionOk="0">
                  <a:moveTo>
                    <a:pt x="394" y="0"/>
                  </a:moveTo>
                  <a:cubicBezTo>
                    <a:pt x="178" y="0"/>
                    <a:pt x="1" y="182"/>
                    <a:pt x="1" y="377"/>
                  </a:cubicBezTo>
                  <a:lnTo>
                    <a:pt x="1" y="917"/>
                  </a:lnTo>
                  <a:cubicBezTo>
                    <a:pt x="1" y="1134"/>
                    <a:pt x="178" y="1315"/>
                    <a:pt x="394" y="1315"/>
                  </a:cubicBezTo>
                  <a:cubicBezTo>
                    <a:pt x="611" y="1315"/>
                    <a:pt x="775" y="1134"/>
                    <a:pt x="775" y="917"/>
                  </a:cubicBezTo>
                  <a:lnTo>
                    <a:pt x="775" y="377"/>
                  </a:lnTo>
                  <a:cubicBezTo>
                    <a:pt x="775" y="182"/>
                    <a:pt x="611" y="0"/>
                    <a:pt x="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964675" y="984175"/>
              <a:ext cx="140075" cy="122775"/>
            </a:xfrm>
            <a:custGeom>
              <a:avLst/>
              <a:gdLst/>
              <a:ahLst/>
              <a:cxnLst/>
              <a:rect l="l" t="t" r="r" b="b"/>
              <a:pathLst>
                <a:path w="5603" h="4911" extrusionOk="0">
                  <a:moveTo>
                    <a:pt x="4357" y="0"/>
                  </a:moveTo>
                  <a:cubicBezTo>
                    <a:pt x="3621" y="0"/>
                    <a:pt x="2707" y="91"/>
                    <a:pt x="1982" y="443"/>
                  </a:cubicBezTo>
                  <a:cubicBezTo>
                    <a:pt x="576" y="1144"/>
                    <a:pt x="0" y="3130"/>
                    <a:pt x="866" y="4298"/>
                  </a:cubicBezTo>
                  <a:cubicBezTo>
                    <a:pt x="883" y="4319"/>
                    <a:pt x="900" y="4337"/>
                    <a:pt x="918" y="4354"/>
                  </a:cubicBezTo>
                  <a:cubicBezTo>
                    <a:pt x="1336" y="4731"/>
                    <a:pt x="1896" y="4911"/>
                    <a:pt x="2473" y="4911"/>
                  </a:cubicBezTo>
                  <a:cubicBezTo>
                    <a:pt x="3385" y="4911"/>
                    <a:pt x="4340" y="4461"/>
                    <a:pt x="4846" y="3632"/>
                  </a:cubicBezTo>
                  <a:cubicBezTo>
                    <a:pt x="5603" y="2442"/>
                    <a:pt x="5603" y="603"/>
                    <a:pt x="5603" y="136"/>
                  </a:cubicBezTo>
                  <a:lnTo>
                    <a:pt x="5603" y="80"/>
                  </a:lnTo>
                  <a:lnTo>
                    <a:pt x="5551" y="80"/>
                  </a:lnTo>
                  <a:cubicBezTo>
                    <a:pt x="5352" y="50"/>
                    <a:pt x="4903" y="0"/>
                    <a:pt x="4357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2016900" y="992975"/>
              <a:ext cx="57250" cy="17525"/>
            </a:xfrm>
            <a:custGeom>
              <a:avLst/>
              <a:gdLst/>
              <a:ahLst/>
              <a:cxnLst/>
              <a:rect l="l" t="t" r="r" b="b"/>
              <a:pathLst>
                <a:path w="2290" h="701" extrusionOk="0">
                  <a:moveTo>
                    <a:pt x="2000" y="0"/>
                  </a:moveTo>
                  <a:cubicBezTo>
                    <a:pt x="1822" y="0"/>
                    <a:pt x="1641" y="17"/>
                    <a:pt x="1481" y="35"/>
                  </a:cubicBezTo>
                  <a:cubicBezTo>
                    <a:pt x="940" y="74"/>
                    <a:pt x="486" y="182"/>
                    <a:pt x="126" y="359"/>
                  </a:cubicBezTo>
                  <a:cubicBezTo>
                    <a:pt x="36" y="415"/>
                    <a:pt x="1" y="524"/>
                    <a:pt x="36" y="614"/>
                  </a:cubicBezTo>
                  <a:cubicBezTo>
                    <a:pt x="75" y="666"/>
                    <a:pt x="126" y="701"/>
                    <a:pt x="200" y="701"/>
                  </a:cubicBezTo>
                  <a:lnTo>
                    <a:pt x="217" y="701"/>
                  </a:lnTo>
                  <a:cubicBezTo>
                    <a:pt x="235" y="701"/>
                    <a:pt x="252" y="701"/>
                    <a:pt x="291" y="684"/>
                  </a:cubicBezTo>
                  <a:cubicBezTo>
                    <a:pt x="615" y="541"/>
                    <a:pt x="1009" y="433"/>
                    <a:pt x="1498" y="398"/>
                  </a:cubicBezTo>
                  <a:cubicBezTo>
                    <a:pt x="1658" y="377"/>
                    <a:pt x="1822" y="377"/>
                    <a:pt x="2000" y="377"/>
                  </a:cubicBezTo>
                  <a:lnTo>
                    <a:pt x="2091" y="377"/>
                  </a:lnTo>
                  <a:cubicBezTo>
                    <a:pt x="2199" y="377"/>
                    <a:pt x="2290" y="290"/>
                    <a:pt x="2290" y="199"/>
                  </a:cubicBezTo>
                  <a:cubicBezTo>
                    <a:pt x="2290" y="91"/>
                    <a:pt x="2199" y="17"/>
                    <a:pt x="2108" y="0"/>
                  </a:cubicBezTo>
                  <a:close/>
                </a:path>
              </a:pathLst>
            </a:custGeom>
            <a:solidFill>
              <a:srgbClr val="00D2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1806425" y="984175"/>
              <a:ext cx="140650" cy="122775"/>
            </a:xfrm>
            <a:custGeom>
              <a:avLst/>
              <a:gdLst/>
              <a:ahLst/>
              <a:cxnLst/>
              <a:rect l="l" t="t" r="r" b="b"/>
              <a:pathLst>
                <a:path w="5626" h="4911" extrusionOk="0">
                  <a:moveTo>
                    <a:pt x="1252" y="0"/>
                  </a:moveTo>
                  <a:cubicBezTo>
                    <a:pt x="705" y="0"/>
                    <a:pt x="256" y="50"/>
                    <a:pt x="57" y="80"/>
                  </a:cubicBezTo>
                  <a:lnTo>
                    <a:pt x="18" y="80"/>
                  </a:lnTo>
                  <a:lnTo>
                    <a:pt x="18" y="136"/>
                  </a:lnTo>
                  <a:cubicBezTo>
                    <a:pt x="1" y="603"/>
                    <a:pt x="1" y="2442"/>
                    <a:pt x="758" y="3632"/>
                  </a:cubicBezTo>
                  <a:cubicBezTo>
                    <a:pt x="1267" y="4461"/>
                    <a:pt x="2221" y="4911"/>
                    <a:pt x="3137" y="4911"/>
                  </a:cubicBezTo>
                  <a:cubicBezTo>
                    <a:pt x="3716" y="4911"/>
                    <a:pt x="4281" y="4731"/>
                    <a:pt x="4708" y="4354"/>
                  </a:cubicBezTo>
                  <a:cubicBezTo>
                    <a:pt x="4708" y="4337"/>
                    <a:pt x="4743" y="4319"/>
                    <a:pt x="4743" y="4298"/>
                  </a:cubicBezTo>
                  <a:cubicBezTo>
                    <a:pt x="5625" y="3130"/>
                    <a:pt x="5050" y="1144"/>
                    <a:pt x="3626" y="443"/>
                  </a:cubicBezTo>
                  <a:cubicBezTo>
                    <a:pt x="2902" y="91"/>
                    <a:pt x="1988" y="0"/>
                    <a:pt x="1252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1837575" y="992975"/>
              <a:ext cx="57250" cy="17525"/>
            </a:xfrm>
            <a:custGeom>
              <a:avLst/>
              <a:gdLst/>
              <a:ahLst/>
              <a:cxnLst/>
              <a:rect l="l" t="t" r="r" b="b"/>
              <a:pathLst>
                <a:path w="2290" h="701" extrusionOk="0">
                  <a:moveTo>
                    <a:pt x="178" y="0"/>
                  </a:moveTo>
                  <a:cubicBezTo>
                    <a:pt x="70" y="17"/>
                    <a:pt x="1" y="91"/>
                    <a:pt x="1" y="199"/>
                  </a:cubicBezTo>
                  <a:cubicBezTo>
                    <a:pt x="1" y="290"/>
                    <a:pt x="70" y="377"/>
                    <a:pt x="178" y="377"/>
                  </a:cubicBezTo>
                  <a:lnTo>
                    <a:pt x="269" y="377"/>
                  </a:lnTo>
                  <a:cubicBezTo>
                    <a:pt x="451" y="377"/>
                    <a:pt x="611" y="377"/>
                    <a:pt x="775" y="398"/>
                  </a:cubicBezTo>
                  <a:cubicBezTo>
                    <a:pt x="1260" y="433"/>
                    <a:pt x="1675" y="541"/>
                    <a:pt x="2000" y="684"/>
                  </a:cubicBezTo>
                  <a:cubicBezTo>
                    <a:pt x="2017" y="701"/>
                    <a:pt x="2034" y="701"/>
                    <a:pt x="2073" y="701"/>
                  </a:cubicBezTo>
                  <a:cubicBezTo>
                    <a:pt x="2142" y="701"/>
                    <a:pt x="2216" y="666"/>
                    <a:pt x="2233" y="614"/>
                  </a:cubicBezTo>
                  <a:cubicBezTo>
                    <a:pt x="2289" y="524"/>
                    <a:pt x="2251" y="415"/>
                    <a:pt x="2164" y="359"/>
                  </a:cubicBezTo>
                  <a:cubicBezTo>
                    <a:pt x="1783" y="182"/>
                    <a:pt x="1333" y="74"/>
                    <a:pt x="810" y="35"/>
                  </a:cubicBezTo>
                  <a:cubicBezTo>
                    <a:pt x="628" y="17"/>
                    <a:pt x="451" y="0"/>
                    <a:pt x="269" y="0"/>
                  </a:cubicBezTo>
                  <a:close/>
                </a:path>
              </a:pathLst>
            </a:custGeom>
            <a:solidFill>
              <a:srgbClr val="00D2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2214725" y="680600"/>
              <a:ext cx="21675" cy="676025"/>
            </a:xfrm>
            <a:custGeom>
              <a:avLst/>
              <a:gdLst/>
              <a:ahLst/>
              <a:cxnLst/>
              <a:rect l="l" t="t" r="r" b="b"/>
              <a:pathLst>
                <a:path w="867" h="27041" extrusionOk="0">
                  <a:moveTo>
                    <a:pt x="1" y="1"/>
                  </a:moveTo>
                  <a:lnTo>
                    <a:pt x="1" y="27040"/>
                  </a:lnTo>
                  <a:lnTo>
                    <a:pt x="866" y="27040"/>
                  </a:lnTo>
                  <a:lnTo>
                    <a:pt x="866" y="1"/>
                  </a:ln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7"/>
            <p:cNvSpPr/>
            <p:nvPr/>
          </p:nvSpPr>
          <p:spPr>
            <a:xfrm>
              <a:off x="2205325" y="512600"/>
              <a:ext cx="89700" cy="131850"/>
            </a:xfrm>
            <a:custGeom>
              <a:avLst/>
              <a:gdLst/>
              <a:ahLst/>
              <a:cxnLst/>
              <a:rect l="l" t="t" r="r" b="b"/>
              <a:pathLst>
                <a:path w="3588" h="5274" extrusionOk="0">
                  <a:moveTo>
                    <a:pt x="2204" y="0"/>
                  </a:moveTo>
                  <a:cubicBezTo>
                    <a:pt x="1676" y="0"/>
                    <a:pt x="1189" y="349"/>
                    <a:pt x="1026" y="880"/>
                  </a:cubicBezTo>
                  <a:lnTo>
                    <a:pt x="178" y="3675"/>
                  </a:lnTo>
                  <a:cubicBezTo>
                    <a:pt x="1" y="4341"/>
                    <a:pt x="360" y="5029"/>
                    <a:pt x="1009" y="5228"/>
                  </a:cubicBezTo>
                  <a:cubicBezTo>
                    <a:pt x="1123" y="5258"/>
                    <a:pt x="1238" y="5273"/>
                    <a:pt x="1352" y="5273"/>
                  </a:cubicBezTo>
                  <a:cubicBezTo>
                    <a:pt x="1896" y="5273"/>
                    <a:pt x="2393" y="4934"/>
                    <a:pt x="2557" y="4397"/>
                  </a:cubicBezTo>
                  <a:lnTo>
                    <a:pt x="3388" y="1585"/>
                  </a:lnTo>
                  <a:cubicBezTo>
                    <a:pt x="3587" y="936"/>
                    <a:pt x="3206" y="253"/>
                    <a:pt x="2557" y="54"/>
                  </a:cubicBezTo>
                  <a:cubicBezTo>
                    <a:pt x="2440" y="17"/>
                    <a:pt x="2321" y="0"/>
                    <a:pt x="2204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7"/>
            <p:cNvSpPr/>
            <p:nvPr/>
          </p:nvSpPr>
          <p:spPr>
            <a:xfrm>
              <a:off x="2229125" y="555375"/>
              <a:ext cx="128075" cy="105950"/>
            </a:xfrm>
            <a:custGeom>
              <a:avLst/>
              <a:gdLst/>
              <a:ahLst/>
              <a:cxnLst/>
              <a:rect l="l" t="t" r="r" b="b"/>
              <a:pathLst>
                <a:path w="5123" h="4238" extrusionOk="0">
                  <a:moveTo>
                    <a:pt x="3719" y="1"/>
                  </a:moveTo>
                  <a:cubicBezTo>
                    <a:pt x="3459" y="1"/>
                    <a:pt x="3199" y="82"/>
                    <a:pt x="2977" y="250"/>
                  </a:cubicBezTo>
                  <a:lnTo>
                    <a:pt x="649" y="2020"/>
                  </a:lnTo>
                  <a:cubicBezTo>
                    <a:pt x="109" y="2435"/>
                    <a:pt x="0" y="3210"/>
                    <a:pt x="416" y="3751"/>
                  </a:cubicBezTo>
                  <a:cubicBezTo>
                    <a:pt x="660" y="4069"/>
                    <a:pt x="1029" y="4237"/>
                    <a:pt x="1401" y="4237"/>
                  </a:cubicBezTo>
                  <a:cubicBezTo>
                    <a:pt x="1662" y="4237"/>
                    <a:pt x="1924" y="4155"/>
                    <a:pt x="2146" y="3984"/>
                  </a:cubicBezTo>
                  <a:lnTo>
                    <a:pt x="4474" y="2219"/>
                  </a:lnTo>
                  <a:cubicBezTo>
                    <a:pt x="5015" y="1804"/>
                    <a:pt x="5123" y="1029"/>
                    <a:pt x="4707" y="488"/>
                  </a:cubicBezTo>
                  <a:cubicBezTo>
                    <a:pt x="4462" y="169"/>
                    <a:pt x="4092" y="1"/>
                    <a:pt x="3719" y="1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2242650" y="626075"/>
              <a:ext cx="135750" cy="63650"/>
            </a:xfrm>
            <a:custGeom>
              <a:avLst/>
              <a:gdLst/>
              <a:ahLst/>
              <a:cxnLst/>
              <a:rect l="l" t="t" r="r" b="b"/>
              <a:pathLst>
                <a:path w="5430" h="2546" extrusionOk="0">
                  <a:moveTo>
                    <a:pt x="4181" y="1"/>
                  </a:moveTo>
                  <a:cubicBezTo>
                    <a:pt x="4170" y="1"/>
                    <a:pt x="4160" y="1"/>
                    <a:pt x="4149" y="1"/>
                  </a:cubicBezTo>
                  <a:lnTo>
                    <a:pt x="1229" y="75"/>
                  </a:lnTo>
                  <a:cubicBezTo>
                    <a:pt x="541" y="92"/>
                    <a:pt x="0" y="650"/>
                    <a:pt x="22" y="1338"/>
                  </a:cubicBezTo>
                  <a:cubicBezTo>
                    <a:pt x="39" y="2011"/>
                    <a:pt x="597" y="2545"/>
                    <a:pt x="1266" y="2545"/>
                  </a:cubicBezTo>
                  <a:cubicBezTo>
                    <a:pt x="1277" y="2545"/>
                    <a:pt x="1287" y="2545"/>
                    <a:pt x="1298" y="2545"/>
                  </a:cubicBezTo>
                  <a:lnTo>
                    <a:pt x="4218" y="2471"/>
                  </a:lnTo>
                  <a:cubicBezTo>
                    <a:pt x="4906" y="2454"/>
                    <a:pt x="5430" y="1896"/>
                    <a:pt x="5430" y="1208"/>
                  </a:cubicBezTo>
                  <a:cubicBezTo>
                    <a:pt x="5408" y="535"/>
                    <a:pt x="4851" y="1"/>
                    <a:pt x="4181" y="1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2230525" y="656550"/>
              <a:ext cx="130250" cy="103625"/>
            </a:xfrm>
            <a:custGeom>
              <a:avLst/>
              <a:gdLst/>
              <a:ahLst/>
              <a:cxnLst/>
              <a:rect l="l" t="t" r="r" b="b"/>
              <a:pathLst>
                <a:path w="5210" h="4145" extrusionOk="0">
                  <a:moveTo>
                    <a:pt x="1400" y="1"/>
                  </a:moveTo>
                  <a:cubicBezTo>
                    <a:pt x="1009" y="1"/>
                    <a:pt x="622" y="187"/>
                    <a:pt x="377" y="530"/>
                  </a:cubicBezTo>
                  <a:cubicBezTo>
                    <a:pt x="1" y="1110"/>
                    <a:pt x="143" y="1867"/>
                    <a:pt x="701" y="2260"/>
                  </a:cubicBezTo>
                  <a:lnTo>
                    <a:pt x="3103" y="3922"/>
                  </a:lnTo>
                  <a:cubicBezTo>
                    <a:pt x="3317" y="4073"/>
                    <a:pt x="3563" y="4145"/>
                    <a:pt x="3807" y="4145"/>
                  </a:cubicBezTo>
                  <a:cubicBezTo>
                    <a:pt x="4199" y="4145"/>
                    <a:pt x="4588" y="3959"/>
                    <a:pt x="4833" y="3615"/>
                  </a:cubicBezTo>
                  <a:cubicBezTo>
                    <a:pt x="5210" y="3039"/>
                    <a:pt x="5067" y="2282"/>
                    <a:pt x="4509" y="1884"/>
                  </a:cubicBezTo>
                  <a:lnTo>
                    <a:pt x="2108" y="227"/>
                  </a:lnTo>
                  <a:cubicBezTo>
                    <a:pt x="1893" y="74"/>
                    <a:pt x="1645" y="1"/>
                    <a:pt x="1400" y="1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2207050" y="674925"/>
              <a:ext cx="93800" cy="130625"/>
            </a:xfrm>
            <a:custGeom>
              <a:avLst/>
              <a:gdLst/>
              <a:ahLst/>
              <a:cxnLst/>
              <a:rect l="l" t="t" r="r" b="b"/>
              <a:pathLst>
                <a:path w="3752" h="5225" extrusionOk="0">
                  <a:moveTo>
                    <a:pt x="1383" y="1"/>
                  </a:moveTo>
                  <a:cubicBezTo>
                    <a:pt x="1248" y="1"/>
                    <a:pt x="1110" y="22"/>
                    <a:pt x="974" y="67"/>
                  </a:cubicBezTo>
                  <a:cubicBezTo>
                    <a:pt x="325" y="301"/>
                    <a:pt x="1" y="1006"/>
                    <a:pt x="217" y="1655"/>
                  </a:cubicBezTo>
                  <a:lnTo>
                    <a:pt x="1191" y="4394"/>
                  </a:lnTo>
                  <a:cubicBezTo>
                    <a:pt x="1374" y="4904"/>
                    <a:pt x="1850" y="5224"/>
                    <a:pt x="2351" y="5224"/>
                  </a:cubicBezTo>
                  <a:cubicBezTo>
                    <a:pt x="2488" y="5224"/>
                    <a:pt x="2626" y="5201"/>
                    <a:pt x="2761" y="5151"/>
                  </a:cubicBezTo>
                  <a:cubicBezTo>
                    <a:pt x="3410" y="4935"/>
                    <a:pt x="3752" y="4229"/>
                    <a:pt x="3518" y="3580"/>
                  </a:cubicBezTo>
                  <a:lnTo>
                    <a:pt x="2562" y="825"/>
                  </a:lnTo>
                  <a:cubicBezTo>
                    <a:pt x="2377" y="311"/>
                    <a:pt x="1897" y="1"/>
                    <a:pt x="1383" y="1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7"/>
            <p:cNvSpPr/>
            <p:nvPr/>
          </p:nvSpPr>
          <p:spPr>
            <a:xfrm>
              <a:off x="2156125" y="675675"/>
              <a:ext cx="90225" cy="131675"/>
            </a:xfrm>
            <a:custGeom>
              <a:avLst/>
              <a:gdLst/>
              <a:ahLst/>
              <a:cxnLst/>
              <a:rect l="l" t="t" r="r" b="b"/>
              <a:pathLst>
                <a:path w="3609" h="5267" extrusionOk="0">
                  <a:moveTo>
                    <a:pt x="2217" y="0"/>
                  </a:moveTo>
                  <a:cubicBezTo>
                    <a:pt x="1688" y="0"/>
                    <a:pt x="1195" y="342"/>
                    <a:pt x="1047" y="885"/>
                  </a:cubicBezTo>
                  <a:lnTo>
                    <a:pt x="199" y="3680"/>
                  </a:lnTo>
                  <a:cubicBezTo>
                    <a:pt x="0" y="4329"/>
                    <a:pt x="381" y="5030"/>
                    <a:pt x="1030" y="5212"/>
                  </a:cubicBezTo>
                  <a:cubicBezTo>
                    <a:pt x="1153" y="5249"/>
                    <a:pt x="1277" y="5266"/>
                    <a:pt x="1398" y="5266"/>
                  </a:cubicBezTo>
                  <a:cubicBezTo>
                    <a:pt x="1932" y="5266"/>
                    <a:pt x="2416" y="4924"/>
                    <a:pt x="2579" y="4381"/>
                  </a:cubicBezTo>
                  <a:lnTo>
                    <a:pt x="3409" y="1586"/>
                  </a:lnTo>
                  <a:cubicBezTo>
                    <a:pt x="3608" y="937"/>
                    <a:pt x="3228" y="254"/>
                    <a:pt x="2579" y="55"/>
                  </a:cubicBezTo>
                  <a:cubicBezTo>
                    <a:pt x="2459" y="18"/>
                    <a:pt x="2337" y="0"/>
                    <a:pt x="2217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2093925" y="658600"/>
              <a:ext cx="128075" cy="106075"/>
            </a:xfrm>
            <a:custGeom>
              <a:avLst/>
              <a:gdLst/>
              <a:ahLst/>
              <a:cxnLst/>
              <a:rect l="l" t="t" r="r" b="b"/>
              <a:pathLst>
                <a:path w="5123" h="4243" extrusionOk="0">
                  <a:moveTo>
                    <a:pt x="3722" y="0"/>
                  </a:moveTo>
                  <a:cubicBezTo>
                    <a:pt x="3461" y="0"/>
                    <a:pt x="3199" y="82"/>
                    <a:pt x="2977" y="253"/>
                  </a:cubicBezTo>
                  <a:lnTo>
                    <a:pt x="649" y="2018"/>
                  </a:lnTo>
                  <a:cubicBezTo>
                    <a:pt x="109" y="2434"/>
                    <a:pt x="0" y="3208"/>
                    <a:pt x="416" y="3766"/>
                  </a:cubicBezTo>
                  <a:cubicBezTo>
                    <a:pt x="657" y="4080"/>
                    <a:pt x="1018" y="4242"/>
                    <a:pt x="1385" y="4242"/>
                  </a:cubicBezTo>
                  <a:cubicBezTo>
                    <a:pt x="1651" y="4242"/>
                    <a:pt x="1919" y="4157"/>
                    <a:pt x="2146" y="3983"/>
                  </a:cubicBezTo>
                  <a:lnTo>
                    <a:pt x="4474" y="2217"/>
                  </a:lnTo>
                  <a:cubicBezTo>
                    <a:pt x="5015" y="1802"/>
                    <a:pt x="5123" y="1028"/>
                    <a:pt x="4707" y="487"/>
                  </a:cubicBezTo>
                  <a:cubicBezTo>
                    <a:pt x="4463" y="168"/>
                    <a:pt x="4094" y="0"/>
                    <a:pt x="3722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2072825" y="630200"/>
              <a:ext cx="135675" cy="63525"/>
            </a:xfrm>
            <a:custGeom>
              <a:avLst/>
              <a:gdLst/>
              <a:ahLst/>
              <a:cxnLst/>
              <a:rect l="l" t="t" r="r" b="b"/>
              <a:pathLst>
                <a:path w="5427" h="2541" extrusionOk="0">
                  <a:moveTo>
                    <a:pt x="4177" y="0"/>
                  </a:moveTo>
                  <a:cubicBezTo>
                    <a:pt x="4167" y="0"/>
                    <a:pt x="4156" y="0"/>
                    <a:pt x="4145" y="0"/>
                  </a:cubicBezTo>
                  <a:lnTo>
                    <a:pt x="1225" y="70"/>
                  </a:lnTo>
                  <a:cubicBezTo>
                    <a:pt x="542" y="91"/>
                    <a:pt x="1" y="649"/>
                    <a:pt x="18" y="1333"/>
                  </a:cubicBezTo>
                  <a:cubicBezTo>
                    <a:pt x="35" y="2006"/>
                    <a:pt x="576" y="2540"/>
                    <a:pt x="1245" y="2540"/>
                  </a:cubicBezTo>
                  <a:cubicBezTo>
                    <a:pt x="1256" y="2540"/>
                    <a:pt x="1266" y="2540"/>
                    <a:pt x="1277" y="2540"/>
                  </a:cubicBezTo>
                  <a:lnTo>
                    <a:pt x="4197" y="2471"/>
                  </a:lnTo>
                  <a:cubicBezTo>
                    <a:pt x="4885" y="2449"/>
                    <a:pt x="5426" y="1891"/>
                    <a:pt x="5409" y="1207"/>
                  </a:cubicBezTo>
                  <a:cubicBezTo>
                    <a:pt x="5387" y="535"/>
                    <a:pt x="4846" y="0"/>
                    <a:pt x="4177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2090350" y="560000"/>
              <a:ext cx="130675" cy="103325"/>
            </a:xfrm>
            <a:custGeom>
              <a:avLst/>
              <a:gdLst/>
              <a:ahLst/>
              <a:cxnLst/>
              <a:rect l="l" t="t" r="r" b="b"/>
              <a:pathLst>
                <a:path w="5227" h="4133" extrusionOk="0">
                  <a:moveTo>
                    <a:pt x="1419" y="1"/>
                  </a:moveTo>
                  <a:cubicBezTo>
                    <a:pt x="1023" y="1"/>
                    <a:pt x="633" y="189"/>
                    <a:pt x="399" y="537"/>
                  </a:cubicBezTo>
                  <a:cubicBezTo>
                    <a:pt x="1" y="1095"/>
                    <a:pt x="143" y="1870"/>
                    <a:pt x="706" y="2250"/>
                  </a:cubicBezTo>
                  <a:lnTo>
                    <a:pt x="3120" y="3907"/>
                  </a:lnTo>
                  <a:cubicBezTo>
                    <a:pt x="3334" y="4060"/>
                    <a:pt x="3577" y="4132"/>
                    <a:pt x="3818" y="4132"/>
                  </a:cubicBezTo>
                  <a:cubicBezTo>
                    <a:pt x="4205" y="4132"/>
                    <a:pt x="4588" y="3944"/>
                    <a:pt x="4833" y="3600"/>
                  </a:cubicBezTo>
                  <a:cubicBezTo>
                    <a:pt x="5227" y="3042"/>
                    <a:pt x="5084" y="2268"/>
                    <a:pt x="4526" y="1870"/>
                  </a:cubicBezTo>
                  <a:lnTo>
                    <a:pt x="2112" y="213"/>
                  </a:lnTo>
                  <a:cubicBezTo>
                    <a:pt x="1900" y="69"/>
                    <a:pt x="1659" y="1"/>
                    <a:pt x="1419" y="1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2150275" y="514325"/>
              <a:ext cx="94225" cy="130825"/>
            </a:xfrm>
            <a:custGeom>
              <a:avLst/>
              <a:gdLst/>
              <a:ahLst/>
              <a:cxnLst/>
              <a:rect l="l" t="t" r="r" b="b"/>
              <a:pathLst>
                <a:path w="3769" h="5233" extrusionOk="0">
                  <a:moveTo>
                    <a:pt x="1412" y="0"/>
                  </a:moveTo>
                  <a:cubicBezTo>
                    <a:pt x="1273" y="0"/>
                    <a:pt x="1131" y="24"/>
                    <a:pt x="991" y="75"/>
                  </a:cubicBezTo>
                  <a:cubicBezTo>
                    <a:pt x="342" y="292"/>
                    <a:pt x="0" y="1010"/>
                    <a:pt x="234" y="1642"/>
                  </a:cubicBezTo>
                  <a:lnTo>
                    <a:pt x="1207" y="4402"/>
                  </a:lnTo>
                  <a:cubicBezTo>
                    <a:pt x="1378" y="4912"/>
                    <a:pt x="1850" y="5232"/>
                    <a:pt x="2360" y="5232"/>
                  </a:cubicBezTo>
                  <a:cubicBezTo>
                    <a:pt x="2498" y="5232"/>
                    <a:pt x="2639" y="5209"/>
                    <a:pt x="2778" y="5159"/>
                  </a:cubicBezTo>
                  <a:cubicBezTo>
                    <a:pt x="3427" y="4943"/>
                    <a:pt x="3769" y="4220"/>
                    <a:pt x="3535" y="3588"/>
                  </a:cubicBezTo>
                  <a:lnTo>
                    <a:pt x="2562" y="833"/>
                  </a:lnTo>
                  <a:cubicBezTo>
                    <a:pt x="2392" y="323"/>
                    <a:pt x="1921" y="0"/>
                    <a:pt x="1412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7"/>
            <p:cNvSpPr/>
            <p:nvPr/>
          </p:nvSpPr>
          <p:spPr>
            <a:xfrm>
              <a:off x="2205325" y="512600"/>
              <a:ext cx="89700" cy="131850"/>
            </a:xfrm>
            <a:custGeom>
              <a:avLst/>
              <a:gdLst/>
              <a:ahLst/>
              <a:cxnLst/>
              <a:rect l="l" t="t" r="r" b="b"/>
              <a:pathLst>
                <a:path w="3588" h="5274" extrusionOk="0">
                  <a:moveTo>
                    <a:pt x="2204" y="0"/>
                  </a:moveTo>
                  <a:cubicBezTo>
                    <a:pt x="1676" y="0"/>
                    <a:pt x="1189" y="349"/>
                    <a:pt x="1026" y="880"/>
                  </a:cubicBezTo>
                  <a:lnTo>
                    <a:pt x="178" y="3675"/>
                  </a:lnTo>
                  <a:cubicBezTo>
                    <a:pt x="1" y="4341"/>
                    <a:pt x="360" y="5029"/>
                    <a:pt x="1009" y="5228"/>
                  </a:cubicBezTo>
                  <a:cubicBezTo>
                    <a:pt x="1123" y="5258"/>
                    <a:pt x="1238" y="5273"/>
                    <a:pt x="1352" y="5273"/>
                  </a:cubicBezTo>
                  <a:cubicBezTo>
                    <a:pt x="1896" y="5273"/>
                    <a:pt x="2393" y="4934"/>
                    <a:pt x="2557" y="4397"/>
                  </a:cubicBezTo>
                  <a:lnTo>
                    <a:pt x="3388" y="1585"/>
                  </a:lnTo>
                  <a:cubicBezTo>
                    <a:pt x="3587" y="936"/>
                    <a:pt x="3206" y="253"/>
                    <a:pt x="2557" y="54"/>
                  </a:cubicBezTo>
                  <a:cubicBezTo>
                    <a:pt x="2440" y="17"/>
                    <a:pt x="2321" y="0"/>
                    <a:pt x="2204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7"/>
            <p:cNvSpPr/>
            <p:nvPr/>
          </p:nvSpPr>
          <p:spPr>
            <a:xfrm>
              <a:off x="2166925" y="607300"/>
              <a:ext cx="117275" cy="105200"/>
            </a:xfrm>
            <a:custGeom>
              <a:avLst/>
              <a:gdLst/>
              <a:ahLst/>
              <a:cxnLst/>
              <a:rect l="l" t="t" r="r" b="b"/>
              <a:pathLst>
                <a:path w="4691" h="4208" extrusionOk="0">
                  <a:moveTo>
                    <a:pt x="2364" y="1"/>
                  </a:moveTo>
                  <a:cubicBezTo>
                    <a:pt x="1451" y="1"/>
                    <a:pt x="614" y="591"/>
                    <a:pt x="347" y="1509"/>
                  </a:cubicBezTo>
                  <a:cubicBezTo>
                    <a:pt x="1" y="2608"/>
                    <a:pt x="632" y="3780"/>
                    <a:pt x="1753" y="4122"/>
                  </a:cubicBezTo>
                  <a:cubicBezTo>
                    <a:pt x="1952" y="4180"/>
                    <a:pt x="2152" y="4208"/>
                    <a:pt x="2349" y="4208"/>
                  </a:cubicBezTo>
                  <a:cubicBezTo>
                    <a:pt x="3255" y="4208"/>
                    <a:pt x="4085" y="3623"/>
                    <a:pt x="4366" y="2716"/>
                  </a:cubicBezTo>
                  <a:cubicBezTo>
                    <a:pt x="4690" y="1600"/>
                    <a:pt x="4059" y="428"/>
                    <a:pt x="2960" y="86"/>
                  </a:cubicBezTo>
                  <a:cubicBezTo>
                    <a:pt x="2761" y="28"/>
                    <a:pt x="2561" y="1"/>
                    <a:pt x="23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2227825" y="817125"/>
              <a:ext cx="231700" cy="176500"/>
            </a:xfrm>
            <a:custGeom>
              <a:avLst/>
              <a:gdLst/>
              <a:ahLst/>
              <a:cxnLst/>
              <a:rect l="l" t="t" r="r" b="b"/>
              <a:pathLst>
                <a:path w="9268" h="7060" extrusionOk="0">
                  <a:moveTo>
                    <a:pt x="7780" y="0"/>
                  </a:moveTo>
                  <a:cubicBezTo>
                    <a:pt x="6547" y="0"/>
                    <a:pt x="4745" y="205"/>
                    <a:pt x="2903" y="1137"/>
                  </a:cubicBezTo>
                  <a:cubicBezTo>
                    <a:pt x="0" y="2600"/>
                    <a:pt x="1424" y="5053"/>
                    <a:pt x="1805" y="5611"/>
                  </a:cubicBezTo>
                  <a:cubicBezTo>
                    <a:pt x="1805" y="5611"/>
                    <a:pt x="1822" y="5645"/>
                    <a:pt x="1839" y="5680"/>
                  </a:cubicBezTo>
                  <a:cubicBezTo>
                    <a:pt x="1874" y="5719"/>
                    <a:pt x="1891" y="5736"/>
                    <a:pt x="1891" y="5736"/>
                  </a:cubicBezTo>
                  <a:cubicBezTo>
                    <a:pt x="2172" y="6076"/>
                    <a:pt x="3099" y="7060"/>
                    <a:pt x="4320" y="7060"/>
                  </a:cubicBezTo>
                  <a:cubicBezTo>
                    <a:pt x="4981" y="7060"/>
                    <a:pt x="5729" y="6771"/>
                    <a:pt x="6507" y="5935"/>
                  </a:cubicBezTo>
                  <a:cubicBezTo>
                    <a:pt x="8653" y="3625"/>
                    <a:pt x="9159" y="960"/>
                    <a:pt x="9246" y="220"/>
                  </a:cubicBezTo>
                  <a:cubicBezTo>
                    <a:pt x="9246" y="220"/>
                    <a:pt x="9268" y="129"/>
                    <a:pt x="9268" y="112"/>
                  </a:cubicBezTo>
                  <a:lnTo>
                    <a:pt x="9177" y="95"/>
                  </a:lnTo>
                  <a:cubicBezTo>
                    <a:pt x="8921" y="57"/>
                    <a:pt x="8430" y="0"/>
                    <a:pt x="7780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2280500" y="835425"/>
              <a:ext cx="158250" cy="118850"/>
            </a:xfrm>
            <a:custGeom>
              <a:avLst/>
              <a:gdLst/>
              <a:ahLst/>
              <a:cxnLst/>
              <a:rect l="l" t="t" r="r" b="b"/>
              <a:pathLst>
                <a:path w="6330" h="4754" extrusionOk="0">
                  <a:moveTo>
                    <a:pt x="6231" y="0"/>
                  </a:moveTo>
                  <a:cubicBezTo>
                    <a:pt x="6211" y="0"/>
                    <a:pt x="6189" y="4"/>
                    <a:pt x="6166" y="12"/>
                  </a:cubicBezTo>
                  <a:lnTo>
                    <a:pt x="57" y="4606"/>
                  </a:lnTo>
                  <a:cubicBezTo>
                    <a:pt x="22" y="4623"/>
                    <a:pt x="0" y="4680"/>
                    <a:pt x="39" y="4714"/>
                  </a:cubicBezTo>
                  <a:cubicBezTo>
                    <a:pt x="57" y="4753"/>
                    <a:pt x="74" y="4753"/>
                    <a:pt x="109" y="4753"/>
                  </a:cubicBezTo>
                  <a:cubicBezTo>
                    <a:pt x="130" y="4753"/>
                    <a:pt x="147" y="4753"/>
                    <a:pt x="165" y="4732"/>
                  </a:cubicBezTo>
                  <a:lnTo>
                    <a:pt x="6274" y="154"/>
                  </a:lnTo>
                  <a:cubicBezTo>
                    <a:pt x="6313" y="120"/>
                    <a:pt x="6330" y="63"/>
                    <a:pt x="6295" y="29"/>
                  </a:cubicBezTo>
                  <a:cubicBezTo>
                    <a:pt x="6283" y="9"/>
                    <a:pt x="6260" y="0"/>
                    <a:pt x="6231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7"/>
            <p:cNvSpPr/>
            <p:nvPr/>
          </p:nvSpPr>
          <p:spPr>
            <a:xfrm>
              <a:off x="2345400" y="851500"/>
              <a:ext cx="5975" cy="54525"/>
            </a:xfrm>
            <a:custGeom>
              <a:avLst/>
              <a:gdLst/>
              <a:ahLst/>
              <a:cxnLst/>
              <a:rect l="l" t="t" r="r" b="b"/>
              <a:pathLst>
                <a:path w="239" h="2181" extrusionOk="0">
                  <a:moveTo>
                    <a:pt x="165" y="0"/>
                  </a:moveTo>
                  <a:cubicBezTo>
                    <a:pt x="108" y="0"/>
                    <a:pt x="74" y="35"/>
                    <a:pt x="74" y="87"/>
                  </a:cubicBezTo>
                  <a:lnTo>
                    <a:pt x="0" y="2090"/>
                  </a:lnTo>
                  <a:cubicBezTo>
                    <a:pt x="0" y="2142"/>
                    <a:pt x="39" y="2181"/>
                    <a:pt x="91" y="2181"/>
                  </a:cubicBezTo>
                  <a:cubicBezTo>
                    <a:pt x="147" y="2181"/>
                    <a:pt x="182" y="2142"/>
                    <a:pt x="182" y="2090"/>
                  </a:cubicBezTo>
                  <a:lnTo>
                    <a:pt x="238" y="87"/>
                  </a:lnTo>
                  <a:cubicBezTo>
                    <a:pt x="238" y="35"/>
                    <a:pt x="199" y="0"/>
                    <a:pt x="165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7"/>
            <p:cNvSpPr/>
            <p:nvPr/>
          </p:nvSpPr>
          <p:spPr>
            <a:xfrm>
              <a:off x="2301275" y="884800"/>
              <a:ext cx="5850" cy="54550"/>
            </a:xfrm>
            <a:custGeom>
              <a:avLst/>
              <a:gdLst/>
              <a:ahLst/>
              <a:cxnLst/>
              <a:rect l="l" t="t" r="r" b="b"/>
              <a:pathLst>
                <a:path w="234" h="2182" extrusionOk="0">
                  <a:moveTo>
                    <a:pt x="143" y="1"/>
                  </a:moveTo>
                  <a:cubicBezTo>
                    <a:pt x="108" y="1"/>
                    <a:pt x="74" y="35"/>
                    <a:pt x="56" y="74"/>
                  </a:cubicBezTo>
                  <a:lnTo>
                    <a:pt x="0" y="2090"/>
                  </a:lnTo>
                  <a:cubicBezTo>
                    <a:pt x="0" y="2129"/>
                    <a:pt x="35" y="2181"/>
                    <a:pt x="91" y="2181"/>
                  </a:cubicBezTo>
                  <a:cubicBezTo>
                    <a:pt x="126" y="2181"/>
                    <a:pt x="164" y="2147"/>
                    <a:pt x="164" y="2090"/>
                  </a:cubicBezTo>
                  <a:lnTo>
                    <a:pt x="234" y="92"/>
                  </a:lnTo>
                  <a:cubicBezTo>
                    <a:pt x="234" y="35"/>
                    <a:pt x="199" y="1"/>
                    <a:pt x="143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2345400" y="901900"/>
              <a:ext cx="53675" cy="16675"/>
            </a:xfrm>
            <a:custGeom>
              <a:avLst/>
              <a:gdLst/>
              <a:ahLst/>
              <a:cxnLst/>
              <a:rect l="l" t="t" r="r" b="b"/>
              <a:pathLst>
                <a:path w="2147" h="667" extrusionOk="0">
                  <a:moveTo>
                    <a:pt x="130" y="0"/>
                  </a:moveTo>
                  <a:cubicBezTo>
                    <a:pt x="74" y="0"/>
                    <a:pt x="39" y="18"/>
                    <a:pt x="22" y="74"/>
                  </a:cubicBezTo>
                  <a:cubicBezTo>
                    <a:pt x="0" y="108"/>
                    <a:pt x="39" y="165"/>
                    <a:pt x="74" y="165"/>
                  </a:cubicBezTo>
                  <a:lnTo>
                    <a:pt x="2021" y="667"/>
                  </a:lnTo>
                  <a:lnTo>
                    <a:pt x="2038" y="667"/>
                  </a:lnTo>
                  <a:cubicBezTo>
                    <a:pt x="2077" y="667"/>
                    <a:pt x="2112" y="649"/>
                    <a:pt x="2129" y="615"/>
                  </a:cubicBezTo>
                  <a:cubicBezTo>
                    <a:pt x="2146" y="558"/>
                    <a:pt x="2112" y="524"/>
                    <a:pt x="2055" y="506"/>
                  </a:cubicBezTo>
                  <a:lnTo>
                    <a:pt x="130" y="0"/>
                  </a:ln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2301275" y="935150"/>
              <a:ext cx="53225" cy="16850"/>
            </a:xfrm>
            <a:custGeom>
              <a:avLst/>
              <a:gdLst/>
              <a:ahLst/>
              <a:cxnLst/>
              <a:rect l="l" t="t" r="r" b="b"/>
              <a:pathLst>
                <a:path w="2129" h="674" extrusionOk="0">
                  <a:moveTo>
                    <a:pt x="85" y="1"/>
                  </a:moveTo>
                  <a:cubicBezTo>
                    <a:pt x="53" y="1"/>
                    <a:pt x="17" y="31"/>
                    <a:pt x="17" y="59"/>
                  </a:cubicBezTo>
                  <a:cubicBezTo>
                    <a:pt x="0" y="115"/>
                    <a:pt x="17" y="150"/>
                    <a:pt x="74" y="167"/>
                  </a:cubicBezTo>
                  <a:lnTo>
                    <a:pt x="2020" y="673"/>
                  </a:lnTo>
                  <a:lnTo>
                    <a:pt x="2038" y="673"/>
                  </a:lnTo>
                  <a:cubicBezTo>
                    <a:pt x="2072" y="673"/>
                    <a:pt x="2111" y="656"/>
                    <a:pt x="2129" y="617"/>
                  </a:cubicBezTo>
                  <a:cubicBezTo>
                    <a:pt x="2129" y="565"/>
                    <a:pt x="2111" y="509"/>
                    <a:pt x="2055" y="509"/>
                  </a:cubicBezTo>
                  <a:lnTo>
                    <a:pt x="108" y="7"/>
                  </a:lnTo>
                  <a:cubicBezTo>
                    <a:pt x="101" y="3"/>
                    <a:pt x="94" y="1"/>
                    <a:pt x="85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7"/>
            <p:cNvSpPr/>
            <p:nvPr/>
          </p:nvSpPr>
          <p:spPr>
            <a:xfrm>
              <a:off x="2353500" y="827600"/>
              <a:ext cx="64925" cy="20675"/>
            </a:xfrm>
            <a:custGeom>
              <a:avLst/>
              <a:gdLst/>
              <a:ahLst/>
              <a:cxnLst/>
              <a:rect l="l" t="t" r="r" b="b"/>
              <a:pathLst>
                <a:path w="2597" h="827" extrusionOk="0">
                  <a:moveTo>
                    <a:pt x="1" y="0"/>
                  </a:moveTo>
                  <a:lnTo>
                    <a:pt x="1" y="826"/>
                  </a:lnTo>
                  <a:lnTo>
                    <a:pt x="2597" y="826"/>
                  </a:lnTo>
                  <a:lnTo>
                    <a:pt x="2597" y="0"/>
                  </a:lnTo>
                  <a:close/>
                </a:path>
              </a:pathLst>
            </a:custGeom>
            <a:solidFill>
              <a:srgbClr val="00D2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7"/>
            <p:cNvSpPr/>
            <p:nvPr/>
          </p:nvSpPr>
          <p:spPr>
            <a:xfrm>
              <a:off x="2057050" y="1151150"/>
              <a:ext cx="156425" cy="104125"/>
            </a:xfrm>
            <a:custGeom>
              <a:avLst/>
              <a:gdLst/>
              <a:ahLst/>
              <a:cxnLst/>
              <a:rect l="l" t="t" r="r" b="b"/>
              <a:pathLst>
                <a:path w="6257" h="4165" extrusionOk="0">
                  <a:moveTo>
                    <a:pt x="2709" y="1"/>
                  </a:moveTo>
                  <a:cubicBezTo>
                    <a:pt x="1395" y="1"/>
                    <a:pt x="390" y="374"/>
                    <a:pt x="69" y="522"/>
                  </a:cubicBezTo>
                  <a:cubicBezTo>
                    <a:pt x="69" y="522"/>
                    <a:pt x="17" y="539"/>
                    <a:pt x="0" y="539"/>
                  </a:cubicBezTo>
                  <a:lnTo>
                    <a:pt x="35" y="613"/>
                  </a:lnTo>
                  <a:cubicBezTo>
                    <a:pt x="216" y="1063"/>
                    <a:pt x="973" y="2668"/>
                    <a:pt x="2704" y="3767"/>
                  </a:cubicBezTo>
                  <a:cubicBezTo>
                    <a:pt x="3153" y="4053"/>
                    <a:pt x="3546" y="4165"/>
                    <a:pt x="3886" y="4165"/>
                  </a:cubicBezTo>
                  <a:cubicBezTo>
                    <a:pt x="4896" y="4165"/>
                    <a:pt x="5435" y="3182"/>
                    <a:pt x="5568" y="2884"/>
                  </a:cubicBezTo>
                  <a:cubicBezTo>
                    <a:pt x="5568" y="2884"/>
                    <a:pt x="5585" y="2867"/>
                    <a:pt x="5585" y="2849"/>
                  </a:cubicBezTo>
                  <a:cubicBezTo>
                    <a:pt x="5607" y="2810"/>
                    <a:pt x="5607" y="2793"/>
                    <a:pt x="5607" y="2793"/>
                  </a:cubicBezTo>
                  <a:cubicBezTo>
                    <a:pt x="5750" y="2378"/>
                    <a:pt x="6256" y="595"/>
                    <a:pt x="4179" y="163"/>
                  </a:cubicBezTo>
                  <a:cubicBezTo>
                    <a:pt x="3662" y="46"/>
                    <a:pt x="3167" y="1"/>
                    <a:pt x="2709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7"/>
            <p:cNvSpPr/>
            <p:nvPr/>
          </p:nvSpPr>
          <p:spPr>
            <a:xfrm>
              <a:off x="2072300" y="1169850"/>
              <a:ext cx="119975" cy="51575"/>
            </a:xfrm>
            <a:custGeom>
              <a:avLst/>
              <a:gdLst/>
              <a:ahLst/>
              <a:cxnLst/>
              <a:rect l="l" t="t" r="r" b="b"/>
              <a:pathLst>
                <a:path w="4799" h="2063" extrusionOk="0">
                  <a:moveTo>
                    <a:pt x="99" y="1"/>
                  </a:moveTo>
                  <a:cubicBezTo>
                    <a:pt x="67" y="1"/>
                    <a:pt x="35" y="21"/>
                    <a:pt x="22" y="64"/>
                  </a:cubicBezTo>
                  <a:cubicBezTo>
                    <a:pt x="0" y="98"/>
                    <a:pt x="22" y="155"/>
                    <a:pt x="74" y="172"/>
                  </a:cubicBezTo>
                  <a:lnTo>
                    <a:pt x="4673" y="2062"/>
                  </a:lnTo>
                  <a:lnTo>
                    <a:pt x="4707" y="2062"/>
                  </a:lnTo>
                  <a:cubicBezTo>
                    <a:pt x="4742" y="2062"/>
                    <a:pt x="4781" y="2045"/>
                    <a:pt x="4781" y="2011"/>
                  </a:cubicBezTo>
                  <a:cubicBezTo>
                    <a:pt x="4798" y="1976"/>
                    <a:pt x="4781" y="1920"/>
                    <a:pt x="4742" y="1902"/>
                  </a:cubicBezTo>
                  <a:lnTo>
                    <a:pt x="130" y="7"/>
                  </a:lnTo>
                  <a:cubicBezTo>
                    <a:pt x="120" y="3"/>
                    <a:pt x="110" y="1"/>
                    <a:pt x="99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7"/>
            <p:cNvSpPr/>
            <p:nvPr/>
          </p:nvSpPr>
          <p:spPr>
            <a:xfrm>
              <a:off x="2110150" y="1197375"/>
              <a:ext cx="33875" cy="20050"/>
            </a:xfrm>
            <a:custGeom>
              <a:avLst/>
              <a:gdLst/>
              <a:ahLst/>
              <a:cxnLst/>
              <a:rect l="l" t="t" r="r" b="b"/>
              <a:pathLst>
                <a:path w="1355" h="802" extrusionOk="0">
                  <a:moveTo>
                    <a:pt x="1243" y="1"/>
                  </a:moveTo>
                  <a:cubicBezTo>
                    <a:pt x="1232" y="1"/>
                    <a:pt x="1221" y="4"/>
                    <a:pt x="1212" y="10"/>
                  </a:cubicBezTo>
                  <a:lnTo>
                    <a:pt x="57" y="637"/>
                  </a:lnTo>
                  <a:cubicBezTo>
                    <a:pt x="22" y="659"/>
                    <a:pt x="0" y="711"/>
                    <a:pt x="39" y="767"/>
                  </a:cubicBezTo>
                  <a:cubicBezTo>
                    <a:pt x="39" y="784"/>
                    <a:pt x="74" y="801"/>
                    <a:pt x="108" y="801"/>
                  </a:cubicBezTo>
                  <a:lnTo>
                    <a:pt x="147" y="801"/>
                  </a:lnTo>
                  <a:lnTo>
                    <a:pt x="1281" y="152"/>
                  </a:lnTo>
                  <a:cubicBezTo>
                    <a:pt x="1337" y="135"/>
                    <a:pt x="1354" y="79"/>
                    <a:pt x="1320" y="44"/>
                  </a:cubicBezTo>
                  <a:cubicBezTo>
                    <a:pt x="1304" y="19"/>
                    <a:pt x="1273" y="1"/>
                    <a:pt x="1243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7"/>
            <p:cNvSpPr/>
            <p:nvPr/>
          </p:nvSpPr>
          <p:spPr>
            <a:xfrm>
              <a:off x="2143575" y="1210900"/>
              <a:ext cx="33775" cy="20475"/>
            </a:xfrm>
            <a:custGeom>
              <a:avLst/>
              <a:gdLst/>
              <a:ahLst/>
              <a:cxnLst/>
              <a:rect l="l" t="t" r="r" b="b"/>
              <a:pathLst>
                <a:path w="1351" h="819" extrusionOk="0">
                  <a:moveTo>
                    <a:pt x="1240" y="1"/>
                  </a:moveTo>
                  <a:cubicBezTo>
                    <a:pt x="1228" y="1"/>
                    <a:pt x="1217" y="3"/>
                    <a:pt x="1207" y="9"/>
                  </a:cubicBezTo>
                  <a:lnTo>
                    <a:pt x="52" y="658"/>
                  </a:lnTo>
                  <a:cubicBezTo>
                    <a:pt x="17" y="676"/>
                    <a:pt x="0" y="728"/>
                    <a:pt x="35" y="767"/>
                  </a:cubicBezTo>
                  <a:cubicBezTo>
                    <a:pt x="35" y="801"/>
                    <a:pt x="69" y="818"/>
                    <a:pt x="108" y="818"/>
                  </a:cubicBezTo>
                  <a:cubicBezTo>
                    <a:pt x="126" y="818"/>
                    <a:pt x="126" y="801"/>
                    <a:pt x="143" y="801"/>
                  </a:cubicBezTo>
                  <a:lnTo>
                    <a:pt x="1281" y="170"/>
                  </a:lnTo>
                  <a:cubicBezTo>
                    <a:pt x="1333" y="152"/>
                    <a:pt x="1350" y="96"/>
                    <a:pt x="1315" y="44"/>
                  </a:cubicBezTo>
                  <a:cubicBezTo>
                    <a:pt x="1303" y="19"/>
                    <a:pt x="1270" y="1"/>
                    <a:pt x="1240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7"/>
            <p:cNvSpPr/>
            <p:nvPr/>
          </p:nvSpPr>
          <p:spPr>
            <a:xfrm>
              <a:off x="2130050" y="1165850"/>
              <a:ext cx="13975" cy="35775"/>
            </a:xfrm>
            <a:custGeom>
              <a:avLst/>
              <a:gdLst/>
              <a:ahLst/>
              <a:cxnLst/>
              <a:rect l="l" t="t" r="r" b="b"/>
              <a:pathLst>
                <a:path w="559" h="1431" extrusionOk="0">
                  <a:moveTo>
                    <a:pt x="100" y="1"/>
                  </a:moveTo>
                  <a:cubicBezTo>
                    <a:pt x="90" y="1"/>
                    <a:pt x="79" y="3"/>
                    <a:pt x="70" y="7"/>
                  </a:cubicBezTo>
                  <a:cubicBezTo>
                    <a:pt x="18" y="7"/>
                    <a:pt x="0" y="59"/>
                    <a:pt x="0" y="115"/>
                  </a:cubicBezTo>
                  <a:lnTo>
                    <a:pt x="377" y="1357"/>
                  </a:lnTo>
                  <a:cubicBezTo>
                    <a:pt x="377" y="1396"/>
                    <a:pt x="416" y="1431"/>
                    <a:pt x="450" y="1431"/>
                  </a:cubicBezTo>
                  <a:cubicBezTo>
                    <a:pt x="468" y="1431"/>
                    <a:pt x="468" y="1413"/>
                    <a:pt x="485" y="1413"/>
                  </a:cubicBezTo>
                  <a:cubicBezTo>
                    <a:pt x="524" y="1413"/>
                    <a:pt x="558" y="1357"/>
                    <a:pt x="541" y="1305"/>
                  </a:cubicBezTo>
                  <a:lnTo>
                    <a:pt x="178" y="59"/>
                  </a:lnTo>
                  <a:cubicBezTo>
                    <a:pt x="165" y="20"/>
                    <a:pt x="132" y="1"/>
                    <a:pt x="100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7"/>
            <p:cNvSpPr/>
            <p:nvPr/>
          </p:nvSpPr>
          <p:spPr>
            <a:xfrm>
              <a:off x="2163350" y="1179425"/>
              <a:ext cx="14000" cy="35725"/>
            </a:xfrm>
            <a:custGeom>
              <a:avLst/>
              <a:gdLst/>
              <a:ahLst/>
              <a:cxnLst/>
              <a:rect l="l" t="t" r="r" b="b"/>
              <a:pathLst>
                <a:path w="560" h="1429" extrusionOk="0">
                  <a:moveTo>
                    <a:pt x="95" y="1"/>
                  </a:moveTo>
                  <a:cubicBezTo>
                    <a:pt x="88" y="1"/>
                    <a:pt x="81" y="2"/>
                    <a:pt x="74" y="5"/>
                  </a:cubicBezTo>
                  <a:cubicBezTo>
                    <a:pt x="18" y="22"/>
                    <a:pt x="1" y="57"/>
                    <a:pt x="1" y="113"/>
                  </a:cubicBezTo>
                  <a:lnTo>
                    <a:pt x="382" y="1377"/>
                  </a:lnTo>
                  <a:cubicBezTo>
                    <a:pt x="382" y="1411"/>
                    <a:pt x="416" y="1429"/>
                    <a:pt x="451" y="1429"/>
                  </a:cubicBezTo>
                  <a:lnTo>
                    <a:pt x="490" y="1429"/>
                  </a:lnTo>
                  <a:cubicBezTo>
                    <a:pt x="524" y="1411"/>
                    <a:pt x="559" y="1355"/>
                    <a:pt x="542" y="1320"/>
                  </a:cubicBezTo>
                  <a:lnTo>
                    <a:pt x="183" y="57"/>
                  </a:lnTo>
                  <a:cubicBezTo>
                    <a:pt x="168" y="29"/>
                    <a:pt x="128" y="1"/>
                    <a:pt x="95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7"/>
            <p:cNvSpPr/>
            <p:nvPr/>
          </p:nvSpPr>
          <p:spPr>
            <a:xfrm>
              <a:off x="2076400" y="1181800"/>
              <a:ext cx="30200" cy="35625"/>
            </a:xfrm>
            <a:custGeom>
              <a:avLst/>
              <a:gdLst/>
              <a:ahLst/>
              <a:cxnLst/>
              <a:rect l="l" t="t" r="r" b="b"/>
              <a:pathLst>
                <a:path w="1208" h="1425" extrusionOk="0">
                  <a:moveTo>
                    <a:pt x="234" y="1"/>
                  </a:moveTo>
                  <a:cubicBezTo>
                    <a:pt x="199" y="1"/>
                    <a:pt x="161" y="18"/>
                    <a:pt x="126" y="36"/>
                  </a:cubicBezTo>
                  <a:cubicBezTo>
                    <a:pt x="35" y="92"/>
                    <a:pt x="0" y="217"/>
                    <a:pt x="52" y="308"/>
                  </a:cubicBezTo>
                  <a:cubicBezTo>
                    <a:pt x="269" y="685"/>
                    <a:pt x="541" y="1044"/>
                    <a:pt x="831" y="1368"/>
                  </a:cubicBezTo>
                  <a:cubicBezTo>
                    <a:pt x="883" y="1407"/>
                    <a:pt x="939" y="1424"/>
                    <a:pt x="991" y="1424"/>
                  </a:cubicBezTo>
                  <a:cubicBezTo>
                    <a:pt x="1026" y="1424"/>
                    <a:pt x="1082" y="1407"/>
                    <a:pt x="1117" y="1368"/>
                  </a:cubicBezTo>
                  <a:cubicBezTo>
                    <a:pt x="1156" y="1351"/>
                    <a:pt x="1173" y="1334"/>
                    <a:pt x="1173" y="1299"/>
                  </a:cubicBezTo>
                  <a:cubicBezTo>
                    <a:pt x="1208" y="1225"/>
                    <a:pt x="1190" y="1134"/>
                    <a:pt x="1134" y="1083"/>
                  </a:cubicBezTo>
                  <a:cubicBezTo>
                    <a:pt x="848" y="793"/>
                    <a:pt x="615" y="451"/>
                    <a:pt x="416" y="109"/>
                  </a:cubicBezTo>
                  <a:cubicBezTo>
                    <a:pt x="360" y="36"/>
                    <a:pt x="308" y="1"/>
                    <a:pt x="234" y="1"/>
                  </a:cubicBezTo>
                  <a:close/>
                </a:path>
              </a:pathLst>
            </a:custGeom>
            <a:solidFill>
              <a:srgbClr val="00D2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7"/>
            <p:cNvSpPr/>
            <p:nvPr/>
          </p:nvSpPr>
          <p:spPr>
            <a:xfrm>
              <a:off x="1671225" y="680600"/>
              <a:ext cx="21675" cy="676025"/>
            </a:xfrm>
            <a:custGeom>
              <a:avLst/>
              <a:gdLst/>
              <a:ahLst/>
              <a:cxnLst/>
              <a:rect l="l" t="t" r="r" b="b"/>
              <a:pathLst>
                <a:path w="867" h="27041" extrusionOk="0">
                  <a:moveTo>
                    <a:pt x="1" y="1"/>
                  </a:moveTo>
                  <a:lnTo>
                    <a:pt x="1" y="27040"/>
                  </a:lnTo>
                  <a:lnTo>
                    <a:pt x="866" y="27040"/>
                  </a:lnTo>
                  <a:lnTo>
                    <a:pt x="866" y="1"/>
                  </a:ln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7"/>
            <p:cNvSpPr/>
            <p:nvPr/>
          </p:nvSpPr>
          <p:spPr>
            <a:xfrm>
              <a:off x="1666250" y="635800"/>
              <a:ext cx="69050" cy="101225"/>
            </a:xfrm>
            <a:custGeom>
              <a:avLst/>
              <a:gdLst/>
              <a:ahLst/>
              <a:cxnLst/>
              <a:rect l="l" t="t" r="r" b="b"/>
              <a:pathLst>
                <a:path w="2762" h="4049" extrusionOk="0">
                  <a:moveTo>
                    <a:pt x="1688" y="0"/>
                  </a:moveTo>
                  <a:cubicBezTo>
                    <a:pt x="1291" y="0"/>
                    <a:pt x="913" y="266"/>
                    <a:pt x="797" y="676"/>
                  </a:cubicBezTo>
                  <a:lnTo>
                    <a:pt x="148" y="2822"/>
                  </a:lnTo>
                  <a:cubicBezTo>
                    <a:pt x="1" y="3328"/>
                    <a:pt x="291" y="3848"/>
                    <a:pt x="797" y="4012"/>
                  </a:cubicBezTo>
                  <a:cubicBezTo>
                    <a:pt x="881" y="4037"/>
                    <a:pt x="967" y="4049"/>
                    <a:pt x="1052" y="4049"/>
                  </a:cubicBezTo>
                  <a:cubicBezTo>
                    <a:pt x="1458" y="4049"/>
                    <a:pt x="1847" y="3781"/>
                    <a:pt x="1965" y="3363"/>
                  </a:cubicBezTo>
                  <a:lnTo>
                    <a:pt x="2614" y="1217"/>
                  </a:lnTo>
                  <a:cubicBezTo>
                    <a:pt x="2761" y="711"/>
                    <a:pt x="2471" y="192"/>
                    <a:pt x="1965" y="45"/>
                  </a:cubicBezTo>
                  <a:cubicBezTo>
                    <a:pt x="1874" y="14"/>
                    <a:pt x="1780" y="0"/>
                    <a:pt x="1688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7"/>
            <p:cNvSpPr/>
            <p:nvPr/>
          </p:nvSpPr>
          <p:spPr>
            <a:xfrm>
              <a:off x="1684750" y="668550"/>
              <a:ext cx="98225" cy="81450"/>
            </a:xfrm>
            <a:custGeom>
              <a:avLst/>
              <a:gdLst/>
              <a:ahLst/>
              <a:cxnLst/>
              <a:rect l="l" t="t" r="r" b="b"/>
              <a:pathLst>
                <a:path w="3929" h="3258" extrusionOk="0">
                  <a:moveTo>
                    <a:pt x="2859" y="1"/>
                  </a:moveTo>
                  <a:cubicBezTo>
                    <a:pt x="2660" y="1"/>
                    <a:pt x="2459" y="64"/>
                    <a:pt x="2289" y="197"/>
                  </a:cubicBezTo>
                  <a:lnTo>
                    <a:pt x="507" y="1564"/>
                  </a:lnTo>
                  <a:cubicBezTo>
                    <a:pt x="91" y="1871"/>
                    <a:pt x="1" y="2468"/>
                    <a:pt x="325" y="2884"/>
                  </a:cubicBezTo>
                  <a:cubicBezTo>
                    <a:pt x="506" y="3126"/>
                    <a:pt x="795" y="3257"/>
                    <a:pt x="1085" y="3257"/>
                  </a:cubicBezTo>
                  <a:cubicBezTo>
                    <a:pt x="1287" y="3257"/>
                    <a:pt x="1489" y="3194"/>
                    <a:pt x="1658" y="3061"/>
                  </a:cubicBezTo>
                  <a:lnTo>
                    <a:pt x="3444" y="1711"/>
                  </a:lnTo>
                  <a:cubicBezTo>
                    <a:pt x="3860" y="1387"/>
                    <a:pt x="3929" y="790"/>
                    <a:pt x="3604" y="374"/>
                  </a:cubicBezTo>
                  <a:cubicBezTo>
                    <a:pt x="3426" y="132"/>
                    <a:pt x="3145" y="1"/>
                    <a:pt x="285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7"/>
            <p:cNvSpPr/>
            <p:nvPr/>
          </p:nvSpPr>
          <p:spPr>
            <a:xfrm>
              <a:off x="1695125" y="722975"/>
              <a:ext cx="104075" cy="48725"/>
            </a:xfrm>
            <a:custGeom>
              <a:avLst/>
              <a:gdLst/>
              <a:ahLst/>
              <a:cxnLst/>
              <a:rect l="l" t="t" r="r" b="b"/>
              <a:pathLst>
                <a:path w="4163" h="1949" extrusionOk="0">
                  <a:moveTo>
                    <a:pt x="3221" y="1"/>
                  </a:moveTo>
                  <a:cubicBezTo>
                    <a:pt x="3211" y="1"/>
                    <a:pt x="3200" y="1"/>
                    <a:pt x="3189" y="1"/>
                  </a:cubicBezTo>
                  <a:lnTo>
                    <a:pt x="940" y="58"/>
                  </a:lnTo>
                  <a:cubicBezTo>
                    <a:pt x="416" y="75"/>
                    <a:pt x="1" y="508"/>
                    <a:pt x="18" y="1031"/>
                  </a:cubicBezTo>
                  <a:cubicBezTo>
                    <a:pt x="35" y="1540"/>
                    <a:pt x="451" y="1949"/>
                    <a:pt x="960" y="1949"/>
                  </a:cubicBezTo>
                  <a:cubicBezTo>
                    <a:pt x="971" y="1949"/>
                    <a:pt x="981" y="1949"/>
                    <a:pt x="992" y="1948"/>
                  </a:cubicBezTo>
                  <a:lnTo>
                    <a:pt x="3228" y="1896"/>
                  </a:lnTo>
                  <a:cubicBezTo>
                    <a:pt x="3752" y="1896"/>
                    <a:pt x="4163" y="1464"/>
                    <a:pt x="4163" y="923"/>
                  </a:cubicBezTo>
                  <a:cubicBezTo>
                    <a:pt x="4146" y="410"/>
                    <a:pt x="3730" y="1"/>
                    <a:pt x="322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7"/>
            <p:cNvSpPr/>
            <p:nvPr/>
          </p:nvSpPr>
          <p:spPr>
            <a:xfrm>
              <a:off x="1685625" y="746500"/>
              <a:ext cx="100075" cy="79250"/>
            </a:xfrm>
            <a:custGeom>
              <a:avLst/>
              <a:gdLst/>
              <a:ahLst/>
              <a:cxnLst/>
              <a:rect l="l" t="t" r="r" b="b"/>
              <a:pathLst>
                <a:path w="4003" h="3170" extrusionOk="0">
                  <a:moveTo>
                    <a:pt x="1093" y="1"/>
                  </a:moveTo>
                  <a:cubicBezTo>
                    <a:pt x="788" y="1"/>
                    <a:pt x="489" y="144"/>
                    <a:pt x="307" y="415"/>
                  </a:cubicBezTo>
                  <a:cubicBezTo>
                    <a:pt x="0" y="847"/>
                    <a:pt x="108" y="1423"/>
                    <a:pt x="541" y="1730"/>
                  </a:cubicBezTo>
                  <a:lnTo>
                    <a:pt x="2380" y="3010"/>
                  </a:lnTo>
                  <a:cubicBezTo>
                    <a:pt x="2542" y="3118"/>
                    <a:pt x="2727" y="3169"/>
                    <a:pt x="2912" y="3169"/>
                  </a:cubicBezTo>
                  <a:cubicBezTo>
                    <a:pt x="3219" y="3169"/>
                    <a:pt x="3525" y="3026"/>
                    <a:pt x="3717" y="2755"/>
                  </a:cubicBezTo>
                  <a:cubicBezTo>
                    <a:pt x="4002" y="2323"/>
                    <a:pt x="3894" y="1747"/>
                    <a:pt x="3461" y="1440"/>
                  </a:cubicBezTo>
                  <a:lnTo>
                    <a:pt x="1623" y="159"/>
                  </a:lnTo>
                  <a:cubicBezTo>
                    <a:pt x="1460" y="52"/>
                    <a:pt x="1276" y="1"/>
                    <a:pt x="1093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7"/>
            <p:cNvSpPr/>
            <p:nvPr/>
          </p:nvSpPr>
          <p:spPr>
            <a:xfrm>
              <a:off x="1667675" y="760350"/>
              <a:ext cx="72050" cy="100475"/>
            </a:xfrm>
            <a:custGeom>
              <a:avLst/>
              <a:gdLst/>
              <a:ahLst/>
              <a:cxnLst/>
              <a:rect l="l" t="t" r="r" b="b"/>
              <a:pathLst>
                <a:path w="2882" h="4019" extrusionOk="0">
                  <a:moveTo>
                    <a:pt x="1066" y="0"/>
                  </a:moveTo>
                  <a:cubicBezTo>
                    <a:pt x="963" y="0"/>
                    <a:pt x="859" y="18"/>
                    <a:pt x="757" y="55"/>
                  </a:cubicBezTo>
                  <a:cubicBezTo>
                    <a:pt x="251" y="237"/>
                    <a:pt x="0" y="778"/>
                    <a:pt x="177" y="1267"/>
                  </a:cubicBezTo>
                  <a:lnTo>
                    <a:pt x="917" y="3374"/>
                  </a:lnTo>
                  <a:cubicBezTo>
                    <a:pt x="1062" y="3777"/>
                    <a:pt x="1435" y="4019"/>
                    <a:pt x="1826" y="4019"/>
                  </a:cubicBezTo>
                  <a:cubicBezTo>
                    <a:pt x="1926" y="4019"/>
                    <a:pt x="2026" y="4003"/>
                    <a:pt x="2124" y="3971"/>
                  </a:cubicBezTo>
                  <a:cubicBezTo>
                    <a:pt x="2613" y="3789"/>
                    <a:pt x="2881" y="3248"/>
                    <a:pt x="2704" y="2759"/>
                  </a:cubicBezTo>
                  <a:lnTo>
                    <a:pt x="1964" y="635"/>
                  </a:lnTo>
                  <a:cubicBezTo>
                    <a:pt x="1821" y="249"/>
                    <a:pt x="1453" y="0"/>
                    <a:pt x="1066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7"/>
            <p:cNvSpPr/>
            <p:nvPr/>
          </p:nvSpPr>
          <p:spPr>
            <a:xfrm>
              <a:off x="1628825" y="760800"/>
              <a:ext cx="69050" cy="101525"/>
            </a:xfrm>
            <a:custGeom>
              <a:avLst/>
              <a:gdLst/>
              <a:ahLst/>
              <a:cxnLst/>
              <a:rect l="l" t="t" r="r" b="b"/>
              <a:pathLst>
                <a:path w="2762" h="4061" extrusionOk="0">
                  <a:moveTo>
                    <a:pt x="1708" y="1"/>
                  </a:moveTo>
                  <a:cubicBezTo>
                    <a:pt x="1294" y="1"/>
                    <a:pt x="915" y="271"/>
                    <a:pt x="797" y="686"/>
                  </a:cubicBezTo>
                  <a:lnTo>
                    <a:pt x="148" y="2832"/>
                  </a:lnTo>
                  <a:cubicBezTo>
                    <a:pt x="1" y="3338"/>
                    <a:pt x="291" y="3862"/>
                    <a:pt x="797" y="4022"/>
                  </a:cubicBezTo>
                  <a:cubicBezTo>
                    <a:pt x="882" y="4048"/>
                    <a:pt x="969" y="4060"/>
                    <a:pt x="1056" y="4060"/>
                  </a:cubicBezTo>
                  <a:cubicBezTo>
                    <a:pt x="1460" y="4060"/>
                    <a:pt x="1848" y="3790"/>
                    <a:pt x="1969" y="3373"/>
                  </a:cubicBezTo>
                  <a:lnTo>
                    <a:pt x="2618" y="1227"/>
                  </a:lnTo>
                  <a:cubicBezTo>
                    <a:pt x="2761" y="725"/>
                    <a:pt x="2471" y="202"/>
                    <a:pt x="1969" y="37"/>
                  </a:cubicBezTo>
                  <a:cubicBezTo>
                    <a:pt x="1882" y="13"/>
                    <a:pt x="1794" y="1"/>
                    <a:pt x="1708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7"/>
            <p:cNvSpPr/>
            <p:nvPr/>
          </p:nvSpPr>
          <p:spPr>
            <a:xfrm>
              <a:off x="1581125" y="747850"/>
              <a:ext cx="98250" cy="81525"/>
            </a:xfrm>
            <a:custGeom>
              <a:avLst/>
              <a:gdLst/>
              <a:ahLst/>
              <a:cxnLst/>
              <a:rect l="l" t="t" r="r" b="b"/>
              <a:pathLst>
                <a:path w="3930" h="3261" extrusionOk="0">
                  <a:moveTo>
                    <a:pt x="2840" y="0"/>
                  </a:moveTo>
                  <a:cubicBezTo>
                    <a:pt x="2642" y="0"/>
                    <a:pt x="2442" y="64"/>
                    <a:pt x="2272" y="196"/>
                  </a:cubicBezTo>
                  <a:lnTo>
                    <a:pt x="485" y="1550"/>
                  </a:lnTo>
                  <a:cubicBezTo>
                    <a:pt x="70" y="1875"/>
                    <a:pt x="1" y="2468"/>
                    <a:pt x="308" y="2883"/>
                  </a:cubicBezTo>
                  <a:cubicBezTo>
                    <a:pt x="500" y="3128"/>
                    <a:pt x="785" y="3261"/>
                    <a:pt x="1073" y="3261"/>
                  </a:cubicBezTo>
                  <a:cubicBezTo>
                    <a:pt x="1271" y="3261"/>
                    <a:pt x="1471" y="3197"/>
                    <a:pt x="1641" y="3065"/>
                  </a:cubicBezTo>
                  <a:lnTo>
                    <a:pt x="3423" y="1710"/>
                  </a:lnTo>
                  <a:cubicBezTo>
                    <a:pt x="3838" y="1386"/>
                    <a:pt x="3929" y="793"/>
                    <a:pt x="3605" y="378"/>
                  </a:cubicBezTo>
                  <a:cubicBezTo>
                    <a:pt x="3413" y="132"/>
                    <a:pt x="3127" y="0"/>
                    <a:pt x="284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7"/>
            <p:cNvSpPr/>
            <p:nvPr/>
          </p:nvSpPr>
          <p:spPr>
            <a:xfrm>
              <a:off x="1564900" y="726125"/>
              <a:ext cx="104075" cy="48725"/>
            </a:xfrm>
            <a:custGeom>
              <a:avLst/>
              <a:gdLst/>
              <a:ahLst/>
              <a:cxnLst/>
              <a:rect l="l" t="t" r="r" b="b"/>
              <a:pathLst>
                <a:path w="4163" h="1949" extrusionOk="0">
                  <a:moveTo>
                    <a:pt x="3204" y="0"/>
                  </a:moveTo>
                  <a:cubicBezTo>
                    <a:pt x="3193" y="0"/>
                    <a:pt x="3183" y="1"/>
                    <a:pt x="3172" y="1"/>
                  </a:cubicBezTo>
                  <a:lnTo>
                    <a:pt x="935" y="57"/>
                  </a:lnTo>
                  <a:cubicBezTo>
                    <a:pt x="416" y="74"/>
                    <a:pt x="1" y="507"/>
                    <a:pt x="1" y="1031"/>
                  </a:cubicBezTo>
                  <a:cubicBezTo>
                    <a:pt x="18" y="1543"/>
                    <a:pt x="433" y="1948"/>
                    <a:pt x="943" y="1948"/>
                  </a:cubicBezTo>
                  <a:cubicBezTo>
                    <a:pt x="953" y="1948"/>
                    <a:pt x="964" y="1948"/>
                    <a:pt x="974" y="1948"/>
                  </a:cubicBezTo>
                  <a:lnTo>
                    <a:pt x="3207" y="1896"/>
                  </a:lnTo>
                  <a:cubicBezTo>
                    <a:pt x="3748" y="1879"/>
                    <a:pt x="4163" y="1446"/>
                    <a:pt x="4146" y="922"/>
                  </a:cubicBezTo>
                  <a:cubicBezTo>
                    <a:pt x="4129" y="409"/>
                    <a:pt x="3713" y="0"/>
                    <a:pt x="3204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7"/>
            <p:cNvSpPr/>
            <p:nvPr/>
          </p:nvSpPr>
          <p:spPr>
            <a:xfrm>
              <a:off x="1578425" y="672225"/>
              <a:ext cx="100075" cy="79175"/>
            </a:xfrm>
            <a:custGeom>
              <a:avLst/>
              <a:gdLst/>
              <a:ahLst/>
              <a:cxnLst/>
              <a:rect l="l" t="t" r="r" b="b"/>
              <a:pathLst>
                <a:path w="4003" h="3167" extrusionOk="0">
                  <a:moveTo>
                    <a:pt x="1071" y="0"/>
                  </a:moveTo>
                  <a:cubicBezTo>
                    <a:pt x="773" y="0"/>
                    <a:pt x="475" y="143"/>
                    <a:pt x="286" y="409"/>
                  </a:cubicBezTo>
                  <a:cubicBezTo>
                    <a:pt x="1" y="842"/>
                    <a:pt x="109" y="1439"/>
                    <a:pt x="542" y="1724"/>
                  </a:cubicBezTo>
                  <a:lnTo>
                    <a:pt x="2380" y="3005"/>
                  </a:lnTo>
                  <a:cubicBezTo>
                    <a:pt x="2543" y="3114"/>
                    <a:pt x="2729" y="3167"/>
                    <a:pt x="2913" y="3167"/>
                  </a:cubicBezTo>
                  <a:cubicBezTo>
                    <a:pt x="3217" y="3167"/>
                    <a:pt x="3515" y="3023"/>
                    <a:pt x="3695" y="2754"/>
                  </a:cubicBezTo>
                  <a:cubicBezTo>
                    <a:pt x="4003" y="2339"/>
                    <a:pt x="3894" y="1742"/>
                    <a:pt x="3462" y="1439"/>
                  </a:cubicBezTo>
                  <a:lnTo>
                    <a:pt x="1606" y="175"/>
                  </a:lnTo>
                  <a:cubicBezTo>
                    <a:pt x="1445" y="57"/>
                    <a:pt x="1258" y="0"/>
                    <a:pt x="107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7"/>
            <p:cNvSpPr/>
            <p:nvPr/>
          </p:nvSpPr>
          <p:spPr>
            <a:xfrm>
              <a:off x="1624400" y="637075"/>
              <a:ext cx="72050" cy="100450"/>
            </a:xfrm>
            <a:custGeom>
              <a:avLst/>
              <a:gdLst/>
              <a:ahLst/>
              <a:cxnLst/>
              <a:rect l="l" t="t" r="r" b="b"/>
              <a:pathLst>
                <a:path w="2882" h="4018" extrusionOk="0">
                  <a:moveTo>
                    <a:pt x="1058" y="0"/>
                  </a:moveTo>
                  <a:cubicBezTo>
                    <a:pt x="958" y="0"/>
                    <a:pt x="857" y="16"/>
                    <a:pt x="758" y="50"/>
                  </a:cubicBezTo>
                  <a:cubicBezTo>
                    <a:pt x="251" y="227"/>
                    <a:pt x="0" y="768"/>
                    <a:pt x="178" y="1274"/>
                  </a:cubicBezTo>
                  <a:lnTo>
                    <a:pt x="918" y="3386"/>
                  </a:lnTo>
                  <a:cubicBezTo>
                    <a:pt x="1047" y="3767"/>
                    <a:pt x="1421" y="4018"/>
                    <a:pt x="1811" y="4018"/>
                  </a:cubicBezTo>
                  <a:cubicBezTo>
                    <a:pt x="1916" y="4018"/>
                    <a:pt x="2022" y="3999"/>
                    <a:pt x="2125" y="3961"/>
                  </a:cubicBezTo>
                  <a:cubicBezTo>
                    <a:pt x="2614" y="3797"/>
                    <a:pt x="2882" y="3256"/>
                    <a:pt x="2704" y="2754"/>
                  </a:cubicBezTo>
                  <a:lnTo>
                    <a:pt x="1965" y="643"/>
                  </a:lnTo>
                  <a:cubicBezTo>
                    <a:pt x="1820" y="243"/>
                    <a:pt x="1448" y="0"/>
                    <a:pt x="1058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7"/>
            <p:cNvSpPr/>
            <p:nvPr/>
          </p:nvSpPr>
          <p:spPr>
            <a:xfrm>
              <a:off x="1666250" y="635800"/>
              <a:ext cx="69050" cy="101225"/>
            </a:xfrm>
            <a:custGeom>
              <a:avLst/>
              <a:gdLst/>
              <a:ahLst/>
              <a:cxnLst/>
              <a:rect l="l" t="t" r="r" b="b"/>
              <a:pathLst>
                <a:path w="2762" h="4049" extrusionOk="0">
                  <a:moveTo>
                    <a:pt x="1688" y="0"/>
                  </a:moveTo>
                  <a:cubicBezTo>
                    <a:pt x="1291" y="0"/>
                    <a:pt x="913" y="266"/>
                    <a:pt x="797" y="676"/>
                  </a:cubicBezTo>
                  <a:lnTo>
                    <a:pt x="148" y="2822"/>
                  </a:lnTo>
                  <a:cubicBezTo>
                    <a:pt x="1" y="3328"/>
                    <a:pt x="291" y="3848"/>
                    <a:pt x="797" y="4012"/>
                  </a:cubicBezTo>
                  <a:cubicBezTo>
                    <a:pt x="881" y="4037"/>
                    <a:pt x="967" y="4049"/>
                    <a:pt x="1052" y="4049"/>
                  </a:cubicBezTo>
                  <a:cubicBezTo>
                    <a:pt x="1458" y="4049"/>
                    <a:pt x="1847" y="3781"/>
                    <a:pt x="1965" y="3363"/>
                  </a:cubicBezTo>
                  <a:lnTo>
                    <a:pt x="2614" y="1217"/>
                  </a:lnTo>
                  <a:cubicBezTo>
                    <a:pt x="2761" y="711"/>
                    <a:pt x="2471" y="192"/>
                    <a:pt x="1965" y="45"/>
                  </a:cubicBezTo>
                  <a:cubicBezTo>
                    <a:pt x="1874" y="14"/>
                    <a:pt x="1780" y="0"/>
                    <a:pt x="1688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7"/>
            <p:cNvSpPr/>
            <p:nvPr/>
          </p:nvSpPr>
          <p:spPr>
            <a:xfrm>
              <a:off x="1636950" y="708700"/>
              <a:ext cx="90225" cy="80475"/>
            </a:xfrm>
            <a:custGeom>
              <a:avLst/>
              <a:gdLst/>
              <a:ahLst/>
              <a:cxnLst/>
              <a:rect l="l" t="t" r="r" b="b"/>
              <a:pathLst>
                <a:path w="3609" h="3219" extrusionOk="0">
                  <a:moveTo>
                    <a:pt x="1811" y="0"/>
                  </a:moveTo>
                  <a:cubicBezTo>
                    <a:pt x="1107" y="0"/>
                    <a:pt x="462" y="454"/>
                    <a:pt x="256" y="1148"/>
                  </a:cubicBezTo>
                  <a:cubicBezTo>
                    <a:pt x="0" y="1996"/>
                    <a:pt x="489" y="2900"/>
                    <a:pt x="1337" y="3151"/>
                  </a:cubicBezTo>
                  <a:cubicBezTo>
                    <a:pt x="1495" y="3197"/>
                    <a:pt x="1653" y="3219"/>
                    <a:pt x="1809" y="3219"/>
                  </a:cubicBezTo>
                  <a:cubicBezTo>
                    <a:pt x="2509" y="3219"/>
                    <a:pt x="3148" y="2777"/>
                    <a:pt x="3353" y="2069"/>
                  </a:cubicBezTo>
                  <a:cubicBezTo>
                    <a:pt x="3609" y="1221"/>
                    <a:pt x="3120" y="322"/>
                    <a:pt x="2272" y="66"/>
                  </a:cubicBezTo>
                  <a:cubicBezTo>
                    <a:pt x="2118" y="22"/>
                    <a:pt x="1963" y="0"/>
                    <a:pt x="1811" y="0"/>
                  </a:cubicBezTo>
                  <a:close/>
                </a:path>
              </a:pathLst>
            </a:custGeom>
            <a:solidFill>
              <a:srgbClr val="FFD6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7"/>
            <p:cNvSpPr/>
            <p:nvPr/>
          </p:nvSpPr>
          <p:spPr>
            <a:xfrm>
              <a:off x="1491900" y="1060600"/>
              <a:ext cx="182050" cy="121175"/>
            </a:xfrm>
            <a:custGeom>
              <a:avLst/>
              <a:gdLst/>
              <a:ahLst/>
              <a:cxnLst/>
              <a:rect l="l" t="t" r="r" b="b"/>
              <a:pathLst>
                <a:path w="7282" h="4847" extrusionOk="0">
                  <a:moveTo>
                    <a:pt x="3169" y="1"/>
                  </a:moveTo>
                  <a:cubicBezTo>
                    <a:pt x="1629" y="1"/>
                    <a:pt x="460" y="431"/>
                    <a:pt x="70" y="592"/>
                  </a:cubicBezTo>
                  <a:cubicBezTo>
                    <a:pt x="70" y="592"/>
                    <a:pt x="18" y="631"/>
                    <a:pt x="1" y="631"/>
                  </a:cubicBezTo>
                  <a:lnTo>
                    <a:pt x="18" y="700"/>
                  </a:lnTo>
                  <a:cubicBezTo>
                    <a:pt x="234" y="1223"/>
                    <a:pt x="1117" y="3101"/>
                    <a:pt x="3137" y="4377"/>
                  </a:cubicBezTo>
                  <a:cubicBezTo>
                    <a:pt x="3661" y="4716"/>
                    <a:pt x="4120" y="4847"/>
                    <a:pt x="4516" y="4847"/>
                  </a:cubicBezTo>
                  <a:cubicBezTo>
                    <a:pt x="5686" y="4847"/>
                    <a:pt x="6311" y="3701"/>
                    <a:pt x="6473" y="3352"/>
                  </a:cubicBezTo>
                  <a:cubicBezTo>
                    <a:pt x="6473" y="3352"/>
                    <a:pt x="6490" y="3335"/>
                    <a:pt x="6508" y="3296"/>
                  </a:cubicBezTo>
                  <a:cubicBezTo>
                    <a:pt x="6508" y="3279"/>
                    <a:pt x="6525" y="3261"/>
                    <a:pt x="6525" y="3261"/>
                  </a:cubicBezTo>
                  <a:cubicBezTo>
                    <a:pt x="6689" y="2777"/>
                    <a:pt x="7282" y="700"/>
                    <a:pt x="4868" y="181"/>
                  </a:cubicBezTo>
                  <a:cubicBezTo>
                    <a:pt x="4269" y="52"/>
                    <a:pt x="3697" y="1"/>
                    <a:pt x="3169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7"/>
            <p:cNvSpPr/>
            <p:nvPr/>
          </p:nvSpPr>
          <p:spPr>
            <a:xfrm>
              <a:off x="1509850" y="1082525"/>
              <a:ext cx="138900" cy="59625"/>
            </a:xfrm>
            <a:custGeom>
              <a:avLst/>
              <a:gdLst/>
              <a:ahLst/>
              <a:cxnLst/>
              <a:rect l="l" t="t" r="r" b="b"/>
              <a:pathLst>
                <a:path w="5556" h="2385" extrusionOk="0">
                  <a:moveTo>
                    <a:pt x="108" y="0"/>
                  </a:moveTo>
                  <a:cubicBezTo>
                    <a:pt x="74" y="0"/>
                    <a:pt x="37" y="29"/>
                    <a:pt x="22" y="61"/>
                  </a:cubicBezTo>
                  <a:cubicBezTo>
                    <a:pt x="1" y="96"/>
                    <a:pt x="22" y="147"/>
                    <a:pt x="74" y="169"/>
                  </a:cubicBezTo>
                  <a:lnTo>
                    <a:pt x="5430" y="2367"/>
                  </a:lnTo>
                  <a:cubicBezTo>
                    <a:pt x="5430" y="2384"/>
                    <a:pt x="5448" y="2384"/>
                    <a:pt x="5465" y="2384"/>
                  </a:cubicBezTo>
                  <a:cubicBezTo>
                    <a:pt x="5500" y="2384"/>
                    <a:pt x="5517" y="2367"/>
                    <a:pt x="5539" y="2332"/>
                  </a:cubicBezTo>
                  <a:cubicBezTo>
                    <a:pt x="5556" y="2276"/>
                    <a:pt x="5539" y="2241"/>
                    <a:pt x="5500" y="2224"/>
                  </a:cubicBezTo>
                  <a:lnTo>
                    <a:pt x="131" y="5"/>
                  </a:lnTo>
                  <a:cubicBezTo>
                    <a:pt x="124" y="2"/>
                    <a:pt x="116" y="0"/>
                    <a:pt x="108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7"/>
            <p:cNvSpPr/>
            <p:nvPr/>
          </p:nvSpPr>
          <p:spPr>
            <a:xfrm>
              <a:off x="1554100" y="1114475"/>
              <a:ext cx="38300" cy="22700"/>
            </a:xfrm>
            <a:custGeom>
              <a:avLst/>
              <a:gdLst/>
              <a:ahLst/>
              <a:cxnLst/>
              <a:rect l="l" t="t" r="r" b="b"/>
              <a:pathLst>
                <a:path w="1532" h="908" extrusionOk="0">
                  <a:moveTo>
                    <a:pt x="1420" y="1"/>
                  </a:moveTo>
                  <a:cubicBezTo>
                    <a:pt x="1409" y="1"/>
                    <a:pt x="1398" y="3"/>
                    <a:pt x="1389" y="7"/>
                  </a:cubicBezTo>
                  <a:lnTo>
                    <a:pt x="52" y="747"/>
                  </a:lnTo>
                  <a:cubicBezTo>
                    <a:pt x="18" y="782"/>
                    <a:pt x="0" y="816"/>
                    <a:pt x="18" y="873"/>
                  </a:cubicBezTo>
                  <a:cubicBezTo>
                    <a:pt x="35" y="890"/>
                    <a:pt x="70" y="907"/>
                    <a:pt x="108" y="907"/>
                  </a:cubicBezTo>
                  <a:lnTo>
                    <a:pt x="143" y="907"/>
                  </a:lnTo>
                  <a:lnTo>
                    <a:pt x="1476" y="167"/>
                  </a:lnTo>
                  <a:cubicBezTo>
                    <a:pt x="1515" y="133"/>
                    <a:pt x="1532" y="98"/>
                    <a:pt x="1497" y="42"/>
                  </a:cubicBezTo>
                  <a:cubicBezTo>
                    <a:pt x="1481" y="17"/>
                    <a:pt x="1449" y="1"/>
                    <a:pt x="1420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7"/>
            <p:cNvSpPr/>
            <p:nvPr/>
          </p:nvSpPr>
          <p:spPr>
            <a:xfrm>
              <a:off x="1592825" y="1130425"/>
              <a:ext cx="38300" cy="22975"/>
            </a:xfrm>
            <a:custGeom>
              <a:avLst/>
              <a:gdLst/>
              <a:ahLst/>
              <a:cxnLst/>
              <a:rect l="l" t="t" r="r" b="b"/>
              <a:pathLst>
                <a:path w="1532" h="919" extrusionOk="0">
                  <a:moveTo>
                    <a:pt x="1432" y="0"/>
                  </a:moveTo>
                  <a:cubicBezTo>
                    <a:pt x="1416" y="0"/>
                    <a:pt x="1401" y="6"/>
                    <a:pt x="1389" y="18"/>
                  </a:cubicBezTo>
                  <a:lnTo>
                    <a:pt x="56" y="758"/>
                  </a:lnTo>
                  <a:cubicBezTo>
                    <a:pt x="17" y="775"/>
                    <a:pt x="0" y="827"/>
                    <a:pt x="17" y="866"/>
                  </a:cubicBezTo>
                  <a:cubicBezTo>
                    <a:pt x="35" y="901"/>
                    <a:pt x="74" y="918"/>
                    <a:pt x="108" y="918"/>
                  </a:cubicBezTo>
                  <a:cubicBezTo>
                    <a:pt x="108" y="918"/>
                    <a:pt x="126" y="901"/>
                    <a:pt x="143" y="901"/>
                  </a:cubicBezTo>
                  <a:lnTo>
                    <a:pt x="1480" y="161"/>
                  </a:lnTo>
                  <a:cubicBezTo>
                    <a:pt x="1514" y="144"/>
                    <a:pt x="1532" y="92"/>
                    <a:pt x="1514" y="53"/>
                  </a:cubicBezTo>
                  <a:cubicBezTo>
                    <a:pt x="1492" y="19"/>
                    <a:pt x="1461" y="0"/>
                    <a:pt x="1432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7"/>
            <p:cNvSpPr/>
            <p:nvPr/>
          </p:nvSpPr>
          <p:spPr>
            <a:xfrm>
              <a:off x="1577025" y="1077650"/>
              <a:ext cx="15375" cy="41025"/>
            </a:xfrm>
            <a:custGeom>
              <a:avLst/>
              <a:gdLst/>
              <a:ahLst/>
              <a:cxnLst/>
              <a:rect l="l" t="t" r="r" b="b"/>
              <a:pathLst>
                <a:path w="615" h="1641" extrusionOk="0">
                  <a:moveTo>
                    <a:pt x="57" y="1"/>
                  </a:moveTo>
                  <a:cubicBezTo>
                    <a:pt x="18" y="18"/>
                    <a:pt x="0" y="74"/>
                    <a:pt x="0" y="109"/>
                  </a:cubicBezTo>
                  <a:lnTo>
                    <a:pt x="433" y="1571"/>
                  </a:lnTo>
                  <a:cubicBezTo>
                    <a:pt x="450" y="1606"/>
                    <a:pt x="472" y="1640"/>
                    <a:pt x="524" y="1640"/>
                  </a:cubicBezTo>
                  <a:lnTo>
                    <a:pt x="541" y="1640"/>
                  </a:lnTo>
                  <a:cubicBezTo>
                    <a:pt x="580" y="1623"/>
                    <a:pt x="615" y="1571"/>
                    <a:pt x="598" y="1532"/>
                  </a:cubicBezTo>
                  <a:lnTo>
                    <a:pt x="165" y="74"/>
                  </a:lnTo>
                  <a:cubicBezTo>
                    <a:pt x="165" y="18"/>
                    <a:pt x="109" y="1"/>
                    <a:pt x="5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7"/>
            <p:cNvSpPr/>
            <p:nvPr/>
          </p:nvSpPr>
          <p:spPr>
            <a:xfrm>
              <a:off x="1615850" y="1093775"/>
              <a:ext cx="15275" cy="40700"/>
            </a:xfrm>
            <a:custGeom>
              <a:avLst/>
              <a:gdLst/>
              <a:ahLst/>
              <a:cxnLst/>
              <a:rect l="l" t="t" r="r" b="b"/>
              <a:pathLst>
                <a:path w="611" h="1628" extrusionOk="0">
                  <a:moveTo>
                    <a:pt x="92" y="0"/>
                  </a:moveTo>
                  <a:cubicBezTo>
                    <a:pt x="84" y="0"/>
                    <a:pt x="77" y="1"/>
                    <a:pt x="70" y="5"/>
                  </a:cubicBezTo>
                  <a:cubicBezTo>
                    <a:pt x="18" y="22"/>
                    <a:pt x="1" y="61"/>
                    <a:pt x="1" y="113"/>
                  </a:cubicBezTo>
                  <a:lnTo>
                    <a:pt x="433" y="1575"/>
                  </a:lnTo>
                  <a:cubicBezTo>
                    <a:pt x="451" y="1610"/>
                    <a:pt x="485" y="1627"/>
                    <a:pt x="520" y="1627"/>
                  </a:cubicBezTo>
                  <a:lnTo>
                    <a:pt x="541" y="1627"/>
                  </a:lnTo>
                  <a:cubicBezTo>
                    <a:pt x="576" y="1610"/>
                    <a:pt x="611" y="1575"/>
                    <a:pt x="593" y="1519"/>
                  </a:cubicBezTo>
                  <a:lnTo>
                    <a:pt x="161" y="61"/>
                  </a:lnTo>
                  <a:cubicBezTo>
                    <a:pt x="161" y="29"/>
                    <a:pt x="126" y="0"/>
                    <a:pt x="92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7"/>
            <p:cNvSpPr/>
            <p:nvPr/>
          </p:nvSpPr>
          <p:spPr>
            <a:xfrm>
              <a:off x="1513975" y="1096150"/>
              <a:ext cx="35175" cy="41450"/>
            </a:xfrm>
            <a:custGeom>
              <a:avLst/>
              <a:gdLst/>
              <a:ahLst/>
              <a:cxnLst/>
              <a:rect l="l" t="t" r="r" b="b"/>
              <a:pathLst>
                <a:path w="1407" h="1658" extrusionOk="0">
                  <a:moveTo>
                    <a:pt x="0" y="0"/>
                  </a:moveTo>
                  <a:lnTo>
                    <a:pt x="0" y="1657"/>
                  </a:lnTo>
                  <a:lnTo>
                    <a:pt x="1406" y="1657"/>
                  </a:lnTo>
                  <a:lnTo>
                    <a:pt x="1406" y="0"/>
                  </a:lnTo>
                  <a:close/>
                </a:path>
              </a:pathLst>
            </a:custGeom>
            <a:solidFill>
              <a:srgbClr val="00D2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7"/>
            <p:cNvSpPr/>
            <p:nvPr/>
          </p:nvSpPr>
          <p:spPr>
            <a:xfrm>
              <a:off x="1694700" y="866250"/>
              <a:ext cx="119425" cy="100650"/>
            </a:xfrm>
            <a:custGeom>
              <a:avLst/>
              <a:gdLst/>
              <a:ahLst/>
              <a:cxnLst/>
              <a:rect l="l" t="t" r="r" b="b"/>
              <a:pathLst>
                <a:path w="4777" h="4026" extrusionOk="0">
                  <a:moveTo>
                    <a:pt x="4582" y="0"/>
                  </a:moveTo>
                  <a:cubicBezTo>
                    <a:pt x="4052" y="0"/>
                    <a:pt x="2732" y="109"/>
                    <a:pt x="1459" y="959"/>
                  </a:cubicBezTo>
                  <a:cubicBezTo>
                    <a:pt x="1" y="1932"/>
                    <a:pt x="918" y="3140"/>
                    <a:pt x="1173" y="3412"/>
                  </a:cubicBezTo>
                  <a:cubicBezTo>
                    <a:pt x="1173" y="3412"/>
                    <a:pt x="1173" y="3429"/>
                    <a:pt x="1190" y="3447"/>
                  </a:cubicBezTo>
                  <a:cubicBezTo>
                    <a:pt x="1208" y="3464"/>
                    <a:pt x="1225" y="3464"/>
                    <a:pt x="1225" y="3464"/>
                  </a:cubicBezTo>
                  <a:cubicBezTo>
                    <a:pt x="1376" y="3615"/>
                    <a:pt x="1859" y="4026"/>
                    <a:pt x="2447" y="4026"/>
                  </a:cubicBezTo>
                  <a:cubicBezTo>
                    <a:pt x="2839" y="4026"/>
                    <a:pt x="3277" y="3844"/>
                    <a:pt x="3695" y="3282"/>
                  </a:cubicBezTo>
                  <a:cubicBezTo>
                    <a:pt x="4686" y="1915"/>
                    <a:pt x="4777" y="453"/>
                    <a:pt x="4777" y="59"/>
                  </a:cubicBezTo>
                  <a:lnTo>
                    <a:pt x="4777" y="3"/>
                  </a:lnTo>
                  <a:lnTo>
                    <a:pt x="4721" y="3"/>
                  </a:lnTo>
                  <a:cubicBezTo>
                    <a:pt x="4684" y="1"/>
                    <a:pt x="4637" y="0"/>
                    <a:pt x="4582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7"/>
            <p:cNvSpPr/>
            <p:nvPr/>
          </p:nvSpPr>
          <p:spPr>
            <a:xfrm>
              <a:off x="1726725" y="875100"/>
              <a:ext cx="78425" cy="75050"/>
            </a:xfrm>
            <a:custGeom>
              <a:avLst/>
              <a:gdLst/>
              <a:ahLst/>
              <a:cxnLst/>
              <a:rect l="l" t="t" r="r" b="b"/>
              <a:pathLst>
                <a:path w="3137" h="3002" extrusionOk="0">
                  <a:moveTo>
                    <a:pt x="3054" y="0"/>
                  </a:moveTo>
                  <a:cubicBezTo>
                    <a:pt x="3032" y="0"/>
                    <a:pt x="3009" y="10"/>
                    <a:pt x="2990" y="30"/>
                  </a:cubicBezTo>
                  <a:lnTo>
                    <a:pt x="35" y="2859"/>
                  </a:lnTo>
                  <a:cubicBezTo>
                    <a:pt x="0" y="2894"/>
                    <a:pt x="0" y="2950"/>
                    <a:pt x="18" y="2985"/>
                  </a:cubicBezTo>
                  <a:cubicBezTo>
                    <a:pt x="35" y="3002"/>
                    <a:pt x="69" y="3002"/>
                    <a:pt x="87" y="3002"/>
                  </a:cubicBezTo>
                  <a:cubicBezTo>
                    <a:pt x="108" y="3002"/>
                    <a:pt x="126" y="3002"/>
                    <a:pt x="143" y="2985"/>
                  </a:cubicBezTo>
                  <a:lnTo>
                    <a:pt x="3098" y="138"/>
                  </a:lnTo>
                  <a:cubicBezTo>
                    <a:pt x="3137" y="116"/>
                    <a:pt x="3137" y="64"/>
                    <a:pt x="3115" y="30"/>
                  </a:cubicBezTo>
                  <a:cubicBezTo>
                    <a:pt x="3098" y="10"/>
                    <a:pt x="3076" y="0"/>
                    <a:pt x="3054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7"/>
            <p:cNvSpPr/>
            <p:nvPr/>
          </p:nvSpPr>
          <p:spPr>
            <a:xfrm>
              <a:off x="1755500" y="889350"/>
              <a:ext cx="6825" cy="31075"/>
            </a:xfrm>
            <a:custGeom>
              <a:avLst/>
              <a:gdLst/>
              <a:ahLst/>
              <a:cxnLst/>
              <a:rect l="l" t="t" r="r" b="b"/>
              <a:pathLst>
                <a:path w="273" h="1243" extrusionOk="0">
                  <a:moveTo>
                    <a:pt x="74" y="0"/>
                  </a:moveTo>
                  <a:cubicBezTo>
                    <a:pt x="39" y="0"/>
                    <a:pt x="0" y="35"/>
                    <a:pt x="0" y="87"/>
                  </a:cubicBezTo>
                  <a:lnTo>
                    <a:pt x="91" y="1151"/>
                  </a:lnTo>
                  <a:cubicBezTo>
                    <a:pt x="108" y="1207"/>
                    <a:pt x="147" y="1242"/>
                    <a:pt x="182" y="1242"/>
                  </a:cubicBezTo>
                  <a:lnTo>
                    <a:pt x="199" y="1242"/>
                  </a:lnTo>
                  <a:cubicBezTo>
                    <a:pt x="234" y="1242"/>
                    <a:pt x="273" y="1190"/>
                    <a:pt x="273" y="1151"/>
                  </a:cubicBezTo>
                  <a:lnTo>
                    <a:pt x="182" y="70"/>
                  </a:lnTo>
                  <a:cubicBezTo>
                    <a:pt x="164" y="35"/>
                    <a:pt x="126" y="0"/>
                    <a:pt x="74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7"/>
            <p:cNvSpPr/>
            <p:nvPr/>
          </p:nvSpPr>
          <p:spPr>
            <a:xfrm>
              <a:off x="1733850" y="909575"/>
              <a:ext cx="7275" cy="31175"/>
            </a:xfrm>
            <a:custGeom>
              <a:avLst/>
              <a:gdLst/>
              <a:ahLst/>
              <a:cxnLst/>
              <a:rect l="l" t="t" r="r" b="b"/>
              <a:pathLst>
                <a:path w="291" h="1247" extrusionOk="0">
                  <a:moveTo>
                    <a:pt x="92" y="0"/>
                  </a:moveTo>
                  <a:cubicBezTo>
                    <a:pt x="40" y="18"/>
                    <a:pt x="1" y="57"/>
                    <a:pt x="1" y="109"/>
                  </a:cubicBezTo>
                  <a:lnTo>
                    <a:pt x="109" y="1173"/>
                  </a:lnTo>
                  <a:cubicBezTo>
                    <a:pt x="109" y="1225"/>
                    <a:pt x="148" y="1246"/>
                    <a:pt x="200" y="1246"/>
                  </a:cubicBezTo>
                  <a:cubicBezTo>
                    <a:pt x="256" y="1246"/>
                    <a:pt x="291" y="1208"/>
                    <a:pt x="273" y="1156"/>
                  </a:cubicBezTo>
                  <a:lnTo>
                    <a:pt x="182" y="91"/>
                  </a:lnTo>
                  <a:cubicBezTo>
                    <a:pt x="182" y="35"/>
                    <a:pt x="126" y="0"/>
                    <a:pt x="92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7"/>
            <p:cNvSpPr/>
            <p:nvPr/>
          </p:nvSpPr>
          <p:spPr>
            <a:xfrm>
              <a:off x="1757750" y="916225"/>
              <a:ext cx="31625" cy="7750"/>
            </a:xfrm>
            <a:custGeom>
              <a:avLst/>
              <a:gdLst/>
              <a:ahLst/>
              <a:cxnLst/>
              <a:rect l="l" t="t" r="r" b="b"/>
              <a:pathLst>
                <a:path w="1265" h="310" extrusionOk="0">
                  <a:moveTo>
                    <a:pt x="81" y="1"/>
                  </a:moveTo>
                  <a:cubicBezTo>
                    <a:pt x="44" y="1"/>
                    <a:pt x="18" y="34"/>
                    <a:pt x="18" y="76"/>
                  </a:cubicBezTo>
                  <a:cubicBezTo>
                    <a:pt x="1" y="115"/>
                    <a:pt x="36" y="167"/>
                    <a:pt x="92" y="167"/>
                  </a:cubicBezTo>
                  <a:lnTo>
                    <a:pt x="1156" y="310"/>
                  </a:lnTo>
                  <a:lnTo>
                    <a:pt x="1173" y="310"/>
                  </a:lnTo>
                  <a:cubicBezTo>
                    <a:pt x="1208" y="310"/>
                    <a:pt x="1247" y="275"/>
                    <a:pt x="1247" y="241"/>
                  </a:cubicBezTo>
                  <a:cubicBezTo>
                    <a:pt x="1264" y="184"/>
                    <a:pt x="1225" y="150"/>
                    <a:pt x="1173" y="150"/>
                  </a:cubicBezTo>
                  <a:lnTo>
                    <a:pt x="109" y="7"/>
                  </a:lnTo>
                  <a:cubicBezTo>
                    <a:pt x="99" y="3"/>
                    <a:pt x="89" y="1"/>
                    <a:pt x="81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7"/>
            <p:cNvSpPr/>
            <p:nvPr/>
          </p:nvSpPr>
          <p:spPr>
            <a:xfrm>
              <a:off x="1736550" y="936625"/>
              <a:ext cx="31175" cy="8125"/>
            </a:xfrm>
            <a:custGeom>
              <a:avLst/>
              <a:gdLst/>
              <a:ahLst/>
              <a:cxnLst/>
              <a:rect l="l" t="t" r="r" b="b"/>
              <a:pathLst>
                <a:path w="1247" h="325" extrusionOk="0">
                  <a:moveTo>
                    <a:pt x="92" y="0"/>
                  </a:moveTo>
                  <a:cubicBezTo>
                    <a:pt x="57" y="0"/>
                    <a:pt x="1" y="35"/>
                    <a:pt x="1" y="74"/>
                  </a:cubicBezTo>
                  <a:cubicBezTo>
                    <a:pt x="1" y="126"/>
                    <a:pt x="40" y="164"/>
                    <a:pt x="74" y="182"/>
                  </a:cubicBezTo>
                  <a:lnTo>
                    <a:pt x="1139" y="325"/>
                  </a:lnTo>
                  <a:lnTo>
                    <a:pt x="1156" y="325"/>
                  </a:lnTo>
                  <a:cubicBezTo>
                    <a:pt x="1191" y="325"/>
                    <a:pt x="1230" y="290"/>
                    <a:pt x="1247" y="234"/>
                  </a:cubicBezTo>
                  <a:cubicBezTo>
                    <a:pt x="1247" y="199"/>
                    <a:pt x="1208" y="143"/>
                    <a:pt x="1173" y="143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7"/>
            <p:cNvSpPr/>
            <p:nvPr/>
          </p:nvSpPr>
          <p:spPr>
            <a:xfrm>
              <a:off x="1759175" y="873550"/>
              <a:ext cx="34625" cy="13975"/>
            </a:xfrm>
            <a:custGeom>
              <a:avLst/>
              <a:gdLst/>
              <a:ahLst/>
              <a:cxnLst/>
              <a:rect l="l" t="t" r="r" b="b"/>
              <a:pathLst>
                <a:path w="1385" h="559" extrusionOk="0">
                  <a:moveTo>
                    <a:pt x="1190" y="1"/>
                  </a:moveTo>
                  <a:cubicBezTo>
                    <a:pt x="826" y="35"/>
                    <a:pt x="467" y="126"/>
                    <a:pt x="126" y="234"/>
                  </a:cubicBezTo>
                  <a:cubicBezTo>
                    <a:pt x="35" y="269"/>
                    <a:pt x="0" y="360"/>
                    <a:pt x="35" y="451"/>
                  </a:cubicBezTo>
                  <a:cubicBezTo>
                    <a:pt x="35" y="485"/>
                    <a:pt x="52" y="503"/>
                    <a:pt x="69" y="524"/>
                  </a:cubicBezTo>
                  <a:cubicBezTo>
                    <a:pt x="87" y="542"/>
                    <a:pt x="143" y="559"/>
                    <a:pt x="195" y="559"/>
                  </a:cubicBezTo>
                  <a:lnTo>
                    <a:pt x="251" y="559"/>
                  </a:lnTo>
                  <a:cubicBezTo>
                    <a:pt x="558" y="451"/>
                    <a:pt x="883" y="377"/>
                    <a:pt x="1225" y="343"/>
                  </a:cubicBezTo>
                  <a:cubicBezTo>
                    <a:pt x="1315" y="325"/>
                    <a:pt x="1385" y="234"/>
                    <a:pt x="1367" y="144"/>
                  </a:cubicBezTo>
                  <a:cubicBezTo>
                    <a:pt x="1367" y="53"/>
                    <a:pt x="1276" y="1"/>
                    <a:pt x="1207" y="1"/>
                  </a:cubicBezTo>
                  <a:close/>
                </a:path>
              </a:pathLst>
            </a:custGeom>
            <a:solidFill>
              <a:srgbClr val="00D2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7"/>
            <p:cNvSpPr/>
            <p:nvPr/>
          </p:nvSpPr>
          <p:spPr>
            <a:xfrm>
              <a:off x="2276925" y="1224100"/>
              <a:ext cx="186600" cy="132525"/>
            </a:xfrm>
            <a:custGeom>
              <a:avLst/>
              <a:gdLst/>
              <a:ahLst/>
              <a:cxnLst/>
              <a:rect l="l" t="t" r="r" b="b"/>
              <a:pathLst>
                <a:path w="7464" h="5301" extrusionOk="0">
                  <a:moveTo>
                    <a:pt x="3875" y="0"/>
                  </a:moveTo>
                  <a:cubicBezTo>
                    <a:pt x="3864" y="0"/>
                    <a:pt x="3853" y="0"/>
                    <a:pt x="3842" y="1"/>
                  </a:cubicBezTo>
                  <a:cubicBezTo>
                    <a:pt x="3211" y="22"/>
                    <a:pt x="2705" y="541"/>
                    <a:pt x="2722" y="1190"/>
                  </a:cubicBezTo>
                  <a:lnTo>
                    <a:pt x="2761" y="2705"/>
                  </a:lnTo>
                  <a:lnTo>
                    <a:pt x="2272" y="1986"/>
                  </a:lnTo>
                  <a:cubicBezTo>
                    <a:pt x="2058" y="1659"/>
                    <a:pt x="1696" y="1481"/>
                    <a:pt x="1326" y="1481"/>
                  </a:cubicBezTo>
                  <a:cubicBezTo>
                    <a:pt x="1104" y="1481"/>
                    <a:pt x="880" y="1545"/>
                    <a:pt x="684" y="1679"/>
                  </a:cubicBezTo>
                  <a:cubicBezTo>
                    <a:pt x="143" y="2021"/>
                    <a:pt x="1" y="2744"/>
                    <a:pt x="360" y="3267"/>
                  </a:cubicBezTo>
                  <a:lnTo>
                    <a:pt x="1731" y="5300"/>
                  </a:lnTo>
                  <a:lnTo>
                    <a:pt x="5227" y="5283"/>
                  </a:lnTo>
                  <a:lnTo>
                    <a:pt x="6940" y="3769"/>
                  </a:lnTo>
                  <a:cubicBezTo>
                    <a:pt x="7429" y="3354"/>
                    <a:pt x="7464" y="2635"/>
                    <a:pt x="7048" y="2146"/>
                  </a:cubicBezTo>
                  <a:cubicBezTo>
                    <a:pt x="6821" y="1891"/>
                    <a:pt x="6499" y="1759"/>
                    <a:pt x="6176" y="1759"/>
                  </a:cubicBezTo>
                  <a:cubicBezTo>
                    <a:pt x="5908" y="1759"/>
                    <a:pt x="5640" y="1850"/>
                    <a:pt x="5426" y="2038"/>
                  </a:cubicBezTo>
                  <a:lnTo>
                    <a:pt x="5067" y="2363"/>
                  </a:lnTo>
                  <a:lnTo>
                    <a:pt x="5032" y="1121"/>
                  </a:lnTo>
                  <a:cubicBezTo>
                    <a:pt x="5011" y="500"/>
                    <a:pt x="4509" y="0"/>
                    <a:pt x="3875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2" name="Google Shape;402;p7"/>
          <p:cNvSpPr/>
          <p:nvPr/>
        </p:nvSpPr>
        <p:spPr>
          <a:xfrm>
            <a:off x="8047490" y="559908"/>
            <a:ext cx="230824" cy="68683"/>
          </a:xfrm>
          <a:custGeom>
            <a:avLst/>
            <a:gdLst/>
            <a:ahLst/>
            <a:cxnLst/>
            <a:rect l="l" t="t" r="r" b="b"/>
            <a:pathLst>
              <a:path w="2944" h="876" extrusionOk="0">
                <a:moveTo>
                  <a:pt x="1490" y="1"/>
                </a:moveTo>
                <a:cubicBezTo>
                  <a:pt x="1156" y="1"/>
                  <a:pt x="889" y="275"/>
                  <a:pt x="889" y="600"/>
                </a:cubicBezTo>
                <a:lnTo>
                  <a:pt x="889" y="623"/>
                </a:lnTo>
                <a:cubicBezTo>
                  <a:pt x="852" y="613"/>
                  <a:pt x="815" y="606"/>
                  <a:pt x="775" y="606"/>
                </a:cubicBezTo>
                <a:cubicBezTo>
                  <a:pt x="759" y="606"/>
                  <a:pt x="744" y="607"/>
                  <a:pt x="727" y="609"/>
                </a:cubicBezTo>
                <a:cubicBezTo>
                  <a:pt x="623" y="616"/>
                  <a:pt x="526" y="661"/>
                  <a:pt x="454" y="734"/>
                </a:cubicBezTo>
                <a:cubicBezTo>
                  <a:pt x="421" y="723"/>
                  <a:pt x="384" y="717"/>
                  <a:pt x="346" y="717"/>
                </a:cubicBezTo>
                <a:cubicBezTo>
                  <a:pt x="332" y="717"/>
                  <a:pt x="318" y="718"/>
                  <a:pt x="304" y="719"/>
                </a:cubicBezTo>
                <a:cubicBezTo>
                  <a:pt x="178" y="727"/>
                  <a:pt x="75" y="787"/>
                  <a:pt x="0" y="876"/>
                </a:cubicBezTo>
                <a:lnTo>
                  <a:pt x="2934" y="876"/>
                </a:lnTo>
                <a:cubicBezTo>
                  <a:pt x="2934" y="867"/>
                  <a:pt x="2943" y="860"/>
                  <a:pt x="2943" y="846"/>
                </a:cubicBezTo>
                <a:cubicBezTo>
                  <a:pt x="2921" y="625"/>
                  <a:pt x="2736" y="452"/>
                  <a:pt x="2509" y="452"/>
                </a:cubicBezTo>
                <a:cubicBezTo>
                  <a:pt x="2501" y="452"/>
                  <a:pt x="2492" y="452"/>
                  <a:pt x="2483" y="453"/>
                </a:cubicBezTo>
                <a:cubicBezTo>
                  <a:pt x="2365" y="460"/>
                  <a:pt x="2253" y="527"/>
                  <a:pt x="2179" y="616"/>
                </a:cubicBezTo>
                <a:cubicBezTo>
                  <a:pt x="2150" y="609"/>
                  <a:pt x="2120" y="609"/>
                  <a:pt x="2090" y="609"/>
                </a:cubicBezTo>
                <a:lnTo>
                  <a:pt x="2090" y="600"/>
                </a:lnTo>
                <a:cubicBezTo>
                  <a:pt x="2090" y="275"/>
                  <a:pt x="1823" y="1"/>
                  <a:pt x="1490" y="1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3" name="Google Shape;403;p7"/>
          <p:cNvGrpSpPr/>
          <p:nvPr/>
        </p:nvGrpSpPr>
        <p:grpSpPr>
          <a:xfrm>
            <a:off x="1457124" y="4938638"/>
            <a:ext cx="2749703" cy="122913"/>
            <a:chOff x="5024149" y="4918613"/>
            <a:chExt cx="2749703" cy="122913"/>
          </a:xfrm>
        </p:grpSpPr>
        <p:sp>
          <p:nvSpPr>
            <p:cNvPr id="404" name="Google Shape;404;p7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7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7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7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7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7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7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7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7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7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7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7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7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7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7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7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7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7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7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7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7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7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7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7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7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7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7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7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7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7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4" name="Google Shape;434;p7"/>
          <p:cNvSpPr/>
          <p:nvPr/>
        </p:nvSpPr>
        <p:spPr>
          <a:xfrm>
            <a:off x="8422760" y="416054"/>
            <a:ext cx="246884" cy="246892"/>
          </a:xfrm>
          <a:custGeom>
            <a:avLst/>
            <a:gdLst/>
            <a:ahLst/>
            <a:cxnLst/>
            <a:rect l="l" t="t" r="r" b="b"/>
            <a:pathLst>
              <a:path w="3535" h="3536" extrusionOk="0">
                <a:moveTo>
                  <a:pt x="1763" y="0"/>
                </a:moveTo>
                <a:cubicBezTo>
                  <a:pt x="785" y="0"/>
                  <a:pt x="1" y="794"/>
                  <a:pt x="1" y="1772"/>
                </a:cubicBezTo>
                <a:cubicBezTo>
                  <a:pt x="1" y="2750"/>
                  <a:pt x="785" y="3536"/>
                  <a:pt x="1763" y="3536"/>
                </a:cubicBezTo>
                <a:cubicBezTo>
                  <a:pt x="2741" y="3536"/>
                  <a:pt x="3534" y="2750"/>
                  <a:pt x="3534" y="1772"/>
                </a:cubicBezTo>
                <a:cubicBezTo>
                  <a:pt x="3534" y="794"/>
                  <a:pt x="2741" y="0"/>
                  <a:pt x="1763" y="0"/>
                </a:cubicBezTo>
                <a:close/>
              </a:path>
            </a:pathLst>
          </a:custGeom>
          <a:solidFill>
            <a:srgbClr val="FFD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7"/>
          <p:cNvSpPr/>
          <p:nvPr/>
        </p:nvSpPr>
        <p:spPr>
          <a:xfrm>
            <a:off x="8352322" y="594592"/>
            <a:ext cx="535741" cy="149440"/>
          </a:xfrm>
          <a:custGeom>
            <a:avLst/>
            <a:gdLst/>
            <a:ahLst/>
            <a:cxnLst/>
            <a:rect l="l" t="t" r="r" b="b"/>
            <a:pathLst>
              <a:path w="6833" h="1906" extrusionOk="0">
                <a:moveTo>
                  <a:pt x="3617" y="1"/>
                </a:moveTo>
                <a:cubicBezTo>
                  <a:pt x="2995" y="1"/>
                  <a:pt x="2490" y="518"/>
                  <a:pt x="2490" y="1164"/>
                </a:cubicBezTo>
                <a:lnTo>
                  <a:pt x="2490" y="1178"/>
                </a:lnTo>
                <a:cubicBezTo>
                  <a:pt x="2417" y="1157"/>
                  <a:pt x="2342" y="1134"/>
                  <a:pt x="2253" y="1134"/>
                </a:cubicBezTo>
                <a:cubicBezTo>
                  <a:pt x="2083" y="1134"/>
                  <a:pt x="1919" y="1201"/>
                  <a:pt x="1794" y="1304"/>
                </a:cubicBezTo>
                <a:cubicBezTo>
                  <a:pt x="1668" y="1141"/>
                  <a:pt x="1474" y="1030"/>
                  <a:pt x="1261" y="1030"/>
                </a:cubicBezTo>
                <a:cubicBezTo>
                  <a:pt x="950" y="1030"/>
                  <a:pt x="697" y="1246"/>
                  <a:pt x="608" y="1527"/>
                </a:cubicBezTo>
                <a:lnTo>
                  <a:pt x="557" y="1527"/>
                </a:lnTo>
                <a:cubicBezTo>
                  <a:pt x="311" y="1527"/>
                  <a:pt x="96" y="1683"/>
                  <a:pt x="0" y="1905"/>
                </a:cubicBezTo>
                <a:lnTo>
                  <a:pt x="6818" y="1905"/>
                </a:lnTo>
                <a:cubicBezTo>
                  <a:pt x="6825" y="1852"/>
                  <a:pt x="6833" y="1801"/>
                  <a:pt x="6833" y="1749"/>
                </a:cubicBezTo>
                <a:cubicBezTo>
                  <a:pt x="6833" y="1327"/>
                  <a:pt x="6498" y="986"/>
                  <a:pt x="6091" y="986"/>
                </a:cubicBezTo>
                <a:cubicBezTo>
                  <a:pt x="5876" y="986"/>
                  <a:pt x="5684" y="1075"/>
                  <a:pt x="5543" y="1230"/>
                </a:cubicBezTo>
                <a:cubicBezTo>
                  <a:pt x="5410" y="1075"/>
                  <a:pt x="5209" y="972"/>
                  <a:pt x="4987" y="972"/>
                </a:cubicBezTo>
                <a:cubicBezTo>
                  <a:pt x="4898" y="972"/>
                  <a:pt x="4809" y="993"/>
                  <a:pt x="4729" y="1023"/>
                </a:cubicBezTo>
                <a:cubicBezTo>
                  <a:pt x="4661" y="445"/>
                  <a:pt x="4195" y="1"/>
                  <a:pt x="3617" y="1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8"/>
          <p:cNvSpPr txBox="1">
            <a:spLocks noGrp="1"/>
          </p:cNvSpPr>
          <p:nvPr>
            <p:ph type="title"/>
          </p:nvPr>
        </p:nvSpPr>
        <p:spPr>
          <a:xfrm>
            <a:off x="646425" y="973675"/>
            <a:ext cx="5815500" cy="184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438" name="Google Shape;438;p8"/>
          <p:cNvGrpSpPr/>
          <p:nvPr/>
        </p:nvGrpSpPr>
        <p:grpSpPr>
          <a:xfrm>
            <a:off x="3325236" y="4670938"/>
            <a:ext cx="5557953" cy="122913"/>
            <a:chOff x="3325236" y="4670938"/>
            <a:chExt cx="5557953" cy="122913"/>
          </a:xfrm>
        </p:grpSpPr>
        <p:grpSp>
          <p:nvGrpSpPr>
            <p:cNvPr id="439" name="Google Shape;439;p8"/>
            <p:cNvGrpSpPr/>
            <p:nvPr/>
          </p:nvGrpSpPr>
          <p:grpSpPr>
            <a:xfrm>
              <a:off x="6133486" y="4670938"/>
              <a:ext cx="2749703" cy="122913"/>
              <a:chOff x="5024149" y="4918613"/>
              <a:chExt cx="2749703" cy="122913"/>
            </a:xfrm>
          </p:grpSpPr>
          <p:sp>
            <p:nvSpPr>
              <p:cNvPr id="440" name="Google Shape;440;p8"/>
              <p:cNvSpPr/>
              <p:nvPr/>
            </p:nvSpPr>
            <p:spPr>
              <a:xfrm>
                <a:off x="5121294" y="4919510"/>
                <a:ext cx="27619" cy="26802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1285" extrusionOk="0">
                    <a:moveTo>
                      <a:pt x="690" y="1"/>
                    </a:moveTo>
                    <a:cubicBezTo>
                      <a:pt x="379" y="1"/>
                      <a:pt x="134" y="175"/>
                      <a:pt x="0" y="460"/>
                    </a:cubicBezTo>
                    <a:cubicBezTo>
                      <a:pt x="0" y="643"/>
                      <a:pt x="183" y="1031"/>
                      <a:pt x="297" y="1213"/>
                    </a:cubicBezTo>
                    <a:cubicBezTo>
                      <a:pt x="418" y="1262"/>
                      <a:pt x="528" y="1284"/>
                      <a:pt x="629" y="1284"/>
                    </a:cubicBezTo>
                    <a:cubicBezTo>
                      <a:pt x="909" y="1284"/>
                      <a:pt x="1123" y="1110"/>
                      <a:pt x="1324" y="825"/>
                    </a:cubicBezTo>
                    <a:cubicBezTo>
                      <a:pt x="1233" y="551"/>
                      <a:pt x="1141" y="163"/>
                      <a:pt x="1050" y="72"/>
                    </a:cubicBezTo>
                    <a:cubicBezTo>
                      <a:pt x="923" y="24"/>
                      <a:pt x="802" y="1"/>
                      <a:pt x="69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8"/>
              <p:cNvSpPr/>
              <p:nvPr/>
            </p:nvSpPr>
            <p:spPr>
              <a:xfrm>
                <a:off x="5307928" y="4919510"/>
                <a:ext cx="27639" cy="26802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1285" extrusionOk="0">
                    <a:moveTo>
                      <a:pt x="731" y="1"/>
                    </a:moveTo>
                    <a:cubicBezTo>
                      <a:pt x="435" y="1"/>
                      <a:pt x="159" y="175"/>
                      <a:pt x="92" y="460"/>
                    </a:cubicBezTo>
                    <a:cubicBezTo>
                      <a:pt x="1" y="643"/>
                      <a:pt x="183" y="1031"/>
                      <a:pt x="366" y="1213"/>
                    </a:cubicBezTo>
                    <a:cubicBezTo>
                      <a:pt x="469" y="1262"/>
                      <a:pt x="572" y="1284"/>
                      <a:pt x="671" y="1284"/>
                    </a:cubicBezTo>
                    <a:cubicBezTo>
                      <a:pt x="945" y="1284"/>
                      <a:pt x="1190" y="1110"/>
                      <a:pt x="1324" y="825"/>
                    </a:cubicBezTo>
                    <a:cubicBezTo>
                      <a:pt x="1233" y="551"/>
                      <a:pt x="1233" y="163"/>
                      <a:pt x="1051" y="72"/>
                    </a:cubicBezTo>
                    <a:cubicBezTo>
                      <a:pt x="948" y="24"/>
                      <a:pt x="838" y="1"/>
                      <a:pt x="73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8"/>
              <p:cNvSpPr/>
              <p:nvPr/>
            </p:nvSpPr>
            <p:spPr>
              <a:xfrm>
                <a:off x="5496482" y="4919823"/>
                <a:ext cx="25720" cy="27365"/>
              </a:xfrm>
              <a:custGeom>
                <a:avLst/>
                <a:gdLst/>
                <a:ahLst/>
                <a:cxnLst/>
                <a:rect l="l" t="t" r="r" b="b"/>
                <a:pathLst>
                  <a:path w="1233" h="1312" extrusionOk="0">
                    <a:moveTo>
                      <a:pt x="656" y="0"/>
                    </a:moveTo>
                    <a:cubicBezTo>
                      <a:pt x="565" y="0"/>
                      <a:pt x="467" y="18"/>
                      <a:pt x="366" y="57"/>
                    </a:cubicBezTo>
                    <a:cubicBezTo>
                      <a:pt x="183" y="57"/>
                      <a:pt x="92" y="445"/>
                      <a:pt x="0" y="628"/>
                    </a:cubicBezTo>
                    <a:cubicBezTo>
                      <a:pt x="77" y="1106"/>
                      <a:pt x="346" y="1312"/>
                      <a:pt x="660" y="1312"/>
                    </a:cubicBezTo>
                    <a:cubicBezTo>
                      <a:pt x="720" y="1312"/>
                      <a:pt x="782" y="1304"/>
                      <a:pt x="845" y="1290"/>
                    </a:cubicBezTo>
                    <a:cubicBezTo>
                      <a:pt x="1028" y="1198"/>
                      <a:pt x="1233" y="810"/>
                      <a:pt x="1233" y="628"/>
                    </a:cubicBezTo>
                    <a:cubicBezTo>
                      <a:pt x="1233" y="250"/>
                      <a:pt x="992" y="0"/>
                      <a:pt x="6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8"/>
              <p:cNvSpPr/>
              <p:nvPr/>
            </p:nvSpPr>
            <p:spPr>
              <a:xfrm>
                <a:off x="5680738" y="4920490"/>
                <a:ext cx="33835" cy="26239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58" extrusionOk="0">
                    <a:moveTo>
                      <a:pt x="743" y="1"/>
                    </a:moveTo>
                    <a:cubicBezTo>
                      <a:pt x="538" y="1"/>
                      <a:pt x="277" y="154"/>
                      <a:pt x="183" y="322"/>
                    </a:cubicBezTo>
                    <a:cubicBezTo>
                      <a:pt x="1" y="778"/>
                      <a:pt x="298" y="1166"/>
                      <a:pt x="754" y="1258"/>
                    </a:cubicBezTo>
                    <a:cubicBezTo>
                      <a:pt x="959" y="1166"/>
                      <a:pt x="1325" y="1075"/>
                      <a:pt x="1439" y="892"/>
                    </a:cubicBezTo>
                    <a:cubicBezTo>
                      <a:pt x="1621" y="413"/>
                      <a:pt x="1325" y="25"/>
                      <a:pt x="868" y="25"/>
                    </a:cubicBezTo>
                    <a:cubicBezTo>
                      <a:pt x="831" y="8"/>
                      <a:pt x="788" y="1"/>
                      <a:pt x="7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8"/>
              <p:cNvSpPr/>
              <p:nvPr/>
            </p:nvSpPr>
            <p:spPr>
              <a:xfrm>
                <a:off x="5871190" y="4919823"/>
                <a:ext cx="27639" cy="27365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1312" extrusionOk="0">
                    <a:moveTo>
                      <a:pt x="677" y="0"/>
                    </a:moveTo>
                    <a:cubicBezTo>
                      <a:pt x="587" y="0"/>
                      <a:pt x="491" y="18"/>
                      <a:pt x="389" y="57"/>
                    </a:cubicBezTo>
                    <a:cubicBezTo>
                      <a:pt x="184" y="57"/>
                      <a:pt x="92" y="445"/>
                      <a:pt x="1" y="628"/>
                    </a:cubicBezTo>
                    <a:cubicBezTo>
                      <a:pt x="77" y="1106"/>
                      <a:pt x="363" y="1312"/>
                      <a:pt x="682" y="1312"/>
                    </a:cubicBezTo>
                    <a:cubicBezTo>
                      <a:pt x="743" y="1312"/>
                      <a:pt x="806" y="1304"/>
                      <a:pt x="868" y="1290"/>
                    </a:cubicBezTo>
                    <a:cubicBezTo>
                      <a:pt x="1051" y="1198"/>
                      <a:pt x="1325" y="810"/>
                      <a:pt x="1233" y="628"/>
                    </a:cubicBezTo>
                    <a:cubicBezTo>
                      <a:pt x="1233" y="250"/>
                      <a:pt x="1007" y="0"/>
                      <a:pt x="6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8"/>
              <p:cNvSpPr/>
              <p:nvPr/>
            </p:nvSpPr>
            <p:spPr>
              <a:xfrm>
                <a:off x="6055947" y="4920490"/>
                <a:ext cx="33334" cy="26239"/>
              </a:xfrm>
              <a:custGeom>
                <a:avLst/>
                <a:gdLst/>
                <a:ahLst/>
                <a:cxnLst/>
                <a:rect l="l" t="t" r="r" b="b"/>
                <a:pathLst>
                  <a:path w="1598" h="1258" extrusionOk="0">
                    <a:moveTo>
                      <a:pt x="728" y="1"/>
                    </a:moveTo>
                    <a:cubicBezTo>
                      <a:pt x="531" y="1"/>
                      <a:pt x="257" y="154"/>
                      <a:pt x="183" y="322"/>
                    </a:cubicBezTo>
                    <a:cubicBezTo>
                      <a:pt x="0" y="778"/>
                      <a:pt x="274" y="1166"/>
                      <a:pt x="753" y="1258"/>
                    </a:cubicBezTo>
                    <a:cubicBezTo>
                      <a:pt x="936" y="1166"/>
                      <a:pt x="1324" y="1075"/>
                      <a:pt x="1415" y="892"/>
                    </a:cubicBezTo>
                    <a:cubicBezTo>
                      <a:pt x="1598" y="413"/>
                      <a:pt x="1324" y="25"/>
                      <a:pt x="845" y="25"/>
                    </a:cubicBezTo>
                    <a:cubicBezTo>
                      <a:pt x="811" y="8"/>
                      <a:pt x="771" y="1"/>
                      <a:pt x="72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8"/>
              <p:cNvSpPr/>
              <p:nvPr/>
            </p:nvSpPr>
            <p:spPr>
              <a:xfrm>
                <a:off x="6244021" y="4919093"/>
                <a:ext cx="31916" cy="27636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1325" extrusionOk="0">
                    <a:moveTo>
                      <a:pt x="571" y="1"/>
                    </a:moveTo>
                    <a:cubicBezTo>
                      <a:pt x="206" y="183"/>
                      <a:pt x="0" y="571"/>
                      <a:pt x="206" y="959"/>
                    </a:cubicBezTo>
                    <a:cubicBezTo>
                      <a:pt x="297" y="1142"/>
                      <a:pt x="685" y="1325"/>
                      <a:pt x="867" y="1325"/>
                    </a:cubicBezTo>
                    <a:cubicBezTo>
                      <a:pt x="1347" y="1142"/>
                      <a:pt x="1529" y="754"/>
                      <a:pt x="1256" y="389"/>
                    </a:cubicBezTo>
                    <a:cubicBezTo>
                      <a:pt x="1141" y="183"/>
                      <a:pt x="867" y="92"/>
                      <a:pt x="57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8"/>
              <p:cNvSpPr/>
              <p:nvPr/>
            </p:nvSpPr>
            <p:spPr>
              <a:xfrm>
                <a:off x="6434473" y="4919823"/>
                <a:ext cx="26200" cy="27365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1312" extrusionOk="0">
                    <a:moveTo>
                      <a:pt x="679" y="0"/>
                    </a:moveTo>
                    <a:cubicBezTo>
                      <a:pt x="588" y="0"/>
                      <a:pt x="490" y="18"/>
                      <a:pt x="388" y="57"/>
                    </a:cubicBezTo>
                    <a:cubicBezTo>
                      <a:pt x="206" y="57"/>
                      <a:pt x="114" y="445"/>
                      <a:pt x="0" y="628"/>
                    </a:cubicBezTo>
                    <a:cubicBezTo>
                      <a:pt x="0" y="1106"/>
                      <a:pt x="273" y="1312"/>
                      <a:pt x="644" y="1312"/>
                    </a:cubicBezTo>
                    <a:cubicBezTo>
                      <a:pt x="715" y="1312"/>
                      <a:pt x="790" y="1304"/>
                      <a:pt x="868" y="1290"/>
                    </a:cubicBezTo>
                    <a:cubicBezTo>
                      <a:pt x="1050" y="1198"/>
                      <a:pt x="1256" y="810"/>
                      <a:pt x="1256" y="628"/>
                    </a:cubicBezTo>
                    <a:cubicBezTo>
                      <a:pt x="1256" y="250"/>
                      <a:pt x="1015" y="0"/>
                      <a:pt x="67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8"/>
              <p:cNvSpPr/>
              <p:nvPr/>
            </p:nvSpPr>
            <p:spPr>
              <a:xfrm>
                <a:off x="6621107" y="4919176"/>
                <a:ext cx="27640" cy="26406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1266" extrusionOk="0">
                    <a:moveTo>
                      <a:pt x="702" y="1"/>
                    </a:moveTo>
                    <a:cubicBezTo>
                      <a:pt x="577" y="1"/>
                      <a:pt x="440" y="31"/>
                      <a:pt x="298" y="88"/>
                    </a:cubicBezTo>
                    <a:cubicBezTo>
                      <a:pt x="183" y="179"/>
                      <a:pt x="1" y="567"/>
                      <a:pt x="1" y="750"/>
                    </a:cubicBezTo>
                    <a:cubicBezTo>
                      <a:pt x="125" y="1077"/>
                      <a:pt x="346" y="1266"/>
                      <a:pt x="596" y="1266"/>
                    </a:cubicBezTo>
                    <a:cubicBezTo>
                      <a:pt x="713" y="1266"/>
                      <a:pt x="836" y="1225"/>
                      <a:pt x="959" y="1138"/>
                    </a:cubicBezTo>
                    <a:cubicBezTo>
                      <a:pt x="1142" y="1047"/>
                      <a:pt x="1233" y="659"/>
                      <a:pt x="1325" y="476"/>
                    </a:cubicBezTo>
                    <a:cubicBezTo>
                      <a:pt x="1199" y="147"/>
                      <a:pt x="977" y="1"/>
                      <a:pt x="7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8"/>
              <p:cNvSpPr/>
              <p:nvPr/>
            </p:nvSpPr>
            <p:spPr>
              <a:xfrm>
                <a:off x="6807762" y="4919176"/>
                <a:ext cx="27640" cy="26406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1266" extrusionOk="0">
                    <a:moveTo>
                      <a:pt x="723" y="1"/>
                    </a:moveTo>
                    <a:cubicBezTo>
                      <a:pt x="608" y="1"/>
                      <a:pt x="487" y="31"/>
                      <a:pt x="366" y="88"/>
                    </a:cubicBezTo>
                    <a:cubicBezTo>
                      <a:pt x="183" y="179"/>
                      <a:pt x="0" y="567"/>
                      <a:pt x="92" y="750"/>
                    </a:cubicBezTo>
                    <a:cubicBezTo>
                      <a:pt x="154" y="1077"/>
                      <a:pt x="397" y="1266"/>
                      <a:pt x="668" y="1266"/>
                    </a:cubicBezTo>
                    <a:cubicBezTo>
                      <a:pt x="795" y="1266"/>
                      <a:pt x="927" y="1225"/>
                      <a:pt x="1050" y="1138"/>
                    </a:cubicBezTo>
                    <a:cubicBezTo>
                      <a:pt x="1233" y="1047"/>
                      <a:pt x="1233" y="659"/>
                      <a:pt x="1324" y="476"/>
                    </a:cubicBezTo>
                    <a:cubicBezTo>
                      <a:pt x="1199" y="147"/>
                      <a:pt x="976" y="1"/>
                      <a:pt x="7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8"/>
              <p:cNvSpPr/>
              <p:nvPr/>
            </p:nvSpPr>
            <p:spPr>
              <a:xfrm>
                <a:off x="6998214" y="4918613"/>
                <a:ext cx="25720" cy="27407"/>
              </a:xfrm>
              <a:custGeom>
                <a:avLst/>
                <a:gdLst/>
                <a:ahLst/>
                <a:cxnLst/>
                <a:rect l="l" t="t" r="r" b="b"/>
                <a:pathLst>
                  <a:path w="1233" h="1314" extrusionOk="0">
                    <a:moveTo>
                      <a:pt x="617" y="1"/>
                    </a:moveTo>
                    <a:cubicBezTo>
                      <a:pt x="255" y="1"/>
                      <a:pt x="0" y="194"/>
                      <a:pt x="0" y="594"/>
                    </a:cubicBezTo>
                    <a:cubicBezTo>
                      <a:pt x="0" y="777"/>
                      <a:pt x="183" y="1256"/>
                      <a:pt x="366" y="1256"/>
                    </a:cubicBezTo>
                    <a:cubicBezTo>
                      <a:pt x="448" y="1295"/>
                      <a:pt x="530" y="1313"/>
                      <a:pt x="610" y="1313"/>
                    </a:cubicBezTo>
                    <a:cubicBezTo>
                      <a:pt x="905" y="1313"/>
                      <a:pt x="1161" y="1063"/>
                      <a:pt x="1233" y="686"/>
                    </a:cubicBezTo>
                    <a:cubicBezTo>
                      <a:pt x="1142" y="503"/>
                      <a:pt x="1050" y="115"/>
                      <a:pt x="845" y="24"/>
                    </a:cubicBezTo>
                    <a:cubicBezTo>
                      <a:pt x="766" y="9"/>
                      <a:pt x="689" y="1"/>
                      <a:pt x="6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8"/>
              <p:cNvSpPr/>
              <p:nvPr/>
            </p:nvSpPr>
            <p:spPr>
              <a:xfrm>
                <a:off x="7182470" y="4920490"/>
                <a:ext cx="31937" cy="26239"/>
              </a:xfrm>
              <a:custGeom>
                <a:avLst/>
                <a:gdLst/>
                <a:ahLst/>
                <a:cxnLst/>
                <a:rect l="l" t="t" r="r" b="b"/>
                <a:pathLst>
                  <a:path w="1531" h="1258" extrusionOk="0">
                    <a:moveTo>
                      <a:pt x="651" y="1"/>
                    </a:moveTo>
                    <a:cubicBezTo>
                      <a:pt x="447" y="1"/>
                      <a:pt x="185" y="154"/>
                      <a:pt x="92" y="322"/>
                    </a:cubicBezTo>
                    <a:cubicBezTo>
                      <a:pt x="1" y="778"/>
                      <a:pt x="206" y="1166"/>
                      <a:pt x="663" y="1258"/>
                    </a:cubicBezTo>
                    <a:cubicBezTo>
                      <a:pt x="959" y="1166"/>
                      <a:pt x="1348" y="1075"/>
                      <a:pt x="1348" y="892"/>
                    </a:cubicBezTo>
                    <a:cubicBezTo>
                      <a:pt x="1530" y="413"/>
                      <a:pt x="1233" y="25"/>
                      <a:pt x="777" y="25"/>
                    </a:cubicBezTo>
                    <a:cubicBezTo>
                      <a:pt x="740" y="8"/>
                      <a:pt x="697" y="1"/>
                      <a:pt x="65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8"/>
              <p:cNvSpPr/>
              <p:nvPr/>
            </p:nvSpPr>
            <p:spPr>
              <a:xfrm>
                <a:off x="7372922" y="4918613"/>
                <a:ext cx="25741" cy="27407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1314" extrusionOk="0">
                    <a:moveTo>
                      <a:pt x="671" y="1"/>
                    </a:moveTo>
                    <a:cubicBezTo>
                      <a:pt x="335" y="1"/>
                      <a:pt x="1" y="194"/>
                      <a:pt x="1" y="594"/>
                    </a:cubicBezTo>
                    <a:cubicBezTo>
                      <a:pt x="1" y="777"/>
                      <a:pt x="206" y="1256"/>
                      <a:pt x="389" y="1256"/>
                    </a:cubicBezTo>
                    <a:cubicBezTo>
                      <a:pt x="471" y="1295"/>
                      <a:pt x="553" y="1313"/>
                      <a:pt x="631" y="1313"/>
                    </a:cubicBezTo>
                    <a:cubicBezTo>
                      <a:pt x="920" y="1313"/>
                      <a:pt x="1162" y="1063"/>
                      <a:pt x="1234" y="686"/>
                    </a:cubicBezTo>
                    <a:cubicBezTo>
                      <a:pt x="1142" y="503"/>
                      <a:pt x="1051" y="115"/>
                      <a:pt x="868" y="24"/>
                    </a:cubicBezTo>
                    <a:cubicBezTo>
                      <a:pt x="804" y="9"/>
                      <a:pt x="737" y="1"/>
                      <a:pt x="67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8"/>
              <p:cNvSpPr/>
              <p:nvPr/>
            </p:nvSpPr>
            <p:spPr>
              <a:xfrm>
                <a:off x="7559578" y="4918613"/>
                <a:ext cx="27640" cy="27407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1314" extrusionOk="0">
                    <a:moveTo>
                      <a:pt x="730" y="1"/>
                    </a:moveTo>
                    <a:cubicBezTo>
                      <a:pt x="359" y="1"/>
                      <a:pt x="77" y="194"/>
                      <a:pt x="0" y="594"/>
                    </a:cubicBezTo>
                    <a:cubicBezTo>
                      <a:pt x="0" y="777"/>
                      <a:pt x="183" y="1256"/>
                      <a:pt x="388" y="1256"/>
                    </a:cubicBezTo>
                    <a:cubicBezTo>
                      <a:pt x="485" y="1295"/>
                      <a:pt x="575" y="1313"/>
                      <a:pt x="658" y="1313"/>
                    </a:cubicBezTo>
                    <a:cubicBezTo>
                      <a:pt x="966" y="1313"/>
                      <a:pt x="1181" y="1063"/>
                      <a:pt x="1324" y="686"/>
                    </a:cubicBezTo>
                    <a:cubicBezTo>
                      <a:pt x="1233" y="503"/>
                      <a:pt x="1142" y="115"/>
                      <a:pt x="959" y="24"/>
                    </a:cubicBezTo>
                    <a:cubicBezTo>
                      <a:pt x="880" y="9"/>
                      <a:pt x="803" y="1"/>
                      <a:pt x="73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8"/>
              <p:cNvSpPr/>
              <p:nvPr/>
            </p:nvSpPr>
            <p:spPr>
              <a:xfrm>
                <a:off x="7748131" y="4918634"/>
                <a:ext cx="25720" cy="27386"/>
              </a:xfrm>
              <a:custGeom>
                <a:avLst/>
                <a:gdLst/>
                <a:ahLst/>
                <a:cxnLst/>
                <a:rect l="l" t="t" r="r" b="b"/>
                <a:pathLst>
                  <a:path w="1233" h="1313" extrusionOk="0">
                    <a:moveTo>
                      <a:pt x="552" y="0"/>
                    </a:moveTo>
                    <a:cubicBezTo>
                      <a:pt x="491" y="0"/>
                      <a:pt x="428" y="8"/>
                      <a:pt x="365" y="23"/>
                    </a:cubicBezTo>
                    <a:cubicBezTo>
                      <a:pt x="183" y="114"/>
                      <a:pt x="0" y="502"/>
                      <a:pt x="0" y="685"/>
                    </a:cubicBezTo>
                    <a:cubicBezTo>
                      <a:pt x="0" y="1062"/>
                      <a:pt x="227" y="1312"/>
                      <a:pt x="557" y="1312"/>
                    </a:cubicBezTo>
                    <a:cubicBezTo>
                      <a:pt x="646" y="1312"/>
                      <a:pt x="743" y="1294"/>
                      <a:pt x="845" y="1255"/>
                    </a:cubicBezTo>
                    <a:cubicBezTo>
                      <a:pt x="1050" y="1255"/>
                      <a:pt x="1142" y="867"/>
                      <a:pt x="1233" y="685"/>
                    </a:cubicBezTo>
                    <a:cubicBezTo>
                      <a:pt x="1156" y="206"/>
                      <a:pt x="871" y="0"/>
                      <a:pt x="55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8"/>
              <p:cNvSpPr/>
              <p:nvPr/>
            </p:nvSpPr>
            <p:spPr>
              <a:xfrm>
                <a:off x="5024149" y="5012054"/>
                <a:ext cx="31916" cy="28992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1390" extrusionOk="0">
                    <a:moveTo>
                      <a:pt x="927" y="0"/>
                    </a:moveTo>
                    <a:cubicBezTo>
                      <a:pt x="872" y="0"/>
                      <a:pt x="815" y="6"/>
                      <a:pt x="754" y="17"/>
                    </a:cubicBezTo>
                    <a:cubicBezTo>
                      <a:pt x="571" y="17"/>
                      <a:pt x="183" y="200"/>
                      <a:pt x="92" y="383"/>
                    </a:cubicBezTo>
                    <a:cubicBezTo>
                      <a:pt x="1" y="771"/>
                      <a:pt x="183" y="1250"/>
                      <a:pt x="571" y="1341"/>
                    </a:cubicBezTo>
                    <a:cubicBezTo>
                      <a:pt x="676" y="1375"/>
                      <a:pt x="767" y="1390"/>
                      <a:pt x="848" y="1390"/>
                    </a:cubicBezTo>
                    <a:cubicBezTo>
                      <a:pt x="1209" y="1390"/>
                      <a:pt x="1362" y="1088"/>
                      <a:pt x="1530" y="771"/>
                    </a:cubicBezTo>
                    <a:cubicBezTo>
                      <a:pt x="1530" y="272"/>
                      <a:pt x="1304" y="0"/>
                      <a:pt x="9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8"/>
              <p:cNvSpPr/>
              <p:nvPr/>
            </p:nvSpPr>
            <p:spPr>
              <a:xfrm>
                <a:off x="5212953" y="5012034"/>
                <a:ext cx="33585" cy="29451"/>
              </a:xfrm>
              <a:custGeom>
                <a:avLst/>
                <a:gdLst/>
                <a:ahLst/>
                <a:cxnLst/>
                <a:rect l="l" t="t" r="r" b="b"/>
                <a:pathLst>
                  <a:path w="1610" h="1412" extrusionOk="0">
                    <a:moveTo>
                      <a:pt x="628" y="1"/>
                    </a:moveTo>
                    <a:cubicBezTo>
                      <a:pt x="198" y="1"/>
                      <a:pt x="0" y="263"/>
                      <a:pt x="80" y="680"/>
                    </a:cubicBezTo>
                    <a:cubicBezTo>
                      <a:pt x="80" y="954"/>
                      <a:pt x="262" y="1342"/>
                      <a:pt x="468" y="1342"/>
                    </a:cubicBezTo>
                    <a:cubicBezTo>
                      <a:pt x="561" y="1389"/>
                      <a:pt x="662" y="1412"/>
                      <a:pt x="763" y="1412"/>
                    </a:cubicBezTo>
                    <a:cubicBezTo>
                      <a:pt x="1053" y="1412"/>
                      <a:pt x="1336" y="1219"/>
                      <a:pt x="1404" y="863"/>
                    </a:cubicBezTo>
                    <a:cubicBezTo>
                      <a:pt x="1609" y="384"/>
                      <a:pt x="1221" y="110"/>
                      <a:pt x="833" y="18"/>
                    </a:cubicBezTo>
                    <a:cubicBezTo>
                      <a:pt x="760" y="7"/>
                      <a:pt x="691" y="1"/>
                      <a:pt x="62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8"/>
              <p:cNvSpPr/>
              <p:nvPr/>
            </p:nvSpPr>
            <p:spPr>
              <a:xfrm>
                <a:off x="5398878" y="5011241"/>
                <a:ext cx="31916" cy="29159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1398" extrusionOk="0">
                    <a:moveTo>
                      <a:pt x="968" y="0"/>
                    </a:moveTo>
                    <a:cubicBezTo>
                      <a:pt x="886" y="0"/>
                      <a:pt x="792" y="18"/>
                      <a:pt x="685" y="56"/>
                    </a:cubicBezTo>
                    <a:cubicBezTo>
                      <a:pt x="480" y="56"/>
                      <a:pt x="206" y="330"/>
                      <a:pt x="114" y="536"/>
                    </a:cubicBezTo>
                    <a:cubicBezTo>
                      <a:pt x="0" y="992"/>
                      <a:pt x="297" y="1380"/>
                      <a:pt x="776" y="1380"/>
                    </a:cubicBezTo>
                    <a:cubicBezTo>
                      <a:pt x="838" y="1392"/>
                      <a:pt x="896" y="1398"/>
                      <a:pt x="951" y="1398"/>
                    </a:cubicBezTo>
                    <a:cubicBezTo>
                      <a:pt x="1322" y="1398"/>
                      <a:pt x="1530" y="1136"/>
                      <a:pt x="1530" y="718"/>
                    </a:cubicBezTo>
                    <a:cubicBezTo>
                      <a:pt x="1455" y="329"/>
                      <a:pt x="1321" y="0"/>
                      <a:pt x="9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8"/>
              <p:cNvSpPr/>
              <p:nvPr/>
            </p:nvSpPr>
            <p:spPr>
              <a:xfrm>
                <a:off x="5585512" y="5012409"/>
                <a:ext cx="35733" cy="28846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383" extrusionOk="0">
                    <a:moveTo>
                      <a:pt x="959" y="0"/>
                    </a:moveTo>
                    <a:cubicBezTo>
                      <a:pt x="663" y="0"/>
                      <a:pt x="297" y="183"/>
                      <a:pt x="297" y="366"/>
                    </a:cubicBezTo>
                    <a:cubicBezTo>
                      <a:pt x="1" y="754"/>
                      <a:pt x="183" y="1233"/>
                      <a:pt x="663" y="1324"/>
                    </a:cubicBezTo>
                    <a:cubicBezTo>
                      <a:pt x="747" y="1364"/>
                      <a:pt x="832" y="1382"/>
                      <a:pt x="914" y="1382"/>
                    </a:cubicBezTo>
                    <a:cubicBezTo>
                      <a:pt x="1210" y="1382"/>
                      <a:pt x="1478" y="1148"/>
                      <a:pt x="1621" y="845"/>
                    </a:cubicBezTo>
                    <a:cubicBezTo>
                      <a:pt x="1713" y="274"/>
                      <a:pt x="1325" y="0"/>
                      <a:pt x="9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8"/>
              <p:cNvSpPr/>
              <p:nvPr/>
            </p:nvSpPr>
            <p:spPr>
              <a:xfrm>
                <a:off x="5774066" y="5012054"/>
                <a:ext cx="31916" cy="28992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1390" extrusionOk="0">
                    <a:moveTo>
                      <a:pt x="927" y="0"/>
                    </a:moveTo>
                    <a:cubicBezTo>
                      <a:pt x="872" y="0"/>
                      <a:pt x="814" y="6"/>
                      <a:pt x="754" y="17"/>
                    </a:cubicBezTo>
                    <a:cubicBezTo>
                      <a:pt x="571" y="17"/>
                      <a:pt x="183" y="200"/>
                      <a:pt x="92" y="383"/>
                    </a:cubicBezTo>
                    <a:cubicBezTo>
                      <a:pt x="1" y="771"/>
                      <a:pt x="183" y="1250"/>
                      <a:pt x="662" y="1341"/>
                    </a:cubicBezTo>
                    <a:cubicBezTo>
                      <a:pt x="750" y="1375"/>
                      <a:pt x="831" y="1390"/>
                      <a:pt x="905" y="1390"/>
                    </a:cubicBezTo>
                    <a:cubicBezTo>
                      <a:pt x="1237" y="1390"/>
                      <a:pt x="1437" y="1088"/>
                      <a:pt x="1530" y="771"/>
                    </a:cubicBezTo>
                    <a:cubicBezTo>
                      <a:pt x="1530" y="272"/>
                      <a:pt x="1303" y="0"/>
                      <a:pt x="9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8"/>
              <p:cNvSpPr/>
              <p:nvPr/>
            </p:nvSpPr>
            <p:spPr>
              <a:xfrm>
                <a:off x="5960721" y="5011241"/>
                <a:ext cx="33334" cy="29159"/>
              </a:xfrm>
              <a:custGeom>
                <a:avLst/>
                <a:gdLst/>
                <a:ahLst/>
                <a:cxnLst/>
                <a:rect l="l" t="t" r="r" b="b"/>
                <a:pathLst>
                  <a:path w="1598" h="1398" extrusionOk="0">
                    <a:moveTo>
                      <a:pt x="1036" y="0"/>
                    </a:moveTo>
                    <a:cubicBezTo>
                      <a:pt x="954" y="0"/>
                      <a:pt x="861" y="18"/>
                      <a:pt x="753" y="56"/>
                    </a:cubicBezTo>
                    <a:cubicBezTo>
                      <a:pt x="571" y="56"/>
                      <a:pt x="274" y="330"/>
                      <a:pt x="183" y="536"/>
                    </a:cubicBezTo>
                    <a:cubicBezTo>
                      <a:pt x="0" y="992"/>
                      <a:pt x="365" y="1380"/>
                      <a:pt x="753" y="1380"/>
                    </a:cubicBezTo>
                    <a:cubicBezTo>
                      <a:pt x="827" y="1392"/>
                      <a:pt x="894" y="1398"/>
                      <a:pt x="955" y="1398"/>
                    </a:cubicBezTo>
                    <a:cubicBezTo>
                      <a:pt x="1369" y="1398"/>
                      <a:pt x="1518" y="1136"/>
                      <a:pt x="1598" y="718"/>
                    </a:cubicBezTo>
                    <a:cubicBezTo>
                      <a:pt x="1524" y="329"/>
                      <a:pt x="1389" y="0"/>
                      <a:pt x="10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8"/>
              <p:cNvSpPr/>
              <p:nvPr/>
            </p:nvSpPr>
            <p:spPr>
              <a:xfrm>
                <a:off x="6148795" y="5012054"/>
                <a:ext cx="31916" cy="28992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1390" extrusionOk="0">
                    <a:moveTo>
                      <a:pt x="948" y="0"/>
                    </a:moveTo>
                    <a:cubicBezTo>
                      <a:pt x="894" y="0"/>
                      <a:pt x="837" y="6"/>
                      <a:pt x="776" y="17"/>
                    </a:cubicBezTo>
                    <a:cubicBezTo>
                      <a:pt x="571" y="17"/>
                      <a:pt x="206" y="200"/>
                      <a:pt x="114" y="383"/>
                    </a:cubicBezTo>
                    <a:cubicBezTo>
                      <a:pt x="0" y="771"/>
                      <a:pt x="206" y="1250"/>
                      <a:pt x="685" y="1341"/>
                    </a:cubicBezTo>
                    <a:cubicBezTo>
                      <a:pt x="768" y="1375"/>
                      <a:pt x="846" y="1390"/>
                      <a:pt x="919" y="1390"/>
                    </a:cubicBezTo>
                    <a:cubicBezTo>
                      <a:pt x="1243" y="1390"/>
                      <a:pt x="1455" y="1088"/>
                      <a:pt x="1529" y="771"/>
                    </a:cubicBezTo>
                    <a:cubicBezTo>
                      <a:pt x="1529" y="272"/>
                      <a:pt x="1320" y="0"/>
                      <a:pt x="9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8"/>
              <p:cNvSpPr/>
              <p:nvPr/>
            </p:nvSpPr>
            <p:spPr>
              <a:xfrm>
                <a:off x="6335429" y="5011241"/>
                <a:ext cx="33835" cy="29159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398" extrusionOk="0">
                    <a:moveTo>
                      <a:pt x="1039" y="0"/>
                    </a:moveTo>
                    <a:cubicBezTo>
                      <a:pt x="956" y="0"/>
                      <a:pt x="861" y="18"/>
                      <a:pt x="754" y="56"/>
                    </a:cubicBezTo>
                    <a:cubicBezTo>
                      <a:pt x="571" y="56"/>
                      <a:pt x="297" y="330"/>
                      <a:pt x="183" y="536"/>
                    </a:cubicBezTo>
                    <a:cubicBezTo>
                      <a:pt x="1" y="992"/>
                      <a:pt x="389" y="1380"/>
                      <a:pt x="868" y="1380"/>
                    </a:cubicBezTo>
                    <a:cubicBezTo>
                      <a:pt x="927" y="1392"/>
                      <a:pt x="981" y="1398"/>
                      <a:pt x="1032" y="1398"/>
                    </a:cubicBezTo>
                    <a:cubicBezTo>
                      <a:pt x="1375" y="1398"/>
                      <a:pt x="1542" y="1136"/>
                      <a:pt x="1621" y="718"/>
                    </a:cubicBezTo>
                    <a:cubicBezTo>
                      <a:pt x="1547" y="329"/>
                      <a:pt x="1398" y="0"/>
                      <a:pt x="10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8"/>
              <p:cNvSpPr/>
              <p:nvPr/>
            </p:nvSpPr>
            <p:spPr>
              <a:xfrm>
                <a:off x="6523983" y="5011241"/>
                <a:ext cx="31916" cy="29159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1398" extrusionOk="0">
                    <a:moveTo>
                      <a:pt x="994" y="0"/>
                    </a:moveTo>
                    <a:cubicBezTo>
                      <a:pt x="923" y="0"/>
                      <a:pt x="844" y="18"/>
                      <a:pt x="754" y="56"/>
                    </a:cubicBezTo>
                    <a:cubicBezTo>
                      <a:pt x="480" y="56"/>
                      <a:pt x="183" y="330"/>
                      <a:pt x="183" y="536"/>
                    </a:cubicBezTo>
                    <a:cubicBezTo>
                      <a:pt x="0" y="992"/>
                      <a:pt x="274" y="1380"/>
                      <a:pt x="754" y="1380"/>
                    </a:cubicBezTo>
                    <a:cubicBezTo>
                      <a:pt x="815" y="1392"/>
                      <a:pt x="874" y="1398"/>
                      <a:pt x="929" y="1398"/>
                    </a:cubicBezTo>
                    <a:cubicBezTo>
                      <a:pt x="1304" y="1398"/>
                      <a:pt x="1530" y="1136"/>
                      <a:pt x="1530" y="718"/>
                    </a:cubicBezTo>
                    <a:cubicBezTo>
                      <a:pt x="1437" y="329"/>
                      <a:pt x="1299" y="0"/>
                      <a:pt x="9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8"/>
              <p:cNvSpPr/>
              <p:nvPr/>
            </p:nvSpPr>
            <p:spPr>
              <a:xfrm>
                <a:off x="6712536" y="5011012"/>
                <a:ext cx="33814" cy="29034"/>
              </a:xfrm>
              <a:custGeom>
                <a:avLst/>
                <a:gdLst/>
                <a:ahLst/>
                <a:cxnLst/>
                <a:rect l="l" t="t" r="r" b="b"/>
                <a:pathLst>
                  <a:path w="1621" h="1392" extrusionOk="0">
                    <a:moveTo>
                      <a:pt x="819" y="0"/>
                    </a:moveTo>
                    <a:cubicBezTo>
                      <a:pt x="737" y="0"/>
                      <a:pt x="653" y="21"/>
                      <a:pt x="571" y="67"/>
                    </a:cubicBezTo>
                    <a:cubicBezTo>
                      <a:pt x="92" y="159"/>
                      <a:pt x="0" y="638"/>
                      <a:pt x="183" y="1117"/>
                    </a:cubicBezTo>
                    <a:cubicBezTo>
                      <a:pt x="274" y="1300"/>
                      <a:pt x="662" y="1391"/>
                      <a:pt x="845" y="1391"/>
                    </a:cubicBezTo>
                    <a:cubicBezTo>
                      <a:pt x="1324" y="1391"/>
                      <a:pt x="1621" y="1117"/>
                      <a:pt x="1507" y="547"/>
                    </a:cubicBezTo>
                    <a:cubicBezTo>
                      <a:pt x="1365" y="246"/>
                      <a:pt x="1101" y="0"/>
                      <a:pt x="8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8"/>
              <p:cNvSpPr/>
              <p:nvPr/>
            </p:nvSpPr>
            <p:spPr>
              <a:xfrm>
                <a:off x="6898691" y="5012034"/>
                <a:ext cx="31937" cy="29493"/>
              </a:xfrm>
              <a:custGeom>
                <a:avLst/>
                <a:gdLst/>
                <a:ahLst/>
                <a:cxnLst/>
                <a:rect l="l" t="t" r="r" b="b"/>
                <a:pathLst>
                  <a:path w="1531" h="1414" extrusionOk="0">
                    <a:moveTo>
                      <a:pt x="857" y="1"/>
                    </a:moveTo>
                    <a:cubicBezTo>
                      <a:pt x="802" y="1"/>
                      <a:pt x="745" y="6"/>
                      <a:pt x="686" y="18"/>
                    </a:cubicBezTo>
                    <a:cubicBezTo>
                      <a:pt x="206" y="201"/>
                      <a:pt x="1" y="589"/>
                      <a:pt x="115" y="954"/>
                    </a:cubicBezTo>
                    <a:cubicBezTo>
                      <a:pt x="249" y="1239"/>
                      <a:pt x="543" y="1413"/>
                      <a:pt x="835" y="1413"/>
                    </a:cubicBezTo>
                    <a:cubicBezTo>
                      <a:pt x="940" y="1413"/>
                      <a:pt x="1045" y="1391"/>
                      <a:pt x="1142" y="1342"/>
                    </a:cubicBezTo>
                    <a:cubicBezTo>
                      <a:pt x="1348" y="1160"/>
                      <a:pt x="1530" y="863"/>
                      <a:pt x="1530" y="589"/>
                    </a:cubicBezTo>
                    <a:cubicBezTo>
                      <a:pt x="1451" y="252"/>
                      <a:pt x="1216" y="1"/>
                      <a:pt x="8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8"/>
              <p:cNvSpPr/>
              <p:nvPr/>
            </p:nvSpPr>
            <p:spPr>
              <a:xfrm>
                <a:off x="7085346" y="5012034"/>
                <a:ext cx="33835" cy="29493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414" extrusionOk="0">
                    <a:moveTo>
                      <a:pt x="872" y="1"/>
                    </a:moveTo>
                    <a:cubicBezTo>
                      <a:pt x="807" y="1"/>
                      <a:pt x="737" y="6"/>
                      <a:pt x="662" y="18"/>
                    </a:cubicBezTo>
                    <a:cubicBezTo>
                      <a:pt x="297" y="201"/>
                      <a:pt x="0" y="589"/>
                      <a:pt x="183" y="954"/>
                    </a:cubicBezTo>
                    <a:cubicBezTo>
                      <a:pt x="334" y="1239"/>
                      <a:pt x="633" y="1413"/>
                      <a:pt x="925" y="1413"/>
                    </a:cubicBezTo>
                    <a:cubicBezTo>
                      <a:pt x="1031" y="1413"/>
                      <a:pt x="1136" y="1391"/>
                      <a:pt x="1233" y="1342"/>
                    </a:cubicBezTo>
                    <a:cubicBezTo>
                      <a:pt x="1438" y="1160"/>
                      <a:pt x="1621" y="863"/>
                      <a:pt x="1530" y="589"/>
                    </a:cubicBezTo>
                    <a:cubicBezTo>
                      <a:pt x="1530" y="252"/>
                      <a:pt x="1306" y="1"/>
                      <a:pt x="87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8"/>
              <p:cNvSpPr/>
              <p:nvPr/>
            </p:nvSpPr>
            <p:spPr>
              <a:xfrm>
                <a:off x="7273900" y="5012054"/>
                <a:ext cx="33585" cy="28992"/>
              </a:xfrm>
              <a:custGeom>
                <a:avLst/>
                <a:gdLst/>
                <a:ahLst/>
                <a:cxnLst/>
                <a:rect l="l" t="t" r="r" b="b"/>
                <a:pathLst>
                  <a:path w="1610" h="1390" extrusionOk="0">
                    <a:moveTo>
                      <a:pt x="1018" y="0"/>
                    </a:moveTo>
                    <a:cubicBezTo>
                      <a:pt x="963" y="0"/>
                      <a:pt x="905" y="6"/>
                      <a:pt x="845" y="17"/>
                    </a:cubicBezTo>
                    <a:cubicBezTo>
                      <a:pt x="571" y="17"/>
                      <a:pt x="183" y="200"/>
                      <a:pt x="183" y="383"/>
                    </a:cubicBezTo>
                    <a:cubicBezTo>
                      <a:pt x="0" y="771"/>
                      <a:pt x="183" y="1250"/>
                      <a:pt x="662" y="1341"/>
                    </a:cubicBezTo>
                    <a:cubicBezTo>
                      <a:pt x="750" y="1375"/>
                      <a:pt x="830" y="1390"/>
                      <a:pt x="905" y="1390"/>
                    </a:cubicBezTo>
                    <a:cubicBezTo>
                      <a:pt x="1236" y="1390"/>
                      <a:pt x="1436" y="1088"/>
                      <a:pt x="1530" y="771"/>
                    </a:cubicBezTo>
                    <a:cubicBezTo>
                      <a:pt x="1609" y="272"/>
                      <a:pt x="1393" y="0"/>
                      <a:pt x="10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8"/>
              <p:cNvSpPr/>
              <p:nvPr/>
            </p:nvSpPr>
            <p:spPr>
              <a:xfrm>
                <a:off x="7462453" y="5011241"/>
                <a:ext cx="31436" cy="29159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1398" extrusionOk="0">
                    <a:moveTo>
                      <a:pt x="945" y="0"/>
                    </a:moveTo>
                    <a:cubicBezTo>
                      <a:pt x="863" y="0"/>
                      <a:pt x="769" y="18"/>
                      <a:pt x="662" y="56"/>
                    </a:cubicBezTo>
                    <a:cubicBezTo>
                      <a:pt x="479" y="56"/>
                      <a:pt x="183" y="330"/>
                      <a:pt x="91" y="536"/>
                    </a:cubicBezTo>
                    <a:cubicBezTo>
                      <a:pt x="0" y="992"/>
                      <a:pt x="274" y="1380"/>
                      <a:pt x="753" y="1380"/>
                    </a:cubicBezTo>
                    <a:cubicBezTo>
                      <a:pt x="815" y="1392"/>
                      <a:pt x="873" y="1398"/>
                      <a:pt x="928" y="1398"/>
                    </a:cubicBezTo>
                    <a:cubicBezTo>
                      <a:pt x="1299" y="1398"/>
                      <a:pt x="1507" y="1136"/>
                      <a:pt x="1507" y="718"/>
                    </a:cubicBezTo>
                    <a:cubicBezTo>
                      <a:pt x="1432" y="329"/>
                      <a:pt x="1298" y="0"/>
                      <a:pt x="9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8"/>
              <p:cNvSpPr/>
              <p:nvPr/>
            </p:nvSpPr>
            <p:spPr>
              <a:xfrm>
                <a:off x="7648608" y="5011012"/>
                <a:ext cx="33835" cy="29034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392" extrusionOk="0">
                    <a:moveTo>
                      <a:pt x="880" y="0"/>
                    </a:moveTo>
                    <a:cubicBezTo>
                      <a:pt x="783" y="0"/>
                      <a:pt x="679" y="21"/>
                      <a:pt x="571" y="67"/>
                    </a:cubicBezTo>
                    <a:cubicBezTo>
                      <a:pt x="206" y="159"/>
                      <a:pt x="1" y="638"/>
                      <a:pt x="298" y="1117"/>
                    </a:cubicBezTo>
                    <a:cubicBezTo>
                      <a:pt x="389" y="1300"/>
                      <a:pt x="686" y="1391"/>
                      <a:pt x="959" y="1391"/>
                    </a:cubicBezTo>
                    <a:cubicBezTo>
                      <a:pt x="1347" y="1391"/>
                      <a:pt x="1621" y="1117"/>
                      <a:pt x="1621" y="547"/>
                    </a:cubicBezTo>
                    <a:cubicBezTo>
                      <a:pt x="1480" y="246"/>
                      <a:pt x="1215" y="0"/>
                      <a:pt x="8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0" name="Google Shape;470;p8"/>
            <p:cNvGrpSpPr/>
            <p:nvPr/>
          </p:nvGrpSpPr>
          <p:grpSpPr>
            <a:xfrm>
              <a:off x="3325236" y="4670938"/>
              <a:ext cx="2749703" cy="122913"/>
              <a:chOff x="5024149" y="4918613"/>
              <a:chExt cx="2749703" cy="122913"/>
            </a:xfrm>
          </p:grpSpPr>
          <p:sp>
            <p:nvSpPr>
              <p:cNvPr id="471" name="Google Shape;471;p8"/>
              <p:cNvSpPr/>
              <p:nvPr/>
            </p:nvSpPr>
            <p:spPr>
              <a:xfrm>
                <a:off x="5121294" y="4919510"/>
                <a:ext cx="27619" cy="26802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1285" extrusionOk="0">
                    <a:moveTo>
                      <a:pt x="690" y="1"/>
                    </a:moveTo>
                    <a:cubicBezTo>
                      <a:pt x="379" y="1"/>
                      <a:pt x="134" y="175"/>
                      <a:pt x="0" y="460"/>
                    </a:cubicBezTo>
                    <a:cubicBezTo>
                      <a:pt x="0" y="643"/>
                      <a:pt x="183" y="1031"/>
                      <a:pt x="297" y="1213"/>
                    </a:cubicBezTo>
                    <a:cubicBezTo>
                      <a:pt x="418" y="1262"/>
                      <a:pt x="528" y="1284"/>
                      <a:pt x="629" y="1284"/>
                    </a:cubicBezTo>
                    <a:cubicBezTo>
                      <a:pt x="909" y="1284"/>
                      <a:pt x="1123" y="1110"/>
                      <a:pt x="1324" y="825"/>
                    </a:cubicBezTo>
                    <a:cubicBezTo>
                      <a:pt x="1233" y="551"/>
                      <a:pt x="1141" y="163"/>
                      <a:pt x="1050" y="72"/>
                    </a:cubicBezTo>
                    <a:cubicBezTo>
                      <a:pt x="923" y="24"/>
                      <a:pt x="802" y="1"/>
                      <a:pt x="69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8"/>
              <p:cNvSpPr/>
              <p:nvPr/>
            </p:nvSpPr>
            <p:spPr>
              <a:xfrm>
                <a:off x="5307928" y="4919510"/>
                <a:ext cx="27639" cy="26802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1285" extrusionOk="0">
                    <a:moveTo>
                      <a:pt x="731" y="1"/>
                    </a:moveTo>
                    <a:cubicBezTo>
                      <a:pt x="435" y="1"/>
                      <a:pt x="159" y="175"/>
                      <a:pt x="92" y="460"/>
                    </a:cubicBezTo>
                    <a:cubicBezTo>
                      <a:pt x="1" y="643"/>
                      <a:pt x="183" y="1031"/>
                      <a:pt x="366" y="1213"/>
                    </a:cubicBezTo>
                    <a:cubicBezTo>
                      <a:pt x="469" y="1262"/>
                      <a:pt x="572" y="1284"/>
                      <a:pt x="671" y="1284"/>
                    </a:cubicBezTo>
                    <a:cubicBezTo>
                      <a:pt x="945" y="1284"/>
                      <a:pt x="1190" y="1110"/>
                      <a:pt x="1324" y="825"/>
                    </a:cubicBezTo>
                    <a:cubicBezTo>
                      <a:pt x="1233" y="551"/>
                      <a:pt x="1233" y="163"/>
                      <a:pt x="1051" y="72"/>
                    </a:cubicBezTo>
                    <a:cubicBezTo>
                      <a:pt x="948" y="24"/>
                      <a:pt x="838" y="1"/>
                      <a:pt x="73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8"/>
              <p:cNvSpPr/>
              <p:nvPr/>
            </p:nvSpPr>
            <p:spPr>
              <a:xfrm>
                <a:off x="5496482" y="4919823"/>
                <a:ext cx="25720" cy="27365"/>
              </a:xfrm>
              <a:custGeom>
                <a:avLst/>
                <a:gdLst/>
                <a:ahLst/>
                <a:cxnLst/>
                <a:rect l="l" t="t" r="r" b="b"/>
                <a:pathLst>
                  <a:path w="1233" h="1312" extrusionOk="0">
                    <a:moveTo>
                      <a:pt x="656" y="0"/>
                    </a:moveTo>
                    <a:cubicBezTo>
                      <a:pt x="565" y="0"/>
                      <a:pt x="467" y="18"/>
                      <a:pt x="366" y="57"/>
                    </a:cubicBezTo>
                    <a:cubicBezTo>
                      <a:pt x="183" y="57"/>
                      <a:pt x="92" y="445"/>
                      <a:pt x="0" y="628"/>
                    </a:cubicBezTo>
                    <a:cubicBezTo>
                      <a:pt x="77" y="1106"/>
                      <a:pt x="346" y="1312"/>
                      <a:pt x="660" y="1312"/>
                    </a:cubicBezTo>
                    <a:cubicBezTo>
                      <a:pt x="720" y="1312"/>
                      <a:pt x="782" y="1304"/>
                      <a:pt x="845" y="1290"/>
                    </a:cubicBezTo>
                    <a:cubicBezTo>
                      <a:pt x="1028" y="1198"/>
                      <a:pt x="1233" y="810"/>
                      <a:pt x="1233" y="628"/>
                    </a:cubicBezTo>
                    <a:cubicBezTo>
                      <a:pt x="1233" y="250"/>
                      <a:pt x="992" y="0"/>
                      <a:pt x="6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8"/>
              <p:cNvSpPr/>
              <p:nvPr/>
            </p:nvSpPr>
            <p:spPr>
              <a:xfrm>
                <a:off x="5680738" y="4920490"/>
                <a:ext cx="33835" cy="26239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58" extrusionOk="0">
                    <a:moveTo>
                      <a:pt x="743" y="1"/>
                    </a:moveTo>
                    <a:cubicBezTo>
                      <a:pt x="538" y="1"/>
                      <a:pt x="277" y="154"/>
                      <a:pt x="183" y="322"/>
                    </a:cubicBezTo>
                    <a:cubicBezTo>
                      <a:pt x="1" y="778"/>
                      <a:pt x="298" y="1166"/>
                      <a:pt x="754" y="1258"/>
                    </a:cubicBezTo>
                    <a:cubicBezTo>
                      <a:pt x="959" y="1166"/>
                      <a:pt x="1325" y="1075"/>
                      <a:pt x="1439" y="892"/>
                    </a:cubicBezTo>
                    <a:cubicBezTo>
                      <a:pt x="1621" y="413"/>
                      <a:pt x="1325" y="25"/>
                      <a:pt x="868" y="25"/>
                    </a:cubicBezTo>
                    <a:cubicBezTo>
                      <a:pt x="831" y="8"/>
                      <a:pt x="788" y="1"/>
                      <a:pt x="7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8"/>
              <p:cNvSpPr/>
              <p:nvPr/>
            </p:nvSpPr>
            <p:spPr>
              <a:xfrm>
                <a:off x="5871190" y="4919823"/>
                <a:ext cx="27639" cy="27365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1312" extrusionOk="0">
                    <a:moveTo>
                      <a:pt x="677" y="0"/>
                    </a:moveTo>
                    <a:cubicBezTo>
                      <a:pt x="587" y="0"/>
                      <a:pt x="491" y="18"/>
                      <a:pt x="389" y="57"/>
                    </a:cubicBezTo>
                    <a:cubicBezTo>
                      <a:pt x="184" y="57"/>
                      <a:pt x="92" y="445"/>
                      <a:pt x="1" y="628"/>
                    </a:cubicBezTo>
                    <a:cubicBezTo>
                      <a:pt x="77" y="1106"/>
                      <a:pt x="363" y="1312"/>
                      <a:pt x="682" y="1312"/>
                    </a:cubicBezTo>
                    <a:cubicBezTo>
                      <a:pt x="743" y="1312"/>
                      <a:pt x="806" y="1304"/>
                      <a:pt x="868" y="1290"/>
                    </a:cubicBezTo>
                    <a:cubicBezTo>
                      <a:pt x="1051" y="1198"/>
                      <a:pt x="1325" y="810"/>
                      <a:pt x="1233" y="628"/>
                    </a:cubicBezTo>
                    <a:cubicBezTo>
                      <a:pt x="1233" y="250"/>
                      <a:pt x="1007" y="0"/>
                      <a:pt x="6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8"/>
              <p:cNvSpPr/>
              <p:nvPr/>
            </p:nvSpPr>
            <p:spPr>
              <a:xfrm>
                <a:off x="6055947" y="4920490"/>
                <a:ext cx="33334" cy="26239"/>
              </a:xfrm>
              <a:custGeom>
                <a:avLst/>
                <a:gdLst/>
                <a:ahLst/>
                <a:cxnLst/>
                <a:rect l="l" t="t" r="r" b="b"/>
                <a:pathLst>
                  <a:path w="1598" h="1258" extrusionOk="0">
                    <a:moveTo>
                      <a:pt x="728" y="1"/>
                    </a:moveTo>
                    <a:cubicBezTo>
                      <a:pt x="531" y="1"/>
                      <a:pt x="257" y="154"/>
                      <a:pt x="183" y="322"/>
                    </a:cubicBezTo>
                    <a:cubicBezTo>
                      <a:pt x="0" y="778"/>
                      <a:pt x="274" y="1166"/>
                      <a:pt x="753" y="1258"/>
                    </a:cubicBezTo>
                    <a:cubicBezTo>
                      <a:pt x="936" y="1166"/>
                      <a:pt x="1324" y="1075"/>
                      <a:pt x="1415" y="892"/>
                    </a:cubicBezTo>
                    <a:cubicBezTo>
                      <a:pt x="1598" y="413"/>
                      <a:pt x="1324" y="25"/>
                      <a:pt x="845" y="25"/>
                    </a:cubicBezTo>
                    <a:cubicBezTo>
                      <a:pt x="811" y="8"/>
                      <a:pt x="771" y="1"/>
                      <a:pt x="72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8"/>
              <p:cNvSpPr/>
              <p:nvPr/>
            </p:nvSpPr>
            <p:spPr>
              <a:xfrm>
                <a:off x="6244021" y="4919093"/>
                <a:ext cx="31916" cy="27636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1325" extrusionOk="0">
                    <a:moveTo>
                      <a:pt x="571" y="1"/>
                    </a:moveTo>
                    <a:cubicBezTo>
                      <a:pt x="206" y="183"/>
                      <a:pt x="0" y="571"/>
                      <a:pt x="206" y="959"/>
                    </a:cubicBezTo>
                    <a:cubicBezTo>
                      <a:pt x="297" y="1142"/>
                      <a:pt x="685" y="1325"/>
                      <a:pt x="867" y="1325"/>
                    </a:cubicBezTo>
                    <a:cubicBezTo>
                      <a:pt x="1347" y="1142"/>
                      <a:pt x="1529" y="754"/>
                      <a:pt x="1256" y="389"/>
                    </a:cubicBezTo>
                    <a:cubicBezTo>
                      <a:pt x="1141" y="183"/>
                      <a:pt x="867" y="92"/>
                      <a:pt x="57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8"/>
              <p:cNvSpPr/>
              <p:nvPr/>
            </p:nvSpPr>
            <p:spPr>
              <a:xfrm>
                <a:off x="6434473" y="4919823"/>
                <a:ext cx="26200" cy="27365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1312" extrusionOk="0">
                    <a:moveTo>
                      <a:pt x="679" y="0"/>
                    </a:moveTo>
                    <a:cubicBezTo>
                      <a:pt x="588" y="0"/>
                      <a:pt x="490" y="18"/>
                      <a:pt x="388" y="57"/>
                    </a:cubicBezTo>
                    <a:cubicBezTo>
                      <a:pt x="206" y="57"/>
                      <a:pt x="114" y="445"/>
                      <a:pt x="0" y="628"/>
                    </a:cubicBezTo>
                    <a:cubicBezTo>
                      <a:pt x="0" y="1106"/>
                      <a:pt x="273" y="1312"/>
                      <a:pt x="644" y="1312"/>
                    </a:cubicBezTo>
                    <a:cubicBezTo>
                      <a:pt x="715" y="1312"/>
                      <a:pt x="790" y="1304"/>
                      <a:pt x="868" y="1290"/>
                    </a:cubicBezTo>
                    <a:cubicBezTo>
                      <a:pt x="1050" y="1198"/>
                      <a:pt x="1256" y="810"/>
                      <a:pt x="1256" y="628"/>
                    </a:cubicBezTo>
                    <a:cubicBezTo>
                      <a:pt x="1256" y="250"/>
                      <a:pt x="1015" y="0"/>
                      <a:pt x="67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8"/>
              <p:cNvSpPr/>
              <p:nvPr/>
            </p:nvSpPr>
            <p:spPr>
              <a:xfrm>
                <a:off x="6621107" y="4919176"/>
                <a:ext cx="27640" cy="26406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1266" extrusionOk="0">
                    <a:moveTo>
                      <a:pt x="702" y="1"/>
                    </a:moveTo>
                    <a:cubicBezTo>
                      <a:pt x="577" y="1"/>
                      <a:pt x="440" y="31"/>
                      <a:pt x="298" y="88"/>
                    </a:cubicBezTo>
                    <a:cubicBezTo>
                      <a:pt x="183" y="179"/>
                      <a:pt x="1" y="567"/>
                      <a:pt x="1" y="750"/>
                    </a:cubicBezTo>
                    <a:cubicBezTo>
                      <a:pt x="125" y="1077"/>
                      <a:pt x="346" y="1266"/>
                      <a:pt x="596" y="1266"/>
                    </a:cubicBezTo>
                    <a:cubicBezTo>
                      <a:pt x="713" y="1266"/>
                      <a:pt x="836" y="1225"/>
                      <a:pt x="959" y="1138"/>
                    </a:cubicBezTo>
                    <a:cubicBezTo>
                      <a:pt x="1142" y="1047"/>
                      <a:pt x="1233" y="659"/>
                      <a:pt x="1325" y="476"/>
                    </a:cubicBezTo>
                    <a:cubicBezTo>
                      <a:pt x="1199" y="147"/>
                      <a:pt x="977" y="1"/>
                      <a:pt x="7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8"/>
              <p:cNvSpPr/>
              <p:nvPr/>
            </p:nvSpPr>
            <p:spPr>
              <a:xfrm>
                <a:off x="6807762" y="4919176"/>
                <a:ext cx="27640" cy="26406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1266" extrusionOk="0">
                    <a:moveTo>
                      <a:pt x="723" y="1"/>
                    </a:moveTo>
                    <a:cubicBezTo>
                      <a:pt x="608" y="1"/>
                      <a:pt x="487" y="31"/>
                      <a:pt x="366" y="88"/>
                    </a:cubicBezTo>
                    <a:cubicBezTo>
                      <a:pt x="183" y="179"/>
                      <a:pt x="0" y="567"/>
                      <a:pt x="92" y="750"/>
                    </a:cubicBezTo>
                    <a:cubicBezTo>
                      <a:pt x="154" y="1077"/>
                      <a:pt x="397" y="1266"/>
                      <a:pt x="668" y="1266"/>
                    </a:cubicBezTo>
                    <a:cubicBezTo>
                      <a:pt x="795" y="1266"/>
                      <a:pt x="927" y="1225"/>
                      <a:pt x="1050" y="1138"/>
                    </a:cubicBezTo>
                    <a:cubicBezTo>
                      <a:pt x="1233" y="1047"/>
                      <a:pt x="1233" y="659"/>
                      <a:pt x="1324" y="476"/>
                    </a:cubicBezTo>
                    <a:cubicBezTo>
                      <a:pt x="1199" y="147"/>
                      <a:pt x="976" y="1"/>
                      <a:pt x="7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8"/>
              <p:cNvSpPr/>
              <p:nvPr/>
            </p:nvSpPr>
            <p:spPr>
              <a:xfrm>
                <a:off x="6998214" y="4918613"/>
                <a:ext cx="25720" cy="27407"/>
              </a:xfrm>
              <a:custGeom>
                <a:avLst/>
                <a:gdLst/>
                <a:ahLst/>
                <a:cxnLst/>
                <a:rect l="l" t="t" r="r" b="b"/>
                <a:pathLst>
                  <a:path w="1233" h="1314" extrusionOk="0">
                    <a:moveTo>
                      <a:pt x="617" y="1"/>
                    </a:moveTo>
                    <a:cubicBezTo>
                      <a:pt x="255" y="1"/>
                      <a:pt x="0" y="194"/>
                      <a:pt x="0" y="594"/>
                    </a:cubicBezTo>
                    <a:cubicBezTo>
                      <a:pt x="0" y="777"/>
                      <a:pt x="183" y="1256"/>
                      <a:pt x="366" y="1256"/>
                    </a:cubicBezTo>
                    <a:cubicBezTo>
                      <a:pt x="448" y="1295"/>
                      <a:pt x="530" y="1313"/>
                      <a:pt x="610" y="1313"/>
                    </a:cubicBezTo>
                    <a:cubicBezTo>
                      <a:pt x="905" y="1313"/>
                      <a:pt x="1161" y="1063"/>
                      <a:pt x="1233" y="686"/>
                    </a:cubicBezTo>
                    <a:cubicBezTo>
                      <a:pt x="1142" y="503"/>
                      <a:pt x="1050" y="115"/>
                      <a:pt x="845" y="24"/>
                    </a:cubicBezTo>
                    <a:cubicBezTo>
                      <a:pt x="766" y="9"/>
                      <a:pt x="689" y="1"/>
                      <a:pt x="6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8"/>
              <p:cNvSpPr/>
              <p:nvPr/>
            </p:nvSpPr>
            <p:spPr>
              <a:xfrm>
                <a:off x="7182470" y="4920490"/>
                <a:ext cx="31937" cy="26239"/>
              </a:xfrm>
              <a:custGeom>
                <a:avLst/>
                <a:gdLst/>
                <a:ahLst/>
                <a:cxnLst/>
                <a:rect l="l" t="t" r="r" b="b"/>
                <a:pathLst>
                  <a:path w="1531" h="1258" extrusionOk="0">
                    <a:moveTo>
                      <a:pt x="651" y="1"/>
                    </a:moveTo>
                    <a:cubicBezTo>
                      <a:pt x="447" y="1"/>
                      <a:pt x="185" y="154"/>
                      <a:pt x="92" y="322"/>
                    </a:cubicBezTo>
                    <a:cubicBezTo>
                      <a:pt x="1" y="778"/>
                      <a:pt x="206" y="1166"/>
                      <a:pt x="663" y="1258"/>
                    </a:cubicBezTo>
                    <a:cubicBezTo>
                      <a:pt x="959" y="1166"/>
                      <a:pt x="1348" y="1075"/>
                      <a:pt x="1348" y="892"/>
                    </a:cubicBezTo>
                    <a:cubicBezTo>
                      <a:pt x="1530" y="413"/>
                      <a:pt x="1233" y="25"/>
                      <a:pt x="777" y="25"/>
                    </a:cubicBezTo>
                    <a:cubicBezTo>
                      <a:pt x="740" y="8"/>
                      <a:pt x="697" y="1"/>
                      <a:pt x="65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8"/>
              <p:cNvSpPr/>
              <p:nvPr/>
            </p:nvSpPr>
            <p:spPr>
              <a:xfrm>
                <a:off x="7372922" y="4918613"/>
                <a:ext cx="25741" cy="27407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1314" extrusionOk="0">
                    <a:moveTo>
                      <a:pt x="671" y="1"/>
                    </a:moveTo>
                    <a:cubicBezTo>
                      <a:pt x="335" y="1"/>
                      <a:pt x="1" y="194"/>
                      <a:pt x="1" y="594"/>
                    </a:cubicBezTo>
                    <a:cubicBezTo>
                      <a:pt x="1" y="777"/>
                      <a:pt x="206" y="1256"/>
                      <a:pt x="389" y="1256"/>
                    </a:cubicBezTo>
                    <a:cubicBezTo>
                      <a:pt x="471" y="1295"/>
                      <a:pt x="553" y="1313"/>
                      <a:pt x="631" y="1313"/>
                    </a:cubicBezTo>
                    <a:cubicBezTo>
                      <a:pt x="920" y="1313"/>
                      <a:pt x="1162" y="1063"/>
                      <a:pt x="1234" y="686"/>
                    </a:cubicBezTo>
                    <a:cubicBezTo>
                      <a:pt x="1142" y="503"/>
                      <a:pt x="1051" y="115"/>
                      <a:pt x="868" y="24"/>
                    </a:cubicBezTo>
                    <a:cubicBezTo>
                      <a:pt x="804" y="9"/>
                      <a:pt x="737" y="1"/>
                      <a:pt x="67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8"/>
              <p:cNvSpPr/>
              <p:nvPr/>
            </p:nvSpPr>
            <p:spPr>
              <a:xfrm>
                <a:off x="7559578" y="4918613"/>
                <a:ext cx="27640" cy="27407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1314" extrusionOk="0">
                    <a:moveTo>
                      <a:pt x="730" y="1"/>
                    </a:moveTo>
                    <a:cubicBezTo>
                      <a:pt x="359" y="1"/>
                      <a:pt x="77" y="194"/>
                      <a:pt x="0" y="594"/>
                    </a:cubicBezTo>
                    <a:cubicBezTo>
                      <a:pt x="0" y="777"/>
                      <a:pt x="183" y="1256"/>
                      <a:pt x="388" y="1256"/>
                    </a:cubicBezTo>
                    <a:cubicBezTo>
                      <a:pt x="485" y="1295"/>
                      <a:pt x="575" y="1313"/>
                      <a:pt x="658" y="1313"/>
                    </a:cubicBezTo>
                    <a:cubicBezTo>
                      <a:pt x="966" y="1313"/>
                      <a:pt x="1181" y="1063"/>
                      <a:pt x="1324" y="686"/>
                    </a:cubicBezTo>
                    <a:cubicBezTo>
                      <a:pt x="1233" y="503"/>
                      <a:pt x="1142" y="115"/>
                      <a:pt x="959" y="24"/>
                    </a:cubicBezTo>
                    <a:cubicBezTo>
                      <a:pt x="880" y="9"/>
                      <a:pt x="803" y="1"/>
                      <a:pt x="73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8"/>
              <p:cNvSpPr/>
              <p:nvPr/>
            </p:nvSpPr>
            <p:spPr>
              <a:xfrm>
                <a:off x="7748131" y="4918634"/>
                <a:ext cx="25720" cy="27386"/>
              </a:xfrm>
              <a:custGeom>
                <a:avLst/>
                <a:gdLst/>
                <a:ahLst/>
                <a:cxnLst/>
                <a:rect l="l" t="t" r="r" b="b"/>
                <a:pathLst>
                  <a:path w="1233" h="1313" extrusionOk="0">
                    <a:moveTo>
                      <a:pt x="552" y="0"/>
                    </a:moveTo>
                    <a:cubicBezTo>
                      <a:pt x="491" y="0"/>
                      <a:pt x="428" y="8"/>
                      <a:pt x="365" y="23"/>
                    </a:cubicBezTo>
                    <a:cubicBezTo>
                      <a:pt x="183" y="114"/>
                      <a:pt x="0" y="502"/>
                      <a:pt x="0" y="685"/>
                    </a:cubicBezTo>
                    <a:cubicBezTo>
                      <a:pt x="0" y="1062"/>
                      <a:pt x="227" y="1312"/>
                      <a:pt x="557" y="1312"/>
                    </a:cubicBezTo>
                    <a:cubicBezTo>
                      <a:pt x="646" y="1312"/>
                      <a:pt x="743" y="1294"/>
                      <a:pt x="845" y="1255"/>
                    </a:cubicBezTo>
                    <a:cubicBezTo>
                      <a:pt x="1050" y="1255"/>
                      <a:pt x="1142" y="867"/>
                      <a:pt x="1233" y="685"/>
                    </a:cubicBezTo>
                    <a:cubicBezTo>
                      <a:pt x="1156" y="206"/>
                      <a:pt x="871" y="0"/>
                      <a:pt x="55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8"/>
              <p:cNvSpPr/>
              <p:nvPr/>
            </p:nvSpPr>
            <p:spPr>
              <a:xfrm>
                <a:off x="5024149" y="5012054"/>
                <a:ext cx="31916" cy="28992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1390" extrusionOk="0">
                    <a:moveTo>
                      <a:pt x="927" y="0"/>
                    </a:moveTo>
                    <a:cubicBezTo>
                      <a:pt x="872" y="0"/>
                      <a:pt x="815" y="6"/>
                      <a:pt x="754" y="17"/>
                    </a:cubicBezTo>
                    <a:cubicBezTo>
                      <a:pt x="571" y="17"/>
                      <a:pt x="183" y="200"/>
                      <a:pt x="92" y="383"/>
                    </a:cubicBezTo>
                    <a:cubicBezTo>
                      <a:pt x="1" y="771"/>
                      <a:pt x="183" y="1250"/>
                      <a:pt x="571" y="1341"/>
                    </a:cubicBezTo>
                    <a:cubicBezTo>
                      <a:pt x="676" y="1375"/>
                      <a:pt x="767" y="1390"/>
                      <a:pt x="848" y="1390"/>
                    </a:cubicBezTo>
                    <a:cubicBezTo>
                      <a:pt x="1209" y="1390"/>
                      <a:pt x="1362" y="1088"/>
                      <a:pt x="1530" y="771"/>
                    </a:cubicBezTo>
                    <a:cubicBezTo>
                      <a:pt x="1530" y="272"/>
                      <a:pt x="1304" y="0"/>
                      <a:pt x="9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8"/>
              <p:cNvSpPr/>
              <p:nvPr/>
            </p:nvSpPr>
            <p:spPr>
              <a:xfrm>
                <a:off x="5212953" y="5012034"/>
                <a:ext cx="33585" cy="29451"/>
              </a:xfrm>
              <a:custGeom>
                <a:avLst/>
                <a:gdLst/>
                <a:ahLst/>
                <a:cxnLst/>
                <a:rect l="l" t="t" r="r" b="b"/>
                <a:pathLst>
                  <a:path w="1610" h="1412" extrusionOk="0">
                    <a:moveTo>
                      <a:pt x="628" y="1"/>
                    </a:moveTo>
                    <a:cubicBezTo>
                      <a:pt x="198" y="1"/>
                      <a:pt x="0" y="263"/>
                      <a:pt x="80" y="680"/>
                    </a:cubicBezTo>
                    <a:cubicBezTo>
                      <a:pt x="80" y="954"/>
                      <a:pt x="262" y="1342"/>
                      <a:pt x="468" y="1342"/>
                    </a:cubicBezTo>
                    <a:cubicBezTo>
                      <a:pt x="561" y="1389"/>
                      <a:pt x="662" y="1412"/>
                      <a:pt x="763" y="1412"/>
                    </a:cubicBezTo>
                    <a:cubicBezTo>
                      <a:pt x="1053" y="1412"/>
                      <a:pt x="1336" y="1219"/>
                      <a:pt x="1404" y="863"/>
                    </a:cubicBezTo>
                    <a:cubicBezTo>
                      <a:pt x="1609" y="384"/>
                      <a:pt x="1221" y="110"/>
                      <a:pt x="833" y="18"/>
                    </a:cubicBezTo>
                    <a:cubicBezTo>
                      <a:pt x="760" y="7"/>
                      <a:pt x="691" y="1"/>
                      <a:pt x="62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8"/>
              <p:cNvSpPr/>
              <p:nvPr/>
            </p:nvSpPr>
            <p:spPr>
              <a:xfrm>
                <a:off x="5398878" y="5011241"/>
                <a:ext cx="31916" cy="29159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1398" extrusionOk="0">
                    <a:moveTo>
                      <a:pt x="968" y="0"/>
                    </a:moveTo>
                    <a:cubicBezTo>
                      <a:pt x="886" y="0"/>
                      <a:pt x="792" y="18"/>
                      <a:pt x="685" y="56"/>
                    </a:cubicBezTo>
                    <a:cubicBezTo>
                      <a:pt x="480" y="56"/>
                      <a:pt x="206" y="330"/>
                      <a:pt x="114" y="536"/>
                    </a:cubicBezTo>
                    <a:cubicBezTo>
                      <a:pt x="0" y="992"/>
                      <a:pt x="297" y="1380"/>
                      <a:pt x="776" y="1380"/>
                    </a:cubicBezTo>
                    <a:cubicBezTo>
                      <a:pt x="838" y="1392"/>
                      <a:pt x="896" y="1398"/>
                      <a:pt x="951" y="1398"/>
                    </a:cubicBezTo>
                    <a:cubicBezTo>
                      <a:pt x="1322" y="1398"/>
                      <a:pt x="1530" y="1136"/>
                      <a:pt x="1530" y="718"/>
                    </a:cubicBezTo>
                    <a:cubicBezTo>
                      <a:pt x="1455" y="329"/>
                      <a:pt x="1321" y="0"/>
                      <a:pt x="9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8"/>
              <p:cNvSpPr/>
              <p:nvPr/>
            </p:nvSpPr>
            <p:spPr>
              <a:xfrm>
                <a:off x="5585512" y="5012409"/>
                <a:ext cx="35733" cy="28846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383" extrusionOk="0">
                    <a:moveTo>
                      <a:pt x="959" y="0"/>
                    </a:moveTo>
                    <a:cubicBezTo>
                      <a:pt x="663" y="0"/>
                      <a:pt x="297" y="183"/>
                      <a:pt x="297" y="366"/>
                    </a:cubicBezTo>
                    <a:cubicBezTo>
                      <a:pt x="1" y="754"/>
                      <a:pt x="183" y="1233"/>
                      <a:pt x="663" y="1324"/>
                    </a:cubicBezTo>
                    <a:cubicBezTo>
                      <a:pt x="747" y="1364"/>
                      <a:pt x="832" y="1382"/>
                      <a:pt x="914" y="1382"/>
                    </a:cubicBezTo>
                    <a:cubicBezTo>
                      <a:pt x="1210" y="1382"/>
                      <a:pt x="1478" y="1148"/>
                      <a:pt x="1621" y="845"/>
                    </a:cubicBezTo>
                    <a:cubicBezTo>
                      <a:pt x="1713" y="274"/>
                      <a:pt x="1325" y="0"/>
                      <a:pt x="9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8"/>
              <p:cNvSpPr/>
              <p:nvPr/>
            </p:nvSpPr>
            <p:spPr>
              <a:xfrm>
                <a:off x="5774066" y="5012054"/>
                <a:ext cx="31916" cy="28992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1390" extrusionOk="0">
                    <a:moveTo>
                      <a:pt x="927" y="0"/>
                    </a:moveTo>
                    <a:cubicBezTo>
                      <a:pt x="872" y="0"/>
                      <a:pt x="814" y="6"/>
                      <a:pt x="754" y="17"/>
                    </a:cubicBezTo>
                    <a:cubicBezTo>
                      <a:pt x="571" y="17"/>
                      <a:pt x="183" y="200"/>
                      <a:pt x="92" y="383"/>
                    </a:cubicBezTo>
                    <a:cubicBezTo>
                      <a:pt x="1" y="771"/>
                      <a:pt x="183" y="1250"/>
                      <a:pt x="662" y="1341"/>
                    </a:cubicBezTo>
                    <a:cubicBezTo>
                      <a:pt x="750" y="1375"/>
                      <a:pt x="831" y="1390"/>
                      <a:pt x="905" y="1390"/>
                    </a:cubicBezTo>
                    <a:cubicBezTo>
                      <a:pt x="1237" y="1390"/>
                      <a:pt x="1437" y="1088"/>
                      <a:pt x="1530" y="771"/>
                    </a:cubicBezTo>
                    <a:cubicBezTo>
                      <a:pt x="1530" y="272"/>
                      <a:pt x="1303" y="0"/>
                      <a:pt x="9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8"/>
              <p:cNvSpPr/>
              <p:nvPr/>
            </p:nvSpPr>
            <p:spPr>
              <a:xfrm>
                <a:off x="5960721" y="5011241"/>
                <a:ext cx="33334" cy="29159"/>
              </a:xfrm>
              <a:custGeom>
                <a:avLst/>
                <a:gdLst/>
                <a:ahLst/>
                <a:cxnLst/>
                <a:rect l="l" t="t" r="r" b="b"/>
                <a:pathLst>
                  <a:path w="1598" h="1398" extrusionOk="0">
                    <a:moveTo>
                      <a:pt x="1036" y="0"/>
                    </a:moveTo>
                    <a:cubicBezTo>
                      <a:pt x="954" y="0"/>
                      <a:pt x="861" y="18"/>
                      <a:pt x="753" y="56"/>
                    </a:cubicBezTo>
                    <a:cubicBezTo>
                      <a:pt x="571" y="56"/>
                      <a:pt x="274" y="330"/>
                      <a:pt x="183" y="536"/>
                    </a:cubicBezTo>
                    <a:cubicBezTo>
                      <a:pt x="0" y="992"/>
                      <a:pt x="365" y="1380"/>
                      <a:pt x="753" y="1380"/>
                    </a:cubicBezTo>
                    <a:cubicBezTo>
                      <a:pt x="827" y="1392"/>
                      <a:pt x="894" y="1398"/>
                      <a:pt x="955" y="1398"/>
                    </a:cubicBezTo>
                    <a:cubicBezTo>
                      <a:pt x="1369" y="1398"/>
                      <a:pt x="1518" y="1136"/>
                      <a:pt x="1598" y="718"/>
                    </a:cubicBezTo>
                    <a:cubicBezTo>
                      <a:pt x="1524" y="329"/>
                      <a:pt x="1389" y="0"/>
                      <a:pt x="10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8"/>
              <p:cNvSpPr/>
              <p:nvPr/>
            </p:nvSpPr>
            <p:spPr>
              <a:xfrm>
                <a:off x="6148795" y="5012054"/>
                <a:ext cx="31916" cy="28992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1390" extrusionOk="0">
                    <a:moveTo>
                      <a:pt x="948" y="0"/>
                    </a:moveTo>
                    <a:cubicBezTo>
                      <a:pt x="894" y="0"/>
                      <a:pt x="837" y="6"/>
                      <a:pt x="776" y="17"/>
                    </a:cubicBezTo>
                    <a:cubicBezTo>
                      <a:pt x="571" y="17"/>
                      <a:pt x="206" y="200"/>
                      <a:pt x="114" y="383"/>
                    </a:cubicBezTo>
                    <a:cubicBezTo>
                      <a:pt x="0" y="771"/>
                      <a:pt x="206" y="1250"/>
                      <a:pt x="685" y="1341"/>
                    </a:cubicBezTo>
                    <a:cubicBezTo>
                      <a:pt x="768" y="1375"/>
                      <a:pt x="846" y="1390"/>
                      <a:pt x="919" y="1390"/>
                    </a:cubicBezTo>
                    <a:cubicBezTo>
                      <a:pt x="1243" y="1390"/>
                      <a:pt x="1455" y="1088"/>
                      <a:pt x="1529" y="771"/>
                    </a:cubicBezTo>
                    <a:cubicBezTo>
                      <a:pt x="1529" y="272"/>
                      <a:pt x="1320" y="0"/>
                      <a:pt x="9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8"/>
              <p:cNvSpPr/>
              <p:nvPr/>
            </p:nvSpPr>
            <p:spPr>
              <a:xfrm>
                <a:off x="6335429" y="5011241"/>
                <a:ext cx="33835" cy="29159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398" extrusionOk="0">
                    <a:moveTo>
                      <a:pt x="1039" y="0"/>
                    </a:moveTo>
                    <a:cubicBezTo>
                      <a:pt x="956" y="0"/>
                      <a:pt x="861" y="18"/>
                      <a:pt x="754" y="56"/>
                    </a:cubicBezTo>
                    <a:cubicBezTo>
                      <a:pt x="571" y="56"/>
                      <a:pt x="297" y="330"/>
                      <a:pt x="183" y="536"/>
                    </a:cubicBezTo>
                    <a:cubicBezTo>
                      <a:pt x="1" y="992"/>
                      <a:pt x="389" y="1380"/>
                      <a:pt x="868" y="1380"/>
                    </a:cubicBezTo>
                    <a:cubicBezTo>
                      <a:pt x="927" y="1392"/>
                      <a:pt x="981" y="1398"/>
                      <a:pt x="1032" y="1398"/>
                    </a:cubicBezTo>
                    <a:cubicBezTo>
                      <a:pt x="1375" y="1398"/>
                      <a:pt x="1542" y="1136"/>
                      <a:pt x="1621" y="718"/>
                    </a:cubicBezTo>
                    <a:cubicBezTo>
                      <a:pt x="1547" y="329"/>
                      <a:pt x="1398" y="0"/>
                      <a:pt x="10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8"/>
              <p:cNvSpPr/>
              <p:nvPr/>
            </p:nvSpPr>
            <p:spPr>
              <a:xfrm>
                <a:off x="6523983" y="5011241"/>
                <a:ext cx="31916" cy="29159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1398" extrusionOk="0">
                    <a:moveTo>
                      <a:pt x="994" y="0"/>
                    </a:moveTo>
                    <a:cubicBezTo>
                      <a:pt x="923" y="0"/>
                      <a:pt x="844" y="18"/>
                      <a:pt x="754" y="56"/>
                    </a:cubicBezTo>
                    <a:cubicBezTo>
                      <a:pt x="480" y="56"/>
                      <a:pt x="183" y="330"/>
                      <a:pt x="183" y="536"/>
                    </a:cubicBezTo>
                    <a:cubicBezTo>
                      <a:pt x="0" y="992"/>
                      <a:pt x="274" y="1380"/>
                      <a:pt x="754" y="1380"/>
                    </a:cubicBezTo>
                    <a:cubicBezTo>
                      <a:pt x="815" y="1392"/>
                      <a:pt x="874" y="1398"/>
                      <a:pt x="929" y="1398"/>
                    </a:cubicBezTo>
                    <a:cubicBezTo>
                      <a:pt x="1304" y="1398"/>
                      <a:pt x="1530" y="1136"/>
                      <a:pt x="1530" y="718"/>
                    </a:cubicBezTo>
                    <a:cubicBezTo>
                      <a:pt x="1437" y="329"/>
                      <a:pt x="1299" y="0"/>
                      <a:pt x="9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8"/>
              <p:cNvSpPr/>
              <p:nvPr/>
            </p:nvSpPr>
            <p:spPr>
              <a:xfrm>
                <a:off x="6712536" y="5011012"/>
                <a:ext cx="33814" cy="29034"/>
              </a:xfrm>
              <a:custGeom>
                <a:avLst/>
                <a:gdLst/>
                <a:ahLst/>
                <a:cxnLst/>
                <a:rect l="l" t="t" r="r" b="b"/>
                <a:pathLst>
                  <a:path w="1621" h="1392" extrusionOk="0">
                    <a:moveTo>
                      <a:pt x="819" y="0"/>
                    </a:moveTo>
                    <a:cubicBezTo>
                      <a:pt x="737" y="0"/>
                      <a:pt x="653" y="21"/>
                      <a:pt x="571" y="67"/>
                    </a:cubicBezTo>
                    <a:cubicBezTo>
                      <a:pt x="92" y="159"/>
                      <a:pt x="0" y="638"/>
                      <a:pt x="183" y="1117"/>
                    </a:cubicBezTo>
                    <a:cubicBezTo>
                      <a:pt x="274" y="1300"/>
                      <a:pt x="662" y="1391"/>
                      <a:pt x="845" y="1391"/>
                    </a:cubicBezTo>
                    <a:cubicBezTo>
                      <a:pt x="1324" y="1391"/>
                      <a:pt x="1621" y="1117"/>
                      <a:pt x="1507" y="547"/>
                    </a:cubicBezTo>
                    <a:cubicBezTo>
                      <a:pt x="1365" y="246"/>
                      <a:pt x="1101" y="0"/>
                      <a:pt x="8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8"/>
              <p:cNvSpPr/>
              <p:nvPr/>
            </p:nvSpPr>
            <p:spPr>
              <a:xfrm>
                <a:off x="6898691" y="5012034"/>
                <a:ext cx="31937" cy="29493"/>
              </a:xfrm>
              <a:custGeom>
                <a:avLst/>
                <a:gdLst/>
                <a:ahLst/>
                <a:cxnLst/>
                <a:rect l="l" t="t" r="r" b="b"/>
                <a:pathLst>
                  <a:path w="1531" h="1414" extrusionOk="0">
                    <a:moveTo>
                      <a:pt x="857" y="1"/>
                    </a:moveTo>
                    <a:cubicBezTo>
                      <a:pt x="802" y="1"/>
                      <a:pt x="745" y="6"/>
                      <a:pt x="686" y="18"/>
                    </a:cubicBezTo>
                    <a:cubicBezTo>
                      <a:pt x="206" y="201"/>
                      <a:pt x="1" y="589"/>
                      <a:pt x="115" y="954"/>
                    </a:cubicBezTo>
                    <a:cubicBezTo>
                      <a:pt x="249" y="1239"/>
                      <a:pt x="543" y="1413"/>
                      <a:pt x="835" y="1413"/>
                    </a:cubicBezTo>
                    <a:cubicBezTo>
                      <a:pt x="940" y="1413"/>
                      <a:pt x="1045" y="1391"/>
                      <a:pt x="1142" y="1342"/>
                    </a:cubicBezTo>
                    <a:cubicBezTo>
                      <a:pt x="1348" y="1160"/>
                      <a:pt x="1530" y="863"/>
                      <a:pt x="1530" y="589"/>
                    </a:cubicBezTo>
                    <a:cubicBezTo>
                      <a:pt x="1451" y="252"/>
                      <a:pt x="1216" y="1"/>
                      <a:pt x="8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8"/>
              <p:cNvSpPr/>
              <p:nvPr/>
            </p:nvSpPr>
            <p:spPr>
              <a:xfrm>
                <a:off x="7085346" y="5012034"/>
                <a:ext cx="33835" cy="29493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414" extrusionOk="0">
                    <a:moveTo>
                      <a:pt x="872" y="1"/>
                    </a:moveTo>
                    <a:cubicBezTo>
                      <a:pt x="807" y="1"/>
                      <a:pt x="737" y="6"/>
                      <a:pt x="662" y="18"/>
                    </a:cubicBezTo>
                    <a:cubicBezTo>
                      <a:pt x="297" y="201"/>
                      <a:pt x="0" y="589"/>
                      <a:pt x="183" y="954"/>
                    </a:cubicBezTo>
                    <a:cubicBezTo>
                      <a:pt x="334" y="1239"/>
                      <a:pt x="633" y="1413"/>
                      <a:pt x="925" y="1413"/>
                    </a:cubicBezTo>
                    <a:cubicBezTo>
                      <a:pt x="1031" y="1413"/>
                      <a:pt x="1136" y="1391"/>
                      <a:pt x="1233" y="1342"/>
                    </a:cubicBezTo>
                    <a:cubicBezTo>
                      <a:pt x="1438" y="1160"/>
                      <a:pt x="1621" y="863"/>
                      <a:pt x="1530" y="589"/>
                    </a:cubicBezTo>
                    <a:cubicBezTo>
                      <a:pt x="1530" y="252"/>
                      <a:pt x="1306" y="1"/>
                      <a:pt x="87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8"/>
              <p:cNvSpPr/>
              <p:nvPr/>
            </p:nvSpPr>
            <p:spPr>
              <a:xfrm>
                <a:off x="7273900" y="5012054"/>
                <a:ext cx="33585" cy="28992"/>
              </a:xfrm>
              <a:custGeom>
                <a:avLst/>
                <a:gdLst/>
                <a:ahLst/>
                <a:cxnLst/>
                <a:rect l="l" t="t" r="r" b="b"/>
                <a:pathLst>
                  <a:path w="1610" h="1390" extrusionOk="0">
                    <a:moveTo>
                      <a:pt x="1018" y="0"/>
                    </a:moveTo>
                    <a:cubicBezTo>
                      <a:pt x="963" y="0"/>
                      <a:pt x="905" y="6"/>
                      <a:pt x="845" y="17"/>
                    </a:cubicBezTo>
                    <a:cubicBezTo>
                      <a:pt x="571" y="17"/>
                      <a:pt x="183" y="200"/>
                      <a:pt x="183" y="383"/>
                    </a:cubicBezTo>
                    <a:cubicBezTo>
                      <a:pt x="0" y="771"/>
                      <a:pt x="183" y="1250"/>
                      <a:pt x="662" y="1341"/>
                    </a:cubicBezTo>
                    <a:cubicBezTo>
                      <a:pt x="750" y="1375"/>
                      <a:pt x="830" y="1390"/>
                      <a:pt x="905" y="1390"/>
                    </a:cubicBezTo>
                    <a:cubicBezTo>
                      <a:pt x="1236" y="1390"/>
                      <a:pt x="1436" y="1088"/>
                      <a:pt x="1530" y="771"/>
                    </a:cubicBezTo>
                    <a:cubicBezTo>
                      <a:pt x="1609" y="272"/>
                      <a:pt x="1393" y="0"/>
                      <a:pt x="10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8"/>
              <p:cNvSpPr/>
              <p:nvPr/>
            </p:nvSpPr>
            <p:spPr>
              <a:xfrm>
                <a:off x="7462453" y="5011241"/>
                <a:ext cx="31436" cy="29159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1398" extrusionOk="0">
                    <a:moveTo>
                      <a:pt x="945" y="0"/>
                    </a:moveTo>
                    <a:cubicBezTo>
                      <a:pt x="863" y="0"/>
                      <a:pt x="769" y="18"/>
                      <a:pt x="662" y="56"/>
                    </a:cubicBezTo>
                    <a:cubicBezTo>
                      <a:pt x="479" y="56"/>
                      <a:pt x="183" y="330"/>
                      <a:pt x="91" y="536"/>
                    </a:cubicBezTo>
                    <a:cubicBezTo>
                      <a:pt x="0" y="992"/>
                      <a:pt x="274" y="1380"/>
                      <a:pt x="753" y="1380"/>
                    </a:cubicBezTo>
                    <a:cubicBezTo>
                      <a:pt x="815" y="1392"/>
                      <a:pt x="873" y="1398"/>
                      <a:pt x="928" y="1398"/>
                    </a:cubicBezTo>
                    <a:cubicBezTo>
                      <a:pt x="1299" y="1398"/>
                      <a:pt x="1507" y="1136"/>
                      <a:pt x="1507" y="718"/>
                    </a:cubicBezTo>
                    <a:cubicBezTo>
                      <a:pt x="1432" y="329"/>
                      <a:pt x="1298" y="0"/>
                      <a:pt x="9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8"/>
              <p:cNvSpPr/>
              <p:nvPr/>
            </p:nvSpPr>
            <p:spPr>
              <a:xfrm>
                <a:off x="7648608" y="5011012"/>
                <a:ext cx="33835" cy="29034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392" extrusionOk="0">
                    <a:moveTo>
                      <a:pt x="880" y="0"/>
                    </a:moveTo>
                    <a:cubicBezTo>
                      <a:pt x="783" y="0"/>
                      <a:pt x="679" y="21"/>
                      <a:pt x="571" y="67"/>
                    </a:cubicBezTo>
                    <a:cubicBezTo>
                      <a:pt x="206" y="159"/>
                      <a:pt x="1" y="638"/>
                      <a:pt x="298" y="1117"/>
                    </a:cubicBezTo>
                    <a:cubicBezTo>
                      <a:pt x="389" y="1300"/>
                      <a:pt x="686" y="1391"/>
                      <a:pt x="959" y="1391"/>
                    </a:cubicBezTo>
                    <a:cubicBezTo>
                      <a:pt x="1347" y="1391"/>
                      <a:pt x="1621" y="1117"/>
                      <a:pt x="1621" y="547"/>
                    </a:cubicBezTo>
                    <a:cubicBezTo>
                      <a:pt x="1480" y="246"/>
                      <a:pt x="1215" y="0"/>
                      <a:pt x="8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01" name="Google Shape;501;p8"/>
          <p:cNvSpPr/>
          <p:nvPr/>
        </p:nvSpPr>
        <p:spPr>
          <a:xfrm>
            <a:off x="3325225" y="4950300"/>
            <a:ext cx="6004800" cy="10644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lt1"/>
        </a:solidFill>
        <a:effectLst/>
      </p:bgPr>
    </p:bg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9"/>
          <p:cNvSpPr txBox="1">
            <a:spLocks noGrp="1"/>
          </p:cNvSpPr>
          <p:nvPr>
            <p:ph type="title"/>
          </p:nvPr>
        </p:nvSpPr>
        <p:spPr>
          <a:xfrm>
            <a:off x="688550" y="919475"/>
            <a:ext cx="4146000" cy="10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9"/>
          <p:cNvSpPr txBox="1">
            <a:spLocks noGrp="1"/>
          </p:cNvSpPr>
          <p:nvPr>
            <p:ph type="subTitle" idx="1"/>
          </p:nvPr>
        </p:nvSpPr>
        <p:spPr>
          <a:xfrm>
            <a:off x="4973275" y="919475"/>
            <a:ext cx="3457500" cy="10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539500"/>
            <a:ext cx="6576000" cy="85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09" name="Google Shape;509;p11"/>
          <p:cNvSpPr txBox="1">
            <a:spLocks noGrp="1"/>
          </p:cNvSpPr>
          <p:nvPr>
            <p:ph type="subTitle" idx="1"/>
          </p:nvPr>
        </p:nvSpPr>
        <p:spPr>
          <a:xfrm>
            <a:off x="1284000" y="148162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510" name="Google Shape;510;p11"/>
          <p:cNvGrpSpPr/>
          <p:nvPr/>
        </p:nvGrpSpPr>
        <p:grpSpPr>
          <a:xfrm>
            <a:off x="3197149" y="4734913"/>
            <a:ext cx="2749703" cy="122913"/>
            <a:chOff x="5024149" y="4918613"/>
            <a:chExt cx="2749703" cy="122913"/>
          </a:xfrm>
        </p:grpSpPr>
        <p:sp>
          <p:nvSpPr>
            <p:cNvPr id="511" name="Google Shape;511;p11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1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1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1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1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1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1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1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1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1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1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1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1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1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1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1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1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1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1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1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1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1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1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1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1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1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1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1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1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1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4"/>
          <p:cNvSpPr txBox="1">
            <a:spLocks noGrp="1"/>
          </p:cNvSpPr>
          <p:nvPr>
            <p:ph type="title"/>
          </p:nvPr>
        </p:nvSpPr>
        <p:spPr>
          <a:xfrm>
            <a:off x="4070575" y="2381613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03" name="Google Shape;603;p14"/>
          <p:cNvSpPr txBox="1">
            <a:spLocks noGrp="1"/>
          </p:cNvSpPr>
          <p:nvPr>
            <p:ph type="subTitle" idx="1"/>
          </p:nvPr>
        </p:nvSpPr>
        <p:spPr>
          <a:xfrm>
            <a:off x="1739575" y="879988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umbh Sans"/>
              <a:buNone/>
              <a:defRPr sz="30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604" name="Google Shape;604;p14"/>
          <p:cNvGrpSpPr/>
          <p:nvPr/>
        </p:nvGrpSpPr>
        <p:grpSpPr>
          <a:xfrm>
            <a:off x="1159774" y="4734913"/>
            <a:ext cx="2749703" cy="122913"/>
            <a:chOff x="5024149" y="4918613"/>
            <a:chExt cx="2749703" cy="122913"/>
          </a:xfrm>
        </p:grpSpPr>
        <p:sp>
          <p:nvSpPr>
            <p:cNvPr id="605" name="Google Shape;605;p14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4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4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4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4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4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4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4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4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4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4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4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4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4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4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4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4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4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4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4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4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4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4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4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4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4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4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4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4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4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5"/>
          <p:cNvSpPr txBox="1">
            <a:spLocks noGrp="1"/>
          </p:cNvSpPr>
          <p:nvPr>
            <p:ph type="title"/>
          </p:nvPr>
        </p:nvSpPr>
        <p:spPr>
          <a:xfrm>
            <a:off x="720000" y="1354363"/>
            <a:ext cx="3594000" cy="16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37" name="Google Shape;637;p15"/>
          <p:cNvSpPr txBox="1">
            <a:spLocks noGrp="1"/>
          </p:cNvSpPr>
          <p:nvPr>
            <p:ph type="subTitle" idx="1"/>
          </p:nvPr>
        </p:nvSpPr>
        <p:spPr>
          <a:xfrm>
            <a:off x="720000" y="2986350"/>
            <a:ext cx="27855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8" name="Google Shape;638;p15"/>
          <p:cNvSpPr>
            <a:spLocks noGrp="1"/>
          </p:cNvSpPr>
          <p:nvPr>
            <p:ph type="pic" idx="2"/>
          </p:nvPr>
        </p:nvSpPr>
        <p:spPr>
          <a:xfrm>
            <a:off x="4709500" y="807800"/>
            <a:ext cx="3721200" cy="33408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639" name="Google Shape;639;p15"/>
          <p:cNvSpPr/>
          <p:nvPr/>
        </p:nvSpPr>
        <p:spPr>
          <a:xfrm>
            <a:off x="202130" y="539498"/>
            <a:ext cx="488204" cy="145276"/>
          </a:xfrm>
          <a:custGeom>
            <a:avLst/>
            <a:gdLst/>
            <a:ahLst/>
            <a:cxnLst/>
            <a:rect l="l" t="t" r="r" b="b"/>
            <a:pathLst>
              <a:path w="2944" h="876" extrusionOk="0">
                <a:moveTo>
                  <a:pt x="1490" y="1"/>
                </a:moveTo>
                <a:cubicBezTo>
                  <a:pt x="1156" y="1"/>
                  <a:pt x="889" y="275"/>
                  <a:pt x="889" y="600"/>
                </a:cubicBezTo>
                <a:lnTo>
                  <a:pt x="889" y="623"/>
                </a:lnTo>
                <a:cubicBezTo>
                  <a:pt x="852" y="613"/>
                  <a:pt x="815" y="606"/>
                  <a:pt x="775" y="606"/>
                </a:cubicBezTo>
                <a:cubicBezTo>
                  <a:pt x="759" y="606"/>
                  <a:pt x="744" y="607"/>
                  <a:pt x="727" y="609"/>
                </a:cubicBezTo>
                <a:cubicBezTo>
                  <a:pt x="623" y="616"/>
                  <a:pt x="526" y="661"/>
                  <a:pt x="454" y="734"/>
                </a:cubicBezTo>
                <a:cubicBezTo>
                  <a:pt x="421" y="723"/>
                  <a:pt x="384" y="717"/>
                  <a:pt x="346" y="717"/>
                </a:cubicBezTo>
                <a:cubicBezTo>
                  <a:pt x="332" y="717"/>
                  <a:pt x="318" y="718"/>
                  <a:pt x="304" y="719"/>
                </a:cubicBezTo>
                <a:cubicBezTo>
                  <a:pt x="178" y="727"/>
                  <a:pt x="75" y="787"/>
                  <a:pt x="0" y="876"/>
                </a:cubicBezTo>
                <a:lnTo>
                  <a:pt x="2934" y="876"/>
                </a:lnTo>
                <a:cubicBezTo>
                  <a:pt x="2934" y="867"/>
                  <a:pt x="2943" y="860"/>
                  <a:pt x="2943" y="846"/>
                </a:cubicBezTo>
                <a:cubicBezTo>
                  <a:pt x="2921" y="625"/>
                  <a:pt x="2736" y="452"/>
                  <a:pt x="2509" y="452"/>
                </a:cubicBezTo>
                <a:cubicBezTo>
                  <a:pt x="2501" y="452"/>
                  <a:pt x="2492" y="452"/>
                  <a:pt x="2483" y="453"/>
                </a:cubicBezTo>
                <a:cubicBezTo>
                  <a:pt x="2365" y="460"/>
                  <a:pt x="2253" y="527"/>
                  <a:pt x="2179" y="616"/>
                </a:cubicBezTo>
                <a:cubicBezTo>
                  <a:pt x="2150" y="609"/>
                  <a:pt x="2120" y="609"/>
                  <a:pt x="2090" y="609"/>
                </a:cubicBezTo>
                <a:lnTo>
                  <a:pt x="2090" y="600"/>
                </a:lnTo>
                <a:cubicBezTo>
                  <a:pt x="2090" y="275"/>
                  <a:pt x="1823" y="1"/>
                  <a:pt x="149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15"/>
          <p:cNvSpPr/>
          <p:nvPr/>
        </p:nvSpPr>
        <p:spPr>
          <a:xfrm>
            <a:off x="443447" y="262579"/>
            <a:ext cx="246884" cy="246892"/>
          </a:xfrm>
          <a:custGeom>
            <a:avLst/>
            <a:gdLst/>
            <a:ahLst/>
            <a:cxnLst/>
            <a:rect l="l" t="t" r="r" b="b"/>
            <a:pathLst>
              <a:path w="3535" h="3536" extrusionOk="0">
                <a:moveTo>
                  <a:pt x="1763" y="0"/>
                </a:moveTo>
                <a:cubicBezTo>
                  <a:pt x="785" y="0"/>
                  <a:pt x="1" y="794"/>
                  <a:pt x="1" y="1772"/>
                </a:cubicBezTo>
                <a:cubicBezTo>
                  <a:pt x="1" y="2750"/>
                  <a:pt x="785" y="3536"/>
                  <a:pt x="1763" y="3536"/>
                </a:cubicBezTo>
                <a:cubicBezTo>
                  <a:pt x="2741" y="3536"/>
                  <a:pt x="3534" y="2750"/>
                  <a:pt x="3534" y="1772"/>
                </a:cubicBezTo>
                <a:cubicBezTo>
                  <a:pt x="3534" y="794"/>
                  <a:pt x="2741" y="0"/>
                  <a:pt x="1763" y="0"/>
                </a:cubicBezTo>
                <a:close/>
              </a:path>
            </a:pathLst>
          </a:custGeom>
          <a:solidFill>
            <a:srgbClr val="FFD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15"/>
          <p:cNvSpPr/>
          <p:nvPr/>
        </p:nvSpPr>
        <p:spPr>
          <a:xfrm>
            <a:off x="573000" y="228300"/>
            <a:ext cx="635418" cy="177225"/>
          </a:xfrm>
          <a:custGeom>
            <a:avLst/>
            <a:gdLst/>
            <a:ahLst/>
            <a:cxnLst/>
            <a:rect l="l" t="t" r="r" b="b"/>
            <a:pathLst>
              <a:path w="6833" h="1906" extrusionOk="0">
                <a:moveTo>
                  <a:pt x="3617" y="1"/>
                </a:moveTo>
                <a:cubicBezTo>
                  <a:pt x="2995" y="1"/>
                  <a:pt x="2490" y="518"/>
                  <a:pt x="2490" y="1164"/>
                </a:cubicBezTo>
                <a:lnTo>
                  <a:pt x="2490" y="1178"/>
                </a:lnTo>
                <a:cubicBezTo>
                  <a:pt x="2417" y="1157"/>
                  <a:pt x="2342" y="1134"/>
                  <a:pt x="2253" y="1134"/>
                </a:cubicBezTo>
                <a:cubicBezTo>
                  <a:pt x="2083" y="1134"/>
                  <a:pt x="1919" y="1201"/>
                  <a:pt x="1794" y="1304"/>
                </a:cubicBezTo>
                <a:cubicBezTo>
                  <a:pt x="1668" y="1141"/>
                  <a:pt x="1474" y="1030"/>
                  <a:pt x="1261" y="1030"/>
                </a:cubicBezTo>
                <a:cubicBezTo>
                  <a:pt x="950" y="1030"/>
                  <a:pt x="697" y="1246"/>
                  <a:pt x="608" y="1527"/>
                </a:cubicBezTo>
                <a:lnTo>
                  <a:pt x="557" y="1527"/>
                </a:lnTo>
                <a:cubicBezTo>
                  <a:pt x="311" y="1527"/>
                  <a:pt x="96" y="1683"/>
                  <a:pt x="0" y="1905"/>
                </a:cubicBezTo>
                <a:lnTo>
                  <a:pt x="6818" y="1905"/>
                </a:lnTo>
                <a:cubicBezTo>
                  <a:pt x="6825" y="1852"/>
                  <a:pt x="6833" y="1801"/>
                  <a:pt x="6833" y="1749"/>
                </a:cubicBezTo>
                <a:cubicBezTo>
                  <a:pt x="6833" y="1327"/>
                  <a:pt x="6498" y="986"/>
                  <a:pt x="6091" y="986"/>
                </a:cubicBezTo>
                <a:cubicBezTo>
                  <a:pt x="5876" y="986"/>
                  <a:pt x="5684" y="1075"/>
                  <a:pt x="5543" y="1230"/>
                </a:cubicBezTo>
                <a:cubicBezTo>
                  <a:pt x="5410" y="1075"/>
                  <a:pt x="5209" y="972"/>
                  <a:pt x="4987" y="972"/>
                </a:cubicBezTo>
                <a:cubicBezTo>
                  <a:pt x="4898" y="972"/>
                  <a:pt x="4809" y="993"/>
                  <a:pt x="4729" y="1023"/>
                </a:cubicBezTo>
                <a:cubicBezTo>
                  <a:pt x="4661" y="445"/>
                  <a:pt x="4195" y="1"/>
                  <a:pt x="361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15"/>
          <p:cNvSpPr/>
          <p:nvPr/>
        </p:nvSpPr>
        <p:spPr>
          <a:xfrm>
            <a:off x="7741325" y="4938650"/>
            <a:ext cx="2030700" cy="4617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3" name="Google Shape;643;p15"/>
          <p:cNvGrpSpPr/>
          <p:nvPr/>
        </p:nvGrpSpPr>
        <p:grpSpPr>
          <a:xfrm>
            <a:off x="4890549" y="4938638"/>
            <a:ext cx="2749703" cy="122913"/>
            <a:chOff x="5024149" y="4918613"/>
            <a:chExt cx="2749703" cy="122913"/>
          </a:xfrm>
        </p:grpSpPr>
        <p:sp>
          <p:nvSpPr>
            <p:cNvPr id="644" name="Google Shape;644;p15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5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5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5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5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5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5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5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5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5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5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5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5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5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5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5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5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5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5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5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5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5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5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5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5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5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5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5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5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5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4" name="Google Shape;674;p15"/>
          <p:cNvGrpSpPr/>
          <p:nvPr/>
        </p:nvGrpSpPr>
        <p:grpSpPr>
          <a:xfrm>
            <a:off x="8012140" y="4433058"/>
            <a:ext cx="717798" cy="505682"/>
            <a:chOff x="1232125" y="2361475"/>
            <a:chExt cx="324575" cy="228650"/>
          </a:xfrm>
        </p:grpSpPr>
        <p:sp>
          <p:nvSpPr>
            <p:cNvPr id="675" name="Google Shape;675;p15"/>
            <p:cNvSpPr/>
            <p:nvPr/>
          </p:nvSpPr>
          <p:spPr>
            <a:xfrm>
              <a:off x="1361075" y="2415000"/>
              <a:ext cx="188075" cy="174525"/>
            </a:xfrm>
            <a:custGeom>
              <a:avLst/>
              <a:gdLst/>
              <a:ahLst/>
              <a:cxnLst/>
              <a:rect l="l" t="t" r="r" b="b"/>
              <a:pathLst>
                <a:path w="7523" h="6981" extrusionOk="0">
                  <a:moveTo>
                    <a:pt x="0" y="1"/>
                  </a:moveTo>
                  <a:lnTo>
                    <a:pt x="0" y="6981"/>
                  </a:lnTo>
                  <a:lnTo>
                    <a:pt x="7523" y="6981"/>
                  </a:lnTo>
                  <a:lnTo>
                    <a:pt x="7523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5"/>
            <p:cNvSpPr/>
            <p:nvPr/>
          </p:nvSpPr>
          <p:spPr>
            <a:xfrm>
              <a:off x="1549125" y="2418925"/>
              <a:ext cx="200" cy="168200"/>
            </a:xfrm>
            <a:custGeom>
              <a:avLst/>
              <a:gdLst/>
              <a:ahLst/>
              <a:cxnLst/>
              <a:rect l="l" t="t" r="r" b="b"/>
              <a:pathLst>
                <a:path w="8" h="6728" extrusionOk="0">
                  <a:moveTo>
                    <a:pt x="1" y="0"/>
                  </a:moveTo>
                  <a:lnTo>
                    <a:pt x="1" y="6728"/>
                  </a:lnTo>
                  <a:lnTo>
                    <a:pt x="8" y="6728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5259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5"/>
            <p:cNvSpPr/>
            <p:nvPr/>
          </p:nvSpPr>
          <p:spPr>
            <a:xfrm>
              <a:off x="1502625" y="2418925"/>
              <a:ext cx="46525" cy="158025"/>
            </a:xfrm>
            <a:custGeom>
              <a:avLst/>
              <a:gdLst/>
              <a:ahLst/>
              <a:cxnLst/>
              <a:rect l="l" t="t" r="r" b="b"/>
              <a:pathLst>
                <a:path w="1861" h="6321" extrusionOk="0">
                  <a:moveTo>
                    <a:pt x="0" y="0"/>
                  </a:moveTo>
                  <a:lnTo>
                    <a:pt x="0" y="6321"/>
                  </a:lnTo>
                  <a:lnTo>
                    <a:pt x="1861" y="6321"/>
                  </a:lnTo>
                  <a:lnTo>
                    <a:pt x="1861" y="0"/>
                  </a:lnTo>
                  <a:close/>
                </a:path>
              </a:pathLst>
            </a:custGeom>
            <a:solidFill>
              <a:srgbClr val="8586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5"/>
            <p:cNvSpPr/>
            <p:nvPr/>
          </p:nvSpPr>
          <p:spPr>
            <a:xfrm>
              <a:off x="1353275" y="2411325"/>
              <a:ext cx="203425" cy="7625"/>
            </a:xfrm>
            <a:custGeom>
              <a:avLst/>
              <a:gdLst/>
              <a:ahLst/>
              <a:cxnLst/>
              <a:rect l="l" t="t" r="r" b="b"/>
              <a:pathLst>
                <a:path w="8137" h="305" extrusionOk="0">
                  <a:moveTo>
                    <a:pt x="150" y="0"/>
                  </a:moveTo>
                  <a:cubicBezTo>
                    <a:pt x="68" y="0"/>
                    <a:pt x="1" y="66"/>
                    <a:pt x="1" y="148"/>
                  </a:cubicBezTo>
                  <a:cubicBezTo>
                    <a:pt x="1" y="237"/>
                    <a:pt x="68" y="304"/>
                    <a:pt x="150" y="304"/>
                  </a:cubicBezTo>
                  <a:lnTo>
                    <a:pt x="7989" y="304"/>
                  </a:lnTo>
                  <a:cubicBezTo>
                    <a:pt x="8071" y="304"/>
                    <a:pt x="8137" y="237"/>
                    <a:pt x="8137" y="148"/>
                  </a:cubicBezTo>
                  <a:cubicBezTo>
                    <a:pt x="8137" y="66"/>
                    <a:pt x="8071" y="0"/>
                    <a:pt x="7989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5"/>
            <p:cNvSpPr/>
            <p:nvPr/>
          </p:nvSpPr>
          <p:spPr>
            <a:xfrm>
              <a:off x="1524450" y="2448925"/>
              <a:ext cx="11900" cy="17425"/>
            </a:xfrm>
            <a:custGeom>
              <a:avLst/>
              <a:gdLst/>
              <a:ahLst/>
              <a:cxnLst/>
              <a:rect l="l" t="t" r="r" b="b"/>
              <a:pathLst>
                <a:path w="476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75" y="696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1503150" y="2448925"/>
              <a:ext cx="11725" cy="17425"/>
            </a:xfrm>
            <a:custGeom>
              <a:avLst/>
              <a:gdLst/>
              <a:ahLst/>
              <a:cxnLst/>
              <a:rect l="l" t="t" r="r" b="b"/>
              <a:pathLst>
                <a:path w="469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1481675" y="2448925"/>
              <a:ext cx="11675" cy="1742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7" y="696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1460200" y="2448925"/>
              <a:ext cx="11675" cy="1742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7" y="696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5"/>
            <p:cNvSpPr/>
            <p:nvPr/>
          </p:nvSpPr>
          <p:spPr>
            <a:xfrm>
              <a:off x="1438700" y="2448925"/>
              <a:ext cx="11700" cy="17425"/>
            </a:xfrm>
            <a:custGeom>
              <a:avLst/>
              <a:gdLst/>
              <a:ahLst/>
              <a:cxnLst/>
              <a:rect l="l" t="t" r="r" b="b"/>
              <a:pathLst>
                <a:path w="468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5"/>
            <p:cNvSpPr/>
            <p:nvPr/>
          </p:nvSpPr>
          <p:spPr>
            <a:xfrm>
              <a:off x="1417225" y="2448925"/>
              <a:ext cx="11675" cy="1742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6" y="696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>
              <a:off x="1395750" y="2448925"/>
              <a:ext cx="11675" cy="1742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6" y="696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>
              <a:off x="1374225" y="2448925"/>
              <a:ext cx="11725" cy="17425"/>
            </a:xfrm>
            <a:custGeom>
              <a:avLst/>
              <a:gdLst/>
              <a:ahLst/>
              <a:cxnLst/>
              <a:rect l="l" t="t" r="r" b="b"/>
              <a:pathLst>
                <a:path w="469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>
              <a:off x="1524450" y="2482450"/>
              <a:ext cx="11900" cy="17450"/>
            </a:xfrm>
            <a:custGeom>
              <a:avLst/>
              <a:gdLst/>
              <a:ahLst/>
              <a:cxnLst/>
              <a:rect l="l" t="t" r="r" b="b"/>
              <a:pathLst>
                <a:path w="476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75" y="698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>
              <a:off x="1503150" y="2482450"/>
              <a:ext cx="11725" cy="17450"/>
            </a:xfrm>
            <a:custGeom>
              <a:avLst/>
              <a:gdLst/>
              <a:ahLst/>
              <a:cxnLst/>
              <a:rect l="l" t="t" r="r" b="b"/>
              <a:pathLst>
                <a:path w="469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>
              <a:off x="1481675" y="2482450"/>
              <a:ext cx="11675" cy="17450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7" y="698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5"/>
            <p:cNvSpPr/>
            <p:nvPr/>
          </p:nvSpPr>
          <p:spPr>
            <a:xfrm>
              <a:off x="1460200" y="2482450"/>
              <a:ext cx="11675" cy="17450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7" y="698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5"/>
            <p:cNvSpPr/>
            <p:nvPr/>
          </p:nvSpPr>
          <p:spPr>
            <a:xfrm>
              <a:off x="1438700" y="2482450"/>
              <a:ext cx="11700" cy="17450"/>
            </a:xfrm>
            <a:custGeom>
              <a:avLst/>
              <a:gdLst/>
              <a:ahLst/>
              <a:cxnLst/>
              <a:rect l="l" t="t" r="r" b="b"/>
              <a:pathLst>
                <a:path w="468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1417225" y="2482450"/>
              <a:ext cx="11675" cy="17450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6" y="698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1395750" y="2482450"/>
              <a:ext cx="11675" cy="17450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6" y="698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5"/>
            <p:cNvSpPr/>
            <p:nvPr/>
          </p:nvSpPr>
          <p:spPr>
            <a:xfrm>
              <a:off x="1374225" y="2482450"/>
              <a:ext cx="11725" cy="17450"/>
            </a:xfrm>
            <a:custGeom>
              <a:avLst/>
              <a:gdLst/>
              <a:ahLst/>
              <a:cxnLst/>
              <a:rect l="l" t="t" r="r" b="b"/>
              <a:pathLst>
                <a:path w="469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5"/>
            <p:cNvSpPr/>
            <p:nvPr/>
          </p:nvSpPr>
          <p:spPr>
            <a:xfrm>
              <a:off x="1524450" y="2515975"/>
              <a:ext cx="11900" cy="17625"/>
            </a:xfrm>
            <a:custGeom>
              <a:avLst/>
              <a:gdLst/>
              <a:ahLst/>
              <a:cxnLst/>
              <a:rect l="l" t="t" r="r" b="b"/>
              <a:pathLst>
                <a:path w="476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75" y="705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5"/>
            <p:cNvSpPr/>
            <p:nvPr/>
          </p:nvSpPr>
          <p:spPr>
            <a:xfrm>
              <a:off x="1503150" y="2515975"/>
              <a:ext cx="11725" cy="17625"/>
            </a:xfrm>
            <a:custGeom>
              <a:avLst/>
              <a:gdLst/>
              <a:ahLst/>
              <a:cxnLst/>
              <a:rect l="l" t="t" r="r" b="b"/>
              <a:pathLst>
                <a:path w="469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1481675" y="2515975"/>
              <a:ext cx="11675" cy="17625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7" y="705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1460200" y="2515975"/>
              <a:ext cx="11675" cy="17625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7" y="705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1438700" y="2515975"/>
              <a:ext cx="11700" cy="17625"/>
            </a:xfrm>
            <a:custGeom>
              <a:avLst/>
              <a:gdLst/>
              <a:ahLst/>
              <a:cxnLst/>
              <a:rect l="l" t="t" r="r" b="b"/>
              <a:pathLst>
                <a:path w="468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1417225" y="2515975"/>
              <a:ext cx="11675" cy="17625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6" y="705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1395750" y="2515975"/>
              <a:ext cx="11675" cy="17625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6" y="705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5"/>
            <p:cNvSpPr/>
            <p:nvPr/>
          </p:nvSpPr>
          <p:spPr>
            <a:xfrm>
              <a:off x="1374225" y="2515975"/>
              <a:ext cx="11725" cy="17625"/>
            </a:xfrm>
            <a:custGeom>
              <a:avLst/>
              <a:gdLst/>
              <a:ahLst/>
              <a:cxnLst/>
              <a:rect l="l" t="t" r="r" b="b"/>
              <a:pathLst>
                <a:path w="469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5"/>
            <p:cNvSpPr/>
            <p:nvPr/>
          </p:nvSpPr>
          <p:spPr>
            <a:xfrm>
              <a:off x="1232125" y="2361475"/>
              <a:ext cx="156225" cy="228650"/>
            </a:xfrm>
            <a:custGeom>
              <a:avLst/>
              <a:gdLst/>
              <a:ahLst/>
              <a:cxnLst/>
              <a:rect l="l" t="t" r="r" b="b"/>
              <a:pathLst>
                <a:path w="6249" h="9146" extrusionOk="0">
                  <a:moveTo>
                    <a:pt x="1246" y="1"/>
                  </a:moveTo>
                  <a:cubicBezTo>
                    <a:pt x="1246" y="1"/>
                    <a:pt x="854" y="8122"/>
                    <a:pt x="1" y="9145"/>
                  </a:cubicBezTo>
                  <a:lnTo>
                    <a:pt x="6248" y="9145"/>
                  </a:lnTo>
                  <a:cubicBezTo>
                    <a:pt x="6248" y="9145"/>
                    <a:pt x="4966" y="6373"/>
                    <a:pt x="4758" y="1"/>
                  </a:cubicBez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1310150" y="2361475"/>
              <a:ext cx="76900" cy="225650"/>
            </a:xfrm>
            <a:custGeom>
              <a:avLst/>
              <a:gdLst/>
              <a:ahLst/>
              <a:cxnLst/>
              <a:rect l="l" t="t" r="r" b="b"/>
              <a:pathLst>
                <a:path w="3076" h="9026" extrusionOk="0">
                  <a:moveTo>
                    <a:pt x="1" y="1"/>
                  </a:moveTo>
                  <a:lnTo>
                    <a:pt x="1" y="9026"/>
                  </a:lnTo>
                  <a:lnTo>
                    <a:pt x="3076" y="9026"/>
                  </a:lnTo>
                  <a:cubicBezTo>
                    <a:pt x="3038" y="8944"/>
                    <a:pt x="2987" y="8804"/>
                    <a:pt x="2926" y="8619"/>
                  </a:cubicBezTo>
                  <a:cubicBezTo>
                    <a:pt x="2697" y="7959"/>
                    <a:pt x="2327" y="6684"/>
                    <a:pt x="2037" y="4706"/>
                  </a:cubicBezTo>
                  <a:cubicBezTo>
                    <a:pt x="1934" y="3981"/>
                    <a:pt x="1838" y="3164"/>
                    <a:pt x="1763" y="2247"/>
                  </a:cubicBezTo>
                  <a:cubicBezTo>
                    <a:pt x="1756" y="2186"/>
                    <a:pt x="1749" y="2128"/>
                    <a:pt x="1749" y="2069"/>
                  </a:cubicBezTo>
                  <a:cubicBezTo>
                    <a:pt x="1697" y="1423"/>
                    <a:pt x="1660" y="735"/>
                    <a:pt x="1637" y="1"/>
                  </a:cubicBezTo>
                  <a:close/>
                </a:path>
              </a:pathLst>
            </a:custGeom>
            <a:solidFill>
              <a:srgbClr val="A964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1258275" y="2424650"/>
              <a:ext cx="97650" cy="11500"/>
            </a:xfrm>
            <a:custGeom>
              <a:avLst/>
              <a:gdLst/>
              <a:ahLst/>
              <a:cxnLst/>
              <a:rect l="l" t="t" r="r" b="b"/>
              <a:pathLst>
                <a:path w="3906" h="460" extrusionOk="0">
                  <a:moveTo>
                    <a:pt x="38" y="1"/>
                  </a:moveTo>
                  <a:lnTo>
                    <a:pt x="0" y="460"/>
                  </a:lnTo>
                  <a:lnTo>
                    <a:pt x="3906" y="460"/>
                  </a:lnTo>
                  <a:lnTo>
                    <a:pt x="386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1254175" y="2469875"/>
              <a:ext cx="107325" cy="11675"/>
            </a:xfrm>
            <a:custGeom>
              <a:avLst/>
              <a:gdLst/>
              <a:ahLst/>
              <a:cxnLst/>
              <a:rect l="l" t="t" r="r" b="b"/>
              <a:pathLst>
                <a:path w="4293" h="467" extrusionOk="0">
                  <a:moveTo>
                    <a:pt x="45" y="0"/>
                  </a:moveTo>
                  <a:lnTo>
                    <a:pt x="1" y="466"/>
                  </a:lnTo>
                  <a:lnTo>
                    <a:pt x="4292" y="466"/>
                  </a:lnTo>
                  <a:lnTo>
                    <a:pt x="422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5"/>
            <p:cNvSpPr/>
            <p:nvPr/>
          </p:nvSpPr>
          <p:spPr>
            <a:xfrm>
              <a:off x="1263475" y="2361475"/>
              <a:ext cx="88000" cy="13000"/>
            </a:xfrm>
            <a:custGeom>
              <a:avLst/>
              <a:gdLst/>
              <a:ahLst/>
              <a:cxnLst/>
              <a:rect l="l" t="t" r="r" b="b"/>
              <a:pathLst>
                <a:path w="3520" h="520" extrusionOk="0">
                  <a:moveTo>
                    <a:pt x="29" y="1"/>
                  </a:moveTo>
                  <a:lnTo>
                    <a:pt x="1" y="513"/>
                  </a:lnTo>
                  <a:lnTo>
                    <a:pt x="3520" y="520"/>
                  </a:lnTo>
                  <a:lnTo>
                    <a:pt x="350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8" name="Google Shape;708;p15"/>
          <p:cNvSpPr/>
          <p:nvPr/>
        </p:nvSpPr>
        <p:spPr>
          <a:xfrm>
            <a:off x="8143847" y="4285813"/>
            <a:ext cx="75893" cy="76492"/>
          </a:xfrm>
          <a:custGeom>
            <a:avLst/>
            <a:gdLst/>
            <a:ahLst/>
            <a:cxnLst/>
            <a:rect l="l" t="t" r="r" b="b"/>
            <a:pathLst>
              <a:path w="890" h="897" extrusionOk="0">
                <a:moveTo>
                  <a:pt x="445" y="0"/>
                </a:moveTo>
                <a:cubicBezTo>
                  <a:pt x="200" y="0"/>
                  <a:pt x="0" y="201"/>
                  <a:pt x="0" y="452"/>
                </a:cubicBezTo>
                <a:cubicBezTo>
                  <a:pt x="0" y="697"/>
                  <a:pt x="200" y="897"/>
                  <a:pt x="445" y="897"/>
                </a:cubicBezTo>
                <a:cubicBezTo>
                  <a:pt x="689" y="897"/>
                  <a:pt x="890" y="697"/>
                  <a:pt x="890" y="452"/>
                </a:cubicBezTo>
                <a:cubicBezTo>
                  <a:pt x="890" y="201"/>
                  <a:pt x="689" y="0"/>
                  <a:pt x="445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15"/>
          <p:cNvSpPr/>
          <p:nvPr/>
        </p:nvSpPr>
        <p:spPr>
          <a:xfrm>
            <a:off x="8253167" y="4213158"/>
            <a:ext cx="147181" cy="77686"/>
          </a:xfrm>
          <a:custGeom>
            <a:avLst/>
            <a:gdLst/>
            <a:ahLst/>
            <a:cxnLst/>
            <a:rect l="l" t="t" r="r" b="b"/>
            <a:pathLst>
              <a:path w="1726" h="911" extrusionOk="0">
                <a:moveTo>
                  <a:pt x="459" y="0"/>
                </a:moveTo>
                <a:cubicBezTo>
                  <a:pt x="207" y="0"/>
                  <a:pt x="1" y="209"/>
                  <a:pt x="1" y="452"/>
                </a:cubicBezTo>
                <a:cubicBezTo>
                  <a:pt x="1" y="705"/>
                  <a:pt x="207" y="911"/>
                  <a:pt x="459" y="911"/>
                </a:cubicBezTo>
                <a:lnTo>
                  <a:pt x="1274" y="911"/>
                </a:lnTo>
                <a:cubicBezTo>
                  <a:pt x="1526" y="911"/>
                  <a:pt x="1726" y="705"/>
                  <a:pt x="1726" y="452"/>
                </a:cubicBezTo>
                <a:cubicBezTo>
                  <a:pt x="1726" y="209"/>
                  <a:pt x="1526" y="0"/>
                  <a:pt x="1274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15"/>
          <p:cNvSpPr/>
          <p:nvPr/>
        </p:nvSpPr>
        <p:spPr>
          <a:xfrm>
            <a:off x="8400345" y="4069016"/>
            <a:ext cx="256670" cy="77089"/>
          </a:xfrm>
          <a:custGeom>
            <a:avLst/>
            <a:gdLst/>
            <a:ahLst/>
            <a:cxnLst/>
            <a:rect l="l" t="t" r="r" b="b"/>
            <a:pathLst>
              <a:path w="3010" h="904" extrusionOk="0">
                <a:moveTo>
                  <a:pt x="452" y="0"/>
                </a:moveTo>
                <a:cubicBezTo>
                  <a:pt x="208" y="0"/>
                  <a:pt x="0" y="199"/>
                  <a:pt x="0" y="452"/>
                </a:cubicBezTo>
                <a:cubicBezTo>
                  <a:pt x="0" y="704"/>
                  <a:pt x="208" y="903"/>
                  <a:pt x="452" y="903"/>
                </a:cubicBezTo>
                <a:lnTo>
                  <a:pt x="2549" y="903"/>
                </a:lnTo>
                <a:cubicBezTo>
                  <a:pt x="2801" y="903"/>
                  <a:pt x="3009" y="704"/>
                  <a:pt x="3009" y="452"/>
                </a:cubicBezTo>
                <a:cubicBezTo>
                  <a:pt x="3009" y="199"/>
                  <a:pt x="2801" y="0"/>
                  <a:pt x="2549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6"/>
          <p:cNvSpPr txBox="1">
            <a:spLocks noGrp="1"/>
          </p:cNvSpPr>
          <p:nvPr>
            <p:ph type="title"/>
          </p:nvPr>
        </p:nvSpPr>
        <p:spPr>
          <a:xfrm>
            <a:off x="720000" y="1287450"/>
            <a:ext cx="3773400" cy="60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13" name="Google Shape;713;p16"/>
          <p:cNvSpPr txBox="1">
            <a:spLocks noGrp="1"/>
          </p:cNvSpPr>
          <p:nvPr>
            <p:ph type="subTitle" idx="1"/>
          </p:nvPr>
        </p:nvSpPr>
        <p:spPr>
          <a:xfrm>
            <a:off x="720000" y="1893775"/>
            <a:ext cx="2979900" cy="10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4" name="Google Shape;714;p16"/>
          <p:cNvSpPr/>
          <p:nvPr/>
        </p:nvSpPr>
        <p:spPr>
          <a:xfrm flipH="1">
            <a:off x="-94100" y="4938650"/>
            <a:ext cx="2061900" cy="4617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5" name="Google Shape;715;p16"/>
          <p:cNvGrpSpPr/>
          <p:nvPr/>
        </p:nvGrpSpPr>
        <p:grpSpPr>
          <a:xfrm>
            <a:off x="2096449" y="4938638"/>
            <a:ext cx="2749703" cy="122913"/>
            <a:chOff x="5024149" y="4918613"/>
            <a:chExt cx="2749703" cy="122913"/>
          </a:xfrm>
        </p:grpSpPr>
        <p:sp>
          <p:nvSpPr>
            <p:cNvPr id="716" name="Google Shape;716;p16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6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6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6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6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6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6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6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6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6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6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16"/>
          <p:cNvSpPr/>
          <p:nvPr/>
        </p:nvSpPr>
        <p:spPr>
          <a:xfrm>
            <a:off x="174100" y="4640920"/>
            <a:ext cx="548665" cy="305245"/>
          </a:xfrm>
          <a:custGeom>
            <a:avLst/>
            <a:gdLst/>
            <a:ahLst/>
            <a:cxnLst/>
            <a:rect l="l" t="t" r="r" b="b"/>
            <a:pathLst>
              <a:path w="14412" h="8018" extrusionOk="0">
                <a:moveTo>
                  <a:pt x="8469" y="0"/>
                </a:moveTo>
                <a:cubicBezTo>
                  <a:pt x="8269" y="0"/>
                  <a:pt x="8106" y="171"/>
                  <a:pt x="8106" y="370"/>
                </a:cubicBezTo>
                <a:lnTo>
                  <a:pt x="8106" y="1675"/>
                </a:lnTo>
                <a:cubicBezTo>
                  <a:pt x="8106" y="1875"/>
                  <a:pt x="7935" y="2038"/>
                  <a:pt x="7736" y="2038"/>
                </a:cubicBezTo>
                <a:cubicBezTo>
                  <a:pt x="7542" y="2038"/>
                  <a:pt x="7387" y="1891"/>
                  <a:pt x="7371" y="1704"/>
                </a:cubicBezTo>
                <a:lnTo>
                  <a:pt x="7371" y="1037"/>
                </a:lnTo>
                <a:cubicBezTo>
                  <a:pt x="7371" y="838"/>
                  <a:pt x="7210" y="667"/>
                  <a:pt x="7009" y="667"/>
                </a:cubicBezTo>
                <a:cubicBezTo>
                  <a:pt x="6802" y="667"/>
                  <a:pt x="6639" y="838"/>
                  <a:pt x="6639" y="1037"/>
                </a:cubicBezTo>
                <a:lnTo>
                  <a:pt x="6639" y="1809"/>
                </a:lnTo>
                <a:cubicBezTo>
                  <a:pt x="6639" y="2015"/>
                  <a:pt x="6475" y="2179"/>
                  <a:pt x="6276" y="2179"/>
                </a:cubicBezTo>
                <a:cubicBezTo>
                  <a:pt x="6068" y="2179"/>
                  <a:pt x="5904" y="2015"/>
                  <a:pt x="5904" y="1809"/>
                </a:cubicBezTo>
                <a:lnTo>
                  <a:pt x="5904" y="601"/>
                </a:lnTo>
                <a:cubicBezTo>
                  <a:pt x="5904" y="393"/>
                  <a:pt x="5742" y="230"/>
                  <a:pt x="5534" y="230"/>
                </a:cubicBezTo>
                <a:cubicBezTo>
                  <a:pt x="5408" y="230"/>
                  <a:pt x="5298" y="297"/>
                  <a:pt x="5237" y="393"/>
                </a:cubicBezTo>
                <a:cubicBezTo>
                  <a:pt x="5193" y="452"/>
                  <a:pt x="5172" y="519"/>
                  <a:pt x="5172" y="601"/>
                </a:cubicBezTo>
                <a:lnTo>
                  <a:pt x="5172" y="993"/>
                </a:lnTo>
                <a:cubicBezTo>
                  <a:pt x="5172" y="1179"/>
                  <a:pt x="5015" y="1334"/>
                  <a:pt x="4830" y="1334"/>
                </a:cubicBezTo>
                <a:lnTo>
                  <a:pt x="4802" y="1334"/>
                </a:lnTo>
                <a:cubicBezTo>
                  <a:pt x="4631" y="1334"/>
                  <a:pt x="4490" y="1201"/>
                  <a:pt x="4467" y="1037"/>
                </a:cubicBezTo>
                <a:lnTo>
                  <a:pt x="288" y="6959"/>
                </a:lnTo>
                <a:cubicBezTo>
                  <a:pt x="0" y="7366"/>
                  <a:pt x="237" y="7982"/>
                  <a:pt x="711" y="8010"/>
                </a:cubicBezTo>
                <a:cubicBezTo>
                  <a:pt x="726" y="8017"/>
                  <a:pt x="740" y="8017"/>
                  <a:pt x="756" y="8017"/>
                </a:cubicBezTo>
                <a:lnTo>
                  <a:pt x="13656" y="8017"/>
                </a:lnTo>
                <a:cubicBezTo>
                  <a:pt x="13670" y="8017"/>
                  <a:pt x="13685" y="8017"/>
                  <a:pt x="13701" y="8010"/>
                </a:cubicBezTo>
                <a:cubicBezTo>
                  <a:pt x="14174" y="7982"/>
                  <a:pt x="14412" y="7366"/>
                  <a:pt x="14122" y="6959"/>
                </a:cubicBezTo>
                <a:lnTo>
                  <a:pt x="9550" y="527"/>
                </a:lnTo>
                <a:lnTo>
                  <a:pt x="9550" y="1341"/>
                </a:lnTo>
                <a:cubicBezTo>
                  <a:pt x="9550" y="1526"/>
                  <a:pt x="9395" y="1683"/>
                  <a:pt x="9210" y="1683"/>
                </a:cubicBezTo>
                <a:lnTo>
                  <a:pt x="9180" y="1683"/>
                </a:lnTo>
                <a:cubicBezTo>
                  <a:pt x="8988" y="1683"/>
                  <a:pt x="8839" y="1526"/>
                  <a:pt x="8839" y="1341"/>
                </a:cubicBezTo>
                <a:lnTo>
                  <a:pt x="8839" y="393"/>
                </a:lnTo>
                <a:lnTo>
                  <a:pt x="8839" y="370"/>
                </a:lnTo>
                <a:cubicBezTo>
                  <a:pt x="8839" y="171"/>
                  <a:pt x="8670" y="0"/>
                  <a:pt x="846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16"/>
          <p:cNvSpPr/>
          <p:nvPr/>
        </p:nvSpPr>
        <p:spPr>
          <a:xfrm>
            <a:off x="337911" y="4573766"/>
            <a:ext cx="199753" cy="150110"/>
          </a:xfrm>
          <a:custGeom>
            <a:avLst/>
            <a:gdLst/>
            <a:ahLst/>
            <a:cxnLst/>
            <a:rect l="l" t="t" r="r" b="b"/>
            <a:pathLst>
              <a:path w="5247" h="3943" extrusionOk="0">
                <a:moveTo>
                  <a:pt x="2891" y="0"/>
                </a:moveTo>
                <a:cubicBezTo>
                  <a:pt x="2418" y="0"/>
                  <a:pt x="1973" y="238"/>
                  <a:pt x="1683" y="646"/>
                </a:cubicBezTo>
                <a:lnTo>
                  <a:pt x="890" y="1771"/>
                </a:lnTo>
                <a:lnTo>
                  <a:pt x="890" y="1764"/>
                </a:lnTo>
                <a:lnTo>
                  <a:pt x="165" y="2804"/>
                </a:lnTo>
                <a:lnTo>
                  <a:pt x="165" y="2804"/>
                </a:lnTo>
                <a:cubicBezTo>
                  <a:pt x="165" y="2803"/>
                  <a:pt x="164" y="2802"/>
                  <a:pt x="164" y="2801"/>
                </a:cubicBezTo>
                <a:lnTo>
                  <a:pt x="1" y="3039"/>
                </a:lnTo>
                <a:lnTo>
                  <a:pt x="1" y="3039"/>
                </a:lnTo>
                <a:lnTo>
                  <a:pt x="165" y="2804"/>
                </a:lnTo>
                <a:lnTo>
                  <a:pt x="165" y="2804"/>
                </a:lnTo>
                <a:cubicBezTo>
                  <a:pt x="189" y="2966"/>
                  <a:pt x="329" y="3091"/>
                  <a:pt x="499" y="3091"/>
                </a:cubicBezTo>
                <a:lnTo>
                  <a:pt x="534" y="3091"/>
                </a:lnTo>
                <a:cubicBezTo>
                  <a:pt x="721" y="3091"/>
                  <a:pt x="876" y="2943"/>
                  <a:pt x="876" y="2749"/>
                </a:cubicBezTo>
                <a:lnTo>
                  <a:pt x="876" y="2356"/>
                </a:lnTo>
                <a:cubicBezTo>
                  <a:pt x="876" y="2283"/>
                  <a:pt x="899" y="2209"/>
                  <a:pt x="934" y="2157"/>
                </a:cubicBezTo>
                <a:cubicBezTo>
                  <a:pt x="943" y="2143"/>
                  <a:pt x="957" y="2127"/>
                  <a:pt x="965" y="2120"/>
                </a:cubicBezTo>
                <a:cubicBezTo>
                  <a:pt x="972" y="2113"/>
                  <a:pt x="972" y="2106"/>
                  <a:pt x="979" y="2099"/>
                </a:cubicBezTo>
                <a:cubicBezTo>
                  <a:pt x="988" y="2090"/>
                  <a:pt x="1002" y="2083"/>
                  <a:pt x="1009" y="2075"/>
                </a:cubicBezTo>
                <a:cubicBezTo>
                  <a:pt x="1023" y="2068"/>
                  <a:pt x="1032" y="2054"/>
                  <a:pt x="1046" y="2045"/>
                </a:cubicBezTo>
                <a:cubicBezTo>
                  <a:pt x="1053" y="2045"/>
                  <a:pt x="1061" y="2038"/>
                  <a:pt x="1068" y="2038"/>
                </a:cubicBezTo>
                <a:cubicBezTo>
                  <a:pt x="1091" y="2024"/>
                  <a:pt x="1121" y="2017"/>
                  <a:pt x="1142" y="2010"/>
                </a:cubicBezTo>
                <a:cubicBezTo>
                  <a:pt x="1173" y="2001"/>
                  <a:pt x="1201" y="1994"/>
                  <a:pt x="1231" y="1994"/>
                </a:cubicBezTo>
                <a:cubicBezTo>
                  <a:pt x="1439" y="1994"/>
                  <a:pt x="1601" y="2157"/>
                  <a:pt x="1601" y="2365"/>
                </a:cubicBezTo>
                <a:lnTo>
                  <a:pt x="1601" y="3573"/>
                </a:lnTo>
                <a:cubicBezTo>
                  <a:pt x="1601" y="3779"/>
                  <a:pt x="1765" y="3943"/>
                  <a:pt x="1973" y="3943"/>
                </a:cubicBezTo>
                <a:cubicBezTo>
                  <a:pt x="2172" y="3943"/>
                  <a:pt x="2336" y="3779"/>
                  <a:pt x="2336" y="3573"/>
                </a:cubicBezTo>
                <a:lnTo>
                  <a:pt x="2336" y="2801"/>
                </a:lnTo>
                <a:cubicBezTo>
                  <a:pt x="2336" y="2602"/>
                  <a:pt x="2499" y="2431"/>
                  <a:pt x="2706" y="2431"/>
                </a:cubicBezTo>
                <a:cubicBezTo>
                  <a:pt x="2907" y="2431"/>
                  <a:pt x="3068" y="2602"/>
                  <a:pt x="3068" y="2801"/>
                </a:cubicBezTo>
                <a:lnTo>
                  <a:pt x="3068" y="3468"/>
                </a:lnTo>
                <a:cubicBezTo>
                  <a:pt x="3084" y="3655"/>
                  <a:pt x="3239" y="3802"/>
                  <a:pt x="3433" y="3802"/>
                </a:cubicBezTo>
                <a:cubicBezTo>
                  <a:pt x="3632" y="3802"/>
                  <a:pt x="3803" y="3639"/>
                  <a:pt x="3803" y="3439"/>
                </a:cubicBezTo>
                <a:lnTo>
                  <a:pt x="3803" y="2134"/>
                </a:lnTo>
                <a:cubicBezTo>
                  <a:pt x="3803" y="1935"/>
                  <a:pt x="3966" y="1764"/>
                  <a:pt x="4166" y="1764"/>
                </a:cubicBezTo>
                <a:cubicBezTo>
                  <a:pt x="4367" y="1764"/>
                  <a:pt x="4536" y="1935"/>
                  <a:pt x="4536" y="2134"/>
                </a:cubicBezTo>
                <a:lnTo>
                  <a:pt x="4536" y="2157"/>
                </a:lnTo>
                <a:lnTo>
                  <a:pt x="4536" y="3105"/>
                </a:lnTo>
                <a:cubicBezTo>
                  <a:pt x="4536" y="3290"/>
                  <a:pt x="4685" y="3447"/>
                  <a:pt x="4870" y="3447"/>
                </a:cubicBezTo>
                <a:lnTo>
                  <a:pt x="4907" y="3447"/>
                </a:lnTo>
                <a:cubicBezTo>
                  <a:pt x="5092" y="3447"/>
                  <a:pt x="5247" y="3290"/>
                  <a:pt x="5247" y="3105"/>
                </a:cubicBezTo>
                <a:lnTo>
                  <a:pt x="5247" y="2291"/>
                </a:lnTo>
                <a:lnTo>
                  <a:pt x="4062" y="631"/>
                </a:lnTo>
                <a:cubicBezTo>
                  <a:pt x="3780" y="231"/>
                  <a:pt x="3351" y="0"/>
                  <a:pt x="2891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8" name="Google Shape;748;p16"/>
          <p:cNvGrpSpPr/>
          <p:nvPr/>
        </p:nvGrpSpPr>
        <p:grpSpPr>
          <a:xfrm>
            <a:off x="1617565" y="4633387"/>
            <a:ext cx="274020" cy="305248"/>
            <a:chOff x="6354733" y="3914449"/>
            <a:chExt cx="375627" cy="418435"/>
          </a:xfrm>
        </p:grpSpPr>
        <p:sp>
          <p:nvSpPr>
            <p:cNvPr id="749" name="Google Shape;749;p16"/>
            <p:cNvSpPr/>
            <p:nvPr/>
          </p:nvSpPr>
          <p:spPr>
            <a:xfrm>
              <a:off x="6354733" y="3914449"/>
              <a:ext cx="375627" cy="365115"/>
            </a:xfrm>
            <a:custGeom>
              <a:avLst/>
              <a:gdLst/>
              <a:ahLst/>
              <a:cxnLst/>
              <a:rect l="l" t="t" r="r" b="b"/>
              <a:pathLst>
                <a:path w="4431" h="4307" extrusionOk="0">
                  <a:moveTo>
                    <a:pt x="2149" y="0"/>
                  </a:moveTo>
                  <a:cubicBezTo>
                    <a:pt x="2071" y="0"/>
                    <a:pt x="1994" y="21"/>
                    <a:pt x="1927" y="61"/>
                  </a:cubicBezTo>
                  <a:cubicBezTo>
                    <a:pt x="1438" y="366"/>
                    <a:pt x="1" y="4306"/>
                    <a:pt x="2149" y="4306"/>
                  </a:cubicBezTo>
                  <a:cubicBezTo>
                    <a:pt x="4431" y="4306"/>
                    <a:pt x="2868" y="366"/>
                    <a:pt x="2371" y="61"/>
                  </a:cubicBezTo>
                  <a:cubicBezTo>
                    <a:pt x="2305" y="21"/>
                    <a:pt x="2227" y="0"/>
                    <a:pt x="2149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6"/>
            <p:cNvSpPr/>
            <p:nvPr/>
          </p:nvSpPr>
          <p:spPr>
            <a:xfrm>
              <a:off x="6354733" y="3919536"/>
              <a:ext cx="182261" cy="360029"/>
            </a:xfrm>
            <a:custGeom>
              <a:avLst/>
              <a:gdLst/>
              <a:ahLst/>
              <a:cxnLst/>
              <a:rect l="l" t="t" r="r" b="b"/>
              <a:pathLst>
                <a:path w="2150" h="4247" extrusionOk="0">
                  <a:moveTo>
                    <a:pt x="1930" y="0"/>
                  </a:moveTo>
                  <a:lnTo>
                    <a:pt x="1930" y="0"/>
                  </a:lnTo>
                  <a:cubicBezTo>
                    <a:pt x="1929" y="0"/>
                    <a:pt x="1928" y="1"/>
                    <a:pt x="1927" y="1"/>
                  </a:cubicBezTo>
                  <a:cubicBezTo>
                    <a:pt x="1438" y="306"/>
                    <a:pt x="1" y="4246"/>
                    <a:pt x="2149" y="4246"/>
                  </a:cubicBezTo>
                  <a:cubicBezTo>
                    <a:pt x="2149" y="4246"/>
                    <a:pt x="1609" y="4202"/>
                    <a:pt x="1578" y="2662"/>
                  </a:cubicBezTo>
                  <a:cubicBezTo>
                    <a:pt x="1542" y="1142"/>
                    <a:pt x="1985" y="0"/>
                    <a:pt x="1930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6"/>
            <p:cNvSpPr/>
            <p:nvPr/>
          </p:nvSpPr>
          <p:spPr>
            <a:xfrm>
              <a:off x="6531143" y="4080262"/>
              <a:ext cx="26449" cy="252622"/>
            </a:xfrm>
            <a:custGeom>
              <a:avLst/>
              <a:gdLst/>
              <a:ahLst/>
              <a:cxnLst/>
              <a:rect l="l" t="t" r="r" b="b"/>
              <a:pathLst>
                <a:path w="312" h="2980" extrusionOk="0">
                  <a:moveTo>
                    <a:pt x="159" y="1"/>
                  </a:moveTo>
                  <a:cubicBezTo>
                    <a:pt x="158" y="1"/>
                    <a:pt x="157" y="5"/>
                    <a:pt x="157" y="17"/>
                  </a:cubicBezTo>
                  <a:lnTo>
                    <a:pt x="1" y="2980"/>
                  </a:lnTo>
                  <a:lnTo>
                    <a:pt x="312" y="2980"/>
                  </a:lnTo>
                  <a:cubicBezTo>
                    <a:pt x="305" y="1714"/>
                    <a:pt x="187" y="17"/>
                    <a:pt x="164" y="17"/>
                  </a:cubicBezTo>
                  <a:cubicBezTo>
                    <a:pt x="164" y="17"/>
                    <a:pt x="161" y="1"/>
                    <a:pt x="15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6473413" y="4169527"/>
              <a:ext cx="71124" cy="57900"/>
            </a:xfrm>
            <a:custGeom>
              <a:avLst/>
              <a:gdLst/>
              <a:ahLst/>
              <a:cxnLst/>
              <a:rect l="l" t="t" r="r" b="b"/>
              <a:pathLst>
                <a:path w="839" h="683" extrusionOk="0">
                  <a:moveTo>
                    <a:pt x="0" y="1"/>
                  </a:moveTo>
                  <a:lnTo>
                    <a:pt x="0" y="1"/>
                  </a:lnTo>
                  <a:cubicBezTo>
                    <a:pt x="404" y="662"/>
                    <a:pt x="782" y="682"/>
                    <a:pt x="826" y="682"/>
                  </a:cubicBezTo>
                  <a:cubicBezTo>
                    <a:pt x="829" y="682"/>
                    <a:pt x="831" y="682"/>
                    <a:pt x="831" y="682"/>
                  </a:cubicBezTo>
                  <a:lnTo>
                    <a:pt x="838" y="586"/>
                  </a:lnTo>
                  <a:lnTo>
                    <a:pt x="838" y="586"/>
                  </a:lnTo>
                  <a:cubicBezTo>
                    <a:pt x="838" y="586"/>
                    <a:pt x="830" y="592"/>
                    <a:pt x="807" y="592"/>
                  </a:cubicBezTo>
                  <a:cubicBezTo>
                    <a:pt x="757" y="592"/>
                    <a:pt x="639" y="564"/>
                    <a:pt x="386" y="387"/>
                  </a:cubicBezTo>
                  <a:cubicBezTo>
                    <a:pt x="164" y="230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6544452" y="4153929"/>
              <a:ext cx="60951" cy="49083"/>
            </a:xfrm>
            <a:custGeom>
              <a:avLst/>
              <a:gdLst/>
              <a:ahLst/>
              <a:cxnLst/>
              <a:rect l="l" t="t" r="r" b="b"/>
              <a:pathLst>
                <a:path w="719" h="579" extrusionOk="0">
                  <a:moveTo>
                    <a:pt x="719" y="0"/>
                  </a:moveTo>
                  <a:lnTo>
                    <a:pt x="719" y="0"/>
                  </a:lnTo>
                  <a:cubicBezTo>
                    <a:pt x="718" y="0"/>
                    <a:pt x="578" y="192"/>
                    <a:pt x="393" y="325"/>
                  </a:cubicBezTo>
                  <a:cubicBezTo>
                    <a:pt x="185" y="471"/>
                    <a:pt x="81" y="496"/>
                    <a:pt x="34" y="496"/>
                  </a:cubicBezTo>
                  <a:cubicBezTo>
                    <a:pt x="9" y="496"/>
                    <a:pt x="0" y="489"/>
                    <a:pt x="0" y="489"/>
                  </a:cubicBezTo>
                  <a:lnTo>
                    <a:pt x="0" y="489"/>
                  </a:lnTo>
                  <a:lnTo>
                    <a:pt x="7" y="578"/>
                  </a:lnTo>
                  <a:cubicBezTo>
                    <a:pt x="7" y="578"/>
                    <a:pt x="8" y="578"/>
                    <a:pt x="9" y="578"/>
                  </a:cubicBezTo>
                  <a:cubicBezTo>
                    <a:pt x="39" y="578"/>
                    <a:pt x="366" y="565"/>
                    <a:pt x="719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6"/>
            <p:cNvSpPr/>
            <p:nvPr/>
          </p:nvSpPr>
          <p:spPr>
            <a:xfrm>
              <a:off x="6495454" y="4118749"/>
              <a:ext cx="49083" cy="39589"/>
            </a:xfrm>
            <a:custGeom>
              <a:avLst/>
              <a:gdLst/>
              <a:ahLst/>
              <a:cxnLst/>
              <a:rect l="l" t="t" r="r" b="b"/>
              <a:pathLst>
                <a:path w="579" h="467" extrusionOk="0">
                  <a:moveTo>
                    <a:pt x="0" y="1"/>
                  </a:moveTo>
                  <a:lnTo>
                    <a:pt x="0" y="1"/>
                  </a:lnTo>
                  <a:cubicBezTo>
                    <a:pt x="295" y="460"/>
                    <a:pt x="562" y="467"/>
                    <a:pt x="577" y="467"/>
                  </a:cubicBezTo>
                  <a:cubicBezTo>
                    <a:pt x="578" y="467"/>
                    <a:pt x="578" y="467"/>
                    <a:pt x="578" y="467"/>
                  </a:cubicBezTo>
                  <a:lnTo>
                    <a:pt x="578" y="392"/>
                  </a:lnTo>
                  <a:cubicBezTo>
                    <a:pt x="578" y="392"/>
                    <a:pt x="572" y="397"/>
                    <a:pt x="555" y="397"/>
                  </a:cubicBezTo>
                  <a:cubicBezTo>
                    <a:pt x="521" y="397"/>
                    <a:pt x="440" y="377"/>
                    <a:pt x="267" y="259"/>
                  </a:cubicBezTo>
                  <a:cubicBezTo>
                    <a:pt x="119" y="155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5" name="Google Shape;755;p16"/>
          <p:cNvGrpSpPr/>
          <p:nvPr/>
        </p:nvGrpSpPr>
        <p:grpSpPr>
          <a:xfrm>
            <a:off x="1450565" y="4633387"/>
            <a:ext cx="274020" cy="305248"/>
            <a:chOff x="6354733" y="3914449"/>
            <a:chExt cx="375627" cy="418435"/>
          </a:xfrm>
        </p:grpSpPr>
        <p:sp>
          <p:nvSpPr>
            <p:cNvPr id="756" name="Google Shape;756;p16"/>
            <p:cNvSpPr/>
            <p:nvPr/>
          </p:nvSpPr>
          <p:spPr>
            <a:xfrm>
              <a:off x="6354733" y="3914449"/>
              <a:ext cx="375627" cy="365115"/>
            </a:xfrm>
            <a:custGeom>
              <a:avLst/>
              <a:gdLst/>
              <a:ahLst/>
              <a:cxnLst/>
              <a:rect l="l" t="t" r="r" b="b"/>
              <a:pathLst>
                <a:path w="4431" h="4307" extrusionOk="0">
                  <a:moveTo>
                    <a:pt x="2149" y="0"/>
                  </a:moveTo>
                  <a:cubicBezTo>
                    <a:pt x="2071" y="0"/>
                    <a:pt x="1994" y="21"/>
                    <a:pt x="1927" y="61"/>
                  </a:cubicBezTo>
                  <a:cubicBezTo>
                    <a:pt x="1438" y="366"/>
                    <a:pt x="1" y="4306"/>
                    <a:pt x="2149" y="4306"/>
                  </a:cubicBezTo>
                  <a:cubicBezTo>
                    <a:pt x="4431" y="4306"/>
                    <a:pt x="2868" y="366"/>
                    <a:pt x="2371" y="61"/>
                  </a:cubicBezTo>
                  <a:cubicBezTo>
                    <a:pt x="2305" y="21"/>
                    <a:pt x="2227" y="0"/>
                    <a:pt x="2149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6"/>
            <p:cNvSpPr/>
            <p:nvPr/>
          </p:nvSpPr>
          <p:spPr>
            <a:xfrm>
              <a:off x="6354733" y="3919536"/>
              <a:ext cx="182261" cy="360029"/>
            </a:xfrm>
            <a:custGeom>
              <a:avLst/>
              <a:gdLst/>
              <a:ahLst/>
              <a:cxnLst/>
              <a:rect l="l" t="t" r="r" b="b"/>
              <a:pathLst>
                <a:path w="2150" h="4247" extrusionOk="0">
                  <a:moveTo>
                    <a:pt x="1930" y="0"/>
                  </a:moveTo>
                  <a:lnTo>
                    <a:pt x="1930" y="0"/>
                  </a:lnTo>
                  <a:cubicBezTo>
                    <a:pt x="1929" y="0"/>
                    <a:pt x="1928" y="1"/>
                    <a:pt x="1927" y="1"/>
                  </a:cubicBezTo>
                  <a:cubicBezTo>
                    <a:pt x="1438" y="306"/>
                    <a:pt x="1" y="4246"/>
                    <a:pt x="2149" y="4246"/>
                  </a:cubicBezTo>
                  <a:cubicBezTo>
                    <a:pt x="2149" y="4246"/>
                    <a:pt x="1609" y="4202"/>
                    <a:pt x="1578" y="2662"/>
                  </a:cubicBezTo>
                  <a:cubicBezTo>
                    <a:pt x="1542" y="1142"/>
                    <a:pt x="1985" y="0"/>
                    <a:pt x="1930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6"/>
            <p:cNvSpPr/>
            <p:nvPr/>
          </p:nvSpPr>
          <p:spPr>
            <a:xfrm>
              <a:off x="6531143" y="4080262"/>
              <a:ext cx="26449" cy="252622"/>
            </a:xfrm>
            <a:custGeom>
              <a:avLst/>
              <a:gdLst/>
              <a:ahLst/>
              <a:cxnLst/>
              <a:rect l="l" t="t" r="r" b="b"/>
              <a:pathLst>
                <a:path w="312" h="2980" extrusionOk="0">
                  <a:moveTo>
                    <a:pt x="159" y="1"/>
                  </a:moveTo>
                  <a:cubicBezTo>
                    <a:pt x="158" y="1"/>
                    <a:pt x="157" y="5"/>
                    <a:pt x="157" y="17"/>
                  </a:cubicBezTo>
                  <a:lnTo>
                    <a:pt x="1" y="2980"/>
                  </a:lnTo>
                  <a:lnTo>
                    <a:pt x="312" y="2980"/>
                  </a:lnTo>
                  <a:cubicBezTo>
                    <a:pt x="305" y="1714"/>
                    <a:pt x="187" y="17"/>
                    <a:pt x="164" y="17"/>
                  </a:cubicBezTo>
                  <a:cubicBezTo>
                    <a:pt x="164" y="17"/>
                    <a:pt x="161" y="1"/>
                    <a:pt x="15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6"/>
            <p:cNvSpPr/>
            <p:nvPr/>
          </p:nvSpPr>
          <p:spPr>
            <a:xfrm>
              <a:off x="6473413" y="4169527"/>
              <a:ext cx="71124" cy="57900"/>
            </a:xfrm>
            <a:custGeom>
              <a:avLst/>
              <a:gdLst/>
              <a:ahLst/>
              <a:cxnLst/>
              <a:rect l="l" t="t" r="r" b="b"/>
              <a:pathLst>
                <a:path w="839" h="683" extrusionOk="0">
                  <a:moveTo>
                    <a:pt x="0" y="1"/>
                  </a:moveTo>
                  <a:lnTo>
                    <a:pt x="0" y="1"/>
                  </a:lnTo>
                  <a:cubicBezTo>
                    <a:pt x="404" y="662"/>
                    <a:pt x="782" y="682"/>
                    <a:pt x="826" y="682"/>
                  </a:cubicBezTo>
                  <a:cubicBezTo>
                    <a:pt x="829" y="682"/>
                    <a:pt x="831" y="682"/>
                    <a:pt x="831" y="682"/>
                  </a:cubicBezTo>
                  <a:lnTo>
                    <a:pt x="838" y="586"/>
                  </a:lnTo>
                  <a:lnTo>
                    <a:pt x="838" y="586"/>
                  </a:lnTo>
                  <a:cubicBezTo>
                    <a:pt x="838" y="586"/>
                    <a:pt x="830" y="592"/>
                    <a:pt x="807" y="592"/>
                  </a:cubicBezTo>
                  <a:cubicBezTo>
                    <a:pt x="757" y="592"/>
                    <a:pt x="639" y="564"/>
                    <a:pt x="386" y="387"/>
                  </a:cubicBezTo>
                  <a:cubicBezTo>
                    <a:pt x="164" y="230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6"/>
            <p:cNvSpPr/>
            <p:nvPr/>
          </p:nvSpPr>
          <p:spPr>
            <a:xfrm>
              <a:off x="6544452" y="4153929"/>
              <a:ext cx="60951" cy="49083"/>
            </a:xfrm>
            <a:custGeom>
              <a:avLst/>
              <a:gdLst/>
              <a:ahLst/>
              <a:cxnLst/>
              <a:rect l="l" t="t" r="r" b="b"/>
              <a:pathLst>
                <a:path w="719" h="579" extrusionOk="0">
                  <a:moveTo>
                    <a:pt x="719" y="0"/>
                  </a:moveTo>
                  <a:lnTo>
                    <a:pt x="719" y="0"/>
                  </a:lnTo>
                  <a:cubicBezTo>
                    <a:pt x="718" y="0"/>
                    <a:pt x="578" y="192"/>
                    <a:pt x="393" y="325"/>
                  </a:cubicBezTo>
                  <a:cubicBezTo>
                    <a:pt x="185" y="471"/>
                    <a:pt x="81" y="496"/>
                    <a:pt x="34" y="496"/>
                  </a:cubicBezTo>
                  <a:cubicBezTo>
                    <a:pt x="9" y="496"/>
                    <a:pt x="0" y="489"/>
                    <a:pt x="0" y="489"/>
                  </a:cubicBezTo>
                  <a:lnTo>
                    <a:pt x="0" y="489"/>
                  </a:lnTo>
                  <a:lnTo>
                    <a:pt x="7" y="578"/>
                  </a:lnTo>
                  <a:cubicBezTo>
                    <a:pt x="7" y="578"/>
                    <a:pt x="8" y="578"/>
                    <a:pt x="9" y="578"/>
                  </a:cubicBezTo>
                  <a:cubicBezTo>
                    <a:pt x="39" y="578"/>
                    <a:pt x="366" y="565"/>
                    <a:pt x="719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6"/>
            <p:cNvSpPr/>
            <p:nvPr/>
          </p:nvSpPr>
          <p:spPr>
            <a:xfrm>
              <a:off x="6495454" y="4118749"/>
              <a:ext cx="49083" cy="39589"/>
            </a:xfrm>
            <a:custGeom>
              <a:avLst/>
              <a:gdLst/>
              <a:ahLst/>
              <a:cxnLst/>
              <a:rect l="l" t="t" r="r" b="b"/>
              <a:pathLst>
                <a:path w="579" h="467" extrusionOk="0">
                  <a:moveTo>
                    <a:pt x="0" y="1"/>
                  </a:moveTo>
                  <a:lnTo>
                    <a:pt x="0" y="1"/>
                  </a:lnTo>
                  <a:cubicBezTo>
                    <a:pt x="295" y="460"/>
                    <a:pt x="562" y="467"/>
                    <a:pt x="577" y="467"/>
                  </a:cubicBezTo>
                  <a:cubicBezTo>
                    <a:pt x="578" y="467"/>
                    <a:pt x="578" y="467"/>
                    <a:pt x="578" y="467"/>
                  </a:cubicBezTo>
                  <a:lnTo>
                    <a:pt x="578" y="392"/>
                  </a:lnTo>
                  <a:cubicBezTo>
                    <a:pt x="578" y="392"/>
                    <a:pt x="572" y="397"/>
                    <a:pt x="555" y="397"/>
                  </a:cubicBezTo>
                  <a:cubicBezTo>
                    <a:pt x="521" y="397"/>
                    <a:pt x="440" y="377"/>
                    <a:pt x="267" y="259"/>
                  </a:cubicBezTo>
                  <a:cubicBezTo>
                    <a:pt x="119" y="155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2" name="Google Shape;762;p16"/>
          <p:cNvSpPr/>
          <p:nvPr/>
        </p:nvSpPr>
        <p:spPr>
          <a:xfrm>
            <a:off x="568963" y="4743138"/>
            <a:ext cx="364948" cy="203036"/>
          </a:xfrm>
          <a:custGeom>
            <a:avLst/>
            <a:gdLst/>
            <a:ahLst/>
            <a:cxnLst/>
            <a:rect l="l" t="t" r="r" b="b"/>
            <a:pathLst>
              <a:path w="14412" h="8018" extrusionOk="0">
                <a:moveTo>
                  <a:pt x="8469" y="0"/>
                </a:moveTo>
                <a:cubicBezTo>
                  <a:pt x="8269" y="0"/>
                  <a:pt x="8106" y="171"/>
                  <a:pt x="8106" y="370"/>
                </a:cubicBezTo>
                <a:lnTo>
                  <a:pt x="8106" y="1675"/>
                </a:lnTo>
                <a:cubicBezTo>
                  <a:pt x="8106" y="1875"/>
                  <a:pt x="7935" y="2038"/>
                  <a:pt x="7736" y="2038"/>
                </a:cubicBezTo>
                <a:cubicBezTo>
                  <a:pt x="7542" y="2038"/>
                  <a:pt x="7387" y="1891"/>
                  <a:pt x="7371" y="1704"/>
                </a:cubicBezTo>
                <a:lnTo>
                  <a:pt x="7371" y="1037"/>
                </a:lnTo>
                <a:cubicBezTo>
                  <a:pt x="7371" y="838"/>
                  <a:pt x="7210" y="667"/>
                  <a:pt x="7009" y="667"/>
                </a:cubicBezTo>
                <a:cubicBezTo>
                  <a:pt x="6802" y="667"/>
                  <a:pt x="6639" y="838"/>
                  <a:pt x="6639" y="1037"/>
                </a:cubicBezTo>
                <a:lnTo>
                  <a:pt x="6639" y="1809"/>
                </a:lnTo>
                <a:cubicBezTo>
                  <a:pt x="6639" y="2015"/>
                  <a:pt x="6475" y="2179"/>
                  <a:pt x="6276" y="2179"/>
                </a:cubicBezTo>
                <a:cubicBezTo>
                  <a:pt x="6068" y="2179"/>
                  <a:pt x="5904" y="2015"/>
                  <a:pt x="5904" y="1809"/>
                </a:cubicBezTo>
                <a:lnTo>
                  <a:pt x="5904" y="601"/>
                </a:lnTo>
                <a:cubicBezTo>
                  <a:pt x="5904" y="393"/>
                  <a:pt x="5742" y="230"/>
                  <a:pt x="5534" y="230"/>
                </a:cubicBezTo>
                <a:cubicBezTo>
                  <a:pt x="5408" y="230"/>
                  <a:pt x="5298" y="297"/>
                  <a:pt x="5237" y="393"/>
                </a:cubicBezTo>
                <a:cubicBezTo>
                  <a:pt x="5193" y="452"/>
                  <a:pt x="5172" y="519"/>
                  <a:pt x="5172" y="601"/>
                </a:cubicBezTo>
                <a:lnTo>
                  <a:pt x="5172" y="993"/>
                </a:lnTo>
                <a:cubicBezTo>
                  <a:pt x="5172" y="1179"/>
                  <a:pt x="5015" y="1334"/>
                  <a:pt x="4830" y="1334"/>
                </a:cubicBezTo>
                <a:lnTo>
                  <a:pt x="4802" y="1334"/>
                </a:lnTo>
                <a:cubicBezTo>
                  <a:pt x="4631" y="1334"/>
                  <a:pt x="4490" y="1201"/>
                  <a:pt x="4467" y="1037"/>
                </a:cubicBezTo>
                <a:lnTo>
                  <a:pt x="288" y="6959"/>
                </a:lnTo>
                <a:cubicBezTo>
                  <a:pt x="0" y="7366"/>
                  <a:pt x="237" y="7982"/>
                  <a:pt x="711" y="8010"/>
                </a:cubicBezTo>
                <a:cubicBezTo>
                  <a:pt x="726" y="8017"/>
                  <a:pt x="740" y="8017"/>
                  <a:pt x="756" y="8017"/>
                </a:cubicBezTo>
                <a:lnTo>
                  <a:pt x="13656" y="8017"/>
                </a:lnTo>
                <a:cubicBezTo>
                  <a:pt x="13670" y="8017"/>
                  <a:pt x="13685" y="8017"/>
                  <a:pt x="13701" y="8010"/>
                </a:cubicBezTo>
                <a:cubicBezTo>
                  <a:pt x="14174" y="7982"/>
                  <a:pt x="14412" y="7366"/>
                  <a:pt x="14122" y="6959"/>
                </a:cubicBezTo>
                <a:lnTo>
                  <a:pt x="9550" y="527"/>
                </a:lnTo>
                <a:lnTo>
                  <a:pt x="9550" y="1341"/>
                </a:lnTo>
                <a:cubicBezTo>
                  <a:pt x="9550" y="1526"/>
                  <a:pt x="9395" y="1683"/>
                  <a:pt x="9210" y="1683"/>
                </a:cubicBezTo>
                <a:lnTo>
                  <a:pt x="9180" y="1683"/>
                </a:lnTo>
                <a:cubicBezTo>
                  <a:pt x="8988" y="1683"/>
                  <a:pt x="8839" y="1526"/>
                  <a:pt x="8839" y="1341"/>
                </a:cubicBezTo>
                <a:lnTo>
                  <a:pt x="8839" y="393"/>
                </a:lnTo>
                <a:lnTo>
                  <a:pt x="8839" y="370"/>
                </a:lnTo>
                <a:cubicBezTo>
                  <a:pt x="8839" y="171"/>
                  <a:pt x="8670" y="0"/>
                  <a:pt x="846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16"/>
          <p:cNvSpPr/>
          <p:nvPr/>
        </p:nvSpPr>
        <p:spPr>
          <a:xfrm>
            <a:off x="677923" y="4698471"/>
            <a:ext cx="132867" cy="99847"/>
          </a:xfrm>
          <a:custGeom>
            <a:avLst/>
            <a:gdLst/>
            <a:ahLst/>
            <a:cxnLst/>
            <a:rect l="l" t="t" r="r" b="b"/>
            <a:pathLst>
              <a:path w="5247" h="3943" extrusionOk="0">
                <a:moveTo>
                  <a:pt x="2891" y="0"/>
                </a:moveTo>
                <a:cubicBezTo>
                  <a:pt x="2418" y="0"/>
                  <a:pt x="1973" y="238"/>
                  <a:pt x="1683" y="646"/>
                </a:cubicBezTo>
                <a:lnTo>
                  <a:pt x="890" y="1771"/>
                </a:lnTo>
                <a:lnTo>
                  <a:pt x="890" y="1764"/>
                </a:lnTo>
                <a:lnTo>
                  <a:pt x="165" y="2804"/>
                </a:lnTo>
                <a:lnTo>
                  <a:pt x="165" y="2804"/>
                </a:lnTo>
                <a:cubicBezTo>
                  <a:pt x="165" y="2803"/>
                  <a:pt x="164" y="2802"/>
                  <a:pt x="164" y="2801"/>
                </a:cubicBezTo>
                <a:lnTo>
                  <a:pt x="1" y="3039"/>
                </a:lnTo>
                <a:lnTo>
                  <a:pt x="1" y="3039"/>
                </a:lnTo>
                <a:lnTo>
                  <a:pt x="165" y="2804"/>
                </a:lnTo>
                <a:lnTo>
                  <a:pt x="165" y="2804"/>
                </a:lnTo>
                <a:cubicBezTo>
                  <a:pt x="189" y="2966"/>
                  <a:pt x="329" y="3091"/>
                  <a:pt x="499" y="3091"/>
                </a:cubicBezTo>
                <a:lnTo>
                  <a:pt x="534" y="3091"/>
                </a:lnTo>
                <a:cubicBezTo>
                  <a:pt x="721" y="3091"/>
                  <a:pt x="876" y="2943"/>
                  <a:pt x="876" y="2749"/>
                </a:cubicBezTo>
                <a:lnTo>
                  <a:pt x="876" y="2356"/>
                </a:lnTo>
                <a:cubicBezTo>
                  <a:pt x="876" y="2283"/>
                  <a:pt x="899" y="2209"/>
                  <a:pt x="934" y="2157"/>
                </a:cubicBezTo>
                <a:cubicBezTo>
                  <a:pt x="943" y="2143"/>
                  <a:pt x="957" y="2127"/>
                  <a:pt x="965" y="2120"/>
                </a:cubicBezTo>
                <a:cubicBezTo>
                  <a:pt x="972" y="2113"/>
                  <a:pt x="972" y="2106"/>
                  <a:pt x="979" y="2099"/>
                </a:cubicBezTo>
                <a:cubicBezTo>
                  <a:pt x="988" y="2090"/>
                  <a:pt x="1002" y="2083"/>
                  <a:pt x="1009" y="2075"/>
                </a:cubicBezTo>
                <a:cubicBezTo>
                  <a:pt x="1023" y="2068"/>
                  <a:pt x="1032" y="2054"/>
                  <a:pt x="1046" y="2045"/>
                </a:cubicBezTo>
                <a:cubicBezTo>
                  <a:pt x="1053" y="2045"/>
                  <a:pt x="1061" y="2038"/>
                  <a:pt x="1068" y="2038"/>
                </a:cubicBezTo>
                <a:cubicBezTo>
                  <a:pt x="1091" y="2024"/>
                  <a:pt x="1121" y="2017"/>
                  <a:pt x="1142" y="2010"/>
                </a:cubicBezTo>
                <a:cubicBezTo>
                  <a:pt x="1173" y="2001"/>
                  <a:pt x="1201" y="1994"/>
                  <a:pt x="1231" y="1994"/>
                </a:cubicBezTo>
                <a:cubicBezTo>
                  <a:pt x="1439" y="1994"/>
                  <a:pt x="1601" y="2157"/>
                  <a:pt x="1601" y="2365"/>
                </a:cubicBezTo>
                <a:lnTo>
                  <a:pt x="1601" y="3573"/>
                </a:lnTo>
                <a:cubicBezTo>
                  <a:pt x="1601" y="3779"/>
                  <a:pt x="1765" y="3943"/>
                  <a:pt x="1973" y="3943"/>
                </a:cubicBezTo>
                <a:cubicBezTo>
                  <a:pt x="2172" y="3943"/>
                  <a:pt x="2336" y="3779"/>
                  <a:pt x="2336" y="3573"/>
                </a:cubicBezTo>
                <a:lnTo>
                  <a:pt x="2336" y="2801"/>
                </a:lnTo>
                <a:cubicBezTo>
                  <a:pt x="2336" y="2602"/>
                  <a:pt x="2499" y="2431"/>
                  <a:pt x="2706" y="2431"/>
                </a:cubicBezTo>
                <a:cubicBezTo>
                  <a:pt x="2907" y="2431"/>
                  <a:pt x="3068" y="2602"/>
                  <a:pt x="3068" y="2801"/>
                </a:cubicBezTo>
                <a:lnTo>
                  <a:pt x="3068" y="3468"/>
                </a:lnTo>
                <a:cubicBezTo>
                  <a:pt x="3084" y="3655"/>
                  <a:pt x="3239" y="3802"/>
                  <a:pt x="3433" y="3802"/>
                </a:cubicBezTo>
                <a:cubicBezTo>
                  <a:pt x="3632" y="3802"/>
                  <a:pt x="3803" y="3639"/>
                  <a:pt x="3803" y="3439"/>
                </a:cubicBezTo>
                <a:lnTo>
                  <a:pt x="3803" y="2134"/>
                </a:lnTo>
                <a:cubicBezTo>
                  <a:pt x="3803" y="1935"/>
                  <a:pt x="3966" y="1764"/>
                  <a:pt x="4166" y="1764"/>
                </a:cubicBezTo>
                <a:cubicBezTo>
                  <a:pt x="4367" y="1764"/>
                  <a:pt x="4536" y="1935"/>
                  <a:pt x="4536" y="2134"/>
                </a:cubicBezTo>
                <a:lnTo>
                  <a:pt x="4536" y="2157"/>
                </a:lnTo>
                <a:lnTo>
                  <a:pt x="4536" y="3105"/>
                </a:lnTo>
                <a:cubicBezTo>
                  <a:pt x="4536" y="3290"/>
                  <a:pt x="4685" y="3447"/>
                  <a:pt x="4870" y="3447"/>
                </a:cubicBezTo>
                <a:lnTo>
                  <a:pt x="4907" y="3447"/>
                </a:lnTo>
                <a:cubicBezTo>
                  <a:pt x="5092" y="3447"/>
                  <a:pt x="5247" y="3290"/>
                  <a:pt x="5247" y="3105"/>
                </a:cubicBezTo>
                <a:lnTo>
                  <a:pt x="5247" y="2291"/>
                </a:lnTo>
                <a:lnTo>
                  <a:pt x="4062" y="631"/>
                </a:lnTo>
                <a:cubicBezTo>
                  <a:pt x="3780" y="231"/>
                  <a:pt x="3351" y="0"/>
                  <a:pt x="2891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16"/>
          <p:cNvSpPr/>
          <p:nvPr/>
        </p:nvSpPr>
        <p:spPr>
          <a:xfrm>
            <a:off x="8441453" y="235488"/>
            <a:ext cx="248263" cy="248333"/>
          </a:xfrm>
          <a:custGeom>
            <a:avLst/>
            <a:gdLst/>
            <a:ahLst/>
            <a:cxnLst/>
            <a:rect l="l" t="t" r="r" b="b"/>
            <a:pathLst>
              <a:path w="3535" h="3536" extrusionOk="0">
                <a:moveTo>
                  <a:pt x="1763" y="0"/>
                </a:moveTo>
                <a:cubicBezTo>
                  <a:pt x="785" y="0"/>
                  <a:pt x="1" y="794"/>
                  <a:pt x="1" y="1772"/>
                </a:cubicBezTo>
                <a:cubicBezTo>
                  <a:pt x="1" y="2750"/>
                  <a:pt x="785" y="3536"/>
                  <a:pt x="1763" y="3536"/>
                </a:cubicBezTo>
                <a:cubicBezTo>
                  <a:pt x="2741" y="3536"/>
                  <a:pt x="3534" y="2750"/>
                  <a:pt x="3534" y="1772"/>
                </a:cubicBezTo>
                <a:cubicBezTo>
                  <a:pt x="3534" y="794"/>
                  <a:pt x="2741" y="0"/>
                  <a:pt x="176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16"/>
          <p:cNvSpPr/>
          <p:nvPr/>
        </p:nvSpPr>
        <p:spPr>
          <a:xfrm>
            <a:off x="7696237" y="405175"/>
            <a:ext cx="662243" cy="178361"/>
          </a:xfrm>
          <a:custGeom>
            <a:avLst/>
            <a:gdLst/>
            <a:ahLst/>
            <a:cxnLst/>
            <a:rect l="l" t="t" r="r" b="b"/>
            <a:pathLst>
              <a:path w="7812" h="2104" extrusionOk="0">
                <a:moveTo>
                  <a:pt x="4136" y="0"/>
                </a:moveTo>
                <a:cubicBezTo>
                  <a:pt x="3424" y="0"/>
                  <a:pt x="2846" y="571"/>
                  <a:pt x="2846" y="1282"/>
                </a:cubicBezTo>
                <a:lnTo>
                  <a:pt x="2846" y="1304"/>
                </a:lnTo>
                <a:cubicBezTo>
                  <a:pt x="2765" y="1273"/>
                  <a:pt x="2676" y="1252"/>
                  <a:pt x="2580" y="1252"/>
                </a:cubicBezTo>
                <a:cubicBezTo>
                  <a:pt x="2380" y="1252"/>
                  <a:pt x="2194" y="1327"/>
                  <a:pt x="2046" y="1444"/>
                </a:cubicBezTo>
                <a:cubicBezTo>
                  <a:pt x="1906" y="1259"/>
                  <a:pt x="1683" y="1140"/>
                  <a:pt x="1438" y="1140"/>
                </a:cubicBezTo>
                <a:cubicBezTo>
                  <a:pt x="1082" y="1140"/>
                  <a:pt x="794" y="1371"/>
                  <a:pt x="691" y="1690"/>
                </a:cubicBezTo>
                <a:cubicBezTo>
                  <a:pt x="675" y="1690"/>
                  <a:pt x="654" y="1682"/>
                  <a:pt x="638" y="1682"/>
                </a:cubicBezTo>
                <a:cubicBezTo>
                  <a:pt x="350" y="1682"/>
                  <a:pt x="104" y="1860"/>
                  <a:pt x="1" y="2104"/>
                </a:cubicBezTo>
                <a:lnTo>
                  <a:pt x="7796" y="2104"/>
                </a:lnTo>
                <a:cubicBezTo>
                  <a:pt x="7812" y="2052"/>
                  <a:pt x="7812" y="1994"/>
                  <a:pt x="7812" y="1933"/>
                </a:cubicBezTo>
                <a:cubicBezTo>
                  <a:pt x="7812" y="1467"/>
                  <a:pt x="7433" y="1081"/>
                  <a:pt x="6967" y="1081"/>
                </a:cubicBezTo>
                <a:cubicBezTo>
                  <a:pt x="6714" y="1081"/>
                  <a:pt x="6499" y="1193"/>
                  <a:pt x="6344" y="1355"/>
                </a:cubicBezTo>
                <a:cubicBezTo>
                  <a:pt x="6181" y="1185"/>
                  <a:pt x="5958" y="1074"/>
                  <a:pt x="5706" y="1074"/>
                </a:cubicBezTo>
                <a:cubicBezTo>
                  <a:pt x="5603" y="1074"/>
                  <a:pt x="5500" y="1096"/>
                  <a:pt x="5411" y="1126"/>
                </a:cubicBezTo>
                <a:cubicBezTo>
                  <a:pt x="5329" y="489"/>
                  <a:pt x="4795" y="0"/>
                  <a:pt x="4136" y="0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16"/>
          <p:cNvSpPr/>
          <p:nvPr/>
        </p:nvSpPr>
        <p:spPr>
          <a:xfrm>
            <a:off x="8526669" y="305279"/>
            <a:ext cx="364946" cy="108763"/>
          </a:xfrm>
          <a:custGeom>
            <a:avLst/>
            <a:gdLst/>
            <a:ahLst/>
            <a:cxnLst/>
            <a:rect l="l" t="t" r="r" b="b"/>
            <a:pathLst>
              <a:path w="4305" h="1283" extrusionOk="0">
                <a:moveTo>
                  <a:pt x="2179" y="0"/>
                </a:moveTo>
                <a:cubicBezTo>
                  <a:pt x="1690" y="0"/>
                  <a:pt x="1297" y="400"/>
                  <a:pt x="1297" y="882"/>
                </a:cubicBezTo>
                <a:lnTo>
                  <a:pt x="1297" y="912"/>
                </a:lnTo>
                <a:cubicBezTo>
                  <a:pt x="1223" y="889"/>
                  <a:pt x="1148" y="882"/>
                  <a:pt x="1068" y="882"/>
                </a:cubicBezTo>
                <a:cubicBezTo>
                  <a:pt x="904" y="896"/>
                  <a:pt x="764" y="971"/>
                  <a:pt x="659" y="1074"/>
                </a:cubicBezTo>
                <a:cubicBezTo>
                  <a:pt x="593" y="1053"/>
                  <a:pt x="518" y="1046"/>
                  <a:pt x="445" y="1046"/>
                </a:cubicBezTo>
                <a:cubicBezTo>
                  <a:pt x="259" y="1060"/>
                  <a:pt x="104" y="1149"/>
                  <a:pt x="1" y="1282"/>
                </a:cubicBezTo>
                <a:lnTo>
                  <a:pt x="4297" y="1282"/>
                </a:lnTo>
                <a:cubicBezTo>
                  <a:pt x="4297" y="1268"/>
                  <a:pt x="4304" y="1261"/>
                  <a:pt x="4304" y="1245"/>
                </a:cubicBezTo>
                <a:cubicBezTo>
                  <a:pt x="4277" y="910"/>
                  <a:pt x="4002" y="659"/>
                  <a:pt x="3677" y="659"/>
                </a:cubicBezTo>
                <a:cubicBezTo>
                  <a:pt x="3664" y="659"/>
                  <a:pt x="3651" y="659"/>
                  <a:pt x="3638" y="660"/>
                </a:cubicBezTo>
                <a:cubicBezTo>
                  <a:pt x="3453" y="674"/>
                  <a:pt x="3298" y="772"/>
                  <a:pt x="3193" y="905"/>
                </a:cubicBezTo>
                <a:cubicBezTo>
                  <a:pt x="3149" y="889"/>
                  <a:pt x="3104" y="889"/>
                  <a:pt x="3060" y="889"/>
                </a:cubicBezTo>
                <a:lnTo>
                  <a:pt x="3060" y="882"/>
                </a:lnTo>
                <a:cubicBezTo>
                  <a:pt x="3060" y="400"/>
                  <a:pt x="2660" y="0"/>
                  <a:pt x="2179" y="0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16"/>
          <p:cNvSpPr/>
          <p:nvPr/>
        </p:nvSpPr>
        <p:spPr>
          <a:xfrm>
            <a:off x="7993519" y="235504"/>
            <a:ext cx="364946" cy="108763"/>
          </a:xfrm>
          <a:custGeom>
            <a:avLst/>
            <a:gdLst/>
            <a:ahLst/>
            <a:cxnLst/>
            <a:rect l="l" t="t" r="r" b="b"/>
            <a:pathLst>
              <a:path w="4305" h="1283" extrusionOk="0">
                <a:moveTo>
                  <a:pt x="2179" y="0"/>
                </a:moveTo>
                <a:cubicBezTo>
                  <a:pt x="1690" y="0"/>
                  <a:pt x="1297" y="400"/>
                  <a:pt x="1297" y="882"/>
                </a:cubicBezTo>
                <a:lnTo>
                  <a:pt x="1297" y="912"/>
                </a:lnTo>
                <a:cubicBezTo>
                  <a:pt x="1223" y="889"/>
                  <a:pt x="1148" y="882"/>
                  <a:pt x="1068" y="882"/>
                </a:cubicBezTo>
                <a:cubicBezTo>
                  <a:pt x="904" y="896"/>
                  <a:pt x="764" y="971"/>
                  <a:pt x="659" y="1074"/>
                </a:cubicBezTo>
                <a:cubicBezTo>
                  <a:pt x="593" y="1053"/>
                  <a:pt x="518" y="1046"/>
                  <a:pt x="445" y="1046"/>
                </a:cubicBezTo>
                <a:cubicBezTo>
                  <a:pt x="259" y="1060"/>
                  <a:pt x="104" y="1149"/>
                  <a:pt x="1" y="1282"/>
                </a:cubicBezTo>
                <a:lnTo>
                  <a:pt x="4297" y="1282"/>
                </a:lnTo>
                <a:cubicBezTo>
                  <a:pt x="4297" y="1268"/>
                  <a:pt x="4304" y="1261"/>
                  <a:pt x="4304" y="1245"/>
                </a:cubicBezTo>
                <a:cubicBezTo>
                  <a:pt x="4277" y="910"/>
                  <a:pt x="4002" y="659"/>
                  <a:pt x="3677" y="659"/>
                </a:cubicBezTo>
                <a:cubicBezTo>
                  <a:pt x="3664" y="659"/>
                  <a:pt x="3651" y="659"/>
                  <a:pt x="3638" y="660"/>
                </a:cubicBezTo>
                <a:cubicBezTo>
                  <a:pt x="3453" y="674"/>
                  <a:pt x="3298" y="772"/>
                  <a:pt x="3193" y="905"/>
                </a:cubicBezTo>
                <a:cubicBezTo>
                  <a:pt x="3149" y="889"/>
                  <a:pt x="3104" y="889"/>
                  <a:pt x="3060" y="889"/>
                </a:cubicBezTo>
                <a:lnTo>
                  <a:pt x="3060" y="882"/>
                </a:lnTo>
                <a:cubicBezTo>
                  <a:pt x="3060" y="400"/>
                  <a:pt x="2660" y="0"/>
                  <a:pt x="2179" y="0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68" name="Google Shape;768;p16"/>
          <p:cNvGrpSpPr/>
          <p:nvPr/>
        </p:nvGrpSpPr>
        <p:grpSpPr>
          <a:xfrm>
            <a:off x="947341" y="4234986"/>
            <a:ext cx="471443" cy="703528"/>
            <a:chOff x="5752054" y="2896539"/>
            <a:chExt cx="727086" cy="1085021"/>
          </a:xfrm>
        </p:grpSpPr>
        <p:sp>
          <p:nvSpPr>
            <p:cNvPr id="769" name="Google Shape;769;p16"/>
            <p:cNvSpPr/>
            <p:nvPr/>
          </p:nvSpPr>
          <p:spPr>
            <a:xfrm>
              <a:off x="5955656" y="3243358"/>
              <a:ext cx="312937" cy="738203"/>
            </a:xfrm>
            <a:custGeom>
              <a:avLst/>
              <a:gdLst/>
              <a:ahLst/>
              <a:cxnLst/>
              <a:rect l="l" t="t" r="r" b="b"/>
              <a:pathLst>
                <a:path w="2928" h="6907" extrusionOk="0">
                  <a:moveTo>
                    <a:pt x="644" y="1"/>
                  </a:moveTo>
                  <a:lnTo>
                    <a:pt x="0" y="6906"/>
                  </a:lnTo>
                  <a:lnTo>
                    <a:pt x="2927" y="6906"/>
                  </a:lnTo>
                  <a:lnTo>
                    <a:pt x="2282" y="1"/>
                  </a:ln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6"/>
            <p:cNvSpPr/>
            <p:nvPr/>
          </p:nvSpPr>
          <p:spPr>
            <a:xfrm>
              <a:off x="6199442" y="3243358"/>
              <a:ext cx="76204" cy="738203"/>
            </a:xfrm>
            <a:custGeom>
              <a:avLst/>
              <a:gdLst/>
              <a:ahLst/>
              <a:cxnLst/>
              <a:rect l="l" t="t" r="r" b="b"/>
              <a:pathLst>
                <a:path w="713" h="6907" extrusionOk="0">
                  <a:moveTo>
                    <a:pt x="1" y="1"/>
                  </a:moveTo>
                  <a:lnTo>
                    <a:pt x="646" y="6906"/>
                  </a:lnTo>
                  <a:lnTo>
                    <a:pt x="712" y="6906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674F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6"/>
            <p:cNvSpPr/>
            <p:nvPr/>
          </p:nvSpPr>
          <p:spPr>
            <a:xfrm>
              <a:off x="6109238" y="3243358"/>
              <a:ext cx="159354" cy="738203"/>
            </a:xfrm>
            <a:custGeom>
              <a:avLst/>
              <a:gdLst/>
              <a:ahLst/>
              <a:cxnLst/>
              <a:rect l="l" t="t" r="r" b="b"/>
              <a:pathLst>
                <a:path w="1491" h="6907" extrusionOk="0">
                  <a:moveTo>
                    <a:pt x="82" y="1"/>
                  </a:moveTo>
                  <a:lnTo>
                    <a:pt x="0" y="6906"/>
                  </a:lnTo>
                  <a:lnTo>
                    <a:pt x="1490" y="6906"/>
                  </a:lnTo>
                  <a:lnTo>
                    <a:pt x="845" y="1"/>
                  </a:lnTo>
                  <a:close/>
                </a:path>
              </a:pathLst>
            </a:custGeom>
            <a:solidFill>
              <a:srgbClr val="AA66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6"/>
            <p:cNvSpPr/>
            <p:nvPr/>
          </p:nvSpPr>
          <p:spPr>
            <a:xfrm>
              <a:off x="6090962" y="3513331"/>
              <a:ext cx="49271" cy="49271"/>
            </a:xfrm>
            <a:custGeom>
              <a:avLst/>
              <a:gdLst/>
              <a:ahLst/>
              <a:cxnLst/>
              <a:rect l="l" t="t" r="r" b="b"/>
              <a:pathLst>
                <a:path w="461" h="461" extrusionOk="0">
                  <a:moveTo>
                    <a:pt x="0" y="0"/>
                  </a:moveTo>
                  <a:lnTo>
                    <a:pt x="0" y="461"/>
                  </a:lnTo>
                  <a:lnTo>
                    <a:pt x="461" y="461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6"/>
            <p:cNvSpPr/>
            <p:nvPr/>
          </p:nvSpPr>
          <p:spPr>
            <a:xfrm>
              <a:off x="6087114" y="3508522"/>
              <a:ext cx="57928" cy="58034"/>
            </a:xfrm>
            <a:custGeom>
              <a:avLst/>
              <a:gdLst/>
              <a:ahLst/>
              <a:cxnLst/>
              <a:rect l="l" t="t" r="r" b="b"/>
              <a:pathLst>
                <a:path w="542" h="543" extrusionOk="0">
                  <a:moveTo>
                    <a:pt x="460" y="82"/>
                  </a:moveTo>
                  <a:lnTo>
                    <a:pt x="460" y="468"/>
                  </a:lnTo>
                  <a:lnTo>
                    <a:pt x="74" y="468"/>
                  </a:lnTo>
                  <a:lnTo>
                    <a:pt x="74" y="82"/>
                  </a:lnTo>
                  <a:close/>
                  <a:moveTo>
                    <a:pt x="1" y="1"/>
                  </a:moveTo>
                  <a:lnTo>
                    <a:pt x="1" y="543"/>
                  </a:lnTo>
                  <a:lnTo>
                    <a:pt x="541" y="543"/>
                  </a:lnTo>
                  <a:lnTo>
                    <a:pt x="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6"/>
            <p:cNvSpPr/>
            <p:nvPr/>
          </p:nvSpPr>
          <p:spPr>
            <a:xfrm>
              <a:off x="6090962" y="3634531"/>
              <a:ext cx="49271" cy="49164"/>
            </a:xfrm>
            <a:custGeom>
              <a:avLst/>
              <a:gdLst/>
              <a:ahLst/>
              <a:cxnLst/>
              <a:rect l="l" t="t" r="r" b="b"/>
              <a:pathLst>
                <a:path w="461" h="460" extrusionOk="0">
                  <a:moveTo>
                    <a:pt x="0" y="1"/>
                  </a:moveTo>
                  <a:lnTo>
                    <a:pt x="0" y="459"/>
                  </a:lnTo>
                  <a:lnTo>
                    <a:pt x="461" y="459"/>
                  </a:lnTo>
                  <a:lnTo>
                    <a:pt x="46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6"/>
            <p:cNvSpPr/>
            <p:nvPr/>
          </p:nvSpPr>
          <p:spPr>
            <a:xfrm>
              <a:off x="6087114" y="3630576"/>
              <a:ext cx="57928" cy="57821"/>
            </a:xfrm>
            <a:custGeom>
              <a:avLst/>
              <a:gdLst/>
              <a:ahLst/>
              <a:cxnLst/>
              <a:rect l="l" t="t" r="r" b="b"/>
              <a:pathLst>
                <a:path w="542" h="541" extrusionOk="0">
                  <a:moveTo>
                    <a:pt x="460" y="75"/>
                  </a:moveTo>
                  <a:lnTo>
                    <a:pt x="460" y="459"/>
                  </a:lnTo>
                  <a:lnTo>
                    <a:pt x="74" y="459"/>
                  </a:lnTo>
                  <a:lnTo>
                    <a:pt x="74" y="75"/>
                  </a:lnTo>
                  <a:close/>
                  <a:moveTo>
                    <a:pt x="1" y="0"/>
                  </a:moveTo>
                  <a:lnTo>
                    <a:pt x="1" y="541"/>
                  </a:lnTo>
                  <a:lnTo>
                    <a:pt x="541" y="541"/>
                  </a:lnTo>
                  <a:lnTo>
                    <a:pt x="5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6"/>
            <p:cNvSpPr/>
            <p:nvPr/>
          </p:nvSpPr>
          <p:spPr>
            <a:xfrm>
              <a:off x="6090962" y="3755623"/>
              <a:ext cx="49271" cy="50126"/>
            </a:xfrm>
            <a:custGeom>
              <a:avLst/>
              <a:gdLst/>
              <a:ahLst/>
              <a:cxnLst/>
              <a:rect l="l" t="t" r="r" b="b"/>
              <a:pathLst>
                <a:path w="461" h="469" extrusionOk="0">
                  <a:moveTo>
                    <a:pt x="0" y="0"/>
                  </a:moveTo>
                  <a:lnTo>
                    <a:pt x="0" y="468"/>
                  </a:lnTo>
                  <a:lnTo>
                    <a:pt x="461" y="468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6"/>
            <p:cNvSpPr/>
            <p:nvPr/>
          </p:nvSpPr>
          <p:spPr>
            <a:xfrm>
              <a:off x="6087114" y="3751776"/>
              <a:ext cx="57928" cy="57928"/>
            </a:xfrm>
            <a:custGeom>
              <a:avLst/>
              <a:gdLst/>
              <a:ahLst/>
              <a:cxnLst/>
              <a:rect l="l" t="t" r="r" b="b"/>
              <a:pathLst>
                <a:path w="542" h="542" extrusionOk="0">
                  <a:moveTo>
                    <a:pt x="460" y="74"/>
                  </a:moveTo>
                  <a:lnTo>
                    <a:pt x="460" y="460"/>
                  </a:lnTo>
                  <a:lnTo>
                    <a:pt x="74" y="460"/>
                  </a:lnTo>
                  <a:lnTo>
                    <a:pt x="74" y="74"/>
                  </a:lnTo>
                  <a:close/>
                  <a:moveTo>
                    <a:pt x="1" y="1"/>
                  </a:moveTo>
                  <a:lnTo>
                    <a:pt x="1" y="541"/>
                  </a:lnTo>
                  <a:lnTo>
                    <a:pt x="541" y="541"/>
                  </a:lnTo>
                  <a:lnTo>
                    <a:pt x="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6"/>
            <p:cNvSpPr/>
            <p:nvPr/>
          </p:nvSpPr>
          <p:spPr>
            <a:xfrm>
              <a:off x="6090962" y="3876930"/>
              <a:ext cx="49271" cy="49805"/>
            </a:xfrm>
            <a:custGeom>
              <a:avLst/>
              <a:gdLst/>
              <a:ahLst/>
              <a:cxnLst/>
              <a:rect l="l" t="t" r="r" b="b"/>
              <a:pathLst>
                <a:path w="461" h="466" extrusionOk="0">
                  <a:moveTo>
                    <a:pt x="0" y="0"/>
                  </a:moveTo>
                  <a:lnTo>
                    <a:pt x="0" y="466"/>
                  </a:lnTo>
                  <a:lnTo>
                    <a:pt x="461" y="466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6"/>
            <p:cNvSpPr/>
            <p:nvPr/>
          </p:nvSpPr>
          <p:spPr>
            <a:xfrm>
              <a:off x="6087114" y="3872868"/>
              <a:ext cx="57928" cy="57928"/>
            </a:xfrm>
            <a:custGeom>
              <a:avLst/>
              <a:gdLst/>
              <a:ahLst/>
              <a:cxnLst/>
              <a:rect l="l" t="t" r="r" b="b"/>
              <a:pathLst>
                <a:path w="542" h="542" extrusionOk="0">
                  <a:moveTo>
                    <a:pt x="460" y="82"/>
                  </a:moveTo>
                  <a:lnTo>
                    <a:pt x="460" y="468"/>
                  </a:lnTo>
                  <a:lnTo>
                    <a:pt x="74" y="468"/>
                  </a:lnTo>
                  <a:lnTo>
                    <a:pt x="74" y="82"/>
                  </a:lnTo>
                  <a:close/>
                  <a:moveTo>
                    <a:pt x="1" y="1"/>
                  </a:moveTo>
                  <a:lnTo>
                    <a:pt x="1" y="541"/>
                  </a:lnTo>
                  <a:lnTo>
                    <a:pt x="541" y="541"/>
                  </a:lnTo>
                  <a:lnTo>
                    <a:pt x="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6"/>
            <p:cNvSpPr/>
            <p:nvPr/>
          </p:nvSpPr>
          <p:spPr>
            <a:xfrm>
              <a:off x="6090962" y="3391491"/>
              <a:ext cx="49271" cy="49805"/>
            </a:xfrm>
            <a:custGeom>
              <a:avLst/>
              <a:gdLst/>
              <a:ahLst/>
              <a:cxnLst/>
              <a:rect l="l" t="t" r="r" b="b"/>
              <a:pathLst>
                <a:path w="461" h="466" extrusionOk="0">
                  <a:moveTo>
                    <a:pt x="0" y="0"/>
                  </a:moveTo>
                  <a:lnTo>
                    <a:pt x="0" y="466"/>
                  </a:lnTo>
                  <a:lnTo>
                    <a:pt x="461" y="466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6"/>
            <p:cNvSpPr/>
            <p:nvPr/>
          </p:nvSpPr>
          <p:spPr>
            <a:xfrm>
              <a:off x="6087114" y="3387429"/>
              <a:ext cx="57928" cy="57928"/>
            </a:xfrm>
            <a:custGeom>
              <a:avLst/>
              <a:gdLst/>
              <a:ahLst/>
              <a:cxnLst/>
              <a:rect l="l" t="t" r="r" b="b"/>
              <a:pathLst>
                <a:path w="542" h="542" extrusionOk="0">
                  <a:moveTo>
                    <a:pt x="460" y="83"/>
                  </a:moveTo>
                  <a:lnTo>
                    <a:pt x="460" y="467"/>
                  </a:lnTo>
                  <a:lnTo>
                    <a:pt x="74" y="467"/>
                  </a:lnTo>
                  <a:lnTo>
                    <a:pt x="74" y="83"/>
                  </a:lnTo>
                  <a:close/>
                  <a:moveTo>
                    <a:pt x="1" y="1"/>
                  </a:moveTo>
                  <a:lnTo>
                    <a:pt x="1" y="541"/>
                  </a:lnTo>
                  <a:lnTo>
                    <a:pt x="541" y="541"/>
                  </a:lnTo>
                  <a:lnTo>
                    <a:pt x="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6"/>
            <p:cNvSpPr/>
            <p:nvPr/>
          </p:nvSpPr>
          <p:spPr>
            <a:xfrm>
              <a:off x="6057723" y="3202103"/>
              <a:ext cx="118848" cy="118955"/>
            </a:xfrm>
            <a:custGeom>
              <a:avLst/>
              <a:gdLst/>
              <a:ahLst/>
              <a:cxnLst/>
              <a:rect l="l" t="t" r="r" b="b"/>
              <a:pathLst>
                <a:path w="1112" h="1113" extrusionOk="0">
                  <a:moveTo>
                    <a:pt x="53" y="1"/>
                  </a:moveTo>
                  <a:lnTo>
                    <a:pt x="0" y="52"/>
                  </a:lnTo>
                  <a:lnTo>
                    <a:pt x="1053" y="1112"/>
                  </a:lnTo>
                  <a:lnTo>
                    <a:pt x="1112" y="1054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6"/>
            <p:cNvSpPr/>
            <p:nvPr/>
          </p:nvSpPr>
          <p:spPr>
            <a:xfrm>
              <a:off x="5886613" y="3031098"/>
              <a:ext cx="111153" cy="111687"/>
            </a:xfrm>
            <a:custGeom>
              <a:avLst/>
              <a:gdLst/>
              <a:ahLst/>
              <a:cxnLst/>
              <a:rect l="l" t="t" r="r" b="b"/>
              <a:pathLst>
                <a:path w="1040" h="1045" extrusionOk="0">
                  <a:moveTo>
                    <a:pt x="972" y="0"/>
                  </a:moveTo>
                  <a:lnTo>
                    <a:pt x="454" y="511"/>
                  </a:lnTo>
                  <a:lnTo>
                    <a:pt x="461" y="520"/>
                  </a:lnTo>
                  <a:lnTo>
                    <a:pt x="1" y="978"/>
                  </a:lnTo>
                  <a:lnTo>
                    <a:pt x="68" y="1044"/>
                  </a:lnTo>
                  <a:lnTo>
                    <a:pt x="587" y="527"/>
                  </a:lnTo>
                  <a:lnTo>
                    <a:pt x="579" y="527"/>
                  </a:lnTo>
                  <a:lnTo>
                    <a:pt x="1039" y="66"/>
                  </a:lnTo>
                  <a:lnTo>
                    <a:pt x="972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6"/>
            <p:cNvSpPr/>
            <p:nvPr/>
          </p:nvSpPr>
          <p:spPr>
            <a:xfrm>
              <a:off x="6012621" y="3120555"/>
              <a:ext cx="87960" cy="87212"/>
            </a:xfrm>
            <a:custGeom>
              <a:avLst/>
              <a:gdLst/>
              <a:ahLst/>
              <a:cxnLst/>
              <a:rect l="l" t="t" r="r" b="b"/>
              <a:pathLst>
                <a:path w="823" h="816" extrusionOk="0">
                  <a:moveTo>
                    <a:pt x="401" y="111"/>
                  </a:moveTo>
                  <a:lnTo>
                    <a:pt x="712" y="415"/>
                  </a:lnTo>
                  <a:lnTo>
                    <a:pt x="422" y="705"/>
                  </a:lnTo>
                  <a:lnTo>
                    <a:pt x="111" y="401"/>
                  </a:lnTo>
                  <a:lnTo>
                    <a:pt x="401" y="111"/>
                  </a:lnTo>
                  <a:close/>
                  <a:moveTo>
                    <a:pt x="401" y="1"/>
                  </a:moveTo>
                  <a:lnTo>
                    <a:pt x="1" y="401"/>
                  </a:lnTo>
                  <a:lnTo>
                    <a:pt x="422" y="815"/>
                  </a:lnTo>
                  <a:lnTo>
                    <a:pt x="822" y="415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6"/>
            <p:cNvSpPr/>
            <p:nvPr/>
          </p:nvSpPr>
          <p:spPr>
            <a:xfrm>
              <a:off x="5975428" y="3076094"/>
              <a:ext cx="85609" cy="92877"/>
            </a:xfrm>
            <a:custGeom>
              <a:avLst/>
              <a:gdLst/>
              <a:ahLst/>
              <a:cxnLst/>
              <a:rect l="l" t="t" r="r" b="b"/>
              <a:pathLst>
                <a:path w="801" h="869" extrusionOk="0">
                  <a:moveTo>
                    <a:pt x="452" y="127"/>
                  </a:moveTo>
                  <a:lnTo>
                    <a:pt x="697" y="468"/>
                  </a:lnTo>
                  <a:lnTo>
                    <a:pt x="407" y="757"/>
                  </a:lnTo>
                  <a:lnTo>
                    <a:pt x="112" y="461"/>
                  </a:lnTo>
                  <a:lnTo>
                    <a:pt x="452" y="127"/>
                  </a:lnTo>
                  <a:close/>
                  <a:moveTo>
                    <a:pt x="459" y="1"/>
                  </a:moveTo>
                  <a:lnTo>
                    <a:pt x="0" y="461"/>
                  </a:lnTo>
                  <a:lnTo>
                    <a:pt x="407" y="869"/>
                  </a:lnTo>
                  <a:lnTo>
                    <a:pt x="800" y="476"/>
                  </a:lnTo>
                  <a:lnTo>
                    <a:pt x="459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6"/>
            <p:cNvSpPr/>
            <p:nvPr/>
          </p:nvSpPr>
          <p:spPr>
            <a:xfrm>
              <a:off x="5936631" y="3031098"/>
              <a:ext cx="91915" cy="99075"/>
            </a:xfrm>
            <a:custGeom>
              <a:avLst/>
              <a:gdLst/>
              <a:ahLst/>
              <a:cxnLst/>
              <a:rect l="l" t="t" r="r" b="b"/>
              <a:pathLst>
                <a:path w="860" h="927" extrusionOk="0">
                  <a:moveTo>
                    <a:pt x="511" y="127"/>
                  </a:moveTo>
                  <a:lnTo>
                    <a:pt x="756" y="466"/>
                  </a:lnTo>
                  <a:lnTo>
                    <a:pt x="407" y="815"/>
                  </a:lnTo>
                  <a:lnTo>
                    <a:pt x="111" y="527"/>
                  </a:lnTo>
                  <a:lnTo>
                    <a:pt x="511" y="127"/>
                  </a:lnTo>
                  <a:close/>
                  <a:moveTo>
                    <a:pt x="520" y="0"/>
                  </a:moveTo>
                  <a:lnTo>
                    <a:pt x="0" y="527"/>
                  </a:lnTo>
                  <a:lnTo>
                    <a:pt x="407" y="927"/>
                  </a:lnTo>
                  <a:lnTo>
                    <a:pt x="859" y="475"/>
                  </a:lnTo>
                  <a:lnTo>
                    <a:pt x="520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6"/>
            <p:cNvSpPr/>
            <p:nvPr/>
          </p:nvSpPr>
          <p:spPr>
            <a:xfrm>
              <a:off x="5973825" y="3075346"/>
              <a:ext cx="56431" cy="56431"/>
            </a:xfrm>
            <a:custGeom>
              <a:avLst/>
              <a:gdLst/>
              <a:ahLst/>
              <a:cxnLst/>
              <a:rect l="l" t="t" r="r" b="b"/>
              <a:pathLst>
                <a:path w="528" h="528" extrusionOk="0">
                  <a:moveTo>
                    <a:pt x="460" y="1"/>
                  </a:moveTo>
                  <a:lnTo>
                    <a:pt x="1" y="461"/>
                  </a:lnTo>
                  <a:lnTo>
                    <a:pt x="67" y="527"/>
                  </a:lnTo>
                  <a:lnTo>
                    <a:pt x="527" y="68"/>
                  </a:lnTo>
                  <a:lnTo>
                    <a:pt x="460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6"/>
            <p:cNvSpPr/>
            <p:nvPr/>
          </p:nvSpPr>
          <p:spPr>
            <a:xfrm>
              <a:off x="5896125" y="2985034"/>
              <a:ext cx="99930" cy="107198"/>
            </a:xfrm>
            <a:custGeom>
              <a:avLst/>
              <a:gdLst/>
              <a:ahLst/>
              <a:cxnLst/>
              <a:rect l="l" t="t" r="r" b="b"/>
              <a:pathLst>
                <a:path w="935" h="1003" extrusionOk="0">
                  <a:moveTo>
                    <a:pt x="571" y="127"/>
                  </a:moveTo>
                  <a:lnTo>
                    <a:pt x="831" y="483"/>
                  </a:lnTo>
                  <a:lnTo>
                    <a:pt x="424" y="883"/>
                  </a:lnTo>
                  <a:lnTo>
                    <a:pt x="112" y="579"/>
                  </a:lnTo>
                  <a:lnTo>
                    <a:pt x="571" y="127"/>
                  </a:lnTo>
                  <a:close/>
                  <a:moveTo>
                    <a:pt x="578" y="1"/>
                  </a:moveTo>
                  <a:lnTo>
                    <a:pt x="0" y="579"/>
                  </a:lnTo>
                  <a:lnTo>
                    <a:pt x="424" y="1002"/>
                  </a:lnTo>
                  <a:lnTo>
                    <a:pt x="934" y="49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6"/>
            <p:cNvSpPr/>
            <p:nvPr/>
          </p:nvSpPr>
          <p:spPr>
            <a:xfrm>
              <a:off x="5859039" y="2941535"/>
              <a:ext cx="103671" cy="111901"/>
            </a:xfrm>
            <a:custGeom>
              <a:avLst/>
              <a:gdLst/>
              <a:ahLst/>
              <a:cxnLst/>
              <a:rect l="l" t="t" r="r" b="b"/>
              <a:pathLst>
                <a:path w="970" h="1047" extrusionOk="0">
                  <a:moveTo>
                    <a:pt x="623" y="127"/>
                  </a:moveTo>
                  <a:lnTo>
                    <a:pt x="867" y="468"/>
                  </a:lnTo>
                  <a:lnTo>
                    <a:pt x="408" y="927"/>
                  </a:lnTo>
                  <a:lnTo>
                    <a:pt x="111" y="637"/>
                  </a:lnTo>
                  <a:lnTo>
                    <a:pt x="623" y="127"/>
                  </a:lnTo>
                  <a:close/>
                  <a:moveTo>
                    <a:pt x="630" y="1"/>
                  </a:moveTo>
                  <a:lnTo>
                    <a:pt x="1" y="637"/>
                  </a:lnTo>
                  <a:lnTo>
                    <a:pt x="408" y="1046"/>
                  </a:lnTo>
                  <a:lnTo>
                    <a:pt x="970" y="475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6"/>
            <p:cNvSpPr/>
            <p:nvPr/>
          </p:nvSpPr>
          <p:spPr>
            <a:xfrm>
              <a:off x="5820135" y="2896539"/>
              <a:ext cx="110298" cy="117886"/>
            </a:xfrm>
            <a:custGeom>
              <a:avLst/>
              <a:gdLst/>
              <a:ahLst/>
              <a:cxnLst/>
              <a:rect l="l" t="t" r="r" b="b"/>
              <a:pathLst>
                <a:path w="1032" h="1103" extrusionOk="0">
                  <a:moveTo>
                    <a:pt x="683" y="125"/>
                  </a:moveTo>
                  <a:lnTo>
                    <a:pt x="927" y="466"/>
                  </a:lnTo>
                  <a:lnTo>
                    <a:pt x="409" y="985"/>
                  </a:lnTo>
                  <a:lnTo>
                    <a:pt x="112" y="696"/>
                  </a:lnTo>
                  <a:lnTo>
                    <a:pt x="683" y="125"/>
                  </a:lnTo>
                  <a:close/>
                  <a:moveTo>
                    <a:pt x="690" y="0"/>
                  </a:moveTo>
                  <a:lnTo>
                    <a:pt x="0" y="696"/>
                  </a:lnTo>
                  <a:lnTo>
                    <a:pt x="409" y="1103"/>
                  </a:lnTo>
                  <a:lnTo>
                    <a:pt x="1032" y="473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6"/>
            <p:cNvSpPr/>
            <p:nvPr/>
          </p:nvSpPr>
          <p:spPr>
            <a:xfrm>
              <a:off x="5857329" y="2940787"/>
              <a:ext cx="74600" cy="74600"/>
            </a:xfrm>
            <a:custGeom>
              <a:avLst/>
              <a:gdLst/>
              <a:ahLst/>
              <a:cxnLst/>
              <a:rect l="l" t="t" r="r" b="b"/>
              <a:pathLst>
                <a:path w="698" h="698" extrusionOk="0">
                  <a:moveTo>
                    <a:pt x="630" y="1"/>
                  </a:moveTo>
                  <a:lnTo>
                    <a:pt x="1" y="630"/>
                  </a:lnTo>
                  <a:lnTo>
                    <a:pt x="75" y="698"/>
                  </a:lnTo>
                  <a:lnTo>
                    <a:pt x="698" y="66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6"/>
            <p:cNvSpPr/>
            <p:nvPr/>
          </p:nvSpPr>
          <p:spPr>
            <a:xfrm>
              <a:off x="5976924" y="3157856"/>
              <a:ext cx="87319" cy="87960"/>
            </a:xfrm>
            <a:custGeom>
              <a:avLst/>
              <a:gdLst/>
              <a:ahLst/>
              <a:cxnLst/>
              <a:rect l="l" t="t" r="r" b="b"/>
              <a:pathLst>
                <a:path w="817" h="823" extrusionOk="0">
                  <a:moveTo>
                    <a:pt x="400" y="111"/>
                  </a:moveTo>
                  <a:lnTo>
                    <a:pt x="704" y="422"/>
                  </a:lnTo>
                  <a:lnTo>
                    <a:pt x="416" y="703"/>
                  </a:lnTo>
                  <a:lnTo>
                    <a:pt x="112" y="401"/>
                  </a:lnTo>
                  <a:lnTo>
                    <a:pt x="400" y="111"/>
                  </a:lnTo>
                  <a:close/>
                  <a:moveTo>
                    <a:pt x="400" y="0"/>
                  </a:moveTo>
                  <a:lnTo>
                    <a:pt x="0" y="401"/>
                  </a:lnTo>
                  <a:lnTo>
                    <a:pt x="416" y="822"/>
                  </a:lnTo>
                  <a:lnTo>
                    <a:pt x="817" y="422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6"/>
            <p:cNvSpPr/>
            <p:nvPr/>
          </p:nvSpPr>
          <p:spPr>
            <a:xfrm>
              <a:off x="5932570" y="3120555"/>
              <a:ext cx="92877" cy="85716"/>
            </a:xfrm>
            <a:custGeom>
              <a:avLst/>
              <a:gdLst/>
              <a:ahLst/>
              <a:cxnLst/>
              <a:rect l="l" t="t" r="r" b="b"/>
              <a:pathLst>
                <a:path w="869" h="802" extrusionOk="0">
                  <a:moveTo>
                    <a:pt x="460" y="111"/>
                  </a:moveTo>
                  <a:lnTo>
                    <a:pt x="757" y="408"/>
                  </a:lnTo>
                  <a:lnTo>
                    <a:pt x="469" y="696"/>
                  </a:lnTo>
                  <a:lnTo>
                    <a:pt x="120" y="453"/>
                  </a:lnTo>
                  <a:lnTo>
                    <a:pt x="460" y="111"/>
                  </a:lnTo>
                  <a:close/>
                  <a:moveTo>
                    <a:pt x="460" y="1"/>
                  </a:moveTo>
                  <a:lnTo>
                    <a:pt x="1" y="460"/>
                  </a:lnTo>
                  <a:lnTo>
                    <a:pt x="476" y="801"/>
                  </a:lnTo>
                  <a:lnTo>
                    <a:pt x="869" y="408"/>
                  </a:lnTo>
                  <a:lnTo>
                    <a:pt x="460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>
              <a:off x="5887575" y="3081865"/>
              <a:ext cx="98969" cy="91915"/>
            </a:xfrm>
            <a:custGeom>
              <a:avLst/>
              <a:gdLst/>
              <a:ahLst/>
              <a:cxnLst/>
              <a:rect l="l" t="t" r="r" b="b"/>
              <a:pathLst>
                <a:path w="926" h="860" extrusionOk="0">
                  <a:moveTo>
                    <a:pt x="518" y="110"/>
                  </a:moveTo>
                  <a:lnTo>
                    <a:pt x="815" y="407"/>
                  </a:lnTo>
                  <a:lnTo>
                    <a:pt x="466" y="756"/>
                  </a:lnTo>
                  <a:lnTo>
                    <a:pt x="125" y="503"/>
                  </a:lnTo>
                  <a:lnTo>
                    <a:pt x="518" y="110"/>
                  </a:lnTo>
                  <a:close/>
                  <a:moveTo>
                    <a:pt x="518" y="0"/>
                  </a:moveTo>
                  <a:lnTo>
                    <a:pt x="0" y="518"/>
                  </a:lnTo>
                  <a:lnTo>
                    <a:pt x="473" y="859"/>
                  </a:lnTo>
                  <a:lnTo>
                    <a:pt x="925" y="407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>
              <a:off x="5931822" y="3118845"/>
              <a:ext cx="56431" cy="56431"/>
            </a:xfrm>
            <a:custGeom>
              <a:avLst/>
              <a:gdLst/>
              <a:ahLst/>
              <a:cxnLst/>
              <a:rect l="l" t="t" r="r" b="b"/>
              <a:pathLst>
                <a:path w="528" h="528" extrusionOk="0">
                  <a:moveTo>
                    <a:pt x="460" y="1"/>
                  </a:moveTo>
                  <a:lnTo>
                    <a:pt x="1" y="461"/>
                  </a:lnTo>
                  <a:lnTo>
                    <a:pt x="67" y="527"/>
                  </a:lnTo>
                  <a:lnTo>
                    <a:pt x="527" y="68"/>
                  </a:lnTo>
                  <a:lnTo>
                    <a:pt x="460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>
              <a:off x="5841618" y="3041359"/>
              <a:ext cx="106129" cy="99824"/>
            </a:xfrm>
            <a:custGeom>
              <a:avLst/>
              <a:gdLst/>
              <a:ahLst/>
              <a:cxnLst/>
              <a:rect l="l" t="t" r="r" b="b"/>
              <a:pathLst>
                <a:path w="993" h="934" extrusionOk="0">
                  <a:moveTo>
                    <a:pt x="578" y="112"/>
                  </a:moveTo>
                  <a:lnTo>
                    <a:pt x="882" y="424"/>
                  </a:lnTo>
                  <a:lnTo>
                    <a:pt x="475" y="831"/>
                  </a:lnTo>
                  <a:lnTo>
                    <a:pt x="119" y="571"/>
                  </a:lnTo>
                  <a:lnTo>
                    <a:pt x="578" y="112"/>
                  </a:lnTo>
                  <a:close/>
                  <a:moveTo>
                    <a:pt x="578" y="0"/>
                  </a:moveTo>
                  <a:lnTo>
                    <a:pt x="0" y="578"/>
                  </a:lnTo>
                  <a:lnTo>
                    <a:pt x="482" y="934"/>
                  </a:lnTo>
                  <a:lnTo>
                    <a:pt x="992" y="424"/>
                  </a:lnTo>
                  <a:lnTo>
                    <a:pt x="578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6"/>
            <p:cNvSpPr/>
            <p:nvPr/>
          </p:nvSpPr>
          <p:spPr>
            <a:xfrm>
              <a:off x="5798012" y="3004058"/>
              <a:ext cx="110939" cy="103885"/>
            </a:xfrm>
            <a:custGeom>
              <a:avLst/>
              <a:gdLst/>
              <a:ahLst/>
              <a:cxnLst/>
              <a:rect l="l" t="t" r="r" b="b"/>
              <a:pathLst>
                <a:path w="1038" h="972" extrusionOk="0">
                  <a:moveTo>
                    <a:pt x="630" y="113"/>
                  </a:moveTo>
                  <a:lnTo>
                    <a:pt x="927" y="408"/>
                  </a:lnTo>
                  <a:lnTo>
                    <a:pt x="467" y="869"/>
                  </a:lnTo>
                  <a:lnTo>
                    <a:pt x="118" y="623"/>
                  </a:lnTo>
                  <a:lnTo>
                    <a:pt x="630" y="113"/>
                  </a:lnTo>
                  <a:close/>
                  <a:moveTo>
                    <a:pt x="630" y="1"/>
                  </a:moveTo>
                  <a:lnTo>
                    <a:pt x="1" y="630"/>
                  </a:lnTo>
                  <a:lnTo>
                    <a:pt x="474" y="972"/>
                  </a:lnTo>
                  <a:lnTo>
                    <a:pt x="1038" y="408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6"/>
            <p:cNvSpPr/>
            <p:nvPr/>
          </p:nvSpPr>
          <p:spPr>
            <a:xfrm>
              <a:off x="5752803" y="2965262"/>
              <a:ext cx="117351" cy="110191"/>
            </a:xfrm>
            <a:custGeom>
              <a:avLst/>
              <a:gdLst/>
              <a:ahLst/>
              <a:cxnLst/>
              <a:rect l="l" t="t" r="r" b="b"/>
              <a:pathLst>
                <a:path w="1098" h="1031" extrusionOk="0">
                  <a:moveTo>
                    <a:pt x="691" y="113"/>
                  </a:moveTo>
                  <a:lnTo>
                    <a:pt x="986" y="408"/>
                  </a:lnTo>
                  <a:lnTo>
                    <a:pt x="468" y="928"/>
                  </a:lnTo>
                  <a:lnTo>
                    <a:pt x="127" y="682"/>
                  </a:lnTo>
                  <a:lnTo>
                    <a:pt x="691" y="113"/>
                  </a:lnTo>
                  <a:close/>
                  <a:moveTo>
                    <a:pt x="691" y="1"/>
                  </a:moveTo>
                  <a:lnTo>
                    <a:pt x="1" y="691"/>
                  </a:lnTo>
                  <a:lnTo>
                    <a:pt x="475" y="1031"/>
                  </a:lnTo>
                  <a:lnTo>
                    <a:pt x="1098" y="408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6"/>
            <p:cNvSpPr/>
            <p:nvPr/>
          </p:nvSpPr>
          <p:spPr>
            <a:xfrm>
              <a:off x="5797264" y="3002562"/>
              <a:ext cx="74494" cy="74600"/>
            </a:xfrm>
            <a:custGeom>
              <a:avLst/>
              <a:gdLst/>
              <a:ahLst/>
              <a:cxnLst/>
              <a:rect l="l" t="t" r="r" b="b"/>
              <a:pathLst>
                <a:path w="697" h="698" extrusionOk="0">
                  <a:moveTo>
                    <a:pt x="630" y="1"/>
                  </a:moveTo>
                  <a:lnTo>
                    <a:pt x="1" y="630"/>
                  </a:lnTo>
                  <a:lnTo>
                    <a:pt x="67" y="698"/>
                  </a:lnTo>
                  <a:lnTo>
                    <a:pt x="696" y="66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6"/>
            <p:cNvSpPr/>
            <p:nvPr/>
          </p:nvSpPr>
          <p:spPr>
            <a:xfrm>
              <a:off x="6234391" y="3377917"/>
              <a:ext cx="110191" cy="111687"/>
            </a:xfrm>
            <a:custGeom>
              <a:avLst/>
              <a:gdLst/>
              <a:ahLst/>
              <a:cxnLst/>
              <a:rect l="l" t="t" r="r" b="b"/>
              <a:pathLst>
                <a:path w="1031" h="1045" extrusionOk="0">
                  <a:moveTo>
                    <a:pt x="963" y="1"/>
                  </a:moveTo>
                  <a:lnTo>
                    <a:pt x="453" y="511"/>
                  </a:lnTo>
                  <a:lnTo>
                    <a:pt x="453" y="520"/>
                  </a:lnTo>
                  <a:lnTo>
                    <a:pt x="1" y="979"/>
                  </a:lnTo>
                  <a:lnTo>
                    <a:pt x="67" y="1045"/>
                  </a:lnTo>
                  <a:lnTo>
                    <a:pt x="579" y="534"/>
                  </a:lnTo>
                  <a:lnTo>
                    <a:pt x="570" y="527"/>
                  </a:lnTo>
                  <a:lnTo>
                    <a:pt x="1031" y="67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6"/>
            <p:cNvSpPr/>
            <p:nvPr/>
          </p:nvSpPr>
          <p:spPr>
            <a:xfrm>
              <a:off x="6131469" y="3312187"/>
              <a:ext cx="87105" cy="88067"/>
            </a:xfrm>
            <a:custGeom>
              <a:avLst/>
              <a:gdLst/>
              <a:ahLst/>
              <a:cxnLst/>
              <a:rect l="l" t="t" r="r" b="b"/>
              <a:pathLst>
                <a:path w="815" h="824" extrusionOk="0">
                  <a:moveTo>
                    <a:pt x="400" y="113"/>
                  </a:moveTo>
                  <a:lnTo>
                    <a:pt x="704" y="424"/>
                  </a:lnTo>
                  <a:lnTo>
                    <a:pt x="414" y="705"/>
                  </a:lnTo>
                  <a:lnTo>
                    <a:pt x="110" y="401"/>
                  </a:lnTo>
                  <a:lnTo>
                    <a:pt x="400" y="113"/>
                  </a:lnTo>
                  <a:close/>
                  <a:moveTo>
                    <a:pt x="400" y="0"/>
                  </a:moveTo>
                  <a:lnTo>
                    <a:pt x="0" y="401"/>
                  </a:lnTo>
                  <a:lnTo>
                    <a:pt x="414" y="824"/>
                  </a:lnTo>
                  <a:lnTo>
                    <a:pt x="815" y="424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6"/>
            <p:cNvSpPr/>
            <p:nvPr/>
          </p:nvSpPr>
          <p:spPr>
            <a:xfrm>
              <a:off x="6170158" y="3350984"/>
              <a:ext cx="85716" cy="92877"/>
            </a:xfrm>
            <a:custGeom>
              <a:avLst/>
              <a:gdLst/>
              <a:ahLst/>
              <a:cxnLst/>
              <a:rect l="l" t="t" r="r" b="b"/>
              <a:pathLst>
                <a:path w="802" h="869" extrusionOk="0">
                  <a:moveTo>
                    <a:pt x="401" y="112"/>
                  </a:moveTo>
                  <a:lnTo>
                    <a:pt x="691" y="408"/>
                  </a:lnTo>
                  <a:lnTo>
                    <a:pt x="349" y="749"/>
                  </a:lnTo>
                  <a:lnTo>
                    <a:pt x="104" y="408"/>
                  </a:lnTo>
                  <a:lnTo>
                    <a:pt x="401" y="112"/>
                  </a:lnTo>
                  <a:close/>
                  <a:moveTo>
                    <a:pt x="401" y="0"/>
                  </a:moveTo>
                  <a:lnTo>
                    <a:pt x="1" y="393"/>
                  </a:lnTo>
                  <a:lnTo>
                    <a:pt x="342" y="868"/>
                  </a:lnTo>
                  <a:lnTo>
                    <a:pt x="801" y="408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6"/>
            <p:cNvSpPr/>
            <p:nvPr/>
          </p:nvSpPr>
          <p:spPr>
            <a:xfrm>
              <a:off x="6202649" y="3389780"/>
              <a:ext cx="91915" cy="99075"/>
            </a:xfrm>
            <a:custGeom>
              <a:avLst/>
              <a:gdLst/>
              <a:ahLst/>
              <a:cxnLst/>
              <a:rect l="l" t="t" r="r" b="b"/>
              <a:pathLst>
                <a:path w="860" h="927" extrusionOk="0">
                  <a:moveTo>
                    <a:pt x="460" y="112"/>
                  </a:moveTo>
                  <a:lnTo>
                    <a:pt x="750" y="409"/>
                  </a:lnTo>
                  <a:lnTo>
                    <a:pt x="357" y="809"/>
                  </a:lnTo>
                  <a:lnTo>
                    <a:pt x="104" y="461"/>
                  </a:lnTo>
                  <a:lnTo>
                    <a:pt x="460" y="112"/>
                  </a:lnTo>
                  <a:close/>
                  <a:moveTo>
                    <a:pt x="460" y="0"/>
                  </a:moveTo>
                  <a:lnTo>
                    <a:pt x="1" y="454"/>
                  </a:lnTo>
                  <a:lnTo>
                    <a:pt x="342" y="927"/>
                  </a:lnTo>
                  <a:lnTo>
                    <a:pt x="860" y="409"/>
                  </a:lnTo>
                  <a:lnTo>
                    <a:pt x="460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6"/>
            <p:cNvSpPr/>
            <p:nvPr/>
          </p:nvSpPr>
          <p:spPr>
            <a:xfrm>
              <a:off x="6201152" y="3388177"/>
              <a:ext cx="56218" cy="56431"/>
            </a:xfrm>
            <a:custGeom>
              <a:avLst/>
              <a:gdLst/>
              <a:ahLst/>
              <a:cxnLst/>
              <a:rect l="l" t="t" r="r" b="b"/>
              <a:pathLst>
                <a:path w="526" h="528" extrusionOk="0">
                  <a:moveTo>
                    <a:pt x="460" y="1"/>
                  </a:moveTo>
                  <a:lnTo>
                    <a:pt x="1" y="460"/>
                  </a:lnTo>
                  <a:lnTo>
                    <a:pt x="67" y="527"/>
                  </a:lnTo>
                  <a:lnTo>
                    <a:pt x="525" y="76"/>
                  </a:lnTo>
                  <a:lnTo>
                    <a:pt x="460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6"/>
            <p:cNvSpPr/>
            <p:nvPr/>
          </p:nvSpPr>
          <p:spPr>
            <a:xfrm>
              <a:off x="6235994" y="3428684"/>
              <a:ext cx="99075" cy="106129"/>
            </a:xfrm>
            <a:custGeom>
              <a:avLst/>
              <a:gdLst/>
              <a:ahLst/>
              <a:cxnLst/>
              <a:rect l="l" t="t" r="r" b="b"/>
              <a:pathLst>
                <a:path w="927" h="993" extrusionOk="0">
                  <a:moveTo>
                    <a:pt x="503" y="111"/>
                  </a:moveTo>
                  <a:lnTo>
                    <a:pt x="815" y="422"/>
                  </a:lnTo>
                  <a:lnTo>
                    <a:pt x="363" y="874"/>
                  </a:lnTo>
                  <a:lnTo>
                    <a:pt x="103" y="518"/>
                  </a:lnTo>
                  <a:lnTo>
                    <a:pt x="503" y="111"/>
                  </a:lnTo>
                  <a:close/>
                  <a:moveTo>
                    <a:pt x="503" y="1"/>
                  </a:moveTo>
                  <a:lnTo>
                    <a:pt x="0" y="511"/>
                  </a:lnTo>
                  <a:lnTo>
                    <a:pt x="349" y="993"/>
                  </a:lnTo>
                  <a:lnTo>
                    <a:pt x="927" y="422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6"/>
            <p:cNvSpPr/>
            <p:nvPr/>
          </p:nvSpPr>
          <p:spPr>
            <a:xfrm>
              <a:off x="6268485" y="3467481"/>
              <a:ext cx="103885" cy="110939"/>
            </a:xfrm>
            <a:custGeom>
              <a:avLst/>
              <a:gdLst/>
              <a:ahLst/>
              <a:cxnLst/>
              <a:rect l="l" t="t" r="r" b="b"/>
              <a:pathLst>
                <a:path w="972" h="1038" extrusionOk="0">
                  <a:moveTo>
                    <a:pt x="562" y="111"/>
                  </a:moveTo>
                  <a:lnTo>
                    <a:pt x="859" y="408"/>
                  </a:lnTo>
                  <a:lnTo>
                    <a:pt x="349" y="918"/>
                  </a:lnTo>
                  <a:lnTo>
                    <a:pt x="103" y="578"/>
                  </a:lnTo>
                  <a:lnTo>
                    <a:pt x="562" y="111"/>
                  </a:lnTo>
                  <a:close/>
                  <a:moveTo>
                    <a:pt x="562" y="0"/>
                  </a:moveTo>
                  <a:lnTo>
                    <a:pt x="0" y="562"/>
                  </a:lnTo>
                  <a:lnTo>
                    <a:pt x="340" y="1037"/>
                  </a:lnTo>
                  <a:lnTo>
                    <a:pt x="971" y="408"/>
                  </a:lnTo>
                  <a:lnTo>
                    <a:pt x="562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6"/>
            <p:cNvSpPr/>
            <p:nvPr/>
          </p:nvSpPr>
          <p:spPr>
            <a:xfrm>
              <a:off x="6300976" y="3506277"/>
              <a:ext cx="110191" cy="117351"/>
            </a:xfrm>
            <a:custGeom>
              <a:avLst/>
              <a:gdLst/>
              <a:ahLst/>
              <a:cxnLst/>
              <a:rect l="l" t="t" r="r" b="b"/>
              <a:pathLst>
                <a:path w="1031" h="1098" extrusionOk="0">
                  <a:moveTo>
                    <a:pt x="623" y="110"/>
                  </a:moveTo>
                  <a:lnTo>
                    <a:pt x="918" y="407"/>
                  </a:lnTo>
                  <a:lnTo>
                    <a:pt x="356" y="978"/>
                  </a:lnTo>
                  <a:lnTo>
                    <a:pt x="104" y="630"/>
                  </a:lnTo>
                  <a:lnTo>
                    <a:pt x="623" y="110"/>
                  </a:lnTo>
                  <a:close/>
                  <a:moveTo>
                    <a:pt x="623" y="0"/>
                  </a:moveTo>
                  <a:lnTo>
                    <a:pt x="0" y="623"/>
                  </a:lnTo>
                  <a:lnTo>
                    <a:pt x="340" y="1097"/>
                  </a:lnTo>
                  <a:lnTo>
                    <a:pt x="1030" y="407"/>
                  </a:lnTo>
                  <a:lnTo>
                    <a:pt x="623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6"/>
            <p:cNvSpPr/>
            <p:nvPr/>
          </p:nvSpPr>
          <p:spPr>
            <a:xfrm>
              <a:off x="6299266" y="3504674"/>
              <a:ext cx="74600" cy="74494"/>
            </a:xfrm>
            <a:custGeom>
              <a:avLst/>
              <a:gdLst/>
              <a:ahLst/>
              <a:cxnLst/>
              <a:rect l="l" t="t" r="r" b="b"/>
              <a:pathLst>
                <a:path w="698" h="697" extrusionOk="0">
                  <a:moveTo>
                    <a:pt x="630" y="1"/>
                  </a:moveTo>
                  <a:lnTo>
                    <a:pt x="0" y="631"/>
                  </a:lnTo>
                  <a:lnTo>
                    <a:pt x="68" y="696"/>
                  </a:lnTo>
                  <a:lnTo>
                    <a:pt x="697" y="74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6"/>
            <p:cNvSpPr/>
            <p:nvPr/>
          </p:nvSpPr>
          <p:spPr>
            <a:xfrm>
              <a:off x="6166952" y="3274887"/>
              <a:ext cx="88174" cy="87426"/>
            </a:xfrm>
            <a:custGeom>
              <a:avLst/>
              <a:gdLst/>
              <a:ahLst/>
              <a:cxnLst/>
              <a:rect l="l" t="t" r="r" b="b"/>
              <a:pathLst>
                <a:path w="825" h="818" extrusionOk="0">
                  <a:moveTo>
                    <a:pt x="401" y="113"/>
                  </a:moveTo>
                  <a:lnTo>
                    <a:pt x="712" y="417"/>
                  </a:lnTo>
                  <a:lnTo>
                    <a:pt x="424" y="705"/>
                  </a:lnTo>
                  <a:lnTo>
                    <a:pt x="113" y="401"/>
                  </a:lnTo>
                  <a:lnTo>
                    <a:pt x="401" y="113"/>
                  </a:lnTo>
                  <a:close/>
                  <a:moveTo>
                    <a:pt x="401" y="1"/>
                  </a:moveTo>
                  <a:lnTo>
                    <a:pt x="1" y="401"/>
                  </a:lnTo>
                  <a:lnTo>
                    <a:pt x="424" y="817"/>
                  </a:lnTo>
                  <a:lnTo>
                    <a:pt x="824" y="417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6"/>
            <p:cNvSpPr/>
            <p:nvPr/>
          </p:nvSpPr>
          <p:spPr>
            <a:xfrm>
              <a:off x="6205962" y="3313683"/>
              <a:ext cx="92663" cy="86571"/>
            </a:xfrm>
            <a:custGeom>
              <a:avLst/>
              <a:gdLst/>
              <a:ahLst/>
              <a:cxnLst/>
              <a:rect l="l" t="t" r="r" b="b"/>
              <a:pathLst>
                <a:path w="867" h="810" extrusionOk="0">
                  <a:moveTo>
                    <a:pt x="407" y="106"/>
                  </a:moveTo>
                  <a:lnTo>
                    <a:pt x="747" y="356"/>
                  </a:lnTo>
                  <a:lnTo>
                    <a:pt x="407" y="698"/>
                  </a:lnTo>
                  <a:lnTo>
                    <a:pt x="110" y="401"/>
                  </a:lnTo>
                  <a:lnTo>
                    <a:pt x="407" y="106"/>
                  </a:lnTo>
                  <a:close/>
                  <a:moveTo>
                    <a:pt x="400" y="1"/>
                  </a:moveTo>
                  <a:lnTo>
                    <a:pt x="0" y="401"/>
                  </a:lnTo>
                  <a:lnTo>
                    <a:pt x="407" y="810"/>
                  </a:lnTo>
                  <a:lnTo>
                    <a:pt x="866" y="342"/>
                  </a:lnTo>
                  <a:lnTo>
                    <a:pt x="400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6"/>
            <p:cNvSpPr/>
            <p:nvPr/>
          </p:nvSpPr>
          <p:spPr>
            <a:xfrm>
              <a:off x="6244651" y="3346922"/>
              <a:ext cx="99182" cy="92128"/>
            </a:xfrm>
            <a:custGeom>
              <a:avLst/>
              <a:gdLst/>
              <a:ahLst/>
              <a:cxnLst/>
              <a:rect l="l" t="t" r="r" b="b"/>
              <a:pathLst>
                <a:path w="928" h="862" extrusionOk="0">
                  <a:moveTo>
                    <a:pt x="460" y="106"/>
                  </a:moveTo>
                  <a:lnTo>
                    <a:pt x="808" y="349"/>
                  </a:lnTo>
                  <a:lnTo>
                    <a:pt x="408" y="750"/>
                  </a:lnTo>
                  <a:lnTo>
                    <a:pt x="111" y="454"/>
                  </a:lnTo>
                  <a:lnTo>
                    <a:pt x="460" y="106"/>
                  </a:lnTo>
                  <a:close/>
                  <a:moveTo>
                    <a:pt x="453" y="1"/>
                  </a:moveTo>
                  <a:lnTo>
                    <a:pt x="1" y="454"/>
                  </a:lnTo>
                  <a:lnTo>
                    <a:pt x="408" y="862"/>
                  </a:lnTo>
                  <a:lnTo>
                    <a:pt x="928" y="342"/>
                  </a:lnTo>
                  <a:lnTo>
                    <a:pt x="453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6"/>
            <p:cNvSpPr/>
            <p:nvPr/>
          </p:nvSpPr>
          <p:spPr>
            <a:xfrm>
              <a:off x="6243903" y="3345426"/>
              <a:ext cx="55469" cy="55576"/>
            </a:xfrm>
            <a:custGeom>
              <a:avLst/>
              <a:gdLst/>
              <a:ahLst/>
              <a:cxnLst/>
              <a:rect l="l" t="t" r="r" b="b"/>
              <a:pathLst>
                <a:path w="519" h="520" extrusionOk="0">
                  <a:moveTo>
                    <a:pt x="453" y="1"/>
                  </a:moveTo>
                  <a:lnTo>
                    <a:pt x="1" y="452"/>
                  </a:lnTo>
                  <a:lnTo>
                    <a:pt x="67" y="520"/>
                  </a:lnTo>
                  <a:lnTo>
                    <a:pt x="518" y="68"/>
                  </a:lnTo>
                  <a:lnTo>
                    <a:pt x="453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6"/>
            <p:cNvSpPr/>
            <p:nvPr/>
          </p:nvSpPr>
          <p:spPr>
            <a:xfrm>
              <a:off x="6283448" y="3379520"/>
              <a:ext cx="106236" cy="99075"/>
            </a:xfrm>
            <a:custGeom>
              <a:avLst/>
              <a:gdLst/>
              <a:ahLst/>
              <a:cxnLst/>
              <a:rect l="l" t="t" r="r" b="b"/>
              <a:pathLst>
                <a:path w="994" h="927" extrusionOk="0">
                  <a:moveTo>
                    <a:pt x="520" y="105"/>
                  </a:moveTo>
                  <a:lnTo>
                    <a:pt x="876" y="363"/>
                  </a:lnTo>
                  <a:lnTo>
                    <a:pt x="422" y="816"/>
                  </a:lnTo>
                  <a:lnTo>
                    <a:pt x="111" y="512"/>
                  </a:lnTo>
                  <a:lnTo>
                    <a:pt x="520" y="105"/>
                  </a:lnTo>
                  <a:close/>
                  <a:moveTo>
                    <a:pt x="511" y="0"/>
                  </a:moveTo>
                  <a:lnTo>
                    <a:pt x="1" y="512"/>
                  </a:lnTo>
                  <a:lnTo>
                    <a:pt x="422" y="927"/>
                  </a:lnTo>
                  <a:lnTo>
                    <a:pt x="993" y="356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6"/>
            <p:cNvSpPr/>
            <p:nvPr/>
          </p:nvSpPr>
          <p:spPr>
            <a:xfrm>
              <a:off x="6322244" y="3412011"/>
              <a:ext cx="110939" cy="104633"/>
            </a:xfrm>
            <a:custGeom>
              <a:avLst/>
              <a:gdLst/>
              <a:ahLst/>
              <a:cxnLst/>
              <a:rect l="l" t="t" r="r" b="b"/>
              <a:pathLst>
                <a:path w="1038" h="979" extrusionOk="0">
                  <a:moveTo>
                    <a:pt x="579" y="103"/>
                  </a:moveTo>
                  <a:lnTo>
                    <a:pt x="920" y="356"/>
                  </a:lnTo>
                  <a:lnTo>
                    <a:pt x="408" y="868"/>
                  </a:lnTo>
                  <a:lnTo>
                    <a:pt x="113" y="571"/>
                  </a:lnTo>
                  <a:lnTo>
                    <a:pt x="579" y="103"/>
                  </a:lnTo>
                  <a:close/>
                  <a:moveTo>
                    <a:pt x="571" y="0"/>
                  </a:moveTo>
                  <a:lnTo>
                    <a:pt x="1" y="571"/>
                  </a:lnTo>
                  <a:lnTo>
                    <a:pt x="408" y="978"/>
                  </a:lnTo>
                  <a:lnTo>
                    <a:pt x="1037" y="34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6"/>
            <p:cNvSpPr/>
            <p:nvPr/>
          </p:nvSpPr>
          <p:spPr>
            <a:xfrm>
              <a:off x="6361041" y="3445250"/>
              <a:ext cx="117351" cy="110191"/>
            </a:xfrm>
            <a:custGeom>
              <a:avLst/>
              <a:gdLst/>
              <a:ahLst/>
              <a:cxnLst/>
              <a:rect l="l" t="t" r="r" b="b"/>
              <a:pathLst>
                <a:path w="1098" h="1031" extrusionOk="0">
                  <a:moveTo>
                    <a:pt x="630" y="96"/>
                  </a:moveTo>
                  <a:lnTo>
                    <a:pt x="978" y="349"/>
                  </a:lnTo>
                  <a:lnTo>
                    <a:pt x="408" y="920"/>
                  </a:lnTo>
                  <a:lnTo>
                    <a:pt x="112" y="623"/>
                  </a:lnTo>
                  <a:lnTo>
                    <a:pt x="630" y="96"/>
                  </a:lnTo>
                  <a:close/>
                  <a:moveTo>
                    <a:pt x="623" y="0"/>
                  </a:moveTo>
                  <a:lnTo>
                    <a:pt x="0" y="623"/>
                  </a:lnTo>
                  <a:lnTo>
                    <a:pt x="408" y="1030"/>
                  </a:lnTo>
                  <a:lnTo>
                    <a:pt x="1098" y="335"/>
                  </a:lnTo>
                  <a:lnTo>
                    <a:pt x="623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6"/>
            <p:cNvSpPr/>
            <p:nvPr/>
          </p:nvSpPr>
          <p:spPr>
            <a:xfrm>
              <a:off x="6359544" y="3443006"/>
              <a:ext cx="74600" cy="74387"/>
            </a:xfrm>
            <a:custGeom>
              <a:avLst/>
              <a:gdLst/>
              <a:ahLst/>
              <a:cxnLst/>
              <a:rect l="l" t="t" r="r" b="b"/>
              <a:pathLst>
                <a:path w="698" h="696" extrusionOk="0">
                  <a:moveTo>
                    <a:pt x="630" y="0"/>
                  </a:moveTo>
                  <a:lnTo>
                    <a:pt x="0" y="630"/>
                  </a:lnTo>
                  <a:lnTo>
                    <a:pt x="75" y="695"/>
                  </a:lnTo>
                  <a:lnTo>
                    <a:pt x="697" y="66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6"/>
            <p:cNvSpPr/>
            <p:nvPr/>
          </p:nvSpPr>
          <p:spPr>
            <a:xfrm>
              <a:off x="6056120" y="3200607"/>
              <a:ext cx="118955" cy="118955"/>
            </a:xfrm>
            <a:custGeom>
              <a:avLst/>
              <a:gdLst/>
              <a:ahLst/>
              <a:cxnLst/>
              <a:rect l="l" t="t" r="r" b="b"/>
              <a:pathLst>
                <a:path w="1113" h="1113" extrusionOk="0">
                  <a:moveTo>
                    <a:pt x="1054" y="1"/>
                  </a:moveTo>
                  <a:lnTo>
                    <a:pt x="1" y="1059"/>
                  </a:lnTo>
                  <a:lnTo>
                    <a:pt x="60" y="1112"/>
                  </a:lnTo>
                  <a:lnTo>
                    <a:pt x="1112" y="5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6"/>
            <p:cNvSpPr/>
            <p:nvPr/>
          </p:nvSpPr>
          <p:spPr>
            <a:xfrm>
              <a:off x="6233536" y="3031098"/>
              <a:ext cx="111794" cy="110939"/>
            </a:xfrm>
            <a:custGeom>
              <a:avLst/>
              <a:gdLst/>
              <a:ahLst/>
              <a:cxnLst/>
              <a:rect l="l" t="t" r="r" b="b"/>
              <a:pathLst>
                <a:path w="1046" h="1038" extrusionOk="0">
                  <a:moveTo>
                    <a:pt x="68" y="0"/>
                  </a:moveTo>
                  <a:lnTo>
                    <a:pt x="0" y="66"/>
                  </a:lnTo>
                  <a:lnTo>
                    <a:pt x="512" y="585"/>
                  </a:lnTo>
                  <a:lnTo>
                    <a:pt x="519" y="578"/>
                  </a:lnTo>
                  <a:lnTo>
                    <a:pt x="978" y="1037"/>
                  </a:lnTo>
                  <a:lnTo>
                    <a:pt x="1046" y="971"/>
                  </a:lnTo>
                  <a:lnTo>
                    <a:pt x="526" y="452"/>
                  </a:lnTo>
                  <a:lnTo>
                    <a:pt x="526" y="459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6"/>
            <p:cNvSpPr/>
            <p:nvPr/>
          </p:nvSpPr>
          <p:spPr>
            <a:xfrm>
              <a:off x="6167914" y="3156894"/>
              <a:ext cx="87960" cy="88067"/>
            </a:xfrm>
            <a:custGeom>
              <a:avLst/>
              <a:gdLst/>
              <a:ahLst/>
              <a:cxnLst/>
              <a:rect l="l" t="t" r="r" b="b"/>
              <a:pathLst>
                <a:path w="823" h="824" extrusionOk="0">
                  <a:moveTo>
                    <a:pt x="422" y="113"/>
                  </a:moveTo>
                  <a:lnTo>
                    <a:pt x="703" y="401"/>
                  </a:lnTo>
                  <a:lnTo>
                    <a:pt x="401" y="712"/>
                  </a:lnTo>
                  <a:lnTo>
                    <a:pt x="111" y="424"/>
                  </a:lnTo>
                  <a:lnTo>
                    <a:pt x="422" y="113"/>
                  </a:lnTo>
                  <a:close/>
                  <a:moveTo>
                    <a:pt x="422" y="1"/>
                  </a:moveTo>
                  <a:lnTo>
                    <a:pt x="1" y="424"/>
                  </a:lnTo>
                  <a:lnTo>
                    <a:pt x="401" y="824"/>
                  </a:lnTo>
                  <a:lnTo>
                    <a:pt x="822" y="401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6"/>
            <p:cNvSpPr/>
            <p:nvPr/>
          </p:nvSpPr>
          <p:spPr>
            <a:xfrm>
              <a:off x="6206710" y="3119807"/>
              <a:ext cx="92663" cy="85716"/>
            </a:xfrm>
            <a:custGeom>
              <a:avLst/>
              <a:gdLst/>
              <a:ahLst/>
              <a:cxnLst/>
              <a:rect l="l" t="t" r="r" b="b"/>
              <a:pathLst>
                <a:path w="867" h="802" extrusionOk="0">
                  <a:moveTo>
                    <a:pt x="408" y="111"/>
                  </a:moveTo>
                  <a:lnTo>
                    <a:pt x="749" y="452"/>
                  </a:lnTo>
                  <a:lnTo>
                    <a:pt x="408" y="696"/>
                  </a:lnTo>
                  <a:lnTo>
                    <a:pt x="111" y="408"/>
                  </a:lnTo>
                  <a:lnTo>
                    <a:pt x="408" y="111"/>
                  </a:lnTo>
                  <a:close/>
                  <a:moveTo>
                    <a:pt x="408" y="1"/>
                  </a:moveTo>
                  <a:lnTo>
                    <a:pt x="0" y="408"/>
                  </a:lnTo>
                  <a:lnTo>
                    <a:pt x="393" y="801"/>
                  </a:lnTo>
                  <a:lnTo>
                    <a:pt x="866" y="460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6"/>
            <p:cNvSpPr/>
            <p:nvPr/>
          </p:nvSpPr>
          <p:spPr>
            <a:xfrm>
              <a:off x="6245506" y="3080904"/>
              <a:ext cx="99075" cy="92022"/>
            </a:xfrm>
            <a:custGeom>
              <a:avLst/>
              <a:gdLst/>
              <a:ahLst/>
              <a:cxnLst/>
              <a:rect l="l" t="t" r="r" b="b"/>
              <a:pathLst>
                <a:path w="927" h="861" extrusionOk="0">
                  <a:moveTo>
                    <a:pt x="407" y="112"/>
                  </a:moveTo>
                  <a:lnTo>
                    <a:pt x="807" y="512"/>
                  </a:lnTo>
                  <a:lnTo>
                    <a:pt x="459" y="756"/>
                  </a:lnTo>
                  <a:lnTo>
                    <a:pt x="110" y="409"/>
                  </a:lnTo>
                  <a:lnTo>
                    <a:pt x="407" y="112"/>
                  </a:lnTo>
                  <a:close/>
                  <a:moveTo>
                    <a:pt x="407" y="0"/>
                  </a:moveTo>
                  <a:lnTo>
                    <a:pt x="0" y="409"/>
                  </a:lnTo>
                  <a:lnTo>
                    <a:pt x="452" y="861"/>
                  </a:lnTo>
                  <a:lnTo>
                    <a:pt x="927" y="520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6"/>
            <p:cNvSpPr/>
            <p:nvPr/>
          </p:nvSpPr>
          <p:spPr>
            <a:xfrm>
              <a:off x="6243903" y="3118097"/>
              <a:ext cx="56218" cy="56431"/>
            </a:xfrm>
            <a:custGeom>
              <a:avLst/>
              <a:gdLst/>
              <a:ahLst/>
              <a:cxnLst/>
              <a:rect l="l" t="t" r="r" b="b"/>
              <a:pathLst>
                <a:path w="526" h="528" extrusionOk="0">
                  <a:moveTo>
                    <a:pt x="74" y="1"/>
                  </a:moveTo>
                  <a:lnTo>
                    <a:pt x="1" y="68"/>
                  </a:lnTo>
                  <a:lnTo>
                    <a:pt x="460" y="527"/>
                  </a:lnTo>
                  <a:lnTo>
                    <a:pt x="525" y="461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6"/>
            <p:cNvSpPr/>
            <p:nvPr/>
          </p:nvSpPr>
          <p:spPr>
            <a:xfrm>
              <a:off x="6284196" y="3040611"/>
              <a:ext cx="106236" cy="99824"/>
            </a:xfrm>
            <a:custGeom>
              <a:avLst/>
              <a:gdLst/>
              <a:ahLst/>
              <a:cxnLst/>
              <a:rect l="l" t="t" r="r" b="b"/>
              <a:pathLst>
                <a:path w="994" h="934" extrusionOk="0">
                  <a:moveTo>
                    <a:pt x="415" y="119"/>
                  </a:moveTo>
                  <a:lnTo>
                    <a:pt x="876" y="571"/>
                  </a:lnTo>
                  <a:lnTo>
                    <a:pt x="520" y="831"/>
                  </a:lnTo>
                  <a:lnTo>
                    <a:pt x="113" y="422"/>
                  </a:lnTo>
                  <a:lnTo>
                    <a:pt x="415" y="119"/>
                  </a:lnTo>
                  <a:close/>
                  <a:moveTo>
                    <a:pt x="415" y="0"/>
                  </a:moveTo>
                  <a:lnTo>
                    <a:pt x="1" y="422"/>
                  </a:lnTo>
                  <a:lnTo>
                    <a:pt x="513" y="934"/>
                  </a:lnTo>
                  <a:lnTo>
                    <a:pt x="993" y="578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6"/>
            <p:cNvSpPr/>
            <p:nvPr/>
          </p:nvSpPr>
          <p:spPr>
            <a:xfrm>
              <a:off x="6322992" y="3003310"/>
              <a:ext cx="111153" cy="103885"/>
            </a:xfrm>
            <a:custGeom>
              <a:avLst/>
              <a:gdLst/>
              <a:ahLst/>
              <a:cxnLst/>
              <a:rect l="l" t="t" r="r" b="b"/>
              <a:pathLst>
                <a:path w="1040" h="972" extrusionOk="0">
                  <a:moveTo>
                    <a:pt x="408" y="113"/>
                  </a:moveTo>
                  <a:lnTo>
                    <a:pt x="920" y="623"/>
                  </a:lnTo>
                  <a:lnTo>
                    <a:pt x="579" y="876"/>
                  </a:lnTo>
                  <a:lnTo>
                    <a:pt x="113" y="408"/>
                  </a:lnTo>
                  <a:lnTo>
                    <a:pt x="408" y="113"/>
                  </a:lnTo>
                  <a:close/>
                  <a:moveTo>
                    <a:pt x="408" y="1"/>
                  </a:moveTo>
                  <a:lnTo>
                    <a:pt x="1" y="408"/>
                  </a:lnTo>
                  <a:lnTo>
                    <a:pt x="564" y="972"/>
                  </a:lnTo>
                  <a:lnTo>
                    <a:pt x="1039" y="637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6"/>
            <p:cNvSpPr/>
            <p:nvPr/>
          </p:nvSpPr>
          <p:spPr>
            <a:xfrm>
              <a:off x="6361789" y="2964514"/>
              <a:ext cx="117351" cy="110191"/>
            </a:xfrm>
            <a:custGeom>
              <a:avLst/>
              <a:gdLst/>
              <a:ahLst/>
              <a:cxnLst/>
              <a:rect l="l" t="t" r="r" b="b"/>
              <a:pathLst>
                <a:path w="1098" h="1031" extrusionOk="0">
                  <a:moveTo>
                    <a:pt x="409" y="111"/>
                  </a:moveTo>
                  <a:lnTo>
                    <a:pt x="979" y="682"/>
                  </a:lnTo>
                  <a:lnTo>
                    <a:pt x="632" y="927"/>
                  </a:lnTo>
                  <a:lnTo>
                    <a:pt x="112" y="408"/>
                  </a:lnTo>
                  <a:lnTo>
                    <a:pt x="409" y="111"/>
                  </a:lnTo>
                  <a:close/>
                  <a:moveTo>
                    <a:pt x="409" y="1"/>
                  </a:moveTo>
                  <a:lnTo>
                    <a:pt x="0" y="408"/>
                  </a:lnTo>
                  <a:lnTo>
                    <a:pt x="623" y="1031"/>
                  </a:lnTo>
                  <a:lnTo>
                    <a:pt x="1098" y="68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6"/>
            <p:cNvSpPr/>
            <p:nvPr/>
          </p:nvSpPr>
          <p:spPr>
            <a:xfrm>
              <a:off x="6360293" y="3001814"/>
              <a:ext cx="74600" cy="74387"/>
            </a:xfrm>
            <a:custGeom>
              <a:avLst/>
              <a:gdLst/>
              <a:ahLst/>
              <a:cxnLst/>
              <a:rect l="l" t="t" r="r" b="b"/>
              <a:pathLst>
                <a:path w="698" h="696" extrusionOk="0">
                  <a:moveTo>
                    <a:pt x="68" y="0"/>
                  </a:moveTo>
                  <a:lnTo>
                    <a:pt x="0" y="73"/>
                  </a:lnTo>
                  <a:lnTo>
                    <a:pt x="630" y="696"/>
                  </a:lnTo>
                  <a:lnTo>
                    <a:pt x="697" y="630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6"/>
            <p:cNvSpPr/>
            <p:nvPr/>
          </p:nvSpPr>
          <p:spPr>
            <a:xfrm>
              <a:off x="6130614" y="3121410"/>
              <a:ext cx="87212" cy="87105"/>
            </a:xfrm>
            <a:custGeom>
              <a:avLst/>
              <a:gdLst/>
              <a:ahLst/>
              <a:cxnLst/>
              <a:rect l="l" t="t" r="r" b="b"/>
              <a:pathLst>
                <a:path w="816" h="815" extrusionOk="0">
                  <a:moveTo>
                    <a:pt x="415" y="110"/>
                  </a:moveTo>
                  <a:lnTo>
                    <a:pt x="705" y="400"/>
                  </a:lnTo>
                  <a:lnTo>
                    <a:pt x="401" y="704"/>
                  </a:lnTo>
                  <a:lnTo>
                    <a:pt x="111" y="414"/>
                  </a:lnTo>
                  <a:lnTo>
                    <a:pt x="415" y="110"/>
                  </a:lnTo>
                  <a:close/>
                  <a:moveTo>
                    <a:pt x="415" y="0"/>
                  </a:moveTo>
                  <a:lnTo>
                    <a:pt x="1" y="414"/>
                  </a:lnTo>
                  <a:lnTo>
                    <a:pt x="401" y="815"/>
                  </a:lnTo>
                  <a:lnTo>
                    <a:pt x="815" y="40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6"/>
            <p:cNvSpPr/>
            <p:nvPr/>
          </p:nvSpPr>
          <p:spPr>
            <a:xfrm>
              <a:off x="6169410" y="3077056"/>
              <a:ext cx="86464" cy="92663"/>
            </a:xfrm>
            <a:custGeom>
              <a:avLst/>
              <a:gdLst/>
              <a:ahLst/>
              <a:cxnLst/>
              <a:rect l="l" t="t" r="r" b="b"/>
              <a:pathLst>
                <a:path w="809" h="867" extrusionOk="0">
                  <a:moveTo>
                    <a:pt x="356" y="118"/>
                  </a:moveTo>
                  <a:lnTo>
                    <a:pt x="698" y="459"/>
                  </a:lnTo>
                  <a:lnTo>
                    <a:pt x="401" y="756"/>
                  </a:lnTo>
                  <a:lnTo>
                    <a:pt x="104" y="467"/>
                  </a:lnTo>
                  <a:lnTo>
                    <a:pt x="356" y="118"/>
                  </a:lnTo>
                  <a:close/>
                  <a:moveTo>
                    <a:pt x="342" y="1"/>
                  </a:moveTo>
                  <a:lnTo>
                    <a:pt x="1" y="474"/>
                  </a:lnTo>
                  <a:lnTo>
                    <a:pt x="401" y="867"/>
                  </a:lnTo>
                  <a:lnTo>
                    <a:pt x="808" y="459"/>
                  </a:lnTo>
                  <a:lnTo>
                    <a:pt x="342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6"/>
            <p:cNvSpPr/>
            <p:nvPr/>
          </p:nvSpPr>
          <p:spPr>
            <a:xfrm>
              <a:off x="6202649" y="3031847"/>
              <a:ext cx="91915" cy="99075"/>
            </a:xfrm>
            <a:custGeom>
              <a:avLst/>
              <a:gdLst/>
              <a:ahLst/>
              <a:cxnLst/>
              <a:rect l="l" t="t" r="r" b="b"/>
              <a:pathLst>
                <a:path w="860" h="927" extrusionOk="0">
                  <a:moveTo>
                    <a:pt x="350" y="127"/>
                  </a:moveTo>
                  <a:lnTo>
                    <a:pt x="750" y="520"/>
                  </a:lnTo>
                  <a:lnTo>
                    <a:pt x="453" y="815"/>
                  </a:lnTo>
                  <a:lnTo>
                    <a:pt x="104" y="468"/>
                  </a:lnTo>
                  <a:lnTo>
                    <a:pt x="350" y="127"/>
                  </a:lnTo>
                  <a:close/>
                  <a:moveTo>
                    <a:pt x="342" y="0"/>
                  </a:moveTo>
                  <a:lnTo>
                    <a:pt x="1" y="475"/>
                  </a:lnTo>
                  <a:lnTo>
                    <a:pt x="453" y="927"/>
                  </a:lnTo>
                  <a:lnTo>
                    <a:pt x="860" y="520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6"/>
            <p:cNvSpPr/>
            <p:nvPr/>
          </p:nvSpPr>
          <p:spPr>
            <a:xfrm>
              <a:off x="6200191" y="3076094"/>
              <a:ext cx="56431" cy="56431"/>
            </a:xfrm>
            <a:custGeom>
              <a:avLst/>
              <a:gdLst/>
              <a:ahLst/>
              <a:cxnLst/>
              <a:rect l="l" t="t" r="r" b="b"/>
              <a:pathLst>
                <a:path w="528" h="528" extrusionOk="0">
                  <a:moveTo>
                    <a:pt x="76" y="1"/>
                  </a:moveTo>
                  <a:lnTo>
                    <a:pt x="1" y="68"/>
                  </a:lnTo>
                  <a:lnTo>
                    <a:pt x="461" y="527"/>
                  </a:lnTo>
                  <a:lnTo>
                    <a:pt x="527" y="461"/>
                  </a:lnTo>
                  <a:lnTo>
                    <a:pt x="76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6"/>
            <p:cNvSpPr/>
            <p:nvPr/>
          </p:nvSpPr>
          <p:spPr>
            <a:xfrm>
              <a:off x="6235246" y="2985889"/>
              <a:ext cx="99075" cy="106343"/>
            </a:xfrm>
            <a:custGeom>
              <a:avLst/>
              <a:gdLst/>
              <a:ahLst/>
              <a:cxnLst/>
              <a:rect l="l" t="t" r="r" b="b"/>
              <a:pathLst>
                <a:path w="927" h="995" extrusionOk="0">
                  <a:moveTo>
                    <a:pt x="363" y="119"/>
                  </a:moveTo>
                  <a:lnTo>
                    <a:pt x="815" y="578"/>
                  </a:lnTo>
                  <a:lnTo>
                    <a:pt x="510" y="882"/>
                  </a:lnTo>
                  <a:lnTo>
                    <a:pt x="103" y="475"/>
                  </a:lnTo>
                  <a:lnTo>
                    <a:pt x="363" y="119"/>
                  </a:lnTo>
                  <a:close/>
                  <a:moveTo>
                    <a:pt x="349" y="0"/>
                  </a:moveTo>
                  <a:lnTo>
                    <a:pt x="0" y="482"/>
                  </a:lnTo>
                  <a:lnTo>
                    <a:pt x="510" y="994"/>
                  </a:lnTo>
                  <a:lnTo>
                    <a:pt x="927" y="5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6"/>
            <p:cNvSpPr/>
            <p:nvPr/>
          </p:nvSpPr>
          <p:spPr>
            <a:xfrm>
              <a:off x="6267737" y="2942283"/>
              <a:ext cx="104633" cy="111153"/>
            </a:xfrm>
            <a:custGeom>
              <a:avLst/>
              <a:gdLst/>
              <a:ahLst/>
              <a:cxnLst/>
              <a:rect l="l" t="t" r="r" b="b"/>
              <a:pathLst>
                <a:path w="979" h="1040" extrusionOk="0">
                  <a:moveTo>
                    <a:pt x="347" y="120"/>
                  </a:moveTo>
                  <a:lnTo>
                    <a:pt x="859" y="630"/>
                  </a:lnTo>
                  <a:lnTo>
                    <a:pt x="569" y="927"/>
                  </a:lnTo>
                  <a:lnTo>
                    <a:pt x="103" y="468"/>
                  </a:lnTo>
                  <a:lnTo>
                    <a:pt x="347" y="120"/>
                  </a:lnTo>
                  <a:close/>
                  <a:moveTo>
                    <a:pt x="340" y="1"/>
                  </a:moveTo>
                  <a:lnTo>
                    <a:pt x="0" y="476"/>
                  </a:lnTo>
                  <a:lnTo>
                    <a:pt x="569" y="1039"/>
                  </a:lnTo>
                  <a:lnTo>
                    <a:pt x="978" y="630"/>
                  </a:lnTo>
                  <a:lnTo>
                    <a:pt x="340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6"/>
            <p:cNvSpPr/>
            <p:nvPr/>
          </p:nvSpPr>
          <p:spPr>
            <a:xfrm>
              <a:off x="6300014" y="2897287"/>
              <a:ext cx="111153" cy="117138"/>
            </a:xfrm>
            <a:custGeom>
              <a:avLst/>
              <a:gdLst/>
              <a:ahLst/>
              <a:cxnLst/>
              <a:rect l="l" t="t" r="r" b="b"/>
              <a:pathLst>
                <a:path w="1040" h="1096" extrusionOk="0">
                  <a:moveTo>
                    <a:pt x="356" y="127"/>
                  </a:moveTo>
                  <a:lnTo>
                    <a:pt x="920" y="689"/>
                  </a:lnTo>
                  <a:lnTo>
                    <a:pt x="632" y="986"/>
                  </a:lnTo>
                  <a:lnTo>
                    <a:pt x="105" y="466"/>
                  </a:lnTo>
                  <a:lnTo>
                    <a:pt x="356" y="127"/>
                  </a:lnTo>
                  <a:close/>
                  <a:moveTo>
                    <a:pt x="342" y="0"/>
                  </a:moveTo>
                  <a:lnTo>
                    <a:pt x="0" y="473"/>
                  </a:lnTo>
                  <a:lnTo>
                    <a:pt x="632" y="1096"/>
                  </a:lnTo>
                  <a:lnTo>
                    <a:pt x="1039" y="689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6"/>
            <p:cNvSpPr/>
            <p:nvPr/>
          </p:nvSpPr>
          <p:spPr>
            <a:xfrm>
              <a:off x="6298518" y="2941535"/>
              <a:ext cx="74600" cy="74600"/>
            </a:xfrm>
            <a:custGeom>
              <a:avLst/>
              <a:gdLst/>
              <a:ahLst/>
              <a:cxnLst/>
              <a:rect l="l" t="t" r="r" b="b"/>
              <a:pathLst>
                <a:path w="698" h="698" extrusionOk="0">
                  <a:moveTo>
                    <a:pt x="68" y="1"/>
                  </a:moveTo>
                  <a:lnTo>
                    <a:pt x="0" y="68"/>
                  </a:lnTo>
                  <a:lnTo>
                    <a:pt x="630" y="698"/>
                  </a:lnTo>
                  <a:lnTo>
                    <a:pt x="697" y="630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6"/>
            <p:cNvSpPr/>
            <p:nvPr/>
          </p:nvSpPr>
          <p:spPr>
            <a:xfrm>
              <a:off x="5885865" y="3378665"/>
              <a:ext cx="112649" cy="110191"/>
            </a:xfrm>
            <a:custGeom>
              <a:avLst/>
              <a:gdLst/>
              <a:ahLst/>
              <a:cxnLst/>
              <a:rect l="l" t="t" r="r" b="b"/>
              <a:pathLst>
                <a:path w="1054" h="1031" extrusionOk="0">
                  <a:moveTo>
                    <a:pt x="75" y="1"/>
                  </a:moveTo>
                  <a:lnTo>
                    <a:pt x="0" y="69"/>
                  </a:lnTo>
                  <a:lnTo>
                    <a:pt x="520" y="579"/>
                  </a:lnTo>
                  <a:lnTo>
                    <a:pt x="527" y="572"/>
                  </a:lnTo>
                  <a:lnTo>
                    <a:pt x="979" y="1031"/>
                  </a:lnTo>
                  <a:lnTo>
                    <a:pt x="1053" y="965"/>
                  </a:lnTo>
                  <a:lnTo>
                    <a:pt x="534" y="453"/>
                  </a:lnTo>
                  <a:lnTo>
                    <a:pt x="527" y="453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6"/>
            <p:cNvSpPr/>
            <p:nvPr/>
          </p:nvSpPr>
          <p:spPr>
            <a:xfrm>
              <a:off x="5976176" y="3275742"/>
              <a:ext cx="87319" cy="87319"/>
            </a:xfrm>
            <a:custGeom>
              <a:avLst/>
              <a:gdLst/>
              <a:ahLst/>
              <a:cxnLst/>
              <a:rect l="l" t="t" r="r" b="b"/>
              <a:pathLst>
                <a:path w="817" h="817" extrusionOk="0">
                  <a:moveTo>
                    <a:pt x="416" y="112"/>
                  </a:moveTo>
                  <a:lnTo>
                    <a:pt x="704" y="400"/>
                  </a:lnTo>
                  <a:lnTo>
                    <a:pt x="400" y="704"/>
                  </a:lnTo>
                  <a:lnTo>
                    <a:pt x="112" y="416"/>
                  </a:lnTo>
                  <a:lnTo>
                    <a:pt x="416" y="112"/>
                  </a:lnTo>
                  <a:close/>
                  <a:moveTo>
                    <a:pt x="416" y="0"/>
                  </a:moveTo>
                  <a:lnTo>
                    <a:pt x="0" y="416"/>
                  </a:lnTo>
                  <a:lnTo>
                    <a:pt x="400" y="816"/>
                  </a:lnTo>
                  <a:lnTo>
                    <a:pt x="816" y="400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6"/>
            <p:cNvSpPr/>
            <p:nvPr/>
          </p:nvSpPr>
          <p:spPr>
            <a:xfrm>
              <a:off x="5931822" y="3314645"/>
              <a:ext cx="92663" cy="86357"/>
            </a:xfrm>
            <a:custGeom>
              <a:avLst/>
              <a:gdLst/>
              <a:ahLst/>
              <a:cxnLst/>
              <a:rect l="l" t="t" r="r" b="b"/>
              <a:pathLst>
                <a:path w="867" h="808" extrusionOk="0">
                  <a:moveTo>
                    <a:pt x="467" y="104"/>
                  </a:moveTo>
                  <a:lnTo>
                    <a:pt x="757" y="401"/>
                  </a:lnTo>
                  <a:lnTo>
                    <a:pt x="460" y="689"/>
                  </a:lnTo>
                  <a:lnTo>
                    <a:pt x="127" y="356"/>
                  </a:lnTo>
                  <a:lnTo>
                    <a:pt x="467" y="104"/>
                  </a:lnTo>
                  <a:close/>
                  <a:moveTo>
                    <a:pt x="476" y="1"/>
                  </a:moveTo>
                  <a:lnTo>
                    <a:pt x="1" y="340"/>
                  </a:lnTo>
                  <a:lnTo>
                    <a:pt x="460" y="808"/>
                  </a:lnTo>
                  <a:lnTo>
                    <a:pt x="867" y="401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6"/>
            <p:cNvSpPr/>
            <p:nvPr/>
          </p:nvSpPr>
          <p:spPr>
            <a:xfrm>
              <a:off x="5886613" y="3347884"/>
              <a:ext cx="99182" cy="91915"/>
            </a:xfrm>
            <a:custGeom>
              <a:avLst/>
              <a:gdLst/>
              <a:ahLst/>
              <a:cxnLst/>
              <a:rect l="l" t="t" r="r" b="b"/>
              <a:pathLst>
                <a:path w="928" h="860" extrusionOk="0">
                  <a:moveTo>
                    <a:pt x="468" y="104"/>
                  </a:moveTo>
                  <a:lnTo>
                    <a:pt x="817" y="453"/>
                  </a:lnTo>
                  <a:lnTo>
                    <a:pt x="520" y="741"/>
                  </a:lnTo>
                  <a:lnTo>
                    <a:pt x="127" y="348"/>
                  </a:lnTo>
                  <a:lnTo>
                    <a:pt x="468" y="104"/>
                  </a:lnTo>
                  <a:close/>
                  <a:moveTo>
                    <a:pt x="475" y="1"/>
                  </a:moveTo>
                  <a:lnTo>
                    <a:pt x="1" y="333"/>
                  </a:lnTo>
                  <a:lnTo>
                    <a:pt x="520" y="860"/>
                  </a:lnTo>
                  <a:lnTo>
                    <a:pt x="927" y="453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6"/>
            <p:cNvSpPr/>
            <p:nvPr/>
          </p:nvSpPr>
          <p:spPr>
            <a:xfrm>
              <a:off x="5931074" y="3345426"/>
              <a:ext cx="56431" cy="56431"/>
            </a:xfrm>
            <a:custGeom>
              <a:avLst/>
              <a:gdLst/>
              <a:ahLst/>
              <a:cxnLst/>
              <a:rect l="l" t="t" r="r" b="b"/>
              <a:pathLst>
                <a:path w="528" h="528" extrusionOk="0">
                  <a:moveTo>
                    <a:pt x="66" y="1"/>
                  </a:moveTo>
                  <a:lnTo>
                    <a:pt x="1" y="75"/>
                  </a:lnTo>
                  <a:lnTo>
                    <a:pt x="459" y="527"/>
                  </a:lnTo>
                  <a:lnTo>
                    <a:pt x="527" y="460"/>
                  </a:lnTo>
                  <a:lnTo>
                    <a:pt x="66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6"/>
            <p:cNvSpPr/>
            <p:nvPr/>
          </p:nvSpPr>
          <p:spPr>
            <a:xfrm>
              <a:off x="5840763" y="3380268"/>
              <a:ext cx="106236" cy="99075"/>
            </a:xfrm>
            <a:custGeom>
              <a:avLst/>
              <a:gdLst/>
              <a:ahLst/>
              <a:cxnLst/>
              <a:rect l="l" t="t" r="r" b="b"/>
              <a:pathLst>
                <a:path w="994" h="927" extrusionOk="0">
                  <a:moveTo>
                    <a:pt x="474" y="105"/>
                  </a:moveTo>
                  <a:lnTo>
                    <a:pt x="883" y="512"/>
                  </a:lnTo>
                  <a:lnTo>
                    <a:pt x="579" y="816"/>
                  </a:lnTo>
                  <a:lnTo>
                    <a:pt x="127" y="365"/>
                  </a:lnTo>
                  <a:lnTo>
                    <a:pt x="474" y="105"/>
                  </a:lnTo>
                  <a:close/>
                  <a:moveTo>
                    <a:pt x="490" y="0"/>
                  </a:moveTo>
                  <a:lnTo>
                    <a:pt x="1" y="349"/>
                  </a:lnTo>
                  <a:lnTo>
                    <a:pt x="579" y="927"/>
                  </a:lnTo>
                  <a:lnTo>
                    <a:pt x="993" y="512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6"/>
            <p:cNvSpPr/>
            <p:nvPr/>
          </p:nvSpPr>
          <p:spPr>
            <a:xfrm>
              <a:off x="5797264" y="3412759"/>
              <a:ext cx="110939" cy="103885"/>
            </a:xfrm>
            <a:custGeom>
              <a:avLst/>
              <a:gdLst/>
              <a:ahLst/>
              <a:cxnLst/>
              <a:rect l="l" t="t" r="r" b="b"/>
              <a:pathLst>
                <a:path w="1038" h="972" extrusionOk="0">
                  <a:moveTo>
                    <a:pt x="467" y="105"/>
                  </a:moveTo>
                  <a:lnTo>
                    <a:pt x="925" y="571"/>
                  </a:lnTo>
                  <a:lnTo>
                    <a:pt x="637" y="861"/>
                  </a:lnTo>
                  <a:lnTo>
                    <a:pt x="125" y="349"/>
                  </a:lnTo>
                  <a:lnTo>
                    <a:pt x="467" y="105"/>
                  </a:lnTo>
                  <a:close/>
                  <a:moveTo>
                    <a:pt x="474" y="0"/>
                  </a:moveTo>
                  <a:lnTo>
                    <a:pt x="1" y="342"/>
                  </a:lnTo>
                  <a:lnTo>
                    <a:pt x="637" y="971"/>
                  </a:lnTo>
                  <a:lnTo>
                    <a:pt x="1037" y="571"/>
                  </a:lnTo>
                  <a:lnTo>
                    <a:pt x="474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6"/>
            <p:cNvSpPr/>
            <p:nvPr/>
          </p:nvSpPr>
          <p:spPr>
            <a:xfrm>
              <a:off x="5752054" y="3445250"/>
              <a:ext cx="117351" cy="110191"/>
            </a:xfrm>
            <a:custGeom>
              <a:avLst/>
              <a:gdLst/>
              <a:ahLst/>
              <a:cxnLst/>
              <a:rect l="l" t="t" r="r" b="b"/>
              <a:pathLst>
                <a:path w="1098" h="1031" extrusionOk="0">
                  <a:moveTo>
                    <a:pt x="468" y="103"/>
                  </a:moveTo>
                  <a:lnTo>
                    <a:pt x="986" y="630"/>
                  </a:lnTo>
                  <a:lnTo>
                    <a:pt x="698" y="920"/>
                  </a:lnTo>
                  <a:lnTo>
                    <a:pt x="127" y="356"/>
                  </a:lnTo>
                  <a:lnTo>
                    <a:pt x="468" y="103"/>
                  </a:lnTo>
                  <a:close/>
                  <a:moveTo>
                    <a:pt x="475" y="0"/>
                  </a:moveTo>
                  <a:lnTo>
                    <a:pt x="0" y="342"/>
                  </a:lnTo>
                  <a:lnTo>
                    <a:pt x="698" y="1030"/>
                  </a:lnTo>
                  <a:lnTo>
                    <a:pt x="1098" y="630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6"/>
            <p:cNvSpPr/>
            <p:nvPr/>
          </p:nvSpPr>
          <p:spPr>
            <a:xfrm>
              <a:off x="5796302" y="3443754"/>
              <a:ext cx="74600" cy="74387"/>
            </a:xfrm>
            <a:custGeom>
              <a:avLst/>
              <a:gdLst/>
              <a:ahLst/>
              <a:cxnLst/>
              <a:rect l="l" t="t" r="r" b="b"/>
              <a:pathLst>
                <a:path w="698" h="696" extrusionOk="0">
                  <a:moveTo>
                    <a:pt x="68" y="0"/>
                  </a:moveTo>
                  <a:lnTo>
                    <a:pt x="1" y="66"/>
                  </a:lnTo>
                  <a:lnTo>
                    <a:pt x="632" y="695"/>
                  </a:lnTo>
                  <a:lnTo>
                    <a:pt x="698" y="630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6"/>
            <p:cNvSpPr/>
            <p:nvPr/>
          </p:nvSpPr>
          <p:spPr>
            <a:xfrm>
              <a:off x="6013369" y="3311439"/>
              <a:ext cx="88174" cy="87853"/>
            </a:xfrm>
            <a:custGeom>
              <a:avLst/>
              <a:gdLst/>
              <a:ahLst/>
              <a:cxnLst/>
              <a:rect l="l" t="t" r="r" b="b"/>
              <a:pathLst>
                <a:path w="825" h="822" extrusionOk="0">
                  <a:moveTo>
                    <a:pt x="424" y="111"/>
                  </a:moveTo>
                  <a:lnTo>
                    <a:pt x="705" y="401"/>
                  </a:lnTo>
                  <a:lnTo>
                    <a:pt x="401" y="712"/>
                  </a:lnTo>
                  <a:lnTo>
                    <a:pt x="113" y="422"/>
                  </a:lnTo>
                  <a:lnTo>
                    <a:pt x="424" y="111"/>
                  </a:lnTo>
                  <a:close/>
                  <a:moveTo>
                    <a:pt x="424" y="0"/>
                  </a:moveTo>
                  <a:lnTo>
                    <a:pt x="1" y="422"/>
                  </a:lnTo>
                  <a:lnTo>
                    <a:pt x="401" y="822"/>
                  </a:lnTo>
                  <a:lnTo>
                    <a:pt x="824" y="401"/>
                  </a:lnTo>
                  <a:lnTo>
                    <a:pt x="424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6"/>
            <p:cNvSpPr/>
            <p:nvPr/>
          </p:nvSpPr>
          <p:spPr>
            <a:xfrm>
              <a:off x="5976176" y="3350236"/>
              <a:ext cx="85609" cy="93625"/>
            </a:xfrm>
            <a:custGeom>
              <a:avLst/>
              <a:gdLst/>
              <a:ahLst/>
              <a:cxnLst/>
              <a:rect l="l" t="t" r="r" b="b"/>
              <a:pathLst>
                <a:path w="801" h="876" extrusionOk="0">
                  <a:moveTo>
                    <a:pt x="407" y="112"/>
                  </a:moveTo>
                  <a:lnTo>
                    <a:pt x="697" y="407"/>
                  </a:lnTo>
                  <a:lnTo>
                    <a:pt x="452" y="749"/>
                  </a:lnTo>
                  <a:lnTo>
                    <a:pt x="112" y="407"/>
                  </a:lnTo>
                  <a:lnTo>
                    <a:pt x="407" y="112"/>
                  </a:lnTo>
                  <a:close/>
                  <a:moveTo>
                    <a:pt x="407" y="0"/>
                  </a:moveTo>
                  <a:lnTo>
                    <a:pt x="0" y="407"/>
                  </a:lnTo>
                  <a:lnTo>
                    <a:pt x="461" y="875"/>
                  </a:lnTo>
                  <a:lnTo>
                    <a:pt x="800" y="400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6"/>
            <p:cNvSpPr/>
            <p:nvPr/>
          </p:nvSpPr>
          <p:spPr>
            <a:xfrm>
              <a:off x="5937380" y="3388925"/>
              <a:ext cx="91915" cy="99182"/>
            </a:xfrm>
            <a:custGeom>
              <a:avLst/>
              <a:gdLst/>
              <a:ahLst/>
              <a:cxnLst/>
              <a:rect l="l" t="t" r="r" b="b"/>
              <a:pathLst>
                <a:path w="860" h="928" extrusionOk="0">
                  <a:moveTo>
                    <a:pt x="408" y="113"/>
                  </a:moveTo>
                  <a:lnTo>
                    <a:pt x="756" y="469"/>
                  </a:lnTo>
                  <a:lnTo>
                    <a:pt x="504" y="808"/>
                  </a:lnTo>
                  <a:lnTo>
                    <a:pt x="112" y="408"/>
                  </a:lnTo>
                  <a:lnTo>
                    <a:pt x="408" y="113"/>
                  </a:lnTo>
                  <a:close/>
                  <a:moveTo>
                    <a:pt x="408" y="1"/>
                  </a:moveTo>
                  <a:lnTo>
                    <a:pt x="0" y="408"/>
                  </a:lnTo>
                  <a:lnTo>
                    <a:pt x="520" y="927"/>
                  </a:lnTo>
                  <a:lnTo>
                    <a:pt x="859" y="453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6"/>
            <p:cNvSpPr/>
            <p:nvPr/>
          </p:nvSpPr>
          <p:spPr>
            <a:xfrm>
              <a:off x="5974573" y="3388177"/>
              <a:ext cx="56431" cy="56431"/>
            </a:xfrm>
            <a:custGeom>
              <a:avLst/>
              <a:gdLst/>
              <a:ahLst/>
              <a:cxnLst/>
              <a:rect l="l" t="t" r="r" b="b"/>
              <a:pathLst>
                <a:path w="528" h="528" extrusionOk="0">
                  <a:moveTo>
                    <a:pt x="67" y="1"/>
                  </a:moveTo>
                  <a:lnTo>
                    <a:pt x="1" y="68"/>
                  </a:lnTo>
                  <a:lnTo>
                    <a:pt x="460" y="527"/>
                  </a:lnTo>
                  <a:lnTo>
                    <a:pt x="527" y="453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6"/>
            <p:cNvSpPr/>
            <p:nvPr/>
          </p:nvSpPr>
          <p:spPr>
            <a:xfrm>
              <a:off x="5897087" y="3427722"/>
              <a:ext cx="98969" cy="106343"/>
            </a:xfrm>
            <a:custGeom>
              <a:avLst/>
              <a:gdLst/>
              <a:ahLst/>
              <a:cxnLst/>
              <a:rect l="l" t="t" r="r" b="b"/>
              <a:pathLst>
                <a:path w="926" h="995" extrusionOk="0">
                  <a:moveTo>
                    <a:pt x="422" y="113"/>
                  </a:moveTo>
                  <a:lnTo>
                    <a:pt x="822" y="520"/>
                  </a:lnTo>
                  <a:lnTo>
                    <a:pt x="569" y="876"/>
                  </a:lnTo>
                  <a:lnTo>
                    <a:pt x="111" y="424"/>
                  </a:lnTo>
                  <a:lnTo>
                    <a:pt x="422" y="113"/>
                  </a:lnTo>
                  <a:close/>
                  <a:moveTo>
                    <a:pt x="422" y="1"/>
                  </a:moveTo>
                  <a:lnTo>
                    <a:pt x="0" y="424"/>
                  </a:lnTo>
                  <a:lnTo>
                    <a:pt x="578" y="995"/>
                  </a:lnTo>
                  <a:lnTo>
                    <a:pt x="925" y="513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6"/>
            <p:cNvSpPr/>
            <p:nvPr/>
          </p:nvSpPr>
          <p:spPr>
            <a:xfrm>
              <a:off x="5859787" y="3466733"/>
              <a:ext cx="103885" cy="111687"/>
            </a:xfrm>
            <a:custGeom>
              <a:avLst/>
              <a:gdLst/>
              <a:ahLst/>
              <a:cxnLst/>
              <a:rect l="l" t="t" r="r" b="b"/>
              <a:pathLst>
                <a:path w="972" h="1045" extrusionOk="0">
                  <a:moveTo>
                    <a:pt x="408" y="111"/>
                  </a:moveTo>
                  <a:lnTo>
                    <a:pt x="867" y="578"/>
                  </a:lnTo>
                  <a:lnTo>
                    <a:pt x="623" y="918"/>
                  </a:lnTo>
                  <a:lnTo>
                    <a:pt x="111" y="408"/>
                  </a:lnTo>
                  <a:lnTo>
                    <a:pt x="408" y="111"/>
                  </a:lnTo>
                  <a:close/>
                  <a:moveTo>
                    <a:pt x="408" y="0"/>
                  </a:moveTo>
                  <a:lnTo>
                    <a:pt x="1" y="408"/>
                  </a:lnTo>
                  <a:lnTo>
                    <a:pt x="630" y="1044"/>
                  </a:lnTo>
                  <a:lnTo>
                    <a:pt x="972" y="569"/>
                  </a:lnTo>
                  <a:lnTo>
                    <a:pt x="408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6"/>
            <p:cNvSpPr/>
            <p:nvPr/>
          </p:nvSpPr>
          <p:spPr>
            <a:xfrm>
              <a:off x="5821097" y="3505529"/>
              <a:ext cx="110084" cy="117138"/>
            </a:xfrm>
            <a:custGeom>
              <a:avLst/>
              <a:gdLst/>
              <a:ahLst/>
              <a:cxnLst/>
              <a:rect l="l" t="t" r="r" b="b"/>
              <a:pathLst>
                <a:path w="1030" h="1096" extrusionOk="0">
                  <a:moveTo>
                    <a:pt x="407" y="110"/>
                  </a:moveTo>
                  <a:lnTo>
                    <a:pt x="925" y="637"/>
                  </a:lnTo>
                  <a:lnTo>
                    <a:pt x="681" y="978"/>
                  </a:lnTo>
                  <a:lnTo>
                    <a:pt x="110" y="407"/>
                  </a:lnTo>
                  <a:lnTo>
                    <a:pt x="407" y="110"/>
                  </a:lnTo>
                  <a:close/>
                  <a:moveTo>
                    <a:pt x="407" y="0"/>
                  </a:moveTo>
                  <a:lnTo>
                    <a:pt x="0" y="407"/>
                  </a:lnTo>
                  <a:lnTo>
                    <a:pt x="688" y="1096"/>
                  </a:lnTo>
                  <a:lnTo>
                    <a:pt x="1030" y="623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6"/>
            <p:cNvSpPr/>
            <p:nvPr/>
          </p:nvSpPr>
          <p:spPr>
            <a:xfrm>
              <a:off x="5858077" y="3504674"/>
              <a:ext cx="74600" cy="74494"/>
            </a:xfrm>
            <a:custGeom>
              <a:avLst/>
              <a:gdLst/>
              <a:ahLst/>
              <a:cxnLst/>
              <a:rect l="l" t="t" r="r" b="b"/>
              <a:pathLst>
                <a:path w="698" h="697" extrusionOk="0">
                  <a:moveTo>
                    <a:pt x="68" y="1"/>
                  </a:moveTo>
                  <a:lnTo>
                    <a:pt x="1" y="67"/>
                  </a:lnTo>
                  <a:lnTo>
                    <a:pt x="632" y="696"/>
                  </a:lnTo>
                  <a:lnTo>
                    <a:pt x="698" y="623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7"/>
          <p:cNvSpPr txBox="1">
            <a:spLocks noGrp="1"/>
          </p:cNvSpPr>
          <p:nvPr>
            <p:ph type="title"/>
          </p:nvPr>
        </p:nvSpPr>
        <p:spPr>
          <a:xfrm>
            <a:off x="4742075" y="1745250"/>
            <a:ext cx="3442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54" name="Google Shape;854;p17"/>
          <p:cNvSpPr txBox="1">
            <a:spLocks noGrp="1"/>
          </p:cNvSpPr>
          <p:nvPr>
            <p:ph type="subTitle" idx="1"/>
          </p:nvPr>
        </p:nvSpPr>
        <p:spPr>
          <a:xfrm>
            <a:off x="5553975" y="2317950"/>
            <a:ext cx="2630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5" name="Google Shape;855;p17"/>
          <p:cNvSpPr/>
          <p:nvPr/>
        </p:nvSpPr>
        <p:spPr>
          <a:xfrm>
            <a:off x="7233675" y="4938650"/>
            <a:ext cx="2030700" cy="4617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6" name="Google Shape;856;p17"/>
          <p:cNvGrpSpPr/>
          <p:nvPr/>
        </p:nvGrpSpPr>
        <p:grpSpPr>
          <a:xfrm>
            <a:off x="4382899" y="4938638"/>
            <a:ext cx="2749703" cy="122913"/>
            <a:chOff x="5024149" y="4918613"/>
            <a:chExt cx="2749703" cy="122913"/>
          </a:xfrm>
        </p:grpSpPr>
        <p:sp>
          <p:nvSpPr>
            <p:cNvPr id="857" name="Google Shape;857;p17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7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7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7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7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7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7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7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7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7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7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7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7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7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7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7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7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7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7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7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7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7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7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7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7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7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7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7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7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7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7" name="Google Shape;887;p17"/>
          <p:cNvGrpSpPr/>
          <p:nvPr/>
        </p:nvGrpSpPr>
        <p:grpSpPr>
          <a:xfrm>
            <a:off x="7513123" y="4476944"/>
            <a:ext cx="629337" cy="461701"/>
            <a:chOff x="4891675" y="2045050"/>
            <a:chExt cx="168200" cy="123400"/>
          </a:xfrm>
        </p:grpSpPr>
        <p:sp>
          <p:nvSpPr>
            <p:cNvPr id="888" name="Google Shape;888;p17"/>
            <p:cNvSpPr/>
            <p:nvPr/>
          </p:nvSpPr>
          <p:spPr>
            <a:xfrm>
              <a:off x="4949100" y="2045050"/>
              <a:ext cx="110775" cy="107675"/>
            </a:xfrm>
            <a:custGeom>
              <a:avLst/>
              <a:gdLst/>
              <a:ahLst/>
              <a:cxnLst/>
              <a:rect l="l" t="t" r="r" b="b"/>
              <a:pathLst>
                <a:path w="4431" h="4307" extrusionOk="0">
                  <a:moveTo>
                    <a:pt x="2149" y="0"/>
                  </a:moveTo>
                  <a:cubicBezTo>
                    <a:pt x="2071" y="0"/>
                    <a:pt x="1994" y="21"/>
                    <a:pt x="1927" y="61"/>
                  </a:cubicBezTo>
                  <a:cubicBezTo>
                    <a:pt x="1438" y="366"/>
                    <a:pt x="1" y="4306"/>
                    <a:pt x="2149" y="4306"/>
                  </a:cubicBezTo>
                  <a:cubicBezTo>
                    <a:pt x="4431" y="4306"/>
                    <a:pt x="2868" y="366"/>
                    <a:pt x="2371" y="61"/>
                  </a:cubicBezTo>
                  <a:cubicBezTo>
                    <a:pt x="2305" y="21"/>
                    <a:pt x="2227" y="0"/>
                    <a:pt x="2149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7"/>
            <p:cNvSpPr/>
            <p:nvPr/>
          </p:nvSpPr>
          <p:spPr>
            <a:xfrm>
              <a:off x="4949100" y="2046550"/>
              <a:ext cx="53750" cy="106175"/>
            </a:xfrm>
            <a:custGeom>
              <a:avLst/>
              <a:gdLst/>
              <a:ahLst/>
              <a:cxnLst/>
              <a:rect l="l" t="t" r="r" b="b"/>
              <a:pathLst>
                <a:path w="2150" h="4247" extrusionOk="0">
                  <a:moveTo>
                    <a:pt x="1930" y="0"/>
                  </a:moveTo>
                  <a:lnTo>
                    <a:pt x="1930" y="0"/>
                  </a:lnTo>
                  <a:cubicBezTo>
                    <a:pt x="1929" y="0"/>
                    <a:pt x="1928" y="1"/>
                    <a:pt x="1927" y="1"/>
                  </a:cubicBezTo>
                  <a:cubicBezTo>
                    <a:pt x="1438" y="306"/>
                    <a:pt x="1" y="4246"/>
                    <a:pt x="2149" y="4246"/>
                  </a:cubicBezTo>
                  <a:cubicBezTo>
                    <a:pt x="2149" y="4246"/>
                    <a:pt x="1609" y="4202"/>
                    <a:pt x="1578" y="2662"/>
                  </a:cubicBezTo>
                  <a:cubicBezTo>
                    <a:pt x="1542" y="1142"/>
                    <a:pt x="1985" y="0"/>
                    <a:pt x="1930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7"/>
            <p:cNvSpPr/>
            <p:nvPr/>
          </p:nvSpPr>
          <p:spPr>
            <a:xfrm>
              <a:off x="5001125" y="2093950"/>
              <a:ext cx="7800" cy="74500"/>
            </a:xfrm>
            <a:custGeom>
              <a:avLst/>
              <a:gdLst/>
              <a:ahLst/>
              <a:cxnLst/>
              <a:rect l="l" t="t" r="r" b="b"/>
              <a:pathLst>
                <a:path w="312" h="2980" extrusionOk="0">
                  <a:moveTo>
                    <a:pt x="159" y="1"/>
                  </a:moveTo>
                  <a:cubicBezTo>
                    <a:pt x="158" y="1"/>
                    <a:pt x="157" y="5"/>
                    <a:pt x="157" y="17"/>
                  </a:cubicBezTo>
                  <a:lnTo>
                    <a:pt x="1" y="2980"/>
                  </a:lnTo>
                  <a:lnTo>
                    <a:pt x="312" y="2980"/>
                  </a:lnTo>
                  <a:cubicBezTo>
                    <a:pt x="305" y="1714"/>
                    <a:pt x="187" y="17"/>
                    <a:pt x="164" y="17"/>
                  </a:cubicBezTo>
                  <a:cubicBezTo>
                    <a:pt x="164" y="17"/>
                    <a:pt x="161" y="1"/>
                    <a:pt x="15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7"/>
            <p:cNvSpPr/>
            <p:nvPr/>
          </p:nvSpPr>
          <p:spPr>
            <a:xfrm>
              <a:off x="4984100" y="2120275"/>
              <a:ext cx="20975" cy="17075"/>
            </a:xfrm>
            <a:custGeom>
              <a:avLst/>
              <a:gdLst/>
              <a:ahLst/>
              <a:cxnLst/>
              <a:rect l="l" t="t" r="r" b="b"/>
              <a:pathLst>
                <a:path w="839" h="683" extrusionOk="0">
                  <a:moveTo>
                    <a:pt x="0" y="1"/>
                  </a:moveTo>
                  <a:lnTo>
                    <a:pt x="0" y="1"/>
                  </a:lnTo>
                  <a:cubicBezTo>
                    <a:pt x="404" y="662"/>
                    <a:pt x="782" y="682"/>
                    <a:pt x="826" y="682"/>
                  </a:cubicBezTo>
                  <a:cubicBezTo>
                    <a:pt x="829" y="682"/>
                    <a:pt x="831" y="682"/>
                    <a:pt x="831" y="682"/>
                  </a:cubicBezTo>
                  <a:lnTo>
                    <a:pt x="838" y="586"/>
                  </a:lnTo>
                  <a:lnTo>
                    <a:pt x="838" y="586"/>
                  </a:lnTo>
                  <a:cubicBezTo>
                    <a:pt x="838" y="586"/>
                    <a:pt x="830" y="592"/>
                    <a:pt x="807" y="592"/>
                  </a:cubicBezTo>
                  <a:cubicBezTo>
                    <a:pt x="757" y="592"/>
                    <a:pt x="639" y="564"/>
                    <a:pt x="386" y="387"/>
                  </a:cubicBezTo>
                  <a:cubicBezTo>
                    <a:pt x="164" y="230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7"/>
            <p:cNvSpPr/>
            <p:nvPr/>
          </p:nvSpPr>
          <p:spPr>
            <a:xfrm>
              <a:off x="5005050" y="2115675"/>
              <a:ext cx="17975" cy="14475"/>
            </a:xfrm>
            <a:custGeom>
              <a:avLst/>
              <a:gdLst/>
              <a:ahLst/>
              <a:cxnLst/>
              <a:rect l="l" t="t" r="r" b="b"/>
              <a:pathLst>
                <a:path w="719" h="579" extrusionOk="0">
                  <a:moveTo>
                    <a:pt x="719" y="0"/>
                  </a:moveTo>
                  <a:lnTo>
                    <a:pt x="719" y="0"/>
                  </a:lnTo>
                  <a:cubicBezTo>
                    <a:pt x="718" y="0"/>
                    <a:pt x="578" y="192"/>
                    <a:pt x="393" y="325"/>
                  </a:cubicBezTo>
                  <a:cubicBezTo>
                    <a:pt x="185" y="471"/>
                    <a:pt x="81" y="496"/>
                    <a:pt x="34" y="496"/>
                  </a:cubicBezTo>
                  <a:cubicBezTo>
                    <a:pt x="9" y="496"/>
                    <a:pt x="0" y="489"/>
                    <a:pt x="0" y="489"/>
                  </a:cubicBezTo>
                  <a:lnTo>
                    <a:pt x="0" y="489"/>
                  </a:lnTo>
                  <a:lnTo>
                    <a:pt x="7" y="578"/>
                  </a:lnTo>
                  <a:cubicBezTo>
                    <a:pt x="7" y="578"/>
                    <a:pt x="8" y="578"/>
                    <a:pt x="9" y="578"/>
                  </a:cubicBezTo>
                  <a:cubicBezTo>
                    <a:pt x="39" y="578"/>
                    <a:pt x="366" y="565"/>
                    <a:pt x="719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7"/>
            <p:cNvSpPr/>
            <p:nvPr/>
          </p:nvSpPr>
          <p:spPr>
            <a:xfrm>
              <a:off x="4990600" y="2105300"/>
              <a:ext cx="14475" cy="11675"/>
            </a:xfrm>
            <a:custGeom>
              <a:avLst/>
              <a:gdLst/>
              <a:ahLst/>
              <a:cxnLst/>
              <a:rect l="l" t="t" r="r" b="b"/>
              <a:pathLst>
                <a:path w="579" h="467" extrusionOk="0">
                  <a:moveTo>
                    <a:pt x="0" y="1"/>
                  </a:moveTo>
                  <a:lnTo>
                    <a:pt x="0" y="1"/>
                  </a:lnTo>
                  <a:cubicBezTo>
                    <a:pt x="295" y="460"/>
                    <a:pt x="562" y="467"/>
                    <a:pt x="577" y="467"/>
                  </a:cubicBezTo>
                  <a:cubicBezTo>
                    <a:pt x="578" y="467"/>
                    <a:pt x="578" y="467"/>
                    <a:pt x="578" y="467"/>
                  </a:cubicBezTo>
                  <a:lnTo>
                    <a:pt x="578" y="392"/>
                  </a:lnTo>
                  <a:cubicBezTo>
                    <a:pt x="578" y="392"/>
                    <a:pt x="572" y="397"/>
                    <a:pt x="555" y="397"/>
                  </a:cubicBezTo>
                  <a:cubicBezTo>
                    <a:pt x="521" y="397"/>
                    <a:pt x="440" y="377"/>
                    <a:pt x="267" y="259"/>
                  </a:cubicBezTo>
                  <a:cubicBezTo>
                    <a:pt x="119" y="155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7"/>
            <p:cNvSpPr/>
            <p:nvPr/>
          </p:nvSpPr>
          <p:spPr>
            <a:xfrm>
              <a:off x="4891675" y="2046750"/>
              <a:ext cx="64475" cy="81525"/>
            </a:xfrm>
            <a:custGeom>
              <a:avLst/>
              <a:gdLst/>
              <a:ahLst/>
              <a:cxnLst/>
              <a:rect l="l" t="t" r="r" b="b"/>
              <a:pathLst>
                <a:path w="2579" h="3261" extrusionOk="0">
                  <a:moveTo>
                    <a:pt x="1290" y="1"/>
                  </a:moveTo>
                  <a:cubicBezTo>
                    <a:pt x="726" y="1"/>
                    <a:pt x="274" y="452"/>
                    <a:pt x="274" y="1016"/>
                  </a:cubicBezTo>
                  <a:cubicBezTo>
                    <a:pt x="274" y="1068"/>
                    <a:pt x="281" y="1112"/>
                    <a:pt x="281" y="1157"/>
                  </a:cubicBezTo>
                  <a:cubicBezTo>
                    <a:pt x="103" y="1379"/>
                    <a:pt x="0" y="1660"/>
                    <a:pt x="0" y="1964"/>
                  </a:cubicBezTo>
                  <a:cubicBezTo>
                    <a:pt x="0" y="2682"/>
                    <a:pt x="578" y="3260"/>
                    <a:pt x="1290" y="3260"/>
                  </a:cubicBezTo>
                  <a:cubicBezTo>
                    <a:pt x="2001" y="3260"/>
                    <a:pt x="2579" y="2682"/>
                    <a:pt x="2579" y="1964"/>
                  </a:cubicBezTo>
                  <a:cubicBezTo>
                    <a:pt x="2579" y="1660"/>
                    <a:pt x="2476" y="1379"/>
                    <a:pt x="2298" y="1157"/>
                  </a:cubicBezTo>
                  <a:cubicBezTo>
                    <a:pt x="2305" y="1112"/>
                    <a:pt x="2305" y="1068"/>
                    <a:pt x="2305" y="1016"/>
                  </a:cubicBezTo>
                  <a:cubicBezTo>
                    <a:pt x="2305" y="452"/>
                    <a:pt x="1853" y="1"/>
                    <a:pt x="1290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7"/>
            <p:cNvSpPr/>
            <p:nvPr/>
          </p:nvSpPr>
          <p:spPr>
            <a:xfrm>
              <a:off x="4923900" y="2071625"/>
              <a:ext cx="3000" cy="96825"/>
            </a:xfrm>
            <a:custGeom>
              <a:avLst/>
              <a:gdLst/>
              <a:ahLst/>
              <a:cxnLst/>
              <a:rect l="l" t="t" r="r" b="b"/>
              <a:pathLst>
                <a:path w="120" h="3873" extrusionOk="0">
                  <a:moveTo>
                    <a:pt x="54" y="0"/>
                  </a:moveTo>
                  <a:cubicBezTo>
                    <a:pt x="53" y="0"/>
                    <a:pt x="52" y="4"/>
                    <a:pt x="52" y="14"/>
                  </a:cubicBezTo>
                  <a:lnTo>
                    <a:pt x="1" y="3821"/>
                  </a:lnTo>
                  <a:cubicBezTo>
                    <a:pt x="1" y="3852"/>
                    <a:pt x="22" y="3873"/>
                    <a:pt x="52" y="3873"/>
                  </a:cubicBezTo>
                  <a:lnTo>
                    <a:pt x="59" y="3873"/>
                  </a:lnTo>
                  <a:cubicBezTo>
                    <a:pt x="89" y="3873"/>
                    <a:pt x="120" y="3852"/>
                    <a:pt x="120" y="3821"/>
                  </a:cubicBezTo>
                  <a:cubicBezTo>
                    <a:pt x="120" y="3821"/>
                    <a:pt x="89" y="14"/>
                    <a:pt x="59" y="14"/>
                  </a:cubicBezTo>
                  <a:cubicBezTo>
                    <a:pt x="59" y="14"/>
                    <a:pt x="56" y="0"/>
                    <a:pt x="54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7"/>
            <p:cNvSpPr/>
            <p:nvPr/>
          </p:nvSpPr>
          <p:spPr>
            <a:xfrm>
              <a:off x="4907050" y="2095075"/>
              <a:ext cx="18350" cy="15050"/>
            </a:xfrm>
            <a:custGeom>
              <a:avLst/>
              <a:gdLst/>
              <a:ahLst/>
              <a:cxnLst/>
              <a:rect l="l" t="t" r="r" b="b"/>
              <a:pathLst>
                <a:path w="734" h="602" extrusionOk="0">
                  <a:moveTo>
                    <a:pt x="1" y="1"/>
                  </a:moveTo>
                  <a:lnTo>
                    <a:pt x="1" y="1"/>
                  </a:lnTo>
                  <a:cubicBezTo>
                    <a:pt x="353" y="583"/>
                    <a:pt x="681" y="602"/>
                    <a:pt x="722" y="602"/>
                  </a:cubicBezTo>
                  <a:cubicBezTo>
                    <a:pt x="725" y="602"/>
                    <a:pt x="726" y="602"/>
                    <a:pt x="726" y="602"/>
                  </a:cubicBezTo>
                  <a:lnTo>
                    <a:pt x="733" y="513"/>
                  </a:lnTo>
                  <a:lnTo>
                    <a:pt x="733" y="513"/>
                  </a:lnTo>
                  <a:cubicBezTo>
                    <a:pt x="733" y="513"/>
                    <a:pt x="724" y="520"/>
                    <a:pt x="699" y="520"/>
                  </a:cubicBezTo>
                  <a:cubicBezTo>
                    <a:pt x="651" y="520"/>
                    <a:pt x="544" y="494"/>
                    <a:pt x="333" y="342"/>
                  </a:cubicBezTo>
                  <a:cubicBezTo>
                    <a:pt x="141" y="20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7"/>
            <p:cNvSpPr/>
            <p:nvPr/>
          </p:nvSpPr>
          <p:spPr>
            <a:xfrm>
              <a:off x="4925375" y="2090850"/>
              <a:ext cx="15575" cy="12800"/>
            </a:xfrm>
            <a:custGeom>
              <a:avLst/>
              <a:gdLst/>
              <a:ahLst/>
              <a:cxnLst/>
              <a:rect l="l" t="t" r="r" b="b"/>
              <a:pathLst>
                <a:path w="623" h="512" extrusionOk="0">
                  <a:moveTo>
                    <a:pt x="623" y="1"/>
                  </a:moveTo>
                  <a:cubicBezTo>
                    <a:pt x="622" y="1"/>
                    <a:pt x="496" y="179"/>
                    <a:pt x="335" y="289"/>
                  </a:cubicBezTo>
                  <a:cubicBezTo>
                    <a:pt x="156" y="420"/>
                    <a:pt x="68" y="443"/>
                    <a:pt x="28" y="443"/>
                  </a:cubicBezTo>
                  <a:cubicBezTo>
                    <a:pt x="7" y="443"/>
                    <a:pt x="0" y="436"/>
                    <a:pt x="0" y="436"/>
                  </a:cubicBezTo>
                  <a:lnTo>
                    <a:pt x="0" y="511"/>
                  </a:lnTo>
                  <a:cubicBezTo>
                    <a:pt x="0" y="511"/>
                    <a:pt x="1" y="511"/>
                    <a:pt x="3" y="511"/>
                  </a:cubicBezTo>
                  <a:cubicBezTo>
                    <a:pt x="31" y="511"/>
                    <a:pt x="314" y="498"/>
                    <a:pt x="623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7"/>
            <p:cNvSpPr/>
            <p:nvPr/>
          </p:nvSpPr>
          <p:spPr>
            <a:xfrm>
              <a:off x="4912775" y="2081750"/>
              <a:ext cx="12625" cy="10250"/>
            </a:xfrm>
            <a:custGeom>
              <a:avLst/>
              <a:gdLst/>
              <a:ahLst/>
              <a:cxnLst/>
              <a:rect l="l" t="t" r="r" b="b"/>
              <a:pathLst>
                <a:path w="505" h="410" extrusionOk="0">
                  <a:moveTo>
                    <a:pt x="1" y="0"/>
                  </a:moveTo>
                  <a:lnTo>
                    <a:pt x="1" y="0"/>
                  </a:lnTo>
                  <a:cubicBezTo>
                    <a:pt x="244" y="397"/>
                    <a:pt x="467" y="409"/>
                    <a:pt x="494" y="409"/>
                  </a:cubicBezTo>
                  <a:cubicBezTo>
                    <a:pt x="496" y="409"/>
                    <a:pt x="497" y="409"/>
                    <a:pt x="497" y="409"/>
                  </a:cubicBezTo>
                  <a:lnTo>
                    <a:pt x="504" y="349"/>
                  </a:lnTo>
                  <a:lnTo>
                    <a:pt x="504" y="349"/>
                  </a:lnTo>
                  <a:cubicBezTo>
                    <a:pt x="504" y="349"/>
                    <a:pt x="498" y="354"/>
                    <a:pt x="479" y="354"/>
                  </a:cubicBezTo>
                  <a:cubicBezTo>
                    <a:pt x="446" y="354"/>
                    <a:pt x="374" y="336"/>
                    <a:pt x="230" y="231"/>
                  </a:cubicBezTo>
                  <a:cubicBezTo>
                    <a:pt x="97" y="143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9" name="Google Shape;899;p17"/>
          <p:cNvSpPr/>
          <p:nvPr/>
        </p:nvSpPr>
        <p:spPr>
          <a:xfrm>
            <a:off x="8081200" y="4775225"/>
            <a:ext cx="628785" cy="171475"/>
          </a:xfrm>
          <a:custGeom>
            <a:avLst/>
            <a:gdLst/>
            <a:ahLst/>
            <a:cxnLst/>
            <a:rect l="l" t="t" r="r" b="b"/>
            <a:pathLst>
              <a:path w="9560" h="2607" extrusionOk="0">
                <a:moveTo>
                  <a:pt x="6988" y="1"/>
                </a:moveTo>
                <a:cubicBezTo>
                  <a:pt x="6936" y="1"/>
                  <a:pt x="6884" y="17"/>
                  <a:pt x="6840" y="51"/>
                </a:cubicBezTo>
                <a:cubicBezTo>
                  <a:pt x="6758" y="110"/>
                  <a:pt x="6639" y="370"/>
                  <a:pt x="6522" y="718"/>
                </a:cubicBezTo>
                <a:cubicBezTo>
                  <a:pt x="6461" y="592"/>
                  <a:pt x="6403" y="503"/>
                  <a:pt x="6358" y="466"/>
                </a:cubicBezTo>
                <a:cubicBezTo>
                  <a:pt x="6314" y="432"/>
                  <a:pt x="6262" y="415"/>
                  <a:pt x="6210" y="415"/>
                </a:cubicBezTo>
                <a:cubicBezTo>
                  <a:pt x="6158" y="415"/>
                  <a:pt x="6106" y="432"/>
                  <a:pt x="6061" y="466"/>
                </a:cubicBezTo>
                <a:cubicBezTo>
                  <a:pt x="5965" y="547"/>
                  <a:pt x="5810" y="896"/>
                  <a:pt x="5677" y="1355"/>
                </a:cubicBezTo>
                <a:cubicBezTo>
                  <a:pt x="5640" y="1303"/>
                  <a:pt x="5609" y="1266"/>
                  <a:pt x="5581" y="1252"/>
                </a:cubicBezTo>
                <a:cubicBezTo>
                  <a:pt x="5536" y="1225"/>
                  <a:pt x="5484" y="1212"/>
                  <a:pt x="5432" y="1212"/>
                </a:cubicBezTo>
                <a:cubicBezTo>
                  <a:pt x="5380" y="1212"/>
                  <a:pt x="5328" y="1225"/>
                  <a:pt x="5284" y="1252"/>
                </a:cubicBezTo>
                <a:cubicBezTo>
                  <a:pt x="5209" y="1296"/>
                  <a:pt x="5106" y="1474"/>
                  <a:pt x="5003" y="1710"/>
                </a:cubicBezTo>
                <a:cubicBezTo>
                  <a:pt x="4928" y="1570"/>
                  <a:pt x="4854" y="1474"/>
                  <a:pt x="4802" y="1444"/>
                </a:cubicBezTo>
                <a:cubicBezTo>
                  <a:pt x="4758" y="1414"/>
                  <a:pt x="4706" y="1400"/>
                  <a:pt x="4653" y="1400"/>
                </a:cubicBezTo>
                <a:cubicBezTo>
                  <a:pt x="4601" y="1400"/>
                  <a:pt x="4549" y="1414"/>
                  <a:pt x="4505" y="1444"/>
                </a:cubicBezTo>
                <a:cubicBezTo>
                  <a:pt x="4402" y="1509"/>
                  <a:pt x="4217" y="1865"/>
                  <a:pt x="4076" y="2295"/>
                </a:cubicBezTo>
                <a:cubicBezTo>
                  <a:pt x="4039" y="2237"/>
                  <a:pt x="4009" y="2199"/>
                  <a:pt x="3987" y="2176"/>
                </a:cubicBezTo>
                <a:cubicBezTo>
                  <a:pt x="3957" y="2159"/>
                  <a:pt x="3922" y="2150"/>
                  <a:pt x="3887" y="2150"/>
                </a:cubicBezTo>
                <a:cubicBezTo>
                  <a:pt x="3852" y="2150"/>
                  <a:pt x="3817" y="2159"/>
                  <a:pt x="3787" y="2176"/>
                </a:cubicBezTo>
                <a:cubicBezTo>
                  <a:pt x="3749" y="2199"/>
                  <a:pt x="3714" y="2265"/>
                  <a:pt x="3669" y="2347"/>
                </a:cubicBezTo>
                <a:cubicBezTo>
                  <a:pt x="3616" y="1814"/>
                  <a:pt x="3358" y="1214"/>
                  <a:pt x="3239" y="1132"/>
                </a:cubicBezTo>
                <a:cubicBezTo>
                  <a:pt x="3209" y="1110"/>
                  <a:pt x="3174" y="1099"/>
                  <a:pt x="3139" y="1099"/>
                </a:cubicBezTo>
                <a:cubicBezTo>
                  <a:pt x="3104" y="1099"/>
                  <a:pt x="3068" y="1110"/>
                  <a:pt x="3038" y="1132"/>
                </a:cubicBezTo>
                <a:cubicBezTo>
                  <a:pt x="2972" y="1177"/>
                  <a:pt x="2869" y="1392"/>
                  <a:pt x="2780" y="1659"/>
                </a:cubicBezTo>
                <a:cubicBezTo>
                  <a:pt x="2623" y="1044"/>
                  <a:pt x="2364" y="496"/>
                  <a:pt x="2223" y="398"/>
                </a:cubicBezTo>
                <a:cubicBezTo>
                  <a:pt x="2175" y="365"/>
                  <a:pt x="2120" y="349"/>
                  <a:pt x="2065" y="349"/>
                </a:cubicBezTo>
                <a:cubicBezTo>
                  <a:pt x="2010" y="349"/>
                  <a:pt x="1957" y="365"/>
                  <a:pt x="1912" y="398"/>
                </a:cubicBezTo>
                <a:cubicBezTo>
                  <a:pt x="1779" y="487"/>
                  <a:pt x="1556" y="962"/>
                  <a:pt x="1409" y="1533"/>
                </a:cubicBezTo>
                <a:cubicBezTo>
                  <a:pt x="1409" y="1525"/>
                  <a:pt x="1402" y="1525"/>
                  <a:pt x="1402" y="1525"/>
                </a:cubicBezTo>
                <a:cubicBezTo>
                  <a:pt x="1353" y="1495"/>
                  <a:pt x="1297" y="1480"/>
                  <a:pt x="1242" y="1480"/>
                </a:cubicBezTo>
                <a:cubicBezTo>
                  <a:pt x="1186" y="1480"/>
                  <a:pt x="1131" y="1495"/>
                  <a:pt x="1082" y="1525"/>
                </a:cubicBezTo>
                <a:cubicBezTo>
                  <a:pt x="957" y="1591"/>
                  <a:pt x="749" y="1954"/>
                  <a:pt x="601" y="2392"/>
                </a:cubicBezTo>
                <a:cubicBezTo>
                  <a:pt x="548" y="2288"/>
                  <a:pt x="497" y="2214"/>
                  <a:pt x="459" y="2185"/>
                </a:cubicBezTo>
                <a:cubicBezTo>
                  <a:pt x="426" y="2163"/>
                  <a:pt x="386" y="2152"/>
                  <a:pt x="345" y="2152"/>
                </a:cubicBezTo>
                <a:cubicBezTo>
                  <a:pt x="304" y="2152"/>
                  <a:pt x="264" y="2163"/>
                  <a:pt x="230" y="2185"/>
                </a:cubicBezTo>
                <a:cubicBezTo>
                  <a:pt x="171" y="2230"/>
                  <a:pt x="82" y="2384"/>
                  <a:pt x="0" y="2607"/>
                </a:cubicBezTo>
                <a:lnTo>
                  <a:pt x="9559" y="2607"/>
                </a:lnTo>
                <a:lnTo>
                  <a:pt x="9559" y="1954"/>
                </a:lnTo>
                <a:cubicBezTo>
                  <a:pt x="9419" y="1465"/>
                  <a:pt x="9241" y="1074"/>
                  <a:pt x="9138" y="992"/>
                </a:cubicBezTo>
                <a:cubicBezTo>
                  <a:pt x="9093" y="958"/>
                  <a:pt x="9041" y="941"/>
                  <a:pt x="8989" y="941"/>
                </a:cubicBezTo>
                <a:cubicBezTo>
                  <a:pt x="8937" y="941"/>
                  <a:pt x="8885" y="958"/>
                  <a:pt x="8841" y="992"/>
                </a:cubicBezTo>
                <a:cubicBezTo>
                  <a:pt x="8752" y="1058"/>
                  <a:pt x="8618" y="1341"/>
                  <a:pt x="8499" y="1710"/>
                </a:cubicBezTo>
                <a:cubicBezTo>
                  <a:pt x="8441" y="1570"/>
                  <a:pt x="8382" y="1474"/>
                  <a:pt x="8337" y="1444"/>
                </a:cubicBezTo>
                <a:cubicBezTo>
                  <a:pt x="8300" y="1414"/>
                  <a:pt x="8256" y="1400"/>
                  <a:pt x="8211" y="1400"/>
                </a:cubicBezTo>
                <a:cubicBezTo>
                  <a:pt x="8167" y="1400"/>
                  <a:pt x="8122" y="1414"/>
                  <a:pt x="8085" y="1444"/>
                </a:cubicBezTo>
                <a:cubicBezTo>
                  <a:pt x="8055" y="1465"/>
                  <a:pt x="8026" y="1509"/>
                  <a:pt x="7989" y="1577"/>
                </a:cubicBezTo>
                <a:cubicBezTo>
                  <a:pt x="7877" y="1273"/>
                  <a:pt x="7759" y="1051"/>
                  <a:pt x="7685" y="992"/>
                </a:cubicBezTo>
                <a:cubicBezTo>
                  <a:pt x="7647" y="962"/>
                  <a:pt x="7596" y="947"/>
                  <a:pt x="7544" y="947"/>
                </a:cubicBezTo>
                <a:cubicBezTo>
                  <a:pt x="7411" y="487"/>
                  <a:pt x="7240" y="124"/>
                  <a:pt x="7137" y="51"/>
                </a:cubicBezTo>
                <a:cubicBezTo>
                  <a:pt x="7093" y="17"/>
                  <a:pt x="7041" y="1"/>
                  <a:pt x="6988" y="1"/>
                </a:cubicBezTo>
                <a:close/>
              </a:path>
            </a:pathLst>
          </a:custGeom>
          <a:solidFill>
            <a:srgbClr val="8AC9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p17"/>
          <p:cNvSpPr/>
          <p:nvPr/>
        </p:nvSpPr>
        <p:spPr>
          <a:xfrm>
            <a:off x="382103" y="291163"/>
            <a:ext cx="248263" cy="248333"/>
          </a:xfrm>
          <a:custGeom>
            <a:avLst/>
            <a:gdLst/>
            <a:ahLst/>
            <a:cxnLst/>
            <a:rect l="l" t="t" r="r" b="b"/>
            <a:pathLst>
              <a:path w="3535" h="3536" extrusionOk="0">
                <a:moveTo>
                  <a:pt x="1763" y="0"/>
                </a:moveTo>
                <a:cubicBezTo>
                  <a:pt x="785" y="0"/>
                  <a:pt x="1" y="794"/>
                  <a:pt x="1" y="1772"/>
                </a:cubicBezTo>
                <a:cubicBezTo>
                  <a:pt x="1" y="2750"/>
                  <a:pt x="785" y="3536"/>
                  <a:pt x="1763" y="3536"/>
                </a:cubicBezTo>
                <a:cubicBezTo>
                  <a:pt x="2741" y="3536"/>
                  <a:pt x="3534" y="2750"/>
                  <a:pt x="3534" y="1772"/>
                </a:cubicBezTo>
                <a:cubicBezTo>
                  <a:pt x="3534" y="794"/>
                  <a:pt x="2741" y="0"/>
                  <a:pt x="1763" y="0"/>
                </a:cubicBezTo>
                <a:close/>
              </a:path>
            </a:pathLst>
          </a:custGeom>
          <a:solidFill>
            <a:srgbClr val="FFD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17"/>
          <p:cNvSpPr/>
          <p:nvPr/>
        </p:nvSpPr>
        <p:spPr>
          <a:xfrm>
            <a:off x="678137" y="594675"/>
            <a:ext cx="662243" cy="178361"/>
          </a:xfrm>
          <a:custGeom>
            <a:avLst/>
            <a:gdLst/>
            <a:ahLst/>
            <a:cxnLst/>
            <a:rect l="l" t="t" r="r" b="b"/>
            <a:pathLst>
              <a:path w="7812" h="2104" extrusionOk="0">
                <a:moveTo>
                  <a:pt x="4136" y="0"/>
                </a:moveTo>
                <a:cubicBezTo>
                  <a:pt x="3424" y="0"/>
                  <a:pt x="2846" y="571"/>
                  <a:pt x="2846" y="1282"/>
                </a:cubicBezTo>
                <a:lnTo>
                  <a:pt x="2846" y="1304"/>
                </a:lnTo>
                <a:cubicBezTo>
                  <a:pt x="2765" y="1273"/>
                  <a:pt x="2676" y="1252"/>
                  <a:pt x="2580" y="1252"/>
                </a:cubicBezTo>
                <a:cubicBezTo>
                  <a:pt x="2380" y="1252"/>
                  <a:pt x="2194" y="1327"/>
                  <a:pt x="2046" y="1444"/>
                </a:cubicBezTo>
                <a:cubicBezTo>
                  <a:pt x="1906" y="1259"/>
                  <a:pt x="1683" y="1140"/>
                  <a:pt x="1438" y="1140"/>
                </a:cubicBezTo>
                <a:cubicBezTo>
                  <a:pt x="1082" y="1140"/>
                  <a:pt x="794" y="1371"/>
                  <a:pt x="691" y="1690"/>
                </a:cubicBezTo>
                <a:cubicBezTo>
                  <a:pt x="675" y="1690"/>
                  <a:pt x="654" y="1682"/>
                  <a:pt x="638" y="1682"/>
                </a:cubicBezTo>
                <a:cubicBezTo>
                  <a:pt x="350" y="1682"/>
                  <a:pt x="104" y="1860"/>
                  <a:pt x="1" y="2104"/>
                </a:cubicBezTo>
                <a:lnTo>
                  <a:pt x="7796" y="2104"/>
                </a:lnTo>
                <a:cubicBezTo>
                  <a:pt x="7812" y="2052"/>
                  <a:pt x="7812" y="1994"/>
                  <a:pt x="7812" y="1933"/>
                </a:cubicBezTo>
                <a:cubicBezTo>
                  <a:pt x="7812" y="1467"/>
                  <a:pt x="7433" y="1081"/>
                  <a:pt x="6967" y="1081"/>
                </a:cubicBezTo>
                <a:cubicBezTo>
                  <a:pt x="6714" y="1081"/>
                  <a:pt x="6499" y="1193"/>
                  <a:pt x="6344" y="1355"/>
                </a:cubicBezTo>
                <a:cubicBezTo>
                  <a:pt x="6181" y="1185"/>
                  <a:pt x="5958" y="1074"/>
                  <a:pt x="5706" y="1074"/>
                </a:cubicBezTo>
                <a:cubicBezTo>
                  <a:pt x="5603" y="1074"/>
                  <a:pt x="5500" y="1096"/>
                  <a:pt x="5411" y="1126"/>
                </a:cubicBezTo>
                <a:cubicBezTo>
                  <a:pt x="5329" y="489"/>
                  <a:pt x="4795" y="0"/>
                  <a:pt x="4136" y="0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17"/>
          <p:cNvSpPr/>
          <p:nvPr/>
        </p:nvSpPr>
        <p:spPr>
          <a:xfrm>
            <a:off x="530744" y="330929"/>
            <a:ext cx="364946" cy="108763"/>
          </a:xfrm>
          <a:custGeom>
            <a:avLst/>
            <a:gdLst/>
            <a:ahLst/>
            <a:cxnLst/>
            <a:rect l="l" t="t" r="r" b="b"/>
            <a:pathLst>
              <a:path w="4305" h="1283" extrusionOk="0">
                <a:moveTo>
                  <a:pt x="2179" y="0"/>
                </a:moveTo>
                <a:cubicBezTo>
                  <a:pt x="1690" y="0"/>
                  <a:pt x="1297" y="400"/>
                  <a:pt x="1297" y="882"/>
                </a:cubicBezTo>
                <a:lnTo>
                  <a:pt x="1297" y="912"/>
                </a:lnTo>
                <a:cubicBezTo>
                  <a:pt x="1223" y="889"/>
                  <a:pt x="1148" y="882"/>
                  <a:pt x="1068" y="882"/>
                </a:cubicBezTo>
                <a:cubicBezTo>
                  <a:pt x="904" y="896"/>
                  <a:pt x="764" y="971"/>
                  <a:pt x="659" y="1074"/>
                </a:cubicBezTo>
                <a:cubicBezTo>
                  <a:pt x="593" y="1053"/>
                  <a:pt x="518" y="1046"/>
                  <a:pt x="445" y="1046"/>
                </a:cubicBezTo>
                <a:cubicBezTo>
                  <a:pt x="259" y="1060"/>
                  <a:pt x="104" y="1149"/>
                  <a:pt x="1" y="1282"/>
                </a:cubicBezTo>
                <a:lnTo>
                  <a:pt x="4297" y="1282"/>
                </a:lnTo>
                <a:cubicBezTo>
                  <a:pt x="4297" y="1268"/>
                  <a:pt x="4304" y="1261"/>
                  <a:pt x="4304" y="1245"/>
                </a:cubicBezTo>
                <a:cubicBezTo>
                  <a:pt x="4277" y="910"/>
                  <a:pt x="4002" y="659"/>
                  <a:pt x="3677" y="659"/>
                </a:cubicBezTo>
                <a:cubicBezTo>
                  <a:pt x="3664" y="659"/>
                  <a:pt x="3651" y="659"/>
                  <a:pt x="3638" y="660"/>
                </a:cubicBezTo>
                <a:cubicBezTo>
                  <a:pt x="3453" y="674"/>
                  <a:pt x="3298" y="772"/>
                  <a:pt x="3193" y="905"/>
                </a:cubicBezTo>
                <a:cubicBezTo>
                  <a:pt x="3149" y="889"/>
                  <a:pt x="3104" y="889"/>
                  <a:pt x="3060" y="889"/>
                </a:cubicBezTo>
                <a:lnTo>
                  <a:pt x="3060" y="882"/>
                </a:lnTo>
                <a:cubicBezTo>
                  <a:pt x="3060" y="400"/>
                  <a:pt x="2660" y="0"/>
                  <a:pt x="2179" y="0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17"/>
          <p:cNvSpPr/>
          <p:nvPr/>
        </p:nvSpPr>
        <p:spPr>
          <a:xfrm>
            <a:off x="1002600" y="245571"/>
            <a:ext cx="94149" cy="45600"/>
          </a:xfrm>
          <a:custGeom>
            <a:avLst/>
            <a:gdLst/>
            <a:ahLst/>
            <a:cxnLst/>
            <a:rect l="l" t="t" r="r" b="b"/>
            <a:pathLst>
              <a:path w="993" h="481" extrusionOk="0">
                <a:moveTo>
                  <a:pt x="851" y="0"/>
                </a:moveTo>
                <a:cubicBezTo>
                  <a:pt x="787" y="0"/>
                  <a:pt x="715" y="30"/>
                  <a:pt x="644" y="89"/>
                </a:cubicBezTo>
                <a:cubicBezTo>
                  <a:pt x="578" y="141"/>
                  <a:pt x="534" y="207"/>
                  <a:pt x="511" y="267"/>
                </a:cubicBezTo>
                <a:cubicBezTo>
                  <a:pt x="459" y="230"/>
                  <a:pt x="394" y="192"/>
                  <a:pt x="312" y="178"/>
                </a:cubicBezTo>
                <a:cubicBezTo>
                  <a:pt x="281" y="173"/>
                  <a:pt x="251" y="170"/>
                  <a:pt x="224" y="170"/>
                </a:cubicBezTo>
                <a:cubicBezTo>
                  <a:pt x="93" y="170"/>
                  <a:pt x="6" y="227"/>
                  <a:pt x="1" y="326"/>
                </a:cubicBezTo>
                <a:cubicBezTo>
                  <a:pt x="1" y="326"/>
                  <a:pt x="33" y="251"/>
                  <a:pt x="203" y="251"/>
                </a:cubicBezTo>
                <a:cubicBezTo>
                  <a:pt x="233" y="251"/>
                  <a:pt x="266" y="253"/>
                  <a:pt x="305" y="258"/>
                </a:cubicBezTo>
                <a:cubicBezTo>
                  <a:pt x="386" y="274"/>
                  <a:pt x="445" y="303"/>
                  <a:pt x="490" y="333"/>
                </a:cubicBezTo>
                <a:lnTo>
                  <a:pt x="490" y="480"/>
                </a:lnTo>
                <a:lnTo>
                  <a:pt x="555" y="466"/>
                </a:lnTo>
                <a:lnTo>
                  <a:pt x="630" y="452"/>
                </a:lnTo>
                <a:lnTo>
                  <a:pt x="555" y="319"/>
                </a:lnTo>
                <a:cubicBezTo>
                  <a:pt x="586" y="274"/>
                  <a:pt x="623" y="214"/>
                  <a:pt x="689" y="162"/>
                </a:cubicBezTo>
                <a:cubicBezTo>
                  <a:pt x="782" y="77"/>
                  <a:pt x="862" y="57"/>
                  <a:pt x="916" y="57"/>
                </a:cubicBezTo>
                <a:cubicBezTo>
                  <a:pt x="964" y="57"/>
                  <a:pt x="993" y="73"/>
                  <a:pt x="993" y="73"/>
                </a:cubicBezTo>
                <a:cubicBezTo>
                  <a:pt x="958" y="24"/>
                  <a:pt x="908" y="0"/>
                  <a:pt x="851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17"/>
          <p:cNvSpPr/>
          <p:nvPr/>
        </p:nvSpPr>
        <p:spPr>
          <a:xfrm>
            <a:off x="1014250" y="406050"/>
            <a:ext cx="152274" cy="73751"/>
          </a:xfrm>
          <a:custGeom>
            <a:avLst/>
            <a:gdLst/>
            <a:ahLst/>
            <a:cxnLst/>
            <a:rect l="l" t="t" r="r" b="b"/>
            <a:pathLst>
              <a:path w="993" h="481" extrusionOk="0">
                <a:moveTo>
                  <a:pt x="851" y="0"/>
                </a:moveTo>
                <a:cubicBezTo>
                  <a:pt x="787" y="0"/>
                  <a:pt x="715" y="30"/>
                  <a:pt x="644" y="89"/>
                </a:cubicBezTo>
                <a:cubicBezTo>
                  <a:pt x="578" y="141"/>
                  <a:pt x="534" y="207"/>
                  <a:pt x="511" y="267"/>
                </a:cubicBezTo>
                <a:cubicBezTo>
                  <a:pt x="459" y="230"/>
                  <a:pt x="394" y="192"/>
                  <a:pt x="312" y="178"/>
                </a:cubicBezTo>
                <a:cubicBezTo>
                  <a:pt x="281" y="173"/>
                  <a:pt x="251" y="170"/>
                  <a:pt x="224" y="170"/>
                </a:cubicBezTo>
                <a:cubicBezTo>
                  <a:pt x="93" y="170"/>
                  <a:pt x="6" y="227"/>
                  <a:pt x="1" y="326"/>
                </a:cubicBezTo>
                <a:cubicBezTo>
                  <a:pt x="1" y="326"/>
                  <a:pt x="33" y="251"/>
                  <a:pt x="203" y="251"/>
                </a:cubicBezTo>
                <a:cubicBezTo>
                  <a:pt x="233" y="251"/>
                  <a:pt x="266" y="253"/>
                  <a:pt x="305" y="258"/>
                </a:cubicBezTo>
                <a:cubicBezTo>
                  <a:pt x="386" y="274"/>
                  <a:pt x="445" y="303"/>
                  <a:pt x="490" y="333"/>
                </a:cubicBezTo>
                <a:lnTo>
                  <a:pt x="490" y="480"/>
                </a:lnTo>
                <a:lnTo>
                  <a:pt x="555" y="466"/>
                </a:lnTo>
                <a:lnTo>
                  <a:pt x="630" y="452"/>
                </a:lnTo>
                <a:lnTo>
                  <a:pt x="555" y="319"/>
                </a:lnTo>
                <a:cubicBezTo>
                  <a:pt x="586" y="274"/>
                  <a:pt x="623" y="214"/>
                  <a:pt x="689" y="162"/>
                </a:cubicBezTo>
                <a:cubicBezTo>
                  <a:pt x="782" y="77"/>
                  <a:pt x="862" y="57"/>
                  <a:pt x="916" y="57"/>
                </a:cubicBezTo>
                <a:cubicBezTo>
                  <a:pt x="964" y="57"/>
                  <a:pt x="993" y="73"/>
                  <a:pt x="993" y="73"/>
                </a:cubicBezTo>
                <a:cubicBezTo>
                  <a:pt x="958" y="24"/>
                  <a:pt x="908" y="0"/>
                  <a:pt x="851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17"/>
          <p:cNvSpPr/>
          <p:nvPr/>
        </p:nvSpPr>
        <p:spPr>
          <a:xfrm>
            <a:off x="1285075" y="378463"/>
            <a:ext cx="152274" cy="73751"/>
          </a:xfrm>
          <a:custGeom>
            <a:avLst/>
            <a:gdLst/>
            <a:ahLst/>
            <a:cxnLst/>
            <a:rect l="l" t="t" r="r" b="b"/>
            <a:pathLst>
              <a:path w="993" h="481" extrusionOk="0">
                <a:moveTo>
                  <a:pt x="851" y="0"/>
                </a:moveTo>
                <a:cubicBezTo>
                  <a:pt x="787" y="0"/>
                  <a:pt x="715" y="30"/>
                  <a:pt x="644" y="89"/>
                </a:cubicBezTo>
                <a:cubicBezTo>
                  <a:pt x="578" y="141"/>
                  <a:pt x="534" y="207"/>
                  <a:pt x="511" y="267"/>
                </a:cubicBezTo>
                <a:cubicBezTo>
                  <a:pt x="459" y="230"/>
                  <a:pt x="394" y="192"/>
                  <a:pt x="312" y="178"/>
                </a:cubicBezTo>
                <a:cubicBezTo>
                  <a:pt x="281" y="173"/>
                  <a:pt x="251" y="170"/>
                  <a:pt x="224" y="170"/>
                </a:cubicBezTo>
                <a:cubicBezTo>
                  <a:pt x="93" y="170"/>
                  <a:pt x="6" y="227"/>
                  <a:pt x="1" y="326"/>
                </a:cubicBezTo>
                <a:cubicBezTo>
                  <a:pt x="1" y="326"/>
                  <a:pt x="33" y="251"/>
                  <a:pt x="203" y="251"/>
                </a:cubicBezTo>
                <a:cubicBezTo>
                  <a:pt x="233" y="251"/>
                  <a:pt x="266" y="253"/>
                  <a:pt x="305" y="258"/>
                </a:cubicBezTo>
                <a:cubicBezTo>
                  <a:pt x="386" y="274"/>
                  <a:pt x="445" y="303"/>
                  <a:pt x="490" y="333"/>
                </a:cubicBezTo>
                <a:lnTo>
                  <a:pt x="490" y="480"/>
                </a:lnTo>
                <a:lnTo>
                  <a:pt x="555" y="466"/>
                </a:lnTo>
                <a:lnTo>
                  <a:pt x="630" y="452"/>
                </a:lnTo>
                <a:lnTo>
                  <a:pt x="555" y="319"/>
                </a:lnTo>
                <a:cubicBezTo>
                  <a:pt x="586" y="274"/>
                  <a:pt x="623" y="214"/>
                  <a:pt x="689" y="162"/>
                </a:cubicBezTo>
                <a:cubicBezTo>
                  <a:pt x="782" y="77"/>
                  <a:pt x="862" y="57"/>
                  <a:pt x="916" y="57"/>
                </a:cubicBezTo>
                <a:cubicBezTo>
                  <a:pt x="964" y="57"/>
                  <a:pt x="993" y="73"/>
                  <a:pt x="993" y="73"/>
                </a:cubicBezTo>
                <a:cubicBezTo>
                  <a:pt x="958" y="24"/>
                  <a:pt x="908" y="0"/>
                  <a:pt x="851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18"/>
          <p:cNvSpPr txBox="1">
            <a:spLocks noGrp="1"/>
          </p:cNvSpPr>
          <p:nvPr>
            <p:ph type="title"/>
          </p:nvPr>
        </p:nvSpPr>
        <p:spPr>
          <a:xfrm>
            <a:off x="1849650" y="445025"/>
            <a:ext cx="5444700" cy="10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08" name="Google Shape;908;p18"/>
          <p:cNvSpPr txBox="1">
            <a:spLocks noGrp="1"/>
          </p:cNvSpPr>
          <p:nvPr>
            <p:ph type="subTitle" idx="1"/>
          </p:nvPr>
        </p:nvSpPr>
        <p:spPr>
          <a:xfrm>
            <a:off x="4804334" y="3090472"/>
            <a:ext cx="27432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umbh Sans"/>
              <a:buNone/>
              <a:defRPr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umbh Sans"/>
              <a:buNone/>
              <a:defRPr>
                <a:latin typeface="Kumbh Sans"/>
                <a:ea typeface="Kumbh Sans"/>
                <a:cs typeface="Kumbh Sans"/>
                <a:sym typeface="Kumbh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umbh Sans"/>
              <a:buNone/>
              <a:defRPr>
                <a:latin typeface="Kumbh Sans"/>
                <a:ea typeface="Kumbh Sans"/>
                <a:cs typeface="Kumbh Sans"/>
                <a:sym typeface="Kumbh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umbh Sans"/>
              <a:buNone/>
              <a:defRPr>
                <a:latin typeface="Kumbh Sans"/>
                <a:ea typeface="Kumbh Sans"/>
                <a:cs typeface="Kumbh Sans"/>
                <a:sym typeface="Kumbh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umbh Sans"/>
              <a:buNone/>
              <a:defRPr>
                <a:latin typeface="Kumbh Sans"/>
                <a:ea typeface="Kumbh Sans"/>
                <a:cs typeface="Kumbh Sans"/>
                <a:sym typeface="Kumbh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umbh Sans"/>
              <a:buNone/>
              <a:defRPr>
                <a:latin typeface="Kumbh Sans"/>
                <a:ea typeface="Kumbh Sans"/>
                <a:cs typeface="Kumbh Sans"/>
                <a:sym typeface="Kumbh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umbh Sans"/>
              <a:buNone/>
              <a:defRPr>
                <a:latin typeface="Kumbh Sans"/>
                <a:ea typeface="Kumbh Sans"/>
                <a:cs typeface="Kumbh Sans"/>
                <a:sym typeface="Kumbh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umbh Sans"/>
              <a:buNone/>
              <a:defRPr>
                <a:latin typeface="Kumbh Sans"/>
                <a:ea typeface="Kumbh Sans"/>
                <a:cs typeface="Kumbh Sans"/>
                <a:sym typeface="Kumbh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umbh Sans"/>
              <a:buNone/>
              <a:defRPr>
                <a:latin typeface="Kumbh Sans"/>
                <a:ea typeface="Kumbh Sans"/>
                <a:cs typeface="Kumbh Sans"/>
                <a:sym typeface="Kumbh Sans"/>
              </a:defRPr>
            </a:lvl9pPr>
          </a:lstStyle>
          <a:p>
            <a:endParaRPr/>
          </a:p>
        </p:txBody>
      </p:sp>
      <p:sp>
        <p:nvSpPr>
          <p:cNvPr id="909" name="Google Shape;909;p18"/>
          <p:cNvSpPr txBox="1">
            <a:spLocks noGrp="1"/>
          </p:cNvSpPr>
          <p:nvPr>
            <p:ph type="subTitle" idx="2"/>
          </p:nvPr>
        </p:nvSpPr>
        <p:spPr>
          <a:xfrm>
            <a:off x="1596462" y="3090472"/>
            <a:ext cx="27432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umbh Sans"/>
              <a:buNone/>
              <a:defRPr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umbh Sans"/>
              <a:buNone/>
              <a:defRPr>
                <a:latin typeface="Kumbh Sans"/>
                <a:ea typeface="Kumbh Sans"/>
                <a:cs typeface="Kumbh Sans"/>
                <a:sym typeface="Kumbh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umbh Sans"/>
              <a:buNone/>
              <a:defRPr>
                <a:latin typeface="Kumbh Sans"/>
                <a:ea typeface="Kumbh Sans"/>
                <a:cs typeface="Kumbh Sans"/>
                <a:sym typeface="Kumbh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umbh Sans"/>
              <a:buNone/>
              <a:defRPr>
                <a:latin typeface="Kumbh Sans"/>
                <a:ea typeface="Kumbh Sans"/>
                <a:cs typeface="Kumbh Sans"/>
                <a:sym typeface="Kumbh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umbh Sans"/>
              <a:buNone/>
              <a:defRPr>
                <a:latin typeface="Kumbh Sans"/>
                <a:ea typeface="Kumbh Sans"/>
                <a:cs typeface="Kumbh Sans"/>
                <a:sym typeface="Kumbh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umbh Sans"/>
              <a:buNone/>
              <a:defRPr>
                <a:latin typeface="Kumbh Sans"/>
                <a:ea typeface="Kumbh Sans"/>
                <a:cs typeface="Kumbh Sans"/>
                <a:sym typeface="Kumbh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umbh Sans"/>
              <a:buNone/>
              <a:defRPr>
                <a:latin typeface="Kumbh Sans"/>
                <a:ea typeface="Kumbh Sans"/>
                <a:cs typeface="Kumbh Sans"/>
                <a:sym typeface="Kumbh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umbh Sans"/>
              <a:buNone/>
              <a:defRPr>
                <a:latin typeface="Kumbh Sans"/>
                <a:ea typeface="Kumbh Sans"/>
                <a:cs typeface="Kumbh Sans"/>
                <a:sym typeface="Kumbh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umbh Sans"/>
              <a:buNone/>
              <a:defRPr>
                <a:latin typeface="Kumbh Sans"/>
                <a:ea typeface="Kumbh Sans"/>
                <a:cs typeface="Kumbh Sans"/>
                <a:sym typeface="Kumbh Sans"/>
              </a:defRPr>
            </a:lvl9pPr>
          </a:lstStyle>
          <a:p>
            <a:endParaRPr/>
          </a:p>
        </p:txBody>
      </p:sp>
      <p:sp>
        <p:nvSpPr>
          <p:cNvPr id="910" name="Google Shape;910;p18"/>
          <p:cNvSpPr txBox="1">
            <a:spLocks noGrp="1"/>
          </p:cNvSpPr>
          <p:nvPr>
            <p:ph type="subTitle" idx="3"/>
          </p:nvPr>
        </p:nvSpPr>
        <p:spPr>
          <a:xfrm>
            <a:off x="1596462" y="2845375"/>
            <a:ext cx="27432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11" name="Google Shape;911;p18"/>
          <p:cNvSpPr txBox="1">
            <a:spLocks noGrp="1"/>
          </p:cNvSpPr>
          <p:nvPr>
            <p:ph type="subTitle" idx="4"/>
          </p:nvPr>
        </p:nvSpPr>
        <p:spPr>
          <a:xfrm>
            <a:off x="4804338" y="2845375"/>
            <a:ext cx="27432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12" name="Google Shape;912;p18"/>
          <p:cNvSpPr/>
          <p:nvPr/>
        </p:nvSpPr>
        <p:spPr>
          <a:xfrm>
            <a:off x="905149" y="632337"/>
            <a:ext cx="339138" cy="94318"/>
          </a:xfrm>
          <a:custGeom>
            <a:avLst/>
            <a:gdLst/>
            <a:ahLst/>
            <a:cxnLst/>
            <a:rect l="l" t="t" r="r" b="b"/>
            <a:pathLst>
              <a:path w="5329" h="1482" extrusionOk="0">
                <a:moveTo>
                  <a:pt x="2818" y="0"/>
                </a:moveTo>
                <a:cubicBezTo>
                  <a:pt x="2336" y="0"/>
                  <a:pt x="1943" y="408"/>
                  <a:pt x="1943" y="904"/>
                </a:cubicBezTo>
                <a:lnTo>
                  <a:pt x="1943" y="918"/>
                </a:lnTo>
                <a:cubicBezTo>
                  <a:pt x="1884" y="897"/>
                  <a:pt x="1824" y="882"/>
                  <a:pt x="1758" y="882"/>
                </a:cubicBezTo>
                <a:cubicBezTo>
                  <a:pt x="1617" y="882"/>
                  <a:pt x="1498" y="934"/>
                  <a:pt x="1395" y="1016"/>
                </a:cubicBezTo>
                <a:cubicBezTo>
                  <a:pt x="1297" y="890"/>
                  <a:pt x="1150" y="801"/>
                  <a:pt x="979" y="801"/>
                </a:cubicBezTo>
                <a:cubicBezTo>
                  <a:pt x="735" y="801"/>
                  <a:pt x="534" y="971"/>
                  <a:pt x="469" y="1194"/>
                </a:cubicBezTo>
                <a:cubicBezTo>
                  <a:pt x="461" y="1194"/>
                  <a:pt x="445" y="1185"/>
                  <a:pt x="431" y="1185"/>
                </a:cubicBezTo>
                <a:cubicBezTo>
                  <a:pt x="239" y="1185"/>
                  <a:pt x="68" y="1311"/>
                  <a:pt x="1" y="1482"/>
                </a:cubicBezTo>
                <a:lnTo>
                  <a:pt x="5315" y="1482"/>
                </a:lnTo>
                <a:cubicBezTo>
                  <a:pt x="5322" y="1444"/>
                  <a:pt x="5329" y="1407"/>
                  <a:pt x="5329" y="1363"/>
                </a:cubicBezTo>
                <a:cubicBezTo>
                  <a:pt x="5329" y="1030"/>
                  <a:pt x="5069" y="763"/>
                  <a:pt x="4751" y="763"/>
                </a:cubicBezTo>
                <a:cubicBezTo>
                  <a:pt x="4580" y="763"/>
                  <a:pt x="4433" y="838"/>
                  <a:pt x="4321" y="955"/>
                </a:cubicBezTo>
                <a:cubicBezTo>
                  <a:pt x="4217" y="838"/>
                  <a:pt x="4063" y="756"/>
                  <a:pt x="3892" y="756"/>
                </a:cubicBezTo>
                <a:cubicBezTo>
                  <a:pt x="3817" y="756"/>
                  <a:pt x="3751" y="770"/>
                  <a:pt x="3684" y="794"/>
                </a:cubicBezTo>
                <a:cubicBezTo>
                  <a:pt x="3632" y="349"/>
                  <a:pt x="3270" y="0"/>
                  <a:pt x="2818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3" name="Google Shape;913;p18"/>
          <p:cNvGrpSpPr/>
          <p:nvPr/>
        </p:nvGrpSpPr>
        <p:grpSpPr>
          <a:xfrm>
            <a:off x="451920" y="275758"/>
            <a:ext cx="398840" cy="527488"/>
            <a:chOff x="1266370" y="3942170"/>
            <a:chExt cx="398840" cy="527488"/>
          </a:xfrm>
        </p:grpSpPr>
        <p:sp>
          <p:nvSpPr>
            <p:cNvPr id="914" name="Google Shape;914;p18"/>
            <p:cNvSpPr/>
            <p:nvPr/>
          </p:nvSpPr>
          <p:spPr>
            <a:xfrm>
              <a:off x="1266370" y="3942170"/>
              <a:ext cx="398840" cy="407925"/>
            </a:xfrm>
            <a:custGeom>
              <a:avLst/>
              <a:gdLst/>
              <a:ahLst/>
              <a:cxnLst/>
              <a:rect l="l" t="t" r="r" b="b"/>
              <a:pathLst>
                <a:path w="5144" h="5261" extrusionOk="0">
                  <a:moveTo>
                    <a:pt x="2572" y="0"/>
                  </a:moveTo>
                  <a:cubicBezTo>
                    <a:pt x="1157" y="0"/>
                    <a:pt x="1" y="697"/>
                    <a:pt x="1" y="2148"/>
                  </a:cubicBezTo>
                  <a:cubicBezTo>
                    <a:pt x="1" y="3601"/>
                    <a:pt x="1157" y="5261"/>
                    <a:pt x="2572" y="5261"/>
                  </a:cubicBezTo>
                  <a:cubicBezTo>
                    <a:pt x="3988" y="5261"/>
                    <a:pt x="5144" y="3601"/>
                    <a:pt x="5144" y="2148"/>
                  </a:cubicBezTo>
                  <a:cubicBezTo>
                    <a:pt x="5144" y="697"/>
                    <a:pt x="3988" y="0"/>
                    <a:pt x="2572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18"/>
            <p:cNvSpPr/>
            <p:nvPr/>
          </p:nvSpPr>
          <p:spPr>
            <a:xfrm>
              <a:off x="1307231" y="3942170"/>
              <a:ext cx="317196" cy="407925"/>
            </a:xfrm>
            <a:custGeom>
              <a:avLst/>
              <a:gdLst/>
              <a:ahLst/>
              <a:cxnLst/>
              <a:rect l="l" t="t" r="r" b="b"/>
              <a:pathLst>
                <a:path w="4091" h="5261" extrusionOk="0">
                  <a:moveTo>
                    <a:pt x="2045" y="0"/>
                  </a:moveTo>
                  <a:cubicBezTo>
                    <a:pt x="920" y="0"/>
                    <a:pt x="0" y="697"/>
                    <a:pt x="0" y="2148"/>
                  </a:cubicBezTo>
                  <a:cubicBezTo>
                    <a:pt x="0" y="3601"/>
                    <a:pt x="920" y="5261"/>
                    <a:pt x="2045" y="5261"/>
                  </a:cubicBezTo>
                  <a:cubicBezTo>
                    <a:pt x="3171" y="5261"/>
                    <a:pt x="4091" y="3601"/>
                    <a:pt x="4091" y="2148"/>
                  </a:cubicBezTo>
                  <a:cubicBezTo>
                    <a:pt x="4091" y="697"/>
                    <a:pt x="3171" y="0"/>
                    <a:pt x="2045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18"/>
            <p:cNvSpPr/>
            <p:nvPr/>
          </p:nvSpPr>
          <p:spPr>
            <a:xfrm>
              <a:off x="1383060" y="3942170"/>
              <a:ext cx="165537" cy="407925"/>
            </a:xfrm>
            <a:custGeom>
              <a:avLst/>
              <a:gdLst/>
              <a:ahLst/>
              <a:cxnLst/>
              <a:rect l="l" t="t" r="r" b="b"/>
              <a:pathLst>
                <a:path w="2135" h="5261" extrusionOk="0">
                  <a:moveTo>
                    <a:pt x="1067" y="0"/>
                  </a:moveTo>
                  <a:cubicBezTo>
                    <a:pt x="475" y="0"/>
                    <a:pt x="0" y="697"/>
                    <a:pt x="0" y="2148"/>
                  </a:cubicBezTo>
                  <a:cubicBezTo>
                    <a:pt x="0" y="3601"/>
                    <a:pt x="475" y="5261"/>
                    <a:pt x="1067" y="5261"/>
                  </a:cubicBezTo>
                  <a:cubicBezTo>
                    <a:pt x="1660" y="5261"/>
                    <a:pt x="2135" y="3601"/>
                    <a:pt x="2135" y="2148"/>
                  </a:cubicBezTo>
                  <a:cubicBezTo>
                    <a:pt x="2135" y="697"/>
                    <a:pt x="1660" y="0"/>
                    <a:pt x="106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18"/>
            <p:cNvSpPr/>
            <p:nvPr/>
          </p:nvSpPr>
          <p:spPr>
            <a:xfrm>
              <a:off x="1349100" y="4301169"/>
              <a:ext cx="233380" cy="93743"/>
            </a:xfrm>
            <a:custGeom>
              <a:avLst/>
              <a:gdLst/>
              <a:ahLst/>
              <a:cxnLst/>
              <a:rect l="l" t="t" r="r" b="b"/>
              <a:pathLst>
                <a:path w="3010" h="1209" extrusionOk="0">
                  <a:moveTo>
                    <a:pt x="2935" y="45"/>
                  </a:moveTo>
                  <a:lnTo>
                    <a:pt x="2313" y="1164"/>
                  </a:lnTo>
                  <a:lnTo>
                    <a:pt x="698" y="1164"/>
                  </a:lnTo>
                  <a:lnTo>
                    <a:pt x="76" y="45"/>
                  </a:lnTo>
                  <a:close/>
                  <a:moveTo>
                    <a:pt x="1" y="1"/>
                  </a:moveTo>
                  <a:lnTo>
                    <a:pt x="668" y="1208"/>
                  </a:lnTo>
                  <a:lnTo>
                    <a:pt x="2343" y="1208"/>
                  </a:lnTo>
                  <a:lnTo>
                    <a:pt x="301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18"/>
            <p:cNvSpPr/>
            <p:nvPr/>
          </p:nvSpPr>
          <p:spPr>
            <a:xfrm>
              <a:off x="1381975" y="4301169"/>
              <a:ext cx="167708" cy="93743"/>
            </a:xfrm>
            <a:custGeom>
              <a:avLst/>
              <a:gdLst/>
              <a:ahLst/>
              <a:cxnLst/>
              <a:rect l="l" t="t" r="r" b="b"/>
              <a:pathLst>
                <a:path w="2163" h="1209" extrusionOk="0">
                  <a:moveTo>
                    <a:pt x="2104" y="45"/>
                  </a:moveTo>
                  <a:lnTo>
                    <a:pt x="1652" y="1164"/>
                  </a:lnTo>
                  <a:lnTo>
                    <a:pt x="511" y="1164"/>
                  </a:lnTo>
                  <a:lnTo>
                    <a:pt x="59" y="45"/>
                  </a:lnTo>
                  <a:close/>
                  <a:moveTo>
                    <a:pt x="0" y="1"/>
                  </a:moveTo>
                  <a:lnTo>
                    <a:pt x="480" y="1208"/>
                  </a:lnTo>
                  <a:lnTo>
                    <a:pt x="1681" y="1208"/>
                  </a:lnTo>
                  <a:lnTo>
                    <a:pt x="2163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18"/>
            <p:cNvSpPr/>
            <p:nvPr/>
          </p:nvSpPr>
          <p:spPr>
            <a:xfrm>
              <a:off x="1420975" y="4301169"/>
              <a:ext cx="89708" cy="93743"/>
            </a:xfrm>
            <a:custGeom>
              <a:avLst/>
              <a:gdLst/>
              <a:ahLst/>
              <a:cxnLst/>
              <a:rect l="l" t="t" r="r" b="b"/>
              <a:pathLst>
                <a:path w="1157" h="1209" extrusionOk="0">
                  <a:moveTo>
                    <a:pt x="1105" y="45"/>
                  </a:moveTo>
                  <a:lnTo>
                    <a:pt x="867" y="1164"/>
                  </a:lnTo>
                  <a:lnTo>
                    <a:pt x="289" y="1164"/>
                  </a:lnTo>
                  <a:lnTo>
                    <a:pt x="52" y="45"/>
                  </a:lnTo>
                  <a:close/>
                  <a:moveTo>
                    <a:pt x="1" y="1"/>
                  </a:moveTo>
                  <a:lnTo>
                    <a:pt x="253" y="1208"/>
                  </a:lnTo>
                  <a:lnTo>
                    <a:pt x="904" y="1208"/>
                  </a:lnTo>
                  <a:lnTo>
                    <a:pt x="1156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18"/>
            <p:cNvSpPr/>
            <p:nvPr/>
          </p:nvSpPr>
          <p:spPr>
            <a:xfrm>
              <a:off x="1400273" y="4385762"/>
              <a:ext cx="131112" cy="83896"/>
            </a:xfrm>
            <a:custGeom>
              <a:avLst/>
              <a:gdLst/>
              <a:ahLst/>
              <a:cxnLst/>
              <a:rect l="l" t="t" r="r" b="b"/>
              <a:pathLst>
                <a:path w="1691" h="1082" extrusionOk="0">
                  <a:moveTo>
                    <a:pt x="155" y="0"/>
                  </a:moveTo>
                  <a:cubicBezTo>
                    <a:pt x="67" y="0"/>
                    <a:pt x="1" y="73"/>
                    <a:pt x="1" y="155"/>
                  </a:cubicBezTo>
                  <a:lnTo>
                    <a:pt x="1" y="918"/>
                  </a:lnTo>
                  <a:cubicBezTo>
                    <a:pt x="1" y="1007"/>
                    <a:pt x="67" y="1081"/>
                    <a:pt x="155" y="1081"/>
                  </a:cubicBezTo>
                  <a:lnTo>
                    <a:pt x="1534" y="1081"/>
                  </a:lnTo>
                  <a:cubicBezTo>
                    <a:pt x="1623" y="1081"/>
                    <a:pt x="1690" y="1007"/>
                    <a:pt x="1690" y="918"/>
                  </a:cubicBezTo>
                  <a:lnTo>
                    <a:pt x="1690" y="155"/>
                  </a:lnTo>
                  <a:cubicBezTo>
                    <a:pt x="1690" y="73"/>
                    <a:pt x="1623" y="0"/>
                    <a:pt x="1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1" name="Google Shape;921;p18"/>
          <p:cNvGrpSpPr/>
          <p:nvPr/>
        </p:nvGrpSpPr>
        <p:grpSpPr>
          <a:xfrm>
            <a:off x="7717666" y="4138691"/>
            <a:ext cx="1102495" cy="799972"/>
            <a:chOff x="713235" y="4265114"/>
            <a:chExt cx="1002450" cy="727379"/>
          </a:xfrm>
        </p:grpSpPr>
        <p:sp>
          <p:nvSpPr>
            <p:cNvPr id="922" name="Google Shape;922;p18"/>
            <p:cNvSpPr/>
            <p:nvPr/>
          </p:nvSpPr>
          <p:spPr>
            <a:xfrm>
              <a:off x="764253" y="4779808"/>
              <a:ext cx="113279" cy="212143"/>
            </a:xfrm>
            <a:custGeom>
              <a:avLst/>
              <a:gdLst/>
              <a:ahLst/>
              <a:cxnLst/>
              <a:rect l="l" t="t" r="r" b="b"/>
              <a:pathLst>
                <a:path w="1461" h="2736" extrusionOk="0">
                  <a:moveTo>
                    <a:pt x="0" y="1"/>
                  </a:moveTo>
                  <a:lnTo>
                    <a:pt x="0" y="2736"/>
                  </a:lnTo>
                  <a:lnTo>
                    <a:pt x="1460" y="2736"/>
                  </a:lnTo>
                  <a:lnTo>
                    <a:pt x="1460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8"/>
            <p:cNvSpPr/>
            <p:nvPr/>
          </p:nvSpPr>
          <p:spPr>
            <a:xfrm>
              <a:off x="1340571" y="4663191"/>
              <a:ext cx="372401" cy="162596"/>
            </a:xfrm>
            <a:custGeom>
              <a:avLst/>
              <a:gdLst/>
              <a:ahLst/>
              <a:cxnLst/>
              <a:rect l="l" t="t" r="r" b="b"/>
              <a:pathLst>
                <a:path w="4803" h="2097" extrusionOk="0">
                  <a:moveTo>
                    <a:pt x="2240" y="0"/>
                  </a:moveTo>
                  <a:cubicBezTo>
                    <a:pt x="2234" y="0"/>
                    <a:pt x="2229" y="0"/>
                    <a:pt x="2224" y="0"/>
                  </a:cubicBezTo>
                  <a:cubicBezTo>
                    <a:pt x="1838" y="7"/>
                    <a:pt x="1519" y="297"/>
                    <a:pt x="1459" y="667"/>
                  </a:cubicBezTo>
                  <a:cubicBezTo>
                    <a:pt x="1431" y="660"/>
                    <a:pt x="1407" y="660"/>
                    <a:pt x="1379" y="660"/>
                  </a:cubicBezTo>
                  <a:cubicBezTo>
                    <a:pt x="1045" y="667"/>
                    <a:pt x="778" y="941"/>
                    <a:pt x="771" y="1268"/>
                  </a:cubicBezTo>
                  <a:cubicBezTo>
                    <a:pt x="385" y="1386"/>
                    <a:pt x="90" y="1706"/>
                    <a:pt x="1" y="2097"/>
                  </a:cubicBezTo>
                  <a:lnTo>
                    <a:pt x="4802" y="2008"/>
                  </a:lnTo>
                  <a:cubicBezTo>
                    <a:pt x="4671" y="1525"/>
                    <a:pt x="4386" y="1172"/>
                    <a:pt x="3872" y="1172"/>
                  </a:cubicBezTo>
                  <a:cubicBezTo>
                    <a:pt x="3866" y="1172"/>
                    <a:pt x="3859" y="1172"/>
                    <a:pt x="3853" y="1172"/>
                  </a:cubicBezTo>
                  <a:lnTo>
                    <a:pt x="3808" y="1172"/>
                  </a:lnTo>
                  <a:cubicBezTo>
                    <a:pt x="3801" y="805"/>
                    <a:pt x="3504" y="512"/>
                    <a:pt x="3140" y="512"/>
                  </a:cubicBezTo>
                  <a:cubicBezTo>
                    <a:pt x="3136" y="512"/>
                    <a:pt x="3131" y="512"/>
                    <a:pt x="3127" y="512"/>
                  </a:cubicBezTo>
                  <a:cubicBezTo>
                    <a:pt x="3076" y="512"/>
                    <a:pt x="3031" y="519"/>
                    <a:pt x="2987" y="527"/>
                  </a:cubicBezTo>
                  <a:cubicBezTo>
                    <a:pt x="2876" y="220"/>
                    <a:pt x="2580" y="0"/>
                    <a:pt x="2240" y="0"/>
                  </a:cubicBez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8"/>
            <p:cNvSpPr/>
            <p:nvPr/>
          </p:nvSpPr>
          <p:spPr>
            <a:xfrm>
              <a:off x="1340571" y="4662571"/>
              <a:ext cx="375114" cy="161045"/>
            </a:xfrm>
            <a:custGeom>
              <a:avLst/>
              <a:gdLst/>
              <a:ahLst/>
              <a:cxnLst/>
              <a:rect l="l" t="t" r="r" b="b"/>
              <a:pathLst>
                <a:path w="4838" h="2077" extrusionOk="0">
                  <a:moveTo>
                    <a:pt x="2254" y="1"/>
                  </a:moveTo>
                  <a:cubicBezTo>
                    <a:pt x="2249" y="1"/>
                    <a:pt x="2243" y="1"/>
                    <a:pt x="2238" y="1"/>
                  </a:cubicBezTo>
                  <a:cubicBezTo>
                    <a:pt x="1852" y="1"/>
                    <a:pt x="1534" y="291"/>
                    <a:pt x="1468" y="661"/>
                  </a:cubicBezTo>
                  <a:cubicBezTo>
                    <a:pt x="1445" y="654"/>
                    <a:pt x="1415" y="654"/>
                    <a:pt x="1386" y="654"/>
                  </a:cubicBezTo>
                  <a:cubicBezTo>
                    <a:pt x="1052" y="661"/>
                    <a:pt x="785" y="928"/>
                    <a:pt x="778" y="1260"/>
                  </a:cubicBezTo>
                  <a:cubicBezTo>
                    <a:pt x="392" y="1372"/>
                    <a:pt x="90" y="1683"/>
                    <a:pt x="1" y="2076"/>
                  </a:cubicBezTo>
                  <a:lnTo>
                    <a:pt x="4838" y="2025"/>
                  </a:lnTo>
                  <a:cubicBezTo>
                    <a:pt x="4715" y="1542"/>
                    <a:pt x="4394" y="1180"/>
                    <a:pt x="3879" y="1180"/>
                  </a:cubicBezTo>
                  <a:cubicBezTo>
                    <a:pt x="3872" y="1180"/>
                    <a:pt x="3866" y="1180"/>
                    <a:pt x="3860" y="1180"/>
                  </a:cubicBezTo>
                  <a:lnTo>
                    <a:pt x="3815" y="1180"/>
                  </a:lnTo>
                  <a:cubicBezTo>
                    <a:pt x="3815" y="808"/>
                    <a:pt x="3504" y="513"/>
                    <a:pt x="3134" y="513"/>
                  </a:cubicBezTo>
                  <a:cubicBezTo>
                    <a:pt x="3090" y="520"/>
                    <a:pt x="3038" y="520"/>
                    <a:pt x="2994" y="535"/>
                  </a:cubicBezTo>
                  <a:cubicBezTo>
                    <a:pt x="2883" y="221"/>
                    <a:pt x="2596" y="1"/>
                    <a:pt x="2254" y="1"/>
                  </a:cubicBez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8"/>
            <p:cNvSpPr/>
            <p:nvPr/>
          </p:nvSpPr>
          <p:spPr>
            <a:xfrm>
              <a:off x="1448577" y="4713203"/>
              <a:ext cx="40861" cy="81569"/>
            </a:xfrm>
            <a:custGeom>
              <a:avLst/>
              <a:gdLst/>
              <a:ahLst/>
              <a:cxnLst/>
              <a:rect l="l" t="t" r="r" b="b"/>
              <a:pathLst>
                <a:path w="527" h="1052" extrusionOk="0">
                  <a:moveTo>
                    <a:pt x="0" y="1"/>
                  </a:moveTo>
                  <a:cubicBezTo>
                    <a:pt x="0" y="1"/>
                    <a:pt x="422" y="134"/>
                    <a:pt x="400" y="527"/>
                  </a:cubicBezTo>
                  <a:cubicBezTo>
                    <a:pt x="377" y="956"/>
                    <a:pt x="0" y="1052"/>
                    <a:pt x="0" y="1052"/>
                  </a:cubicBezTo>
                  <a:cubicBezTo>
                    <a:pt x="288" y="1052"/>
                    <a:pt x="527" y="815"/>
                    <a:pt x="527" y="527"/>
                  </a:cubicBezTo>
                  <a:cubicBezTo>
                    <a:pt x="527" y="230"/>
                    <a:pt x="288" y="1"/>
                    <a:pt x="0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18"/>
            <p:cNvSpPr/>
            <p:nvPr/>
          </p:nvSpPr>
          <p:spPr>
            <a:xfrm>
              <a:off x="1589303" y="4753988"/>
              <a:ext cx="121342" cy="61487"/>
            </a:xfrm>
            <a:custGeom>
              <a:avLst/>
              <a:gdLst/>
              <a:ahLst/>
              <a:cxnLst/>
              <a:rect l="l" t="t" r="r" b="b"/>
              <a:pathLst>
                <a:path w="1565" h="793" extrusionOk="0">
                  <a:moveTo>
                    <a:pt x="778" y="1"/>
                  </a:moveTo>
                  <a:cubicBezTo>
                    <a:pt x="355" y="1"/>
                    <a:pt x="8" y="339"/>
                    <a:pt x="1" y="764"/>
                  </a:cubicBezTo>
                  <a:cubicBezTo>
                    <a:pt x="1" y="764"/>
                    <a:pt x="196" y="147"/>
                    <a:pt x="738" y="147"/>
                  </a:cubicBezTo>
                  <a:cubicBezTo>
                    <a:pt x="753" y="147"/>
                    <a:pt x="769" y="148"/>
                    <a:pt x="785" y="149"/>
                  </a:cubicBezTo>
                  <a:cubicBezTo>
                    <a:pt x="1424" y="193"/>
                    <a:pt x="1564" y="793"/>
                    <a:pt x="1564" y="793"/>
                  </a:cubicBezTo>
                  <a:cubicBezTo>
                    <a:pt x="1564" y="357"/>
                    <a:pt x="1223" y="8"/>
                    <a:pt x="794" y="1"/>
                  </a:cubicBezTo>
                  <a:cubicBezTo>
                    <a:pt x="789" y="1"/>
                    <a:pt x="783" y="1"/>
                    <a:pt x="778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18"/>
            <p:cNvSpPr/>
            <p:nvPr/>
          </p:nvSpPr>
          <p:spPr>
            <a:xfrm>
              <a:off x="789607" y="4431664"/>
              <a:ext cx="69006" cy="69551"/>
            </a:xfrm>
            <a:custGeom>
              <a:avLst/>
              <a:gdLst/>
              <a:ahLst/>
              <a:cxnLst/>
              <a:rect l="l" t="t" r="r" b="b"/>
              <a:pathLst>
                <a:path w="890" h="897" extrusionOk="0">
                  <a:moveTo>
                    <a:pt x="445" y="0"/>
                  </a:moveTo>
                  <a:cubicBezTo>
                    <a:pt x="200" y="0"/>
                    <a:pt x="0" y="201"/>
                    <a:pt x="0" y="452"/>
                  </a:cubicBezTo>
                  <a:cubicBezTo>
                    <a:pt x="0" y="697"/>
                    <a:pt x="200" y="897"/>
                    <a:pt x="445" y="897"/>
                  </a:cubicBezTo>
                  <a:cubicBezTo>
                    <a:pt x="689" y="897"/>
                    <a:pt x="890" y="697"/>
                    <a:pt x="890" y="452"/>
                  </a:cubicBezTo>
                  <a:cubicBezTo>
                    <a:pt x="890" y="201"/>
                    <a:pt x="689" y="0"/>
                    <a:pt x="445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8"/>
            <p:cNvSpPr/>
            <p:nvPr/>
          </p:nvSpPr>
          <p:spPr>
            <a:xfrm>
              <a:off x="889007" y="4365602"/>
              <a:ext cx="133825" cy="70637"/>
            </a:xfrm>
            <a:custGeom>
              <a:avLst/>
              <a:gdLst/>
              <a:ahLst/>
              <a:cxnLst/>
              <a:rect l="l" t="t" r="r" b="b"/>
              <a:pathLst>
                <a:path w="1726" h="911" extrusionOk="0">
                  <a:moveTo>
                    <a:pt x="459" y="0"/>
                  </a:moveTo>
                  <a:cubicBezTo>
                    <a:pt x="207" y="0"/>
                    <a:pt x="1" y="209"/>
                    <a:pt x="1" y="452"/>
                  </a:cubicBezTo>
                  <a:cubicBezTo>
                    <a:pt x="1" y="705"/>
                    <a:pt x="207" y="911"/>
                    <a:pt x="459" y="911"/>
                  </a:cubicBezTo>
                  <a:lnTo>
                    <a:pt x="1274" y="911"/>
                  </a:lnTo>
                  <a:cubicBezTo>
                    <a:pt x="1526" y="911"/>
                    <a:pt x="1726" y="705"/>
                    <a:pt x="1726" y="452"/>
                  </a:cubicBezTo>
                  <a:cubicBezTo>
                    <a:pt x="1726" y="209"/>
                    <a:pt x="1526" y="0"/>
                    <a:pt x="1274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8"/>
            <p:cNvSpPr/>
            <p:nvPr/>
          </p:nvSpPr>
          <p:spPr>
            <a:xfrm>
              <a:off x="969411" y="4265114"/>
              <a:ext cx="233380" cy="70094"/>
            </a:xfrm>
            <a:custGeom>
              <a:avLst/>
              <a:gdLst/>
              <a:ahLst/>
              <a:cxnLst/>
              <a:rect l="l" t="t" r="r" b="b"/>
              <a:pathLst>
                <a:path w="3010" h="904" extrusionOk="0">
                  <a:moveTo>
                    <a:pt x="452" y="0"/>
                  </a:moveTo>
                  <a:cubicBezTo>
                    <a:pt x="208" y="0"/>
                    <a:pt x="0" y="199"/>
                    <a:pt x="0" y="452"/>
                  </a:cubicBezTo>
                  <a:cubicBezTo>
                    <a:pt x="0" y="704"/>
                    <a:pt x="208" y="903"/>
                    <a:pt x="452" y="903"/>
                  </a:cubicBezTo>
                  <a:lnTo>
                    <a:pt x="2549" y="903"/>
                  </a:lnTo>
                  <a:cubicBezTo>
                    <a:pt x="2801" y="903"/>
                    <a:pt x="3009" y="704"/>
                    <a:pt x="3009" y="452"/>
                  </a:cubicBezTo>
                  <a:cubicBezTo>
                    <a:pt x="3009" y="199"/>
                    <a:pt x="2801" y="0"/>
                    <a:pt x="2549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8"/>
            <p:cNvSpPr/>
            <p:nvPr/>
          </p:nvSpPr>
          <p:spPr>
            <a:xfrm>
              <a:off x="713235" y="4509279"/>
              <a:ext cx="79861" cy="483214"/>
            </a:xfrm>
            <a:custGeom>
              <a:avLst/>
              <a:gdLst/>
              <a:ahLst/>
              <a:cxnLst/>
              <a:rect l="l" t="t" r="r" b="b"/>
              <a:pathLst>
                <a:path w="1030" h="6232" extrusionOk="0">
                  <a:moveTo>
                    <a:pt x="274" y="1"/>
                  </a:moveTo>
                  <a:lnTo>
                    <a:pt x="0" y="6216"/>
                  </a:lnTo>
                  <a:lnTo>
                    <a:pt x="1030" y="6232"/>
                  </a:lnTo>
                  <a:lnTo>
                    <a:pt x="896" y="8"/>
                  </a:lnTo>
                  <a:lnTo>
                    <a:pt x="274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18"/>
            <p:cNvSpPr/>
            <p:nvPr/>
          </p:nvSpPr>
          <p:spPr>
            <a:xfrm>
              <a:off x="713235" y="4991175"/>
              <a:ext cx="39620" cy="1318"/>
            </a:xfrm>
            <a:custGeom>
              <a:avLst/>
              <a:gdLst/>
              <a:ahLst/>
              <a:cxnLst/>
              <a:rect l="l" t="t" r="r" b="b"/>
              <a:pathLst>
                <a:path w="511" h="17" extrusionOk="0">
                  <a:moveTo>
                    <a:pt x="0" y="1"/>
                  </a:moveTo>
                  <a:lnTo>
                    <a:pt x="0" y="10"/>
                  </a:lnTo>
                  <a:lnTo>
                    <a:pt x="511" y="17"/>
                  </a:lnTo>
                  <a:lnTo>
                    <a:pt x="511" y="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A58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18"/>
            <p:cNvSpPr/>
            <p:nvPr/>
          </p:nvSpPr>
          <p:spPr>
            <a:xfrm>
              <a:off x="713235" y="4509279"/>
              <a:ext cx="45436" cy="482671"/>
            </a:xfrm>
            <a:custGeom>
              <a:avLst/>
              <a:gdLst/>
              <a:ahLst/>
              <a:cxnLst/>
              <a:rect l="l" t="t" r="r" b="b"/>
              <a:pathLst>
                <a:path w="586" h="6225" extrusionOk="0">
                  <a:moveTo>
                    <a:pt x="274" y="1"/>
                  </a:moveTo>
                  <a:lnTo>
                    <a:pt x="0" y="6216"/>
                  </a:lnTo>
                  <a:lnTo>
                    <a:pt x="511" y="6225"/>
                  </a:lnTo>
                  <a:lnTo>
                    <a:pt x="585" y="8"/>
                  </a:lnTo>
                  <a:lnTo>
                    <a:pt x="274" y="1"/>
                  </a:lnTo>
                  <a:close/>
                </a:path>
              </a:pathLst>
            </a:custGeom>
            <a:solidFill>
              <a:srgbClr val="9293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8"/>
            <p:cNvSpPr/>
            <p:nvPr/>
          </p:nvSpPr>
          <p:spPr>
            <a:xfrm>
              <a:off x="728122" y="4625275"/>
              <a:ext cx="57531" cy="28844"/>
            </a:xfrm>
            <a:custGeom>
              <a:avLst/>
              <a:gdLst/>
              <a:ahLst/>
              <a:cxnLst/>
              <a:rect l="l" t="t" r="r" b="b"/>
              <a:pathLst>
                <a:path w="742" h="372" extrusionOk="0">
                  <a:moveTo>
                    <a:pt x="22" y="0"/>
                  </a:moveTo>
                  <a:lnTo>
                    <a:pt x="0" y="363"/>
                  </a:lnTo>
                  <a:lnTo>
                    <a:pt x="370" y="372"/>
                  </a:lnTo>
                  <a:lnTo>
                    <a:pt x="742" y="372"/>
                  </a:lnTo>
                  <a:lnTo>
                    <a:pt x="733" y="7"/>
                  </a:lnTo>
                  <a:lnTo>
                    <a:pt x="377" y="7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8"/>
            <p:cNvSpPr/>
            <p:nvPr/>
          </p:nvSpPr>
          <p:spPr>
            <a:xfrm>
              <a:off x="724633" y="4690717"/>
              <a:ext cx="62726" cy="42025"/>
            </a:xfrm>
            <a:custGeom>
              <a:avLst/>
              <a:gdLst/>
              <a:ahLst/>
              <a:cxnLst/>
              <a:rect l="l" t="t" r="r" b="b"/>
              <a:pathLst>
                <a:path w="809" h="542" extrusionOk="0">
                  <a:moveTo>
                    <a:pt x="22" y="1"/>
                  </a:moveTo>
                  <a:lnTo>
                    <a:pt x="1" y="527"/>
                  </a:lnTo>
                  <a:lnTo>
                    <a:pt x="408" y="534"/>
                  </a:lnTo>
                  <a:lnTo>
                    <a:pt x="808" y="541"/>
                  </a:lnTo>
                  <a:lnTo>
                    <a:pt x="794" y="8"/>
                  </a:lnTo>
                  <a:lnTo>
                    <a:pt x="408" y="8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8"/>
            <p:cNvSpPr/>
            <p:nvPr/>
          </p:nvSpPr>
          <p:spPr>
            <a:xfrm>
              <a:off x="877454" y="4677536"/>
              <a:ext cx="339138" cy="314415"/>
            </a:xfrm>
            <a:custGeom>
              <a:avLst/>
              <a:gdLst/>
              <a:ahLst/>
              <a:cxnLst/>
              <a:rect l="l" t="t" r="r" b="b"/>
              <a:pathLst>
                <a:path w="4374" h="4055" extrusionOk="0">
                  <a:moveTo>
                    <a:pt x="0" y="0"/>
                  </a:moveTo>
                  <a:lnTo>
                    <a:pt x="0" y="4055"/>
                  </a:lnTo>
                  <a:lnTo>
                    <a:pt x="4373" y="4055"/>
                  </a:lnTo>
                  <a:lnTo>
                    <a:pt x="4373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8"/>
            <p:cNvSpPr/>
            <p:nvPr/>
          </p:nvSpPr>
          <p:spPr>
            <a:xfrm>
              <a:off x="1132545" y="4678233"/>
              <a:ext cx="84591" cy="314259"/>
            </a:xfrm>
            <a:custGeom>
              <a:avLst/>
              <a:gdLst/>
              <a:ahLst/>
              <a:cxnLst/>
              <a:rect l="l" t="t" r="r" b="b"/>
              <a:pathLst>
                <a:path w="1091" h="4053" extrusionOk="0">
                  <a:moveTo>
                    <a:pt x="0" y="0"/>
                  </a:moveTo>
                  <a:lnTo>
                    <a:pt x="0" y="4053"/>
                  </a:lnTo>
                  <a:lnTo>
                    <a:pt x="1090" y="4053"/>
                  </a:lnTo>
                  <a:lnTo>
                    <a:pt x="1090" y="0"/>
                  </a:ln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8"/>
            <p:cNvSpPr/>
            <p:nvPr/>
          </p:nvSpPr>
          <p:spPr>
            <a:xfrm>
              <a:off x="863110" y="4670635"/>
              <a:ext cx="367283" cy="13259"/>
            </a:xfrm>
            <a:custGeom>
              <a:avLst/>
              <a:gdLst/>
              <a:ahLst/>
              <a:cxnLst/>
              <a:rect l="l" t="t" r="r" b="b"/>
              <a:pathLst>
                <a:path w="4737" h="171" extrusionOk="0">
                  <a:moveTo>
                    <a:pt x="89" y="0"/>
                  </a:moveTo>
                  <a:cubicBezTo>
                    <a:pt x="45" y="0"/>
                    <a:pt x="0" y="38"/>
                    <a:pt x="0" y="89"/>
                  </a:cubicBezTo>
                  <a:cubicBezTo>
                    <a:pt x="0" y="134"/>
                    <a:pt x="45" y="171"/>
                    <a:pt x="89" y="171"/>
                  </a:cubicBezTo>
                  <a:lnTo>
                    <a:pt x="4647" y="171"/>
                  </a:lnTo>
                  <a:cubicBezTo>
                    <a:pt x="4699" y="171"/>
                    <a:pt x="4736" y="134"/>
                    <a:pt x="4736" y="89"/>
                  </a:cubicBezTo>
                  <a:cubicBezTo>
                    <a:pt x="4736" y="38"/>
                    <a:pt x="4699" y="0"/>
                    <a:pt x="464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8"/>
            <p:cNvSpPr/>
            <p:nvPr/>
          </p:nvSpPr>
          <p:spPr>
            <a:xfrm>
              <a:off x="1172242" y="4737937"/>
              <a:ext cx="21322" cy="31635"/>
            </a:xfrm>
            <a:custGeom>
              <a:avLst/>
              <a:gdLst/>
              <a:ahLst/>
              <a:cxnLst/>
              <a:rect l="l" t="t" r="r" b="b"/>
              <a:pathLst>
                <a:path w="275" h="408" extrusionOk="0">
                  <a:moveTo>
                    <a:pt x="0" y="0"/>
                  </a:moveTo>
                  <a:lnTo>
                    <a:pt x="0" y="407"/>
                  </a:lnTo>
                  <a:lnTo>
                    <a:pt x="274" y="407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AE91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8"/>
            <p:cNvSpPr/>
            <p:nvPr/>
          </p:nvSpPr>
          <p:spPr>
            <a:xfrm>
              <a:off x="1133785" y="4737937"/>
              <a:ext cx="21322" cy="31635"/>
            </a:xfrm>
            <a:custGeom>
              <a:avLst/>
              <a:gdLst/>
              <a:ahLst/>
              <a:cxnLst/>
              <a:rect l="l" t="t" r="r" b="b"/>
              <a:pathLst>
                <a:path w="275" h="408" extrusionOk="0">
                  <a:moveTo>
                    <a:pt x="0" y="0"/>
                  </a:moveTo>
                  <a:lnTo>
                    <a:pt x="0" y="407"/>
                  </a:lnTo>
                  <a:lnTo>
                    <a:pt x="274" y="407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AE91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8"/>
            <p:cNvSpPr/>
            <p:nvPr/>
          </p:nvSpPr>
          <p:spPr>
            <a:xfrm>
              <a:off x="1094630" y="4737937"/>
              <a:ext cx="21245" cy="31635"/>
            </a:xfrm>
            <a:custGeom>
              <a:avLst/>
              <a:gdLst/>
              <a:ahLst/>
              <a:cxnLst/>
              <a:rect l="l" t="t" r="r" b="b"/>
              <a:pathLst>
                <a:path w="274" h="408" extrusionOk="0">
                  <a:moveTo>
                    <a:pt x="0" y="0"/>
                  </a:moveTo>
                  <a:lnTo>
                    <a:pt x="0" y="407"/>
                  </a:lnTo>
                  <a:lnTo>
                    <a:pt x="274" y="407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A47F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8"/>
            <p:cNvSpPr/>
            <p:nvPr/>
          </p:nvSpPr>
          <p:spPr>
            <a:xfrm>
              <a:off x="1056095" y="4737937"/>
              <a:ext cx="21322" cy="31635"/>
            </a:xfrm>
            <a:custGeom>
              <a:avLst/>
              <a:gdLst/>
              <a:ahLst/>
              <a:cxnLst/>
              <a:rect l="l" t="t" r="r" b="b"/>
              <a:pathLst>
                <a:path w="275" h="408" extrusionOk="0">
                  <a:moveTo>
                    <a:pt x="1" y="0"/>
                  </a:moveTo>
                  <a:lnTo>
                    <a:pt x="1" y="407"/>
                  </a:lnTo>
                  <a:lnTo>
                    <a:pt x="275" y="407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A47F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8"/>
            <p:cNvSpPr/>
            <p:nvPr/>
          </p:nvSpPr>
          <p:spPr>
            <a:xfrm>
              <a:off x="1017095" y="4737937"/>
              <a:ext cx="21322" cy="31635"/>
            </a:xfrm>
            <a:custGeom>
              <a:avLst/>
              <a:gdLst/>
              <a:ahLst/>
              <a:cxnLst/>
              <a:rect l="l" t="t" r="r" b="b"/>
              <a:pathLst>
                <a:path w="275" h="408" extrusionOk="0">
                  <a:moveTo>
                    <a:pt x="1" y="0"/>
                  </a:moveTo>
                  <a:lnTo>
                    <a:pt x="1" y="407"/>
                  </a:lnTo>
                  <a:lnTo>
                    <a:pt x="275" y="407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A47F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8"/>
            <p:cNvSpPr/>
            <p:nvPr/>
          </p:nvSpPr>
          <p:spPr>
            <a:xfrm>
              <a:off x="978638" y="4737937"/>
              <a:ext cx="21322" cy="31635"/>
            </a:xfrm>
            <a:custGeom>
              <a:avLst/>
              <a:gdLst/>
              <a:ahLst/>
              <a:cxnLst/>
              <a:rect l="l" t="t" r="r" b="b"/>
              <a:pathLst>
                <a:path w="275" h="408" extrusionOk="0">
                  <a:moveTo>
                    <a:pt x="1" y="0"/>
                  </a:moveTo>
                  <a:lnTo>
                    <a:pt x="1" y="407"/>
                  </a:lnTo>
                  <a:lnTo>
                    <a:pt x="274" y="407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A47F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8"/>
            <p:cNvSpPr/>
            <p:nvPr/>
          </p:nvSpPr>
          <p:spPr>
            <a:xfrm>
              <a:off x="940025" y="4737937"/>
              <a:ext cx="21477" cy="31635"/>
            </a:xfrm>
            <a:custGeom>
              <a:avLst/>
              <a:gdLst/>
              <a:ahLst/>
              <a:cxnLst/>
              <a:rect l="l" t="t" r="r" b="b"/>
              <a:pathLst>
                <a:path w="277" h="408" extrusionOk="0">
                  <a:moveTo>
                    <a:pt x="1" y="0"/>
                  </a:moveTo>
                  <a:lnTo>
                    <a:pt x="1" y="407"/>
                  </a:lnTo>
                  <a:lnTo>
                    <a:pt x="276" y="407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A47F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8"/>
            <p:cNvSpPr/>
            <p:nvPr/>
          </p:nvSpPr>
          <p:spPr>
            <a:xfrm>
              <a:off x="901025" y="4737937"/>
              <a:ext cx="21322" cy="31635"/>
            </a:xfrm>
            <a:custGeom>
              <a:avLst/>
              <a:gdLst/>
              <a:ahLst/>
              <a:cxnLst/>
              <a:rect l="l" t="t" r="r" b="b"/>
              <a:pathLst>
                <a:path w="275" h="408" extrusionOk="0">
                  <a:moveTo>
                    <a:pt x="0" y="0"/>
                  </a:moveTo>
                  <a:lnTo>
                    <a:pt x="0" y="407"/>
                  </a:lnTo>
                  <a:lnTo>
                    <a:pt x="274" y="407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A47F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8"/>
            <p:cNvSpPr/>
            <p:nvPr/>
          </p:nvSpPr>
          <p:spPr>
            <a:xfrm>
              <a:off x="1172242" y="4798882"/>
              <a:ext cx="21322" cy="31635"/>
            </a:xfrm>
            <a:custGeom>
              <a:avLst/>
              <a:gdLst/>
              <a:ahLst/>
              <a:cxnLst/>
              <a:rect l="l" t="t" r="r" b="b"/>
              <a:pathLst>
                <a:path w="275" h="408" extrusionOk="0">
                  <a:moveTo>
                    <a:pt x="0" y="0"/>
                  </a:moveTo>
                  <a:lnTo>
                    <a:pt x="0" y="407"/>
                  </a:lnTo>
                  <a:lnTo>
                    <a:pt x="274" y="407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AE91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8"/>
            <p:cNvSpPr/>
            <p:nvPr/>
          </p:nvSpPr>
          <p:spPr>
            <a:xfrm>
              <a:off x="1133785" y="4798882"/>
              <a:ext cx="21322" cy="31635"/>
            </a:xfrm>
            <a:custGeom>
              <a:avLst/>
              <a:gdLst/>
              <a:ahLst/>
              <a:cxnLst/>
              <a:rect l="l" t="t" r="r" b="b"/>
              <a:pathLst>
                <a:path w="275" h="408" extrusionOk="0">
                  <a:moveTo>
                    <a:pt x="0" y="0"/>
                  </a:moveTo>
                  <a:lnTo>
                    <a:pt x="0" y="407"/>
                  </a:lnTo>
                  <a:lnTo>
                    <a:pt x="274" y="407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AE91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8"/>
            <p:cNvSpPr/>
            <p:nvPr/>
          </p:nvSpPr>
          <p:spPr>
            <a:xfrm>
              <a:off x="1094630" y="4798882"/>
              <a:ext cx="21245" cy="31635"/>
            </a:xfrm>
            <a:custGeom>
              <a:avLst/>
              <a:gdLst/>
              <a:ahLst/>
              <a:cxnLst/>
              <a:rect l="l" t="t" r="r" b="b"/>
              <a:pathLst>
                <a:path w="274" h="408" extrusionOk="0">
                  <a:moveTo>
                    <a:pt x="0" y="0"/>
                  </a:moveTo>
                  <a:lnTo>
                    <a:pt x="0" y="407"/>
                  </a:lnTo>
                  <a:lnTo>
                    <a:pt x="274" y="407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A47F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8"/>
            <p:cNvSpPr/>
            <p:nvPr/>
          </p:nvSpPr>
          <p:spPr>
            <a:xfrm>
              <a:off x="1056095" y="4798882"/>
              <a:ext cx="21322" cy="31635"/>
            </a:xfrm>
            <a:custGeom>
              <a:avLst/>
              <a:gdLst/>
              <a:ahLst/>
              <a:cxnLst/>
              <a:rect l="l" t="t" r="r" b="b"/>
              <a:pathLst>
                <a:path w="275" h="408" extrusionOk="0">
                  <a:moveTo>
                    <a:pt x="1" y="0"/>
                  </a:moveTo>
                  <a:lnTo>
                    <a:pt x="1" y="407"/>
                  </a:lnTo>
                  <a:lnTo>
                    <a:pt x="275" y="407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A47F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8"/>
            <p:cNvSpPr/>
            <p:nvPr/>
          </p:nvSpPr>
          <p:spPr>
            <a:xfrm>
              <a:off x="1017095" y="4798882"/>
              <a:ext cx="21322" cy="31635"/>
            </a:xfrm>
            <a:custGeom>
              <a:avLst/>
              <a:gdLst/>
              <a:ahLst/>
              <a:cxnLst/>
              <a:rect l="l" t="t" r="r" b="b"/>
              <a:pathLst>
                <a:path w="275" h="408" extrusionOk="0">
                  <a:moveTo>
                    <a:pt x="1" y="0"/>
                  </a:moveTo>
                  <a:lnTo>
                    <a:pt x="1" y="407"/>
                  </a:lnTo>
                  <a:lnTo>
                    <a:pt x="275" y="407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A47F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8"/>
            <p:cNvSpPr/>
            <p:nvPr/>
          </p:nvSpPr>
          <p:spPr>
            <a:xfrm>
              <a:off x="978638" y="4798882"/>
              <a:ext cx="21322" cy="31635"/>
            </a:xfrm>
            <a:custGeom>
              <a:avLst/>
              <a:gdLst/>
              <a:ahLst/>
              <a:cxnLst/>
              <a:rect l="l" t="t" r="r" b="b"/>
              <a:pathLst>
                <a:path w="275" h="408" extrusionOk="0">
                  <a:moveTo>
                    <a:pt x="1" y="0"/>
                  </a:moveTo>
                  <a:lnTo>
                    <a:pt x="1" y="407"/>
                  </a:lnTo>
                  <a:lnTo>
                    <a:pt x="274" y="407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A47F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8"/>
            <p:cNvSpPr/>
            <p:nvPr/>
          </p:nvSpPr>
          <p:spPr>
            <a:xfrm>
              <a:off x="940025" y="4798882"/>
              <a:ext cx="21477" cy="31635"/>
            </a:xfrm>
            <a:custGeom>
              <a:avLst/>
              <a:gdLst/>
              <a:ahLst/>
              <a:cxnLst/>
              <a:rect l="l" t="t" r="r" b="b"/>
              <a:pathLst>
                <a:path w="277" h="408" extrusionOk="0">
                  <a:moveTo>
                    <a:pt x="1" y="0"/>
                  </a:moveTo>
                  <a:lnTo>
                    <a:pt x="1" y="407"/>
                  </a:lnTo>
                  <a:lnTo>
                    <a:pt x="276" y="407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A47F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8"/>
            <p:cNvSpPr/>
            <p:nvPr/>
          </p:nvSpPr>
          <p:spPr>
            <a:xfrm>
              <a:off x="901025" y="4798882"/>
              <a:ext cx="21322" cy="31635"/>
            </a:xfrm>
            <a:custGeom>
              <a:avLst/>
              <a:gdLst/>
              <a:ahLst/>
              <a:cxnLst/>
              <a:rect l="l" t="t" r="r" b="b"/>
              <a:pathLst>
                <a:path w="275" h="408" extrusionOk="0">
                  <a:moveTo>
                    <a:pt x="0" y="0"/>
                  </a:moveTo>
                  <a:lnTo>
                    <a:pt x="0" y="407"/>
                  </a:lnTo>
                  <a:lnTo>
                    <a:pt x="274" y="407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A47F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8"/>
            <p:cNvSpPr/>
            <p:nvPr/>
          </p:nvSpPr>
          <p:spPr>
            <a:xfrm>
              <a:off x="1172242" y="4859128"/>
              <a:ext cx="21322" cy="31635"/>
            </a:xfrm>
            <a:custGeom>
              <a:avLst/>
              <a:gdLst/>
              <a:ahLst/>
              <a:cxnLst/>
              <a:rect l="l" t="t" r="r" b="b"/>
              <a:pathLst>
                <a:path w="275" h="408" extrusionOk="0">
                  <a:moveTo>
                    <a:pt x="0" y="0"/>
                  </a:moveTo>
                  <a:lnTo>
                    <a:pt x="0" y="407"/>
                  </a:lnTo>
                  <a:lnTo>
                    <a:pt x="274" y="407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AE91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8"/>
            <p:cNvSpPr/>
            <p:nvPr/>
          </p:nvSpPr>
          <p:spPr>
            <a:xfrm>
              <a:off x="1133785" y="4859128"/>
              <a:ext cx="21322" cy="31635"/>
            </a:xfrm>
            <a:custGeom>
              <a:avLst/>
              <a:gdLst/>
              <a:ahLst/>
              <a:cxnLst/>
              <a:rect l="l" t="t" r="r" b="b"/>
              <a:pathLst>
                <a:path w="275" h="408" extrusionOk="0">
                  <a:moveTo>
                    <a:pt x="0" y="0"/>
                  </a:moveTo>
                  <a:lnTo>
                    <a:pt x="0" y="407"/>
                  </a:lnTo>
                  <a:lnTo>
                    <a:pt x="274" y="407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AE91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8"/>
            <p:cNvSpPr/>
            <p:nvPr/>
          </p:nvSpPr>
          <p:spPr>
            <a:xfrm>
              <a:off x="1094630" y="4859128"/>
              <a:ext cx="21245" cy="31635"/>
            </a:xfrm>
            <a:custGeom>
              <a:avLst/>
              <a:gdLst/>
              <a:ahLst/>
              <a:cxnLst/>
              <a:rect l="l" t="t" r="r" b="b"/>
              <a:pathLst>
                <a:path w="274" h="408" extrusionOk="0">
                  <a:moveTo>
                    <a:pt x="0" y="0"/>
                  </a:moveTo>
                  <a:lnTo>
                    <a:pt x="0" y="407"/>
                  </a:lnTo>
                  <a:lnTo>
                    <a:pt x="274" y="407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A47F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8"/>
            <p:cNvSpPr/>
            <p:nvPr/>
          </p:nvSpPr>
          <p:spPr>
            <a:xfrm>
              <a:off x="1056095" y="4859128"/>
              <a:ext cx="21322" cy="31635"/>
            </a:xfrm>
            <a:custGeom>
              <a:avLst/>
              <a:gdLst/>
              <a:ahLst/>
              <a:cxnLst/>
              <a:rect l="l" t="t" r="r" b="b"/>
              <a:pathLst>
                <a:path w="275" h="408" extrusionOk="0">
                  <a:moveTo>
                    <a:pt x="1" y="0"/>
                  </a:moveTo>
                  <a:lnTo>
                    <a:pt x="1" y="407"/>
                  </a:lnTo>
                  <a:lnTo>
                    <a:pt x="275" y="407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A47F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8"/>
            <p:cNvSpPr/>
            <p:nvPr/>
          </p:nvSpPr>
          <p:spPr>
            <a:xfrm>
              <a:off x="1017095" y="4859128"/>
              <a:ext cx="21322" cy="31635"/>
            </a:xfrm>
            <a:custGeom>
              <a:avLst/>
              <a:gdLst/>
              <a:ahLst/>
              <a:cxnLst/>
              <a:rect l="l" t="t" r="r" b="b"/>
              <a:pathLst>
                <a:path w="275" h="408" extrusionOk="0">
                  <a:moveTo>
                    <a:pt x="1" y="0"/>
                  </a:moveTo>
                  <a:lnTo>
                    <a:pt x="1" y="407"/>
                  </a:lnTo>
                  <a:lnTo>
                    <a:pt x="275" y="407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A47F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8"/>
            <p:cNvSpPr/>
            <p:nvPr/>
          </p:nvSpPr>
          <p:spPr>
            <a:xfrm>
              <a:off x="978638" y="4859128"/>
              <a:ext cx="21322" cy="31635"/>
            </a:xfrm>
            <a:custGeom>
              <a:avLst/>
              <a:gdLst/>
              <a:ahLst/>
              <a:cxnLst/>
              <a:rect l="l" t="t" r="r" b="b"/>
              <a:pathLst>
                <a:path w="275" h="408" extrusionOk="0">
                  <a:moveTo>
                    <a:pt x="1" y="0"/>
                  </a:moveTo>
                  <a:lnTo>
                    <a:pt x="1" y="407"/>
                  </a:lnTo>
                  <a:lnTo>
                    <a:pt x="274" y="407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A47F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8"/>
            <p:cNvSpPr/>
            <p:nvPr/>
          </p:nvSpPr>
          <p:spPr>
            <a:xfrm>
              <a:off x="940025" y="4859128"/>
              <a:ext cx="21477" cy="31635"/>
            </a:xfrm>
            <a:custGeom>
              <a:avLst/>
              <a:gdLst/>
              <a:ahLst/>
              <a:cxnLst/>
              <a:rect l="l" t="t" r="r" b="b"/>
              <a:pathLst>
                <a:path w="277" h="408" extrusionOk="0">
                  <a:moveTo>
                    <a:pt x="1" y="0"/>
                  </a:moveTo>
                  <a:lnTo>
                    <a:pt x="1" y="407"/>
                  </a:lnTo>
                  <a:lnTo>
                    <a:pt x="276" y="407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A47F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8"/>
            <p:cNvSpPr/>
            <p:nvPr/>
          </p:nvSpPr>
          <p:spPr>
            <a:xfrm>
              <a:off x="901025" y="4859128"/>
              <a:ext cx="21322" cy="31635"/>
            </a:xfrm>
            <a:custGeom>
              <a:avLst/>
              <a:gdLst/>
              <a:ahLst/>
              <a:cxnLst/>
              <a:rect l="l" t="t" r="r" b="b"/>
              <a:pathLst>
                <a:path w="275" h="408" extrusionOk="0">
                  <a:moveTo>
                    <a:pt x="0" y="0"/>
                  </a:moveTo>
                  <a:lnTo>
                    <a:pt x="0" y="407"/>
                  </a:lnTo>
                  <a:lnTo>
                    <a:pt x="274" y="407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A47F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2" name="Google Shape;962;p18"/>
          <p:cNvSpPr/>
          <p:nvPr/>
        </p:nvSpPr>
        <p:spPr>
          <a:xfrm>
            <a:off x="974105" y="445027"/>
            <a:ext cx="201223" cy="55949"/>
          </a:xfrm>
          <a:custGeom>
            <a:avLst/>
            <a:gdLst/>
            <a:ahLst/>
            <a:cxnLst/>
            <a:rect l="l" t="t" r="r" b="b"/>
            <a:pathLst>
              <a:path w="5329" h="1482" extrusionOk="0">
                <a:moveTo>
                  <a:pt x="2818" y="0"/>
                </a:moveTo>
                <a:cubicBezTo>
                  <a:pt x="2336" y="0"/>
                  <a:pt x="1943" y="408"/>
                  <a:pt x="1943" y="904"/>
                </a:cubicBezTo>
                <a:lnTo>
                  <a:pt x="1943" y="918"/>
                </a:lnTo>
                <a:cubicBezTo>
                  <a:pt x="1884" y="897"/>
                  <a:pt x="1824" y="882"/>
                  <a:pt x="1758" y="882"/>
                </a:cubicBezTo>
                <a:cubicBezTo>
                  <a:pt x="1617" y="882"/>
                  <a:pt x="1498" y="934"/>
                  <a:pt x="1395" y="1016"/>
                </a:cubicBezTo>
                <a:cubicBezTo>
                  <a:pt x="1297" y="890"/>
                  <a:pt x="1150" y="801"/>
                  <a:pt x="979" y="801"/>
                </a:cubicBezTo>
                <a:cubicBezTo>
                  <a:pt x="735" y="801"/>
                  <a:pt x="534" y="971"/>
                  <a:pt x="469" y="1194"/>
                </a:cubicBezTo>
                <a:cubicBezTo>
                  <a:pt x="461" y="1194"/>
                  <a:pt x="445" y="1185"/>
                  <a:pt x="431" y="1185"/>
                </a:cubicBezTo>
                <a:cubicBezTo>
                  <a:pt x="239" y="1185"/>
                  <a:pt x="68" y="1311"/>
                  <a:pt x="1" y="1482"/>
                </a:cubicBezTo>
                <a:lnTo>
                  <a:pt x="5315" y="1482"/>
                </a:lnTo>
                <a:cubicBezTo>
                  <a:pt x="5322" y="1444"/>
                  <a:pt x="5329" y="1407"/>
                  <a:pt x="5329" y="1363"/>
                </a:cubicBezTo>
                <a:cubicBezTo>
                  <a:pt x="5329" y="1030"/>
                  <a:pt x="5069" y="763"/>
                  <a:pt x="4751" y="763"/>
                </a:cubicBezTo>
                <a:cubicBezTo>
                  <a:pt x="4580" y="763"/>
                  <a:pt x="4433" y="838"/>
                  <a:pt x="4321" y="955"/>
                </a:cubicBezTo>
                <a:cubicBezTo>
                  <a:pt x="4217" y="838"/>
                  <a:pt x="4063" y="756"/>
                  <a:pt x="3892" y="756"/>
                </a:cubicBezTo>
                <a:cubicBezTo>
                  <a:pt x="3817" y="756"/>
                  <a:pt x="3751" y="770"/>
                  <a:pt x="3684" y="794"/>
                </a:cubicBezTo>
                <a:cubicBezTo>
                  <a:pt x="3632" y="349"/>
                  <a:pt x="3270" y="0"/>
                  <a:pt x="2818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18"/>
          <p:cNvSpPr/>
          <p:nvPr/>
        </p:nvSpPr>
        <p:spPr>
          <a:xfrm>
            <a:off x="7233675" y="4938650"/>
            <a:ext cx="2030700" cy="4617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4" name="Google Shape;964;p18"/>
          <p:cNvGrpSpPr/>
          <p:nvPr/>
        </p:nvGrpSpPr>
        <p:grpSpPr>
          <a:xfrm>
            <a:off x="4382899" y="4938638"/>
            <a:ext cx="2749703" cy="122913"/>
            <a:chOff x="5024149" y="4918613"/>
            <a:chExt cx="2749703" cy="122913"/>
          </a:xfrm>
        </p:grpSpPr>
        <p:sp>
          <p:nvSpPr>
            <p:cNvPr id="965" name="Google Shape;965;p18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8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8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8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8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8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8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8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8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8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8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8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8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8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8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8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8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8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8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8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8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8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8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8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8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8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8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8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8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8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97" name="Google Shape;997;p19"/>
          <p:cNvSpPr txBox="1">
            <a:spLocks noGrp="1"/>
          </p:cNvSpPr>
          <p:nvPr>
            <p:ph type="subTitle" idx="1"/>
          </p:nvPr>
        </p:nvSpPr>
        <p:spPr>
          <a:xfrm>
            <a:off x="4677249" y="1621688"/>
            <a:ext cx="3715800" cy="22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8" name="Google Shape;998;p19"/>
          <p:cNvSpPr txBox="1">
            <a:spLocks noGrp="1"/>
          </p:cNvSpPr>
          <p:nvPr>
            <p:ph type="subTitle" idx="2"/>
          </p:nvPr>
        </p:nvSpPr>
        <p:spPr>
          <a:xfrm>
            <a:off x="750951" y="1621688"/>
            <a:ext cx="3715800" cy="22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9" name="Google Shape;999;p19"/>
          <p:cNvSpPr/>
          <p:nvPr/>
        </p:nvSpPr>
        <p:spPr>
          <a:xfrm>
            <a:off x="329928" y="411308"/>
            <a:ext cx="230824" cy="68683"/>
          </a:xfrm>
          <a:custGeom>
            <a:avLst/>
            <a:gdLst/>
            <a:ahLst/>
            <a:cxnLst/>
            <a:rect l="l" t="t" r="r" b="b"/>
            <a:pathLst>
              <a:path w="2944" h="876" extrusionOk="0">
                <a:moveTo>
                  <a:pt x="1490" y="1"/>
                </a:moveTo>
                <a:cubicBezTo>
                  <a:pt x="1156" y="1"/>
                  <a:pt x="889" y="275"/>
                  <a:pt x="889" y="600"/>
                </a:cubicBezTo>
                <a:lnTo>
                  <a:pt x="889" y="623"/>
                </a:lnTo>
                <a:cubicBezTo>
                  <a:pt x="852" y="613"/>
                  <a:pt x="815" y="606"/>
                  <a:pt x="775" y="606"/>
                </a:cubicBezTo>
                <a:cubicBezTo>
                  <a:pt x="759" y="606"/>
                  <a:pt x="744" y="607"/>
                  <a:pt x="727" y="609"/>
                </a:cubicBezTo>
                <a:cubicBezTo>
                  <a:pt x="623" y="616"/>
                  <a:pt x="526" y="661"/>
                  <a:pt x="454" y="734"/>
                </a:cubicBezTo>
                <a:cubicBezTo>
                  <a:pt x="421" y="723"/>
                  <a:pt x="384" y="717"/>
                  <a:pt x="346" y="717"/>
                </a:cubicBezTo>
                <a:cubicBezTo>
                  <a:pt x="332" y="717"/>
                  <a:pt x="318" y="718"/>
                  <a:pt x="304" y="719"/>
                </a:cubicBezTo>
                <a:cubicBezTo>
                  <a:pt x="178" y="727"/>
                  <a:pt x="75" y="787"/>
                  <a:pt x="0" y="876"/>
                </a:cubicBezTo>
                <a:lnTo>
                  <a:pt x="2934" y="876"/>
                </a:lnTo>
                <a:cubicBezTo>
                  <a:pt x="2934" y="867"/>
                  <a:pt x="2943" y="860"/>
                  <a:pt x="2943" y="846"/>
                </a:cubicBezTo>
                <a:cubicBezTo>
                  <a:pt x="2921" y="625"/>
                  <a:pt x="2736" y="452"/>
                  <a:pt x="2509" y="452"/>
                </a:cubicBezTo>
                <a:cubicBezTo>
                  <a:pt x="2501" y="452"/>
                  <a:pt x="2492" y="452"/>
                  <a:pt x="2483" y="453"/>
                </a:cubicBezTo>
                <a:cubicBezTo>
                  <a:pt x="2365" y="460"/>
                  <a:pt x="2253" y="527"/>
                  <a:pt x="2179" y="616"/>
                </a:cubicBezTo>
                <a:cubicBezTo>
                  <a:pt x="2150" y="609"/>
                  <a:pt x="2120" y="609"/>
                  <a:pt x="2090" y="609"/>
                </a:cubicBezTo>
                <a:lnTo>
                  <a:pt x="2090" y="600"/>
                </a:lnTo>
                <a:cubicBezTo>
                  <a:pt x="2090" y="275"/>
                  <a:pt x="1823" y="1"/>
                  <a:pt x="1490" y="1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0" name="Google Shape;1000;p19"/>
          <p:cNvGrpSpPr/>
          <p:nvPr/>
        </p:nvGrpSpPr>
        <p:grpSpPr>
          <a:xfrm>
            <a:off x="7615505" y="4138690"/>
            <a:ext cx="1189160" cy="799971"/>
            <a:chOff x="7584680" y="4192527"/>
            <a:chExt cx="1189160" cy="799971"/>
          </a:xfrm>
        </p:grpSpPr>
        <p:grpSp>
          <p:nvGrpSpPr>
            <p:cNvPr id="1001" name="Google Shape;1001;p19"/>
            <p:cNvGrpSpPr/>
            <p:nvPr/>
          </p:nvGrpSpPr>
          <p:grpSpPr>
            <a:xfrm>
              <a:off x="7584680" y="4192527"/>
              <a:ext cx="533390" cy="795972"/>
              <a:chOff x="5752054" y="2896539"/>
              <a:chExt cx="727086" cy="1085021"/>
            </a:xfrm>
          </p:grpSpPr>
          <p:sp>
            <p:nvSpPr>
              <p:cNvPr id="1002" name="Google Shape;1002;p19"/>
              <p:cNvSpPr/>
              <p:nvPr/>
            </p:nvSpPr>
            <p:spPr>
              <a:xfrm>
                <a:off x="5955656" y="3243358"/>
                <a:ext cx="312937" cy="738203"/>
              </a:xfrm>
              <a:custGeom>
                <a:avLst/>
                <a:gdLst/>
                <a:ahLst/>
                <a:cxnLst/>
                <a:rect l="l" t="t" r="r" b="b"/>
                <a:pathLst>
                  <a:path w="2928" h="6907" extrusionOk="0">
                    <a:moveTo>
                      <a:pt x="644" y="1"/>
                    </a:moveTo>
                    <a:lnTo>
                      <a:pt x="0" y="6906"/>
                    </a:lnTo>
                    <a:lnTo>
                      <a:pt x="2927" y="6906"/>
                    </a:lnTo>
                    <a:lnTo>
                      <a:pt x="2282" y="1"/>
                    </a:lnTo>
                    <a:close/>
                  </a:path>
                </a:pathLst>
              </a:custGeom>
              <a:solidFill>
                <a:srgbClr val="B376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19"/>
              <p:cNvSpPr/>
              <p:nvPr/>
            </p:nvSpPr>
            <p:spPr>
              <a:xfrm>
                <a:off x="6199442" y="3243358"/>
                <a:ext cx="76204" cy="738203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907" extrusionOk="0">
                    <a:moveTo>
                      <a:pt x="1" y="1"/>
                    </a:moveTo>
                    <a:lnTo>
                      <a:pt x="646" y="6906"/>
                    </a:lnTo>
                    <a:lnTo>
                      <a:pt x="712" y="6906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674F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19"/>
              <p:cNvSpPr/>
              <p:nvPr/>
            </p:nvSpPr>
            <p:spPr>
              <a:xfrm>
                <a:off x="6109238" y="3243358"/>
                <a:ext cx="159354" cy="738203"/>
              </a:xfrm>
              <a:custGeom>
                <a:avLst/>
                <a:gdLst/>
                <a:ahLst/>
                <a:cxnLst/>
                <a:rect l="l" t="t" r="r" b="b"/>
                <a:pathLst>
                  <a:path w="1491" h="6907" extrusionOk="0">
                    <a:moveTo>
                      <a:pt x="82" y="1"/>
                    </a:moveTo>
                    <a:lnTo>
                      <a:pt x="0" y="6906"/>
                    </a:lnTo>
                    <a:lnTo>
                      <a:pt x="1490" y="6906"/>
                    </a:lnTo>
                    <a:lnTo>
                      <a:pt x="845" y="1"/>
                    </a:lnTo>
                    <a:close/>
                  </a:path>
                </a:pathLst>
              </a:custGeom>
              <a:solidFill>
                <a:srgbClr val="AA66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19"/>
              <p:cNvSpPr/>
              <p:nvPr/>
            </p:nvSpPr>
            <p:spPr>
              <a:xfrm>
                <a:off x="6090962" y="3513331"/>
                <a:ext cx="49271" cy="49271"/>
              </a:xfrm>
              <a:custGeom>
                <a:avLst/>
                <a:gdLst/>
                <a:ahLst/>
                <a:cxnLst/>
                <a:rect l="l" t="t" r="r" b="b"/>
                <a:pathLst>
                  <a:path w="461" h="461" extrusionOk="0">
                    <a:moveTo>
                      <a:pt x="0" y="0"/>
                    </a:moveTo>
                    <a:lnTo>
                      <a:pt x="0" y="461"/>
                    </a:lnTo>
                    <a:lnTo>
                      <a:pt x="461" y="461"/>
                    </a:lnTo>
                    <a:lnTo>
                      <a:pt x="461" y="0"/>
                    </a:lnTo>
                    <a:close/>
                  </a:path>
                </a:pathLst>
              </a:custGeom>
              <a:solidFill>
                <a:srgbClr val="9E52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19"/>
              <p:cNvSpPr/>
              <p:nvPr/>
            </p:nvSpPr>
            <p:spPr>
              <a:xfrm>
                <a:off x="6087114" y="3508522"/>
                <a:ext cx="57928" cy="58034"/>
              </a:xfrm>
              <a:custGeom>
                <a:avLst/>
                <a:gdLst/>
                <a:ahLst/>
                <a:cxnLst/>
                <a:rect l="l" t="t" r="r" b="b"/>
                <a:pathLst>
                  <a:path w="542" h="543" extrusionOk="0">
                    <a:moveTo>
                      <a:pt x="460" y="82"/>
                    </a:moveTo>
                    <a:lnTo>
                      <a:pt x="460" y="468"/>
                    </a:lnTo>
                    <a:lnTo>
                      <a:pt x="74" y="468"/>
                    </a:lnTo>
                    <a:lnTo>
                      <a:pt x="74" y="82"/>
                    </a:lnTo>
                    <a:close/>
                    <a:moveTo>
                      <a:pt x="1" y="1"/>
                    </a:moveTo>
                    <a:lnTo>
                      <a:pt x="1" y="543"/>
                    </a:lnTo>
                    <a:lnTo>
                      <a:pt x="541" y="543"/>
                    </a:lnTo>
                    <a:lnTo>
                      <a:pt x="54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19"/>
              <p:cNvSpPr/>
              <p:nvPr/>
            </p:nvSpPr>
            <p:spPr>
              <a:xfrm>
                <a:off x="6090962" y="3634531"/>
                <a:ext cx="49271" cy="49164"/>
              </a:xfrm>
              <a:custGeom>
                <a:avLst/>
                <a:gdLst/>
                <a:ahLst/>
                <a:cxnLst/>
                <a:rect l="l" t="t" r="r" b="b"/>
                <a:pathLst>
                  <a:path w="461" h="460" extrusionOk="0">
                    <a:moveTo>
                      <a:pt x="0" y="1"/>
                    </a:moveTo>
                    <a:lnTo>
                      <a:pt x="0" y="459"/>
                    </a:lnTo>
                    <a:lnTo>
                      <a:pt x="461" y="459"/>
                    </a:lnTo>
                    <a:lnTo>
                      <a:pt x="461" y="1"/>
                    </a:lnTo>
                    <a:close/>
                  </a:path>
                </a:pathLst>
              </a:custGeom>
              <a:solidFill>
                <a:srgbClr val="9E52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19"/>
              <p:cNvSpPr/>
              <p:nvPr/>
            </p:nvSpPr>
            <p:spPr>
              <a:xfrm>
                <a:off x="6087114" y="3630576"/>
                <a:ext cx="57928" cy="57821"/>
              </a:xfrm>
              <a:custGeom>
                <a:avLst/>
                <a:gdLst/>
                <a:ahLst/>
                <a:cxnLst/>
                <a:rect l="l" t="t" r="r" b="b"/>
                <a:pathLst>
                  <a:path w="542" h="541" extrusionOk="0">
                    <a:moveTo>
                      <a:pt x="460" y="75"/>
                    </a:moveTo>
                    <a:lnTo>
                      <a:pt x="460" y="459"/>
                    </a:lnTo>
                    <a:lnTo>
                      <a:pt x="74" y="459"/>
                    </a:lnTo>
                    <a:lnTo>
                      <a:pt x="74" y="75"/>
                    </a:lnTo>
                    <a:close/>
                    <a:moveTo>
                      <a:pt x="1" y="0"/>
                    </a:moveTo>
                    <a:lnTo>
                      <a:pt x="1" y="541"/>
                    </a:lnTo>
                    <a:lnTo>
                      <a:pt x="541" y="541"/>
                    </a:lnTo>
                    <a:lnTo>
                      <a:pt x="54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19"/>
              <p:cNvSpPr/>
              <p:nvPr/>
            </p:nvSpPr>
            <p:spPr>
              <a:xfrm>
                <a:off x="6090962" y="3755623"/>
                <a:ext cx="49271" cy="50126"/>
              </a:xfrm>
              <a:custGeom>
                <a:avLst/>
                <a:gdLst/>
                <a:ahLst/>
                <a:cxnLst/>
                <a:rect l="l" t="t" r="r" b="b"/>
                <a:pathLst>
                  <a:path w="461" h="469" extrusionOk="0">
                    <a:moveTo>
                      <a:pt x="0" y="0"/>
                    </a:moveTo>
                    <a:lnTo>
                      <a:pt x="0" y="468"/>
                    </a:lnTo>
                    <a:lnTo>
                      <a:pt x="461" y="468"/>
                    </a:lnTo>
                    <a:lnTo>
                      <a:pt x="461" y="0"/>
                    </a:lnTo>
                    <a:close/>
                  </a:path>
                </a:pathLst>
              </a:custGeom>
              <a:solidFill>
                <a:srgbClr val="9E52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19"/>
              <p:cNvSpPr/>
              <p:nvPr/>
            </p:nvSpPr>
            <p:spPr>
              <a:xfrm>
                <a:off x="6087114" y="3751776"/>
                <a:ext cx="57928" cy="57928"/>
              </a:xfrm>
              <a:custGeom>
                <a:avLst/>
                <a:gdLst/>
                <a:ahLst/>
                <a:cxnLst/>
                <a:rect l="l" t="t" r="r" b="b"/>
                <a:pathLst>
                  <a:path w="542" h="542" extrusionOk="0">
                    <a:moveTo>
                      <a:pt x="460" y="74"/>
                    </a:moveTo>
                    <a:lnTo>
                      <a:pt x="460" y="460"/>
                    </a:lnTo>
                    <a:lnTo>
                      <a:pt x="74" y="460"/>
                    </a:lnTo>
                    <a:lnTo>
                      <a:pt x="74" y="74"/>
                    </a:lnTo>
                    <a:close/>
                    <a:moveTo>
                      <a:pt x="1" y="1"/>
                    </a:moveTo>
                    <a:lnTo>
                      <a:pt x="1" y="541"/>
                    </a:lnTo>
                    <a:lnTo>
                      <a:pt x="541" y="541"/>
                    </a:lnTo>
                    <a:lnTo>
                      <a:pt x="54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19"/>
              <p:cNvSpPr/>
              <p:nvPr/>
            </p:nvSpPr>
            <p:spPr>
              <a:xfrm>
                <a:off x="6090962" y="3876930"/>
                <a:ext cx="49271" cy="49805"/>
              </a:xfrm>
              <a:custGeom>
                <a:avLst/>
                <a:gdLst/>
                <a:ahLst/>
                <a:cxnLst/>
                <a:rect l="l" t="t" r="r" b="b"/>
                <a:pathLst>
                  <a:path w="461" h="466" extrusionOk="0">
                    <a:moveTo>
                      <a:pt x="0" y="0"/>
                    </a:moveTo>
                    <a:lnTo>
                      <a:pt x="0" y="466"/>
                    </a:lnTo>
                    <a:lnTo>
                      <a:pt x="461" y="466"/>
                    </a:lnTo>
                    <a:lnTo>
                      <a:pt x="461" y="0"/>
                    </a:lnTo>
                    <a:close/>
                  </a:path>
                </a:pathLst>
              </a:custGeom>
              <a:solidFill>
                <a:srgbClr val="9E52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19"/>
              <p:cNvSpPr/>
              <p:nvPr/>
            </p:nvSpPr>
            <p:spPr>
              <a:xfrm>
                <a:off x="6087114" y="3872868"/>
                <a:ext cx="57928" cy="57928"/>
              </a:xfrm>
              <a:custGeom>
                <a:avLst/>
                <a:gdLst/>
                <a:ahLst/>
                <a:cxnLst/>
                <a:rect l="l" t="t" r="r" b="b"/>
                <a:pathLst>
                  <a:path w="542" h="542" extrusionOk="0">
                    <a:moveTo>
                      <a:pt x="460" y="82"/>
                    </a:moveTo>
                    <a:lnTo>
                      <a:pt x="460" y="468"/>
                    </a:lnTo>
                    <a:lnTo>
                      <a:pt x="74" y="468"/>
                    </a:lnTo>
                    <a:lnTo>
                      <a:pt x="74" y="82"/>
                    </a:lnTo>
                    <a:close/>
                    <a:moveTo>
                      <a:pt x="1" y="1"/>
                    </a:moveTo>
                    <a:lnTo>
                      <a:pt x="1" y="541"/>
                    </a:lnTo>
                    <a:lnTo>
                      <a:pt x="541" y="541"/>
                    </a:lnTo>
                    <a:lnTo>
                      <a:pt x="54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19"/>
              <p:cNvSpPr/>
              <p:nvPr/>
            </p:nvSpPr>
            <p:spPr>
              <a:xfrm>
                <a:off x="6090962" y="3391491"/>
                <a:ext cx="49271" cy="49805"/>
              </a:xfrm>
              <a:custGeom>
                <a:avLst/>
                <a:gdLst/>
                <a:ahLst/>
                <a:cxnLst/>
                <a:rect l="l" t="t" r="r" b="b"/>
                <a:pathLst>
                  <a:path w="461" h="466" extrusionOk="0">
                    <a:moveTo>
                      <a:pt x="0" y="0"/>
                    </a:moveTo>
                    <a:lnTo>
                      <a:pt x="0" y="466"/>
                    </a:lnTo>
                    <a:lnTo>
                      <a:pt x="461" y="466"/>
                    </a:lnTo>
                    <a:lnTo>
                      <a:pt x="461" y="0"/>
                    </a:lnTo>
                    <a:close/>
                  </a:path>
                </a:pathLst>
              </a:custGeom>
              <a:solidFill>
                <a:srgbClr val="9E52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19"/>
              <p:cNvSpPr/>
              <p:nvPr/>
            </p:nvSpPr>
            <p:spPr>
              <a:xfrm>
                <a:off x="6087114" y="3387429"/>
                <a:ext cx="57928" cy="57928"/>
              </a:xfrm>
              <a:custGeom>
                <a:avLst/>
                <a:gdLst/>
                <a:ahLst/>
                <a:cxnLst/>
                <a:rect l="l" t="t" r="r" b="b"/>
                <a:pathLst>
                  <a:path w="542" h="542" extrusionOk="0">
                    <a:moveTo>
                      <a:pt x="460" y="83"/>
                    </a:moveTo>
                    <a:lnTo>
                      <a:pt x="460" y="467"/>
                    </a:lnTo>
                    <a:lnTo>
                      <a:pt x="74" y="467"/>
                    </a:lnTo>
                    <a:lnTo>
                      <a:pt x="74" y="83"/>
                    </a:lnTo>
                    <a:close/>
                    <a:moveTo>
                      <a:pt x="1" y="1"/>
                    </a:moveTo>
                    <a:lnTo>
                      <a:pt x="1" y="541"/>
                    </a:lnTo>
                    <a:lnTo>
                      <a:pt x="541" y="541"/>
                    </a:lnTo>
                    <a:lnTo>
                      <a:pt x="54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19"/>
              <p:cNvSpPr/>
              <p:nvPr/>
            </p:nvSpPr>
            <p:spPr>
              <a:xfrm>
                <a:off x="6057723" y="3202103"/>
                <a:ext cx="118848" cy="118955"/>
              </a:xfrm>
              <a:custGeom>
                <a:avLst/>
                <a:gdLst/>
                <a:ahLst/>
                <a:cxnLst/>
                <a:rect l="l" t="t" r="r" b="b"/>
                <a:pathLst>
                  <a:path w="1112" h="1113" extrusionOk="0">
                    <a:moveTo>
                      <a:pt x="53" y="1"/>
                    </a:moveTo>
                    <a:lnTo>
                      <a:pt x="0" y="52"/>
                    </a:lnTo>
                    <a:lnTo>
                      <a:pt x="1053" y="1112"/>
                    </a:lnTo>
                    <a:lnTo>
                      <a:pt x="1112" y="1054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19"/>
              <p:cNvSpPr/>
              <p:nvPr/>
            </p:nvSpPr>
            <p:spPr>
              <a:xfrm>
                <a:off x="5886613" y="3031098"/>
                <a:ext cx="111153" cy="111687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5" extrusionOk="0">
                    <a:moveTo>
                      <a:pt x="972" y="0"/>
                    </a:moveTo>
                    <a:lnTo>
                      <a:pt x="454" y="511"/>
                    </a:lnTo>
                    <a:lnTo>
                      <a:pt x="461" y="520"/>
                    </a:lnTo>
                    <a:lnTo>
                      <a:pt x="1" y="978"/>
                    </a:lnTo>
                    <a:lnTo>
                      <a:pt x="68" y="1044"/>
                    </a:lnTo>
                    <a:lnTo>
                      <a:pt x="587" y="527"/>
                    </a:lnTo>
                    <a:lnTo>
                      <a:pt x="579" y="527"/>
                    </a:lnTo>
                    <a:lnTo>
                      <a:pt x="1039" y="66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19"/>
              <p:cNvSpPr/>
              <p:nvPr/>
            </p:nvSpPr>
            <p:spPr>
              <a:xfrm>
                <a:off x="6012621" y="3120555"/>
                <a:ext cx="87960" cy="87212"/>
              </a:xfrm>
              <a:custGeom>
                <a:avLst/>
                <a:gdLst/>
                <a:ahLst/>
                <a:cxnLst/>
                <a:rect l="l" t="t" r="r" b="b"/>
                <a:pathLst>
                  <a:path w="823" h="816" extrusionOk="0">
                    <a:moveTo>
                      <a:pt x="401" y="111"/>
                    </a:moveTo>
                    <a:lnTo>
                      <a:pt x="712" y="415"/>
                    </a:lnTo>
                    <a:lnTo>
                      <a:pt x="422" y="705"/>
                    </a:lnTo>
                    <a:lnTo>
                      <a:pt x="111" y="401"/>
                    </a:lnTo>
                    <a:lnTo>
                      <a:pt x="401" y="111"/>
                    </a:lnTo>
                    <a:close/>
                    <a:moveTo>
                      <a:pt x="401" y="1"/>
                    </a:moveTo>
                    <a:lnTo>
                      <a:pt x="1" y="401"/>
                    </a:lnTo>
                    <a:lnTo>
                      <a:pt x="422" y="815"/>
                    </a:lnTo>
                    <a:lnTo>
                      <a:pt x="822" y="415"/>
                    </a:lnTo>
                    <a:lnTo>
                      <a:pt x="401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19"/>
              <p:cNvSpPr/>
              <p:nvPr/>
            </p:nvSpPr>
            <p:spPr>
              <a:xfrm>
                <a:off x="5975428" y="3076094"/>
                <a:ext cx="85609" cy="92877"/>
              </a:xfrm>
              <a:custGeom>
                <a:avLst/>
                <a:gdLst/>
                <a:ahLst/>
                <a:cxnLst/>
                <a:rect l="l" t="t" r="r" b="b"/>
                <a:pathLst>
                  <a:path w="801" h="869" extrusionOk="0">
                    <a:moveTo>
                      <a:pt x="452" y="127"/>
                    </a:moveTo>
                    <a:lnTo>
                      <a:pt x="697" y="468"/>
                    </a:lnTo>
                    <a:lnTo>
                      <a:pt x="407" y="757"/>
                    </a:lnTo>
                    <a:lnTo>
                      <a:pt x="112" y="461"/>
                    </a:lnTo>
                    <a:lnTo>
                      <a:pt x="452" y="127"/>
                    </a:lnTo>
                    <a:close/>
                    <a:moveTo>
                      <a:pt x="459" y="1"/>
                    </a:moveTo>
                    <a:lnTo>
                      <a:pt x="0" y="461"/>
                    </a:lnTo>
                    <a:lnTo>
                      <a:pt x="407" y="869"/>
                    </a:lnTo>
                    <a:lnTo>
                      <a:pt x="800" y="476"/>
                    </a:lnTo>
                    <a:lnTo>
                      <a:pt x="459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19"/>
              <p:cNvSpPr/>
              <p:nvPr/>
            </p:nvSpPr>
            <p:spPr>
              <a:xfrm>
                <a:off x="5936631" y="3031098"/>
                <a:ext cx="91915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860" h="927" extrusionOk="0">
                    <a:moveTo>
                      <a:pt x="511" y="127"/>
                    </a:moveTo>
                    <a:lnTo>
                      <a:pt x="756" y="466"/>
                    </a:lnTo>
                    <a:lnTo>
                      <a:pt x="407" y="815"/>
                    </a:lnTo>
                    <a:lnTo>
                      <a:pt x="111" y="527"/>
                    </a:lnTo>
                    <a:lnTo>
                      <a:pt x="511" y="127"/>
                    </a:lnTo>
                    <a:close/>
                    <a:moveTo>
                      <a:pt x="520" y="0"/>
                    </a:moveTo>
                    <a:lnTo>
                      <a:pt x="0" y="527"/>
                    </a:lnTo>
                    <a:lnTo>
                      <a:pt x="407" y="927"/>
                    </a:lnTo>
                    <a:lnTo>
                      <a:pt x="859" y="475"/>
                    </a:lnTo>
                    <a:lnTo>
                      <a:pt x="520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19"/>
              <p:cNvSpPr/>
              <p:nvPr/>
            </p:nvSpPr>
            <p:spPr>
              <a:xfrm>
                <a:off x="5973825" y="3075346"/>
                <a:ext cx="56431" cy="56431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28" extrusionOk="0">
                    <a:moveTo>
                      <a:pt x="460" y="1"/>
                    </a:moveTo>
                    <a:lnTo>
                      <a:pt x="1" y="461"/>
                    </a:lnTo>
                    <a:lnTo>
                      <a:pt x="67" y="527"/>
                    </a:lnTo>
                    <a:lnTo>
                      <a:pt x="527" y="68"/>
                    </a:lnTo>
                    <a:lnTo>
                      <a:pt x="460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19"/>
              <p:cNvSpPr/>
              <p:nvPr/>
            </p:nvSpPr>
            <p:spPr>
              <a:xfrm>
                <a:off x="5896125" y="2985034"/>
                <a:ext cx="99930" cy="107198"/>
              </a:xfrm>
              <a:custGeom>
                <a:avLst/>
                <a:gdLst/>
                <a:ahLst/>
                <a:cxnLst/>
                <a:rect l="l" t="t" r="r" b="b"/>
                <a:pathLst>
                  <a:path w="935" h="1003" extrusionOk="0">
                    <a:moveTo>
                      <a:pt x="571" y="127"/>
                    </a:moveTo>
                    <a:lnTo>
                      <a:pt x="831" y="483"/>
                    </a:lnTo>
                    <a:lnTo>
                      <a:pt x="424" y="883"/>
                    </a:lnTo>
                    <a:lnTo>
                      <a:pt x="112" y="579"/>
                    </a:lnTo>
                    <a:lnTo>
                      <a:pt x="571" y="127"/>
                    </a:lnTo>
                    <a:close/>
                    <a:moveTo>
                      <a:pt x="578" y="1"/>
                    </a:moveTo>
                    <a:lnTo>
                      <a:pt x="0" y="579"/>
                    </a:lnTo>
                    <a:lnTo>
                      <a:pt x="424" y="1002"/>
                    </a:lnTo>
                    <a:lnTo>
                      <a:pt x="934" y="490"/>
                    </a:lnTo>
                    <a:lnTo>
                      <a:pt x="578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19"/>
              <p:cNvSpPr/>
              <p:nvPr/>
            </p:nvSpPr>
            <p:spPr>
              <a:xfrm>
                <a:off x="5859039" y="2941535"/>
                <a:ext cx="103671" cy="111901"/>
              </a:xfrm>
              <a:custGeom>
                <a:avLst/>
                <a:gdLst/>
                <a:ahLst/>
                <a:cxnLst/>
                <a:rect l="l" t="t" r="r" b="b"/>
                <a:pathLst>
                  <a:path w="970" h="1047" extrusionOk="0">
                    <a:moveTo>
                      <a:pt x="623" y="127"/>
                    </a:moveTo>
                    <a:lnTo>
                      <a:pt x="867" y="468"/>
                    </a:lnTo>
                    <a:lnTo>
                      <a:pt x="408" y="927"/>
                    </a:lnTo>
                    <a:lnTo>
                      <a:pt x="111" y="637"/>
                    </a:lnTo>
                    <a:lnTo>
                      <a:pt x="623" y="127"/>
                    </a:lnTo>
                    <a:close/>
                    <a:moveTo>
                      <a:pt x="630" y="1"/>
                    </a:moveTo>
                    <a:lnTo>
                      <a:pt x="1" y="637"/>
                    </a:lnTo>
                    <a:lnTo>
                      <a:pt x="408" y="1046"/>
                    </a:lnTo>
                    <a:lnTo>
                      <a:pt x="970" y="475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19"/>
              <p:cNvSpPr/>
              <p:nvPr/>
            </p:nvSpPr>
            <p:spPr>
              <a:xfrm>
                <a:off x="5820135" y="2896539"/>
                <a:ext cx="110298" cy="117886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1103" extrusionOk="0">
                    <a:moveTo>
                      <a:pt x="683" y="125"/>
                    </a:moveTo>
                    <a:lnTo>
                      <a:pt x="927" y="466"/>
                    </a:lnTo>
                    <a:lnTo>
                      <a:pt x="409" y="985"/>
                    </a:lnTo>
                    <a:lnTo>
                      <a:pt x="112" y="696"/>
                    </a:lnTo>
                    <a:lnTo>
                      <a:pt x="683" y="125"/>
                    </a:lnTo>
                    <a:close/>
                    <a:moveTo>
                      <a:pt x="690" y="0"/>
                    </a:moveTo>
                    <a:lnTo>
                      <a:pt x="0" y="696"/>
                    </a:lnTo>
                    <a:lnTo>
                      <a:pt x="409" y="1103"/>
                    </a:lnTo>
                    <a:lnTo>
                      <a:pt x="1032" y="473"/>
                    </a:lnTo>
                    <a:lnTo>
                      <a:pt x="690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19"/>
              <p:cNvSpPr/>
              <p:nvPr/>
            </p:nvSpPr>
            <p:spPr>
              <a:xfrm>
                <a:off x="5857329" y="2940787"/>
                <a:ext cx="74600" cy="74600"/>
              </a:xfrm>
              <a:custGeom>
                <a:avLst/>
                <a:gdLst/>
                <a:ahLst/>
                <a:cxnLst/>
                <a:rect l="l" t="t" r="r" b="b"/>
                <a:pathLst>
                  <a:path w="698" h="698" extrusionOk="0">
                    <a:moveTo>
                      <a:pt x="630" y="1"/>
                    </a:moveTo>
                    <a:lnTo>
                      <a:pt x="1" y="630"/>
                    </a:lnTo>
                    <a:lnTo>
                      <a:pt x="75" y="698"/>
                    </a:lnTo>
                    <a:lnTo>
                      <a:pt x="698" y="66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19"/>
              <p:cNvSpPr/>
              <p:nvPr/>
            </p:nvSpPr>
            <p:spPr>
              <a:xfrm>
                <a:off x="5976924" y="3157856"/>
                <a:ext cx="87319" cy="8796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823" extrusionOk="0">
                    <a:moveTo>
                      <a:pt x="400" y="111"/>
                    </a:moveTo>
                    <a:lnTo>
                      <a:pt x="704" y="422"/>
                    </a:lnTo>
                    <a:lnTo>
                      <a:pt x="416" y="703"/>
                    </a:lnTo>
                    <a:lnTo>
                      <a:pt x="112" y="401"/>
                    </a:lnTo>
                    <a:lnTo>
                      <a:pt x="400" y="111"/>
                    </a:lnTo>
                    <a:close/>
                    <a:moveTo>
                      <a:pt x="400" y="0"/>
                    </a:moveTo>
                    <a:lnTo>
                      <a:pt x="0" y="401"/>
                    </a:lnTo>
                    <a:lnTo>
                      <a:pt x="416" y="822"/>
                    </a:lnTo>
                    <a:lnTo>
                      <a:pt x="817" y="422"/>
                    </a:lnTo>
                    <a:lnTo>
                      <a:pt x="400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19"/>
              <p:cNvSpPr/>
              <p:nvPr/>
            </p:nvSpPr>
            <p:spPr>
              <a:xfrm>
                <a:off x="5932570" y="3120555"/>
                <a:ext cx="92877" cy="85716"/>
              </a:xfrm>
              <a:custGeom>
                <a:avLst/>
                <a:gdLst/>
                <a:ahLst/>
                <a:cxnLst/>
                <a:rect l="l" t="t" r="r" b="b"/>
                <a:pathLst>
                  <a:path w="869" h="802" extrusionOk="0">
                    <a:moveTo>
                      <a:pt x="460" y="111"/>
                    </a:moveTo>
                    <a:lnTo>
                      <a:pt x="757" y="408"/>
                    </a:lnTo>
                    <a:lnTo>
                      <a:pt x="469" y="696"/>
                    </a:lnTo>
                    <a:lnTo>
                      <a:pt x="120" y="453"/>
                    </a:lnTo>
                    <a:lnTo>
                      <a:pt x="460" y="111"/>
                    </a:lnTo>
                    <a:close/>
                    <a:moveTo>
                      <a:pt x="460" y="1"/>
                    </a:moveTo>
                    <a:lnTo>
                      <a:pt x="1" y="460"/>
                    </a:lnTo>
                    <a:lnTo>
                      <a:pt x="476" y="801"/>
                    </a:lnTo>
                    <a:lnTo>
                      <a:pt x="869" y="408"/>
                    </a:lnTo>
                    <a:lnTo>
                      <a:pt x="460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19"/>
              <p:cNvSpPr/>
              <p:nvPr/>
            </p:nvSpPr>
            <p:spPr>
              <a:xfrm>
                <a:off x="5887575" y="3081865"/>
                <a:ext cx="98969" cy="91915"/>
              </a:xfrm>
              <a:custGeom>
                <a:avLst/>
                <a:gdLst/>
                <a:ahLst/>
                <a:cxnLst/>
                <a:rect l="l" t="t" r="r" b="b"/>
                <a:pathLst>
                  <a:path w="926" h="860" extrusionOk="0">
                    <a:moveTo>
                      <a:pt x="518" y="110"/>
                    </a:moveTo>
                    <a:lnTo>
                      <a:pt x="815" y="407"/>
                    </a:lnTo>
                    <a:lnTo>
                      <a:pt x="466" y="756"/>
                    </a:lnTo>
                    <a:lnTo>
                      <a:pt x="125" y="503"/>
                    </a:lnTo>
                    <a:lnTo>
                      <a:pt x="518" y="110"/>
                    </a:lnTo>
                    <a:close/>
                    <a:moveTo>
                      <a:pt x="518" y="0"/>
                    </a:moveTo>
                    <a:lnTo>
                      <a:pt x="0" y="518"/>
                    </a:lnTo>
                    <a:lnTo>
                      <a:pt x="473" y="859"/>
                    </a:lnTo>
                    <a:lnTo>
                      <a:pt x="925" y="407"/>
                    </a:lnTo>
                    <a:lnTo>
                      <a:pt x="518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19"/>
              <p:cNvSpPr/>
              <p:nvPr/>
            </p:nvSpPr>
            <p:spPr>
              <a:xfrm>
                <a:off x="5931822" y="3118845"/>
                <a:ext cx="56431" cy="56431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28" extrusionOk="0">
                    <a:moveTo>
                      <a:pt x="460" y="1"/>
                    </a:moveTo>
                    <a:lnTo>
                      <a:pt x="1" y="461"/>
                    </a:lnTo>
                    <a:lnTo>
                      <a:pt x="67" y="527"/>
                    </a:lnTo>
                    <a:lnTo>
                      <a:pt x="527" y="68"/>
                    </a:lnTo>
                    <a:lnTo>
                      <a:pt x="460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19"/>
              <p:cNvSpPr/>
              <p:nvPr/>
            </p:nvSpPr>
            <p:spPr>
              <a:xfrm>
                <a:off x="5841618" y="3041359"/>
                <a:ext cx="106129" cy="99824"/>
              </a:xfrm>
              <a:custGeom>
                <a:avLst/>
                <a:gdLst/>
                <a:ahLst/>
                <a:cxnLst/>
                <a:rect l="l" t="t" r="r" b="b"/>
                <a:pathLst>
                  <a:path w="993" h="934" extrusionOk="0">
                    <a:moveTo>
                      <a:pt x="578" y="112"/>
                    </a:moveTo>
                    <a:lnTo>
                      <a:pt x="882" y="424"/>
                    </a:lnTo>
                    <a:lnTo>
                      <a:pt x="475" y="831"/>
                    </a:lnTo>
                    <a:lnTo>
                      <a:pt x="119" y="571"/>
                    </a:lnTo>
                    <a:lnTo>
                      <a:pt x="578" y="112"/>
                    </a:lnTo>
                    <a:close/>
                    <a:moveTo>
                      <a:pt x="578" y="0"/>
                    </a:moveTo>
                    <a:lnTo>
                      <a:pt x="0" y="578"/>
                    </a:lnTo>
                    <a:lnTo>
                      <a:pt x="482" y="934"/>
                    </a:lnTo>
                    <a:lnTo>
                      <a:pt x="992" y="424"/>
                    </a:lnTo>
                    <a:lnTo>
                      <a:pt x="578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19"/>
              <p:cNvSpPr/>
              <p:nvPr/>
            </p:nvSpPr>
            <p:spPr>
              <a:xfrm>
                <a:off x="5798012" y="3004058"/>
                <a:ext cx="110939" cy="10388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972" extrusionOk="0">
                    <a:moveTo>
                      <a:pt x="630" y="113"/>
                    </a:moveTo>
                    <a:lnTo>
                      <a:pt x="927" y="408"/>
                    </a:lnTo>
                    <a:lnTo>
                      <a:pt x="467" y="869"/>
                    </a:lnTo>
                    <a:lnTo>
                      <a:pt x="118" y="623"/>
                    </a:lnTo>
                    <a:lnTo>
                      <a:pt x="630" y="113"/>
                    </a:lnTo>
                    <a:close/>
                    <a:moveTo>
                      <a:pt x="630" y="1"/>
                    </a:moveTo>
                    <a:lnTo>
                      <a:pt x="1" y="630"/>
                    </a:lnTo>
                    <a:lnTo>
                      <a:pt x="474" y="972"/>
                    </a:lnTo>
                    <a:lnTo>
                      <a:pt x="1038" y="40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19"/>
              <p:cNvSpPr/>
              <p:nvPr/>
            </p:nvSpPr>
            <p:spPr>
              <a:xfrm>
                <a:off x="5752803" y="2965262"/>
                <a:ext cx="117351" cy="110191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031" extrusionOk="0">
                    <a:moveTo>
                      <a:pt x="691" y="113"/>
                    </a:moveTo>
                    <a:lnTo>
                      <a:pt x="986" y="408"/>
                    </a:lnTo>
                    <a:lnTo>
                      <a:pt x="468" y="928"/>
                    </a:lnTo>
                    <a:lnTo>
                      <a:pt x="127" y="682"/>
                    </a:lnTo>
                    <a:lnTo>
                      <a:pt x="691" y="113"/>
                    </a:lnTo>
                    <a:close/>
                    <a:moveTo>
                      <a:pt x="691" y="1"/>
                    </a:moveTo>
                    <a:lnTo>
                      <a:pt x="1" y="691"/>
                    </a:lnTo>
                    <a:lnTo>
                      <a:pt x="475" y="1031"/>
                    </a:lnTo>
                    <a:lnTo>
                      <a:pt x="1098" y="408"/>
                    </a:lnTo>
                    <a:lnTo>
                      <a:pt x="691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19"/>
              <p:cNvSpPr/>
              <p:nvPr/>
            </p:nvSpPr>
            <p:spPr>
              <a:xfrm>
                <a:off x="5797264" y="3002562"/>
                <a:ext cx="74494" cy="74600"/>
              </a:xfrm>
              <a:custGeom>
                <a:avLst/>
                <a:gdLst/>
                <a:ahLst/>
                <a:cxnLst/>
                <a:rect l="l" t="t" r="r" b="b"/>
                <a:pathLst>
                  <a:path w="697" h="698" extrusionOk="0">
                    <a:moveTo>
                      <a:pt x="630" y="1"/>
                    </a:moveTo>
                    <a:lnTo>
                      <a:pt x="1" y="630"/>
                    </a:lnTo>
                    <a:lnTo>
                      <a:pt x="67" y="698"/>
                    </a:lnTo>
                    <a:lnTo>
                      <a:pt x="696" y="66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19"/>
              <p:cNvSpPr/>
              <p:nvPr/>
            </p:nvSpPr>
            <p:spPr>
              <a:xfrm>
                <a:off x="6234391" y="3377917"/>
                <a:ext cx="110191" cy="111687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1045" extrusionOk="0">
                    <a:moveTo>
                      <a:pt x="963" y="1"/>
                    </a:moveTo>
                    <a:lnTo>
                      <a:pt x="453" y="511"/>
                    </a:lnTo>
                    <a:lnTo>
                      <a:pt x="453" y="520"/>
                    </a:lnTo>
                    <a:lnTo>
                      <a:pt x="1" y="979"/>
                    </a:lnTo>
                    <a:lnTo>
                      <a:pt x="67" y="1045"/>
                    </a:lnTo>
                    <a:lnTo>
                      <a:pt x="579" y="534"/>
                    </a:lnTo>
                    <a:lnTo>
                      <a:pt x="570" y="527"/>
                    </a:lnTo>
                    <a:lnTo>
                      <a:pt x="1031" y="67"/>
                    </a:lnTo>
                    <a:lnTo>
                      <a:pt x="963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19"/>
              <p:cNvSpPr/>
              <p:nvPr/>
            </p:nvSpPr>
            <p:spPr>
              <a:xfrm>
                <a:off x="6131469" y="3312187"/>
                <a:ext cx="87105" cy="88067"/>
              </a:xfrm>
              <a:custGeom>
                <a:avLst/>
                <a:gdLst/>
                <a:ahLst/>
                <a:cxnLst/>
                <a:rect l="l" t="t" r="r" b="b"/>
                <a:pathLst>
                  <a:path w="815" h="824" extrusionOk="0">
                    <a:moveTo>
                      <a:pt x="400" y="113"/>
                    </a:moveTo>
                    <a:lnTo>
                      <a:pt x="704" y="424"/>
                    </a:lnTo>
                    <a:lnTo>
                      <a:pt x="414" y="705"/>
                    </a:lnTo>
                    <a:lnTo>
                      <a:pt x="110" y="401"/>
                    </a:lnTo>
                    <a:lnTo>
                      <a:pt x="400" y="113"/>
                    </a:lnTo>
                    <a:close/>
                    <a:moveTo>
                      <a:pt x="400" y="0"/>
                    </a:moveTo>
                    <a:lnTo>
                      <a:pt x="0" y="401"/>
                    </a:lnTo>
                    <a:lnTo>
                      <a:pt x="414" y="824"/>
                    </a:lnTo>
                    <a:lnTo>
                      <a:pt x="815" y="424"/>
                    </a:lnTo>
                    <a:lnTo>
                      <a:pt x="400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19"/>
              <p:cNvSpPr/>
              <p:nvPr/>
            </p:nvSpPr>
            <p:spPr>
              <a:xfrm>
                <a:off x="6170158" y="3350984"/>
                <a:ext cx="85716" cy="92877"/>
              </a:xfrm>
              <a:custGeom>
                <a:avLst/>
                <a:gdLst/>
                <a:ahLst/>
                <a:cxnLst/>
                <a:rect l="l" t="t" r="r" b="b"/>
                <a:pathLst>
                  <a:path w="802" h="869" extrusionOk="0">
                    <a:moveTo>
                      <a:pt x="401" y="112"/>
                    </a:moveTo>
                    <a:lnTo>
                      <a:pt x="691" y="408"/>
                    </a:lnTo>
                    <a:lnTo>
                      <a:pt x="349" y="749"/>
                    </a:lnTo>
                    <a:lnTo>
                      <a:pt x="104" y="408"/>
                    </a:lnTo>
                    <a:lnTo>
                      <a:pt x="401" y="112"/>
                    </a:lnTo>
                    <a:close/>
                    <a:moveTo>
                      <a:pt x="401" y="0"/>
                    </a:moveTo>
                    <a:lnTo>
                      <a:pt x="1" y="393"/>
                    </a:lnTo>
                    <a:lnTo>
                      <a:pt x="342" y="868"/>
                    </a:lnTo>
                    <a:lnTo>
                      <a:pt x="801" y="408"/>
                    </a:lnTo>
                    <a:lnTo>
                      <a:pt x="401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19"/>
              <p:cNvSpPr/>
              <p:nvPr/>
            </p:nvSpPr>
            <p:spPr>
              <a:xfrm>
                <a:off x="6202649" y="3389780"/>
                <a:ext cx="91915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860" h="927" extrusionOk="0">
                    <a:moveTo>
                      <a:pt x="460" y="112"/>
                    </a:moveTo>
                    <a:lnTo>
                      <a:pt x="750" y="409"/>
                    </a:lnTo>
                    <a:lnTo>
                      <a:pt x="357" y="809"/>
                    </a:lnTo>
                    <a:lnTo>
                      <a:pt x="104" y="461"/>
                    </a:lnTo>
                    <a:lnTo>
                      <a:pt x="460" y="112"/>
                    </a:lnTo>
                    <a:close/>
                    <a:moveTo>
                      <a:pt x="460" y="0"/>
                    </a:moveTo>
                    <a:lnTo>
                      <a:pt x="1" y="454"/>
                    </a:lnTo>
                    <a:lnTo>
                      <a:pt x="342" y="927"/>
                    </a:lnTo>
                    <a:lnTo>
                      <a:pt x="860" y="409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19"/>
              <p:cNvSpPr/>
              <p:nvPr/>
            </p:nvSpPr>
            <p:spPr>
              <a:xfrm>
                <a:off x="6201152" y="3388177"/>
                <a:ext cx="56218" cy="56431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28" extrusionOk="0">
                    <a:moveTo>
                      <a:pt x="460" y="1"/>
                    </a:moveTo>
                    <a:lnTo>
                      <a:pt x="1" y="460"/>
                    </a:lnTo>
                    <a:lnTo>
                      <a:pt x="67" y="527"/>
                    </a:lnTo>
                    <a:lnTo>
                      <a:pt x="525" y="76"/>
                    </a:lnTo>
                    <a:lnTo>
                      <a:pt x="460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19"/>
              <p:cNvSpPr/>
              <p:nvPr/>
            </p:nvSpPr>
            <p:spPr>
              <a:xfrm>
                <a:off x="6235994" y="3428684"/>
                <a:ext cx="99075" cy="106129"/>
              </a:xfrm>
              <a:custGeom>
                <a:avLst/>
                <a:gdLst/>
                <a:ahLst/>
                <a:cxnLst/>
                <a:rect l="l" t="t" r="r" b="b"/>
                <a:pathLst>
                  <a:path w="927" h="993" extrusionOk="0">
                    <a:moveTo>
                      <a:pt x="503" y="111"/>
                    </a:moveTo>
                    <a:lnTo>
                      <a:pt x="815" y="422"/>
                    </a:lnTo>
                    <a:lnTo>
                      <a:pt x="363" y="874"/>
                    </a:lnTo>
                    <a:lnTo>
                      <a:pt x="103" y="518"/>
                    </a:lnTo>
                    <a:lnTo>
                      <a:pt x="503" y="111"/>
                    </a:lnTo>
                    <a:close/>
                    <a:moveTo>
                      <a:pt x="503" y="1"/>
                    </a:moveTo>
                    <a:lnTo>
                      <a:pt x="0" y="511"/>
                    </a:lnTo>
                    <a:lnTo>
                      <a:pt x="349" y="993"/>
                    </a:lnTo>
                    <a:lnTo>
                      <a:pt x="927" y="422"/>
                    </a:lnTo>
                    <a:lnTo>
                      <a:pt x="503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19"/>
              <p:cNvSpPr/>
              <p:nvPr/>
            </p:nvSpPr>
            <p:spPr>
              <a:xfrm>
                <a:off x="6268485" y="3467481"/>
                <a:ext cx="103885" cy="110939"/>
              </a:xfrm>
              <a:custGeom>
                <a:avLst/>
                <a:gdLst/>
                <a:ahLst/>
                <a:cxnLst/>
                <a:rect l="l" t="t" r="r" b="b"/>
                <a:pathLst>
                  <a:path w="972" h="1038" extrusionOk="0">
                    <a:moveTo>
                      <a:pt x="562" y="111"/>
                    </a:moveTo>
                    <a:lnTo>
                      <a:pt x="859" y="408"/>
                    </a:lnTo>
                    <a:lnTo>
                      <a:pt x="349" y="918"/>
                    </a:lnTo>
                    <a:lnTo>
                      <a:pt x="103" y="578"/>
                    </a:lnTo>
                    <a:lnTo>
                      <a:pt x="562" y="111"/>
                    </a:lnTo>
                    <a:close/>
                    <a:moveTo>
                      <a:pt x="562" y="0"/>
                    </a:moveTo>
                    <a:lnTo>
                      <a:pt x="0" y="562"/>
                    </a:lnTo>
                    <a:lnTo>
                      <a:pt x="340" y="1037"/>
                    </a:lnTo>
                    <a:lnTo>
                      <a:pt x="971" y="408"/>
                    </a:lnTo>
                    <a:lnTo>
                      <a:pt x="562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19"/>
              <p:cNvSpPr/>
              <p:nvPr/>
            </p:nvSpPr>
            <p:spPr>
              <a:xfrm>
                <a:off x="6300976" y="3506277"/>
                <a:ext cx="110191" cy="117351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1098" extrusionOk="0">
                    <a:moveTo>
                      <a:pt x="623" y="110"/>
                    </a:moveTo>
                    <a:lnTo>
                      <a:pt x="918" y="407"/>
                    </a:lnTo>
                    <a:lnTo>
                      <a:pt x="356" y="978"/>
                    </a:lnTo>
                    <a:lnTo>
                      <a:pt x="104" y="630"/>
                    </a:lnTo>
                    <a:lnTo>
                      <a:pt x="623" y="110"/>
                    </a:lnTo>
                    <a:close/>
                    <a:moveTo>
                      <a:pt x="623" y="0"/>
                    </a:moveTo>
                    <a:lnTo>
                      <a:pt x="0" y="623"/>
                    </a:lnTo>
                    <a:lnTo>
                      <a:pt x="340" y="1097"/>
                    </a:lnTo>
                    <a:lnTo>
                      <a:pt x="1030" y="407"/>
                    </a:lnTo>
                    <a:lnTo>
                      <a:pt x="623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19"/>
              <p:cNvSpPr/>
              <p:nvPr/>
            </p:nvSpPr>
            <p:spPr>
              <a:xfrm>
                <a:off x="6299266" y="3504674"/>
                <a:ext cx="74600" cy="74494"/>
              </a:xfrm>
              <a:custGeom>
                <a:avLst/>
                <a:gdLst/>
                <a:ahLst/>
                <a:cxnLst/>
                <a:rect l="l" t="t" r="r" b="b"/>
                <a:pathLst>
                  <a:path w="698" h="697" extrusionOk="0">
                    <a:moveTo>
                      <a:pt x="630" y="1"/>
                    </a:moveTo>
                    <a:lnTo>
                      <a:pt x="0" y="631"/>
                    </a:lnTo>
                    <a:lnTo>
                      <a:pt x="68" y="696"/>
                    </a:lnTo>
                    <a:lnTo>
                      <a:pt x="697" y="74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19"/>
              <p:cNvSpPr/>
              <p:nvPr/>
            </p:nvSpPr>
            <p:spPr>
              <a:xfrm>
                <a:off x="6166952" y="3274887"/>
                <a:ext cx="88174" cy="87426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18" extrusionOk="0">
                    <a:moveTo>
                      <a:pt x="401" y="113"/>
                    </a:moveTo>
                    <a:lnTo>
                      <a:pt x="712" y="417"/>
                    </a:lnTo>
                    <a:lnTo>
                      <a:pt x="424" y="705"/>
                    </a:lnTo>
                    <a:lnTo>
                      <a:pt x="113" y="401"/>
                    </a:lnTo>
                    <a:lnTo>
                      <a:pt x="401" y="113"/>
                    </a:lnTo>
                    <a:close/>
                    <a:moveTo>
                      <a:pt x="401" y="1"/>
                    </a:moveTo>
                    <a:lnTo>
                      <a:pt x="1" y="401"/>
                    </a:lnTo>
                    <a:lnTo>
                      <a:pt x="424" y="817"/>
                    </a:lnTo>
                    <a:lnTo>
                      <a:pt x="824" y="417"/>
                    </a:lnTo>
                    <a:lnTo>
                      <a:pt x="401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19"/>
              <p:cNvSpPr/>
              <p:nvPr/>
            </p:nvSpPr>
            <p:spPr>
              <a:xfrm>
                <a:off x="6205962" y="3313683"/>
                <a:ext cx="92663" cy="86571"/>
              </a:xfrm>
              <a:custGeom>
                <a:avLst/>
                <a:gdLst/>
                <a:ahLst/>
                <a:cxnLst/>
                <a:rect l="l" t="t" r="r" b="b"/>
                <a:pathLst>
                  <a:path w="867" h="810" extrusionOk="0">
                    <a:moveTo>
                      <a:pt x="407" y="106"/>
                    </a:moveTo>
                    <a:lnTo>
                      <a:pt x="747" y="356"/>
                    </a:lnTo>
                    <a:lnTo>
                      <a:pt x="407" y="698"/>
                    </a:lnTo>
                    <a:lnTo>
                      <a:pt x="110" y="401"/>
                    </a:lnTo>
                    <a:lnTo>
                      <a:pt x="407" y="106"/>
                    </a:lnTo>
                    <a:close/>
                    <a:moveTo>
                      <a:pt x="400" y="1"/>
                    </a:moveTo>
                    <a:lnTo>
                      <a:pt x="0" y="401"/>
                    </a:lnTo>
                    <a:lnTo>
                      <a:pt x="407" y="810"/>
                    </a:lnTo>
                    <a:lnTo>
                      <a:pt x="866" y="342"/>
                    </a:lnTo>
                    <a:lnTo>
                      <a:pt x="400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19"/>
              <p:cNvSpPr/>
              <p:nvPr/>
            </p:nvSpPr>
            <p:spPr>
              <a:xfrm>
                <a:off x="6244651" y="3346922"/>
                <a:ext cx="99182" cy="92128"/>
              </a:xfrm>
              <a:custGeom>
                <a:avLst/>
                <a:gdLst/>
                <a:ahLst/>
                <a:cxnLst/>
                <a:rect l="l" t="t" r="r" b="b"/>
                <a:pathLst>
                  <a:path w="928" h="862" extrusionOk="0">
                    <a:moveTo>
                      <a:pt x="460" y="106"/>
                    </a:moveTo>
                    <a:lnTo>
                      <a:pt x="808" y="349"/>
                    </a:lnTo>
                    <a:lnTo>
                      <a:pt x="408" y="750"/>
                    </a:lnTo>
                    <a:lnTo>
                      <a:pt x="111" y="454"/>
                    </a:lnTo>
                    <a:lnTo>
                      <a:pt x="460" y="106"/>
                    </a:lnTo>
                    <a:close/>
                    <a:moveTo>
                      <a:pt x="453" y="1"/>
                    </a:moveTo>
                    <a:lnTo>
                      <a:pt x="1" y="454"/>
                    </a:lnTo>
                    <a:lnTo>
                      <a:pt x="408" y="862"/>
                    </a:lnTo>
                    <a:lnTo>
                      <a:pt x="928" y="342"/>
                    </a:lnTo>
                    <a:lnTo>
                      <a:pt x="453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19"/>
              <p:cNvSpPr/>
              <p:nvPr/>
            </p:nvSpPr>
            <p:spPr>
              <a:xfrm>
                <a:off x="6243903" y="3345426"/>
                <a:ext cx="55469" cy="55576"/>
              </a:xfrm>
              <a:custGeom>
                <a:avLst/>
                <a:gdLst/>
                <a:ahLst/>
                <a:cxnLst/>
                <a:rect l="l" t="t" r="r" b="b"/>
                <a:pathLst>
                  <a:path w="519" h="520" extrusionOk="0">
                    <a:moveTo>
                      <a:pt x="453" y="1"/>
                    </a:moveTo>
                    <a:lnTo>
                      <a:pt x="1" y="452"/>
                    </a:lnTo>
                    <a:lnTo>
                      <a:pt x="67" y="520"/>
                    </a:lnTo>
                    <a:lnTo>
                      <a:pt x="518" y="68"/>
                    </a:lnTo>
                    <a:lnTo>
                      <a:pt x="453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19"/>
              <p:cNvSpPr/>
              <p:nvPr/>
            </p:nvSpPr>
            <p:spPr>
              <a:xfrm>
                <a:off x="6283448" y="3379520"/>
                <a:ext cx="106236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994" h="927" extrusionOk="0">
                    <a:moveTo>
                      <a:pt x="520" y="105"/>
                    </a:moveTo>
                    <a:lnTo>
                      <a:pt x="876" y="363"/>
                    </a:lnTo>
                    <a:lnTo>
                      <a:pt x="422" y="816"/>
                    </a:lnTo>
                    <a:lnTo>
                      <a:pt x="111" y="512"/>
                    </a:lnTo>
                    <a:lnTo>
                      <a:pt x="520" y="105"/>
                    </a:lnTo>
                    <a:close/>
                    <a:moveTo>
                      <a:pt x="511" y="0"/>
                    </a:moveTo>
                    <a:lnTo>
                      <a:pt x="1" y="512"/>
                    </a:lnTo>
                    <a:lnTo>
                      <a:pt x="422" y="927"/>
                    </a:lnTo>
                    <a:lnTo>
                      <a:pt x="993" y="356"/>
                    </a:lnTo>
                    <a:lnTo>
                      <a:pt x="511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19"/>
              <p:cNvSpPr/>
              <p:nvPr/>
            </p:nvSpPr>
            <p:spPr>
              <a:xfrm>
                <a:off x="6322244" y="3412011"/>
                <a:ext cx="110939" cy="104633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979" extrusionOk="0">
                    <a:moveTo>
                      <a:pt x="579" y="103"/>
                    </a:moveTo>
                    <a:lnTo>
                      <a:pt x="920" y="356"/>
                    </a:lnTo>
                    <a:lnTo>
                      <a:pt x="408" y="868"/>
                    </a:lnTo>
                    <a:lnTo>
                      <a:pt x="113" y="571"/>
                    </a:lnTo>
                    <a:lnTo>
                      <a:pt x="579" y="103"/>
                    </a:lnTo>
                    <a:close/>
                    <a:moveTo>
                      <a:pt x="571" y="0"/>
                    </a:moveTo>
                    <a:lnTo>
                      <a:pt x="1" y="571"/>
                    </a:lnTo>
                    <a:lnTo>
                      <a:pt x="408" y="978"/>
                    </a:lnTo>
                    <a:lnTo>
                      <a:pt x="1037" y="342"/>
                    </a:lnTo>
                    <a:lnTo>
                      <a:pt x="571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19"/>
              <p:cNvSpPr/>
              <p:nvPr/>
            </p:nvSpPr>
            <p:spPr>
              <a:xfrm>
                <a:off x="6361041" y="3445250"/>
                <a:ext cx="117351" cy="110191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031" extrusionOk="0">
                    <a:moveTo>
                      <a:pt x="630" y="96"/>
                    </a:moveTo>
                    <a:lnTo>
                      <a:pt x="978" y="349"/>
                    </a:lnTo>
                    <a:lnTo>
                      <a:pt x="408" y="920"/>
                    </a:lnTo>
                    <a:lnTo>
                      <a:pt x="112" y="623"/>
                    </a:lnTo>
                    <a:lnTo>
                      <a:pt x="630" y="96"/>
                    </a:lnTo>
                    <a:close/>
                    <a:moveTo>
                      <a:pt x="623" y="0"/>
                    </a:moveTo>
                    <a:lnTo>
                      <a:pt x="0" y="623"/>
                    </a:lnTo>
                    <a:lnTo>
                      <a:pt x="408" y="1030"/>
                    </a:lnTo>
                    <a:lnTo>
                      <a:pt x="1098" y="335"/>
                    </a:lnTo>
                    <a:lnTo>
                      <a:pt x="623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19"/>
              <p:cNvSpPr/>
              <p:nvPr/>
            </p:nvSpPr>
            <p:spPr>
              <a:xfrm>
                <a:off x="6359544" y="3443006"/>
                <a:ext cx="74600" cy="74387"/>
              </a:xfrm>
              <a:custGeom>
                <a:avLst/>
                <a:gdLst/>
                <a:ahLst/>
                <a:cxnLst/>
                <a:rect l="l" t="t" r="r" b="b"/>
                <a:pathLst>
                  <a:path w="698" h="696" extrusionOk="0">
                    <a:moveTo>
                      <a:pt x="630" y="0"/>
                    </a:moveTo>
                    <a:lnTo>
                      <a:pt x="0" y="630"/>
                    </a:lnTo>
                    <a:lnTo>
                      <a:pt x="75" y="695"/>
                    </a:lnTo>
                    <a:lnTo>
                      <a:pt x="697" y="66"/>
                    </a:lnTo>
                    <a:lnTo>
                      <a:pt x="630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19"/>
              <p:cNvSpPr/>
              <p:nvPr/>
            </p:nvSpPr>
            <p:spPr>
              <a:xfrm>
                <a:off x="6056120" y="3200607"/>
                <a:ext cx="118955" cy="118955"/>
              </a:xfrm>
              <a:custGeom>
                <a:avLst/>
                <a:gdLst/>
                <a:ahLst/>
                <a:cxnLst/>
                <a:rect l="l" t="t" r="r" b="b"/>
                <a:pathLst>
                  <a:path w="1113" h="1113" extrusionOk="0">
                    <a:moveTo>
                      <a:pt x="1054" y="1"/>
                    </a:moveTo>
                    <a:lnTo>
                      <a:pt x="1" y="1059"/>
                    </a:lnTo>
                    <a:lnTo>
                      <a:pt x="60" y="1112"/>
                    </a:lnTo>
                    <a:lnTo>
                      <a:pt x="1112" y="59"/>
                    </a:lnTo>
                    <a:lnTo>
                      <a:pt x="1054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19"/>
              <p:cNvSpPr/>
              <p:nvPr/>
            </p:nvSpPr>
            <p:spPr>
              <a:xfrm>
                <a:off x="6233536" y="3031098"/>
                <a:ext cx="111794" cy="110939"/>
              </a:xfrm>
              <a:custGeom>
                <a:avLst/>
                <a:gdLst/>
                <a:ahLst/>
                <a:cxnLst/>
                <a:rect l="l" t="t" r="r" b="b"/>
                <a:pathLst>
                  <a:path w="1046" h="1038" extrusionOk="0">
                    <a:moveTo>
                      <a:pt x="68" y="0"/>
                    </a:moveTo>
                    <a:lnTo>
                      <a:pt x="0" y="66"/>
                    </a:lnTo>
                    <a:lnTo>
                      <a:pt x="512" y="585"/>
                    </a:lnTo>
                    <a:lnTo>
                      <a:pt x="519" y="578"/>
                    </a:lnTo>
                    <a:lnTo>
                      <a:pt x="978" y="1037"/>
                    </a:lnTo>
                    <a:lnTo>
                      <a:pt x="1046" y="971"/>
                    </a:lnTo>
                    <a:lnTo>
                      <a:pt x="526" y="452"/>
                    </a:lnTo>
                    <a:lnTo>
                      <a:pt x="526" y="459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19"/>
              <p:cNvSpPr/>
              <p:nvPr/>
            </p:nvSpPr>
            <p:spPr>
              <a:xfrm>
                <a:off x="6167914" y="3156894"/>
                <a:ext cx="87960" cy="88067"/>
              </a:xfrm>
              <a:custGeom>
                <a:avLst/>
                <a:gdLst/>
                <a:ahLst/>
                <a:cxnLst/>
                <a:rect l="l" t="t" r="r" b="b"/>
                <a:pathLst>
                  <a:path w="823" h="824" extrusionOk="0">
                    <a:moveTo>
                      <a:pt x="422" y="113"/>
                    </a:moveTo>
                    <a:lnTo>
                      <a:pt x="703" y="401"/>
                    </a:lnTo>
                    <a:lnTo>
                      <a:pt x="401" y="712"/>
                    </a:lnTo>
                    <a:lnTo>
                      <a:pt x="111" y="424"/>
                    </a:lnTo>
                    <a:lnTo>
                      <a:pt x="422" y="113"/>
                    </a:lnTo>
                    <a:close/>
                    <a:moveTo>
                      <a:pt x="422" y="1"/>
                    </a:moveTo>
                    <a:lnTo>
                      <a:pt x="1" y="424"/>
                    </a:lnTo>
                    <a:lnTo>
                      <a:pt x="401" y="824"/>
                    </a:lnTo>
                    <a:lnTo>
                      <a:pt x="822" y="401"/>
                    </a:lnTo>
                    <a:lnTo>
                      <a:pt x="422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19"/>
              <p:cNvSpPr/>
              <p:nvPr/>
            </p:nvSpPr>
            <p:spPr>
              <a:xfrm>
                <a:off x="6206710" y="3119807"/>
                <a:ext cx="92663" cy="85716"/>
              </a:xfrm>
              <a:custGeom>
                <a:avLst/>
                <a:gdLst/>
                <a:ahLst/>
                <a:cxnLst/>
                <a:rect l="l" t="t" r="r" b="b"/>
                <a:pathLst>
                  <a:path w="867" h="802" extrusionOk="0">
                    <a:moveTo>
                      <a:pt x="408" y="111"/>
                    </a:moveTo>
                    <a:lnTo>
                      <a:pt x="749" y="452"/>
                    </a:lnTo>
                    <a:lnTo>
                      <a:pt x="408" y="696"/>
                    </a:lnTo>
                    <a:lnTo>
                      <a:pt x="111" y="408"/>
                    </a:lnTo>
                    <a:lnTo>
                      <a:pt x="408" y="111"/>
                    </a:lnTo>
                    <a:close/>
                    <a:moveTo>
                      <a:pt x="408" y="1"/>
                    </a:moveTo>
                    <a:lnTo>
                      <a:pt x="0" y="408"/>
                    </a:lnTo>
                    <a:lnTo>
                      <a:pt x="393" y="801"/>
                    </a:lnTo>
                    <a:lnTo>
                      <a:pt x="866" y="460"/>
                    </a:lnTo>
                    <a:lnTo>
                      <a:pt x="408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19"/>
              <p:cNvSpPr/>
              <p:nvPr/>
            </p:nvSpPr>
            <p:spPr>
              <a:xfrm>
                <a:off x="6245506" y="3080904"/>
                <a:ext cx="99075" cy="92022"/>
              </a:xfrm>
              <a:custGeom>
                <a:avLst/>
                <a:gdLst/>
                <a:ahLst/>
                <a:cxnLst/>
                <a:rect l="l" t="t" r="r" b="b"/>
                <a:pathLst>
                  <a:path w="927" h="861" extrusionOk="0">
                    <a:moveTo>
                      <a:pt x="407" y="112"/>
                    </a:moveTo>
                    <a:lnTo>
                      <a:pt x="807" y="512"/>
                    </a:lnTo>
                    <a:lnTo>
                      <a:pt x="459" y="756"/>
                    </a:lnTo>
                    <a:lnTo>
                      <a:pt x="110" y="409"/>
                    </a:lnTo>
                    <a:lnTo>
                      <a:pt x="407" y="112"/>
                    </a:lnTo>
                    <a:close/>
                    <a:moveTo>
                      <a:pt x="407" y="0"/>
                    </a:moveTo>
                    <a:lnTo>
                      <a:pt x="0" y="409"/>
                    </a:lnTo>
                    <a:lnTo>
                      <a:pt x="452" y="861"/>
                    </a:lnTo>
                    <a:lnTo>
                      <a:pt x="927" y="520"/>
                    </a:lnTo>
                    <a:lnTo>
                      <a:pt x="407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19"/>
              <p:cNvSpPr/>
              <p:nvPr/>
            </p:nvSpPr>
            <p:spPr>
              <a:xfrm>
                <a:off x="6243903" y="3118097"/>
                <a:ext cx="56218" cy="56431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28" extrusionOk="0">
                    <a:moveTo>
                      <a:pt x="74" y="1"/>
                    </a:moveTo>
                    <a:lnTo>
                      <a:pt x="1" y="68"/>
                    </a:lnTo>
                    <a:lnTo>
                      <a:pt x="460" y="527"/>
                    </a:lnTo>
                    <a:lnTo>
                      <a:pt x="525" y="461"/>
                    </a:lnTo>
                    <a:lnTo>
                      <a:pt x="74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19"/>
              <p:cNvSpPr/>
              <p:nvPr/>
            </p:nvSpPr>
            <p:spPr>
              <a:xfrm>
                <a:off x="6284196" y="3040611"/>
                <a:ext cx="106236" cy="99824"/>
              </a:xfrm>
              <a:custGeom>
                <a:avLst/>
                <a:gdLst/>
                <a:ahLst/>
                <a:cxnLst/>
                <a:rect l="l" t="t" r="r" b="b"/>
                <a:pathLst>
                  <a:path w="994" h="934" extrusionOk="0">
                    <a:moveTo>
                      <a:pt x="415" y="119"/>
                    </a:moveTo>
                    <a:lnTo>
                      <a:pt x="876" y="571"/>
                    </a:lnTo>
                    <a:lnTo>
                      <a:pt x="520" y="831"/>
                    </a:lnTo>
                    <a:lnTo>
                      <a:pt x="113" y="422"/>
                    </a:lnTo>
                    <a:lnTo>
                      <a:pt x="415" y="119"/>
                    </a:lnTo>
                    <a:close/>
                    <a:moveTo>
                      <a:pt x="415" y="0"/>
                    </a:moveTo>
                    <a:lnTo>
                      <a:pt x="1" y="422"/>
                    </a:lnTo>
                    <a:lnTo>
                      <a:pt x="513" y="934"/>
                    </a:lnTo>
                    <a:lnTo>
                      <a:pt x="993" y="578"/>
                    </a:lnTo>
                    <a:lnTo>
                      <a:pt x="415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19"/>
              <p:cNvSpPr/>
              <p:nvPr/>
            </p:nvSpPr>
            <p:spPr>
              <a:xfrm>
                <a:off x="6322992" y="3003310"/>
                <a:ext cx="111153" cy="10388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972" extrusionOk="0">
                    <a:moveTo>
                      <a:pt x="408" y="113"/>
                    </a:moveTo>
                    <a:lnTo>
                      <a:pt x="920" y="623"/>
                    </a:lnTo>
                    <a:lnTo>
                      <a:pt x="579" y="876"/>
                    </a:lnTo>
                    <a:lnTo>
                      <a:pt x="113" y="408"/>
                    </a:lnTo>
                    <a:lnTo>
                      <a:pt x="408" y="113"/>
                    </a:lnTo>
                    <a:close/>
                    <a:moveTo>
                      <a:pt x="408" y="1"/>
                    </a:moveTo>
                    <a:lnTo>
                      <a:pt x="1" y="408"/>
                    </a:lnTo>
                    <a:lnTo>
                      <a:pt x="564" y="972"/>
                    </a:lnTo>
                    <a:lnTo>
                      <a:pt x="1039" y="637"/>
                    </a:lnTo>
                    <a:lnTo>
                      <a:pt x="408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19"/>
              <p:cNvSpPr/>
              <p:nvPr/>
            </p:nvSpPr>
            <p:spPr>
              <a:xfrm>
                <a:off x="6361789" y="2964514"/>
                <a:ext cx="117351" cy="110191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031" extrusionOk="0">
                    <a:moveTo>
                      <a:pt x="409" y="111"/>
                    </a:moveTo>
                    <a:lnTo>
                      <a:pt x="979" y="682"/>
                    </a:lnTo>
                    <a:lnTo>
                      <a:pt x="632" y="927"/>
                    </a:lnTo>
                    <a:lnTo>
                      <a:pt x="112" y="408"/>
                    </a:lnTo>
                    <a:lnTo>
                      <a:pt x="409" y="111"/>
                    </a:lnTo>
                    <a:close/>
                    <a:moveTo>
                      <a:pt x="409" y="1"/>
                    </a:moveTo>
                    <a:lnTo>
                      <a:pt x="0" y="408"/>
                    </a:lnTo>
                    <a:lnTo>
                      <a:pt x="623" y="1031"/>
                    </a:lnTo>
                    <a:lnTo>
                      <a:pt x="1098" y="689"/>
                    </a:lnTo>
                    <a:lnTo>
                      <a:pt x="409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19"/>
              <p:cNvSpPr/>
              <p:nvPr/>
            </p:nvSpPr>
            <p:spPr>
              <a:xfrm>
                <a:off x="6360293" y="3001814"/>
                <a:ext cx="74600" cy="74387"/>
              </a:xfrm>
              <a:custGeom>
                <a:avLst/>
                <a:gdLst/>
                <a:ahLst/>
                <a:cxnLst/>
                <a:rect l="l" t="t" r="r" b="b"/>
                <a:pathLst>
                  <a:path w="698" h="696" extrusionOk="0">
                    <a:moveTo>
                      <a:pt x="68" y="0"/>
                    </a:moveTo>
                    <a:lnTo>
                      <a:pt x="0" y="73"/>
                    </a:lnTo>
                    <a:lnTo>
                      <a:pt x="630" y="696"/>
                    </a:lnTo>
                    <a:lnTo>
                      <a:pt x="697" y="630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19"/>
              <p:cNvSpPr/>
              <p:nvPr/>
            </p:nvSpPr>
            <p:spPr>
              <a:xfrm>
                <a:off x="6130614" y="3121410"/>
                <a:ext cx="87212" cy="87105"/>
              </a:xfrm>
              <a:custGeom>
                <a:avLst/>
                <a:gdLst/>
                <a:ahLst/>
                <a:cxnLst/>
                <a:rect l="l" t="t" r="r" b="b"/>
                <a:pathLst>
                  <a:path w="816" h="815" extrusionOk="0">
                    <a:moveTo>
                      <a:pt x="415" y="110"/>
                    </a:moveTo>
                    <a:lnTo>
                      <a:pt x="705" y="400"/>
                    </a:lnTo>
                    <a:lnTo>
                      <a:pt x="401" y="704"/>
                    </a:lnTo>
                    <a:lnTo>
                      <a:pt x="111" y="414"/>
                    </a:lnTo>
                    <a:lnTo>
                      <a:pt x="415" y="110"/>
                    </a:lnTo>
                    <a:close/>
                    <a:moveTo>
                      <a:pt x="415" y="0"/>
                    </a:moveTo>
                    <a:lnTo>
                      <a:pt x="1" y="414"/>
                    </a:lnTo>
                    <a:lnTo>
                      <a:pt x="401" y="815"/>
                    </a:lnTo>
                    <a:lnTo>
                      <a:pt x="815" y="400"/>
                    </a:lnTo>
                    <a:lnTo>
                      <a:pt x="415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19"/>
              <p:cNvSpPr/>
              <p:nvPr/>
            </p:nvSpPr>
            <p:spPr>
              <a:xfrm>
                <a:off x="6169410" y="3077056"/>
                <a:ext cx="86464" cy="92663"/>
              </a:xfrm>
              <a:custGeom>
                <a:avLst/>
                <a:gdLst/>
                <a:ahLst/>
                <a:cxnLst/>
                <a:rect l="l" t="t" r="r" b="b"/>
                <a:pathLst>
                  <a:path w="809" h="867" extrusionOk="0">
                    <a:moveTo>
                      <a:pt x="356" y="118"/>
                    </a:moveTo>
                    <a:lnTo>
                      <a:pt x="698" y="459"/>
                    </a:lnTo>
                    <a:lnTo>
                      <a:pt x="401" y="756"/>
                    </a:lnTo>
                    <a:lnTo>
                      <a:pt x="104" y="467"/>
                    </a:lnTo>
                    <a:lnTo>
                      <a:pt x="356" y="118"/>
                    </a:lnTo>
                    <a:close/>
                    <a:moveTo>
                      <a:pt x="342" y="1"/>
                    </a:moveTo>
                    <a:lnTo>
                      <a:pt x="1" y="474"/>
                    </a:lnTo>
                    <a:lnTo>
                      <a:pt x="401" y="867"/>
                    </a:lnTo>
                    <a:lnTo>
                      <a:pt x="808" y="459"/>
                    </a:lnTo>
                    <a:lnTo>
                      <a:pt x="342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19"/>
              <p:cNvSpPr/>
              <p:nvPr/>
            </p:nvSpPr>
            <p:spPr>
              <a:xfrm>
                <a:off x="6202649" y="3031847"/>
                <a:ext cx="91915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860" h="927" extrusionOk="0">
                    <a:moveTo>
                      <a:pt x="350" y="127"/>
                    </a:moveTo>
                    <a:lnTo>
                      <a:pt x="750" y="520"/>
                    </a:lnTo>
                    <a:lnTo>
                      <a:pt x="453" y="815"/>
                    </a:lnTo>
                    <a:lnTo>
                      <a:pt x="104" y="468"/>
                    </a:lnTo>
                    <a:lnTo>
                      <a:pt x="350" y="127"/>
                    </a:lnTo>
                    <a:close/>
                    <a:moveTo>
                      <a:pt x="342" y="0"/>
                    </a:moveTo>
                    <a:lnTo>
                      <a:pt x="1" y="475"/>
                    </a:lnTo>
                    <a:lnTo>
                      <a:pt x="453" y="927"/>
                    </a:lnTo>
                    <a:lnTo>
                      <a:pt x="860" y="520"/>
                    </a:lnTo>
                    <a:lnTo>
                      <a:pt x="342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19"/>
              <p:cNvSpPr/>
              <p:nvPr/>
            </p:nvSpPr>
            <p:spPr>
              <a:xfrm>
                <a:off x="6200191" y="3076094"/>
                <a:ext cx="56431" cy="56431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28" extrusionOk="0">
                    <a:moveTo>
                      <a:pt x="76" y="1"/>
                    </a:moveTo>
                    <a:lnTo>
                      <a:pt x="1" y="68"/>
                    </a:lnTo>
                    <a:lnTo>
                      <a:pt x="461" y="527"/>
                    </a:lnTo>
                    <a:lnTo>
                      <a:pt x="527" y="461"/>
                    </a:lnTo>
                    <a:lnTo>
                      <a:pt x="76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19"/>
              <p:cNvSpPr/>
              <p:nvPr/>
            </p:nvSpPr>
            <p:spPr>
              <a:xfrm>
                <a:off x="6235246" y="2985889"/>
                <a:ext cx="99075" cy="106343"/>
              </a:xfrm>
              <a:custGeom>
                <a:avLst/>
                <a:gdLst/>
                <a:ahLst/>
                <a:cxnLst/>
                <a:rect l="l" t="t" r="r" b="b"/>
                <a:pathLst>
                  <a:path w="927" h="995" extrusionOk="0">
                    <a:moveTo>
                      <a:pt x="363" y="119"/>
                    </a:moveTo>
                    <a:lnTo>
                      <a:pt x="815" y="578"/>
                    </a:lnTo>
                    <a:lnTo>
                      <a:pt x="510" y="882"/>
                    </a:lnTo>
                    <a:lnTo>
                      <a:pt x="103" y="475"/>
                    </a:lnTo>
                    <a:lnTo>
                      <a:pt x="363" y="119"/>
                    </a:lnTo>
                    <a:close/>
                    <a:moveTo>
                      <a:pt x="349" y="0"/>
                    </a:moveTo>
                    <a:lnTo>
                      <a:pt x="0" y="482"/>
                    </a:lnTo>
                    <a:lnTo>
                      <a:pt x="510" y="994"/>
                    </a:lnTo>
                    <a:lnTo>
                      <a:pt x="927" y="578"/>
                    </a:lnTo>
                    <a:lnTo>
                      <a:pt x="349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19"/>
              <p:cNvSpPr/>
              <p:nvPr/>
            </p:nvSpPr>
            <p:spPr>
              <a:xfrm>
                <a:off x="6267737" y="2942283"/>
                <a:ext cx="104633" cy="111153"/>
              </a:xfrm>
              <a:custGeom>
                <a:avLst/>
                <a:gdLst/>
                <a:ahLst/>
                <a:cxnLst/>
                <a:rect l="l" t="t" r="r" b="b"/>
                <a:pathLst>
                  <a:path w="979" h="1040" extrusionOk="0">
                    <a:moveTo>
                      <a:pt x="347" y="120"/>
                    </a:moveTo>
                    <a:lnTo>
                      <a:pt x="859" y="630"/>
                    </a:lnTo>
                    <a:lnTo>
                      <a:pt x="569" y="927"/>
                    </a:lnTo>
                    <a:lnTo>
                      <a:pt x="103" y="468"/>
                    </a:lnTo>
                    <a:lnTo>
                      <a:pt x="347" y="120"/>
                    </a:lnTo>
                    <a:close/>
                    <a:moveTo>
                      <a:pt x="340" y="1"/>
                    </a:moveTo>
                    <a:lnTo>
                      <a:pt x="0" y="476"/>
                    </a:lnTo>
                    <a:lnTo>
                      <a:pt x="569" y="1039"/>
                    </a:lnTo>
                    <a:lnTo>
                      <a:pt x="978" y="630"/>
                    </a:lnTo>
                    <a:lnTo>
                      <a:pt x="340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19"/>
              <p:cNvSpPr/>
              <p:nvPr/>
            </p:nvSpPr>
            <p:spPr>
              <a:xfrm>
                <a:off x="6300014" y="2897287"/>
                <a:ext cx="111153" cy="117138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96" extrusionOk="0">
                    <a:moveTo>
                      <a:pt x="356" y="127"/>
                    </a:moveTo>
                    <a:lnTo>
                      <a:pt x="920" y="689"/>
                    </a:lnTo>
                    <a:lnTo>
                      <a:pt x="632" y="986"/>
                    </a:lnTo>
                    <a:lnTo>
                      <a:pt x="105" y="466"/>
                    </a:lnTo>
                    <a:lnTo>
                      <a:pt x="356" y="127"/>
                    </a:lnTo>
                    <a:close/>
                    <a:moveTo>
                      <a:pt x="342" y="0"/>
                    </a:moveTo>
                    <a:lnTo>
                      <a:pt x="0" y="473"/>
                    </a:lnTo>
                    <a:lnTo>
                      <a:pt x="632" y="1096"/>
                    </a:lnTo>
                    <a:lnTo>
                      <a:pt x="1039" y="689"/>
                    </a:lnTo>
                    <a:lnTo>
                      <a:pt x="342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19"/>
              <p:cNvSpPr/>
              <p:nvPr/>
            </p:nvSpPr>
            <p:spPr>
              <a:xfrm>
                <a:off x="6298518" y="2941535"/>
                <a:ext cx="74600" cy="74600"/>
              </a:xfrm>
              <a:custGeom>
                <a:avLst/>
                <a:gdLst/>
                <a:ahLst/>
                <a:cxnLst/>
                <a:rect l="l" t="t" r="r" b="b"/>
                <a:pathLst>
                  <a:path w="698" h="698" extrusionOk="0">
                    <a:moveTo>
                      <a:pt x="68" y="1"/>
                    </a:moveTo>
                    <a:lnTo>
                      <a:pt x="0" y="68"/>
                    </a:lnTo>
                    <a:lnTo>
                      <a:pt x="630" y="698"/>
                    </a:lnTo>
                    <a:lnTo>
                      <a:pt x="697" y="630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19"/>
              <p:cNvSpPr/>
              <p:nvPr/>
            </p:nvSpPr>
            <p:spPr>
              <a:xfrm>
                <a:off x="5885865" y="3378665"/>
                <a:ext cx="112649" cy="110191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1031" extrusionOk="0">
                    <a:moveTo>
                      <a:pt x="75" y="1"/>
                    </a:moveTo>
                    <a:lnTo>
                      <a:pt x="0" y="69"/>
                    </a:lnTo>
                    <a:lnTo>
                      <a:pt x="520" y="579"/>
                    </a:lnTo>
                    <a:lnTo>
                      <a:pt x="527" y="572"/>
                    </a:lnTo>
                    <a:lnTo>
                      <a:pt x="979" y="1031"/>
                    </a:lnTo>
                    <a:lnTo>
                      <a:pt x="1053" y="965"/>
                    </a:lnTo>
                    <a:lnTo>
                      <a:pt x="534" y="453"/>
                    </a:lnTo>
                    <a:lnTo>
                      <a:pt x="527" y="453"/>
                    </a:lnTo>
                    <a:lnTo>
                      <a:pt x="75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19"/>
              <p:cNvSpPr/>
              <p:nvPr/>
            </p:nvSpPr>
            <p:spPr>
              <a:xfrm>
                <a:off x="5976176" y="3275742"/>
                <a:ext cx="87319" cy="87319"/>
              </a:xfrm>
              <a:custGeom>
                <a:avLst/>
                <a:gdLst/>
                <a:ahLst/>
                <a:cxnLst/>
                <a:rect l="l" t="t" r="r" b="b"/>
                <a:pathLst>
                  <a:path w="817" h="817" extrusionOk="0">
                    <a:moveTo>
                      <a:pt x="416" y="112"/>
                    </a:moveTo>
                    <a:lnTo>
                      <a:pt x="704" y="400"/>
                    </a:lnTo>
                    <a:lnTo>
                      <a:pt x="400" y="704"/>
                    </a:lnTo>
                    <a:lnTo>
                      <a:pt x="112" y="416"/>
                    </a:lnTo>
                    <a:lnTo>
                      <a:pt x="416" y="112"/>
                    </a:lnTo>
                    <a:close/>
                    <a:moveTo>
                      <a:pt x="416" y="0"/>
                    </a:moveTo>
                    <a:lnTo>
                      <a:pt x="0" y="416"/>
                    </a:lnTo>
                    <a:lnTo>
                      <a:pt x="400" y="816"/>
                    </a:lnTo>
                    <a:lnTo>
                      <a:pt x="816" y="400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19"/>
              <p:cNvSpPr/>
              <p:nvPr/>
            </p:nvSpPr>
            <p:spPr>
              <a:xfrm>
                <a:off x="5931822" y="3314645"/>
                <a:ext cx="92663" cy="86357"/>
              </a:xfrm>
              <a:custGeom>
                <a:avLst/>
                <a:gdLst/>
                <a:ahLst/>
                <a:cxnLst/>
                <a:rect l="l" t="t" r="r" b="b"/>
                <a:pathLst>
                  <a:path w="867" h="808" extrusionOk="0">
                    <a:moveTo>
                      <a:pt x="467" y="104"/>
                    </a:moveTo>
                    <a:lnTo>
                      <a:pt x="757" y="401"/>
                    </a:lnTo>
                    <a:lnTo>
                      <a:pt x="460" y="689"/>
                    </a:lnTo>
                    <a:lnTo>
                      <a:pt x="127" y="356"/>
                    </a:lnTo>
                    <a:lnTo>
                      <a:pt x="467" y="104"/>
                    </a:lnTo>
                    <a:close/>
                    <a:moveTo>
                      <a:pt x="476" y="1"/>
                    </a:moveTo>
                    <a:lnTo>
                      <a:pt x="1" y="340"/>
                    </a:lnTo>
                    <a:lnTo>
                      <a:pt x="460" y="808"/>
                    </a:lnTo>
                    <a:lnTo>
                      <a:pt x="867" y="401"/>
                    </a:lnTo>
                    <a:lnTo>
                      <a:pt x="476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19"/>
              <p:cNvSpPr/>
              <p:nvPr/>
            </p:nvSpPr>
            <p:spPr>
              <a:xfrm>
                <a:off x="5886613" y="3347884"/>
                <a:ext cx="99182" cy="91915"/>
              </a:xfrm>
              <a:custGeom>
                <a:avLst/>
                <a:gdLst/>
                <a:ahLst/>
                <a:cxnLst/>
                <a:rect l="l" t="t" r="r" b="b"/>
                <a:pathLst>
                  <a:path w="928" h="860" extrusionOk="0">
                    <a:moveTo>
                      <a:pt x="468" y="104"/>
                    </a:moveTo>
                    <a:lnTo>
                      <a:pt x="817" y="453"/>
                    </a:lnTo>
                    <a:lnTo>
                      <a:pt x="520" y="741"/>
                    </a:lnTo>
                    <a:lnTo>
                      <a:pt x="127" y="348"/>
                    </a:lnTo>
                    <a:lnTo>
                      <a:pt x="468" y="104"/>
                    </a:lnTo>
                    <a:close/>
                    <a:moveTo>
                      <a:pt x="475" y="1"/>
                    </a:moveTo>
                    <a:lnTo>
                      <a:pt x="1" y="333"/>
                    </a:lnTo>
                    <a:lnTo>
                      <a:pt x="520" y="860"/>
                    </a:lnTo>
                    <a:lnTo>
                      <a:pt x="927" y="453"/>
                    </a:lnTo>
                    <a:lnTo>
                      <a:pt x="475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19"/>
              <p:cNvSpPr/>
              <p:nvPr/>
            </p:nvSpPr>
            <p:spPr>
              <a:xfrm>
                <a:off x="5931074" y="3345426"/>
                <a:ext cx="56431" cy="56431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28" extrusionOk="0">
                    <a:moveTo>
                      <a:pt x="66" y="1"/>
                    </a:moveTo>
                    <a:lnTo>
                      <a:pt x="1" y="75"/>
                    </a:lnTo>
                    <a:lnTo>
                      <a:pt x="459" y="527"/>
                    </a:lnTo>
                    <a:lnTo>
                      <a:pt x="527" y="460"/>
                    </a:lnTo>
                    <a:lnTo>
                      <a:pt x="66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19"/>
              <p:cNvSpPr/>
              <p:nvPr/>
            </p:nvSpPr>
            <p:spPr>
              <a:xfrm>
                <a:off x="5840763" y="3380268"/>
                <a:ext cx="106236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994" h="927" extrusionOk="0">
                    <a:moveTo>
                      <a:pt x="474" y="105"/>
                    </a:moveTo>
                    <a:lnTo>
                      <a:pt x="883" y="512"/>
                    </a:lnTo>
                    <a:lnTo>
                      <a:pt x="579" y="816"/>
                    </a:lnTo>
                    <a:lnTo>
                      <a:pt x="127" y="365"/>
                    </a:lnTo>
                    <a:lnTo>
                      <a:pt x="474" y="105"/>
                    </a:lnTo>
                    <a:close/>
                    <a:moveTo>
                      <a:pt x="490" y="0"/>
                    </a:moveTo>
                    <a:lnTo>
                      <a:pt x="1" y="349"/>
                    </a:lnTo>
                    <a:lnTo>
                      <a:pt x="579" y="927"/>
                    </a:lnTo>
                    <a:lnTo>
                      <a:pt x="993" y="512"/>
                    </a:lnTo>
                    <a:lnTo>
                      <a:pt x="490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19"/>
              <p:cNvSpPr/>
              <p:nvPr/>
            </p:nvSpPr>
            <p:spPr>
              <a:xfrm>
                <a:off x="5797264" y="3412759"/>
                <a:ext cx="110939" cy="10388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972" extrusionOk="0">
                    <a:moveTo>
                      <a:pt x="467" y="105"/>
                    </a:moveTo>
                    <a:lnTo>
                      <a:pt x="925" y="571"/>
                    </a:lnTo>
                    <a:lnTo>
                      <a:pt x="637" y="861"/>
                    </a:lnTo>
                    <a:lnTo>
                      <a:pt x="125" y="349"/>
                    </a:lnTo>
                    <a:lnTo>
                      <a:pt x="467" y="105"/>
                    </a:lnTo>
                    <a:close/>
                    <a:moveTo>
                      <a:pt x="474" y="0"/>
                    </a:moveTo>
                    <a:lnTo>
                      <a:pt x="1" y="342"/>
                    </a:lnTo>
                    <a:lnTo>
                      <a:pt x="637" y="971"/>
                    </a:lnTo>
                    <a:lnTo>
                      <a:pt x="1037" y="571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19"/>
              <p:cNvSpPr/>
              <p:nvPr/>
            </p:nvSpPr>
            <p:spPr>
              <a:xfrm>
                <a:off x="5752054" y="3445250"/>
                <a:ext cx="117351" cy="110191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031" extrusionOk="0">
                    <a:moveTo>
                      <a:pt x="468" y="103"/>
                    </a:moveTo>
                    <a:lnTo>
                      <a:pt x="986" y="630"/>
                    </a:lnTo>
                    <a:lnTo>
                      <a:pt x="698" y="920"/>
                    </a:lnTo>
                    <a:lnTo>
                      <a:pt x="127" y="356"/>
                    </a:lnTo>
                    <a:lnTo>
                      <a:pt x="468" y="103"/>
                    </a:lnTo>
                    <a:close/>
                    <a:moveTo>
                      <a:pt x="475" y="0"/>
                    </a:moveTo>
                    <a:lnTo>
                      <a:pt x="0" y="342"/>
                    </a:lnTo>
                    <a:lnTo>
                      <a:pt x="698" y="1030"/>
                    </a:lnTo>
                    <a:lnTo>
                      <a:pt x="1098" y="630"/>
                    </a:lnTo>
                    <a:lnTo>
                      <a:pt x="475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19"/>
              <p:cNvSpPr/>
              <p:nvPr/>
            </p:nvSpPr>
            <p:spPr>
              <a:xfrm>
                <a:off x="5796302" y="3443754"/>
                <a:ext cx="74600" cy="74387"/>
              </a:xfrm>
              <a:custGeom>
                <a:avLst/>
                <a:gdLst/>
                <a:ahLst/>
                <a:cxnLst/>
                <a:rect l="l" t="t" r="r" b="b"/>
                <a:pathLst>
                  <a:path w="698" h="696" extrusionOk="0">
                    <a:moveTo>
                      <a:pt x="68" y="0"/>
                    </a:moveTo>
                    <a:lnTo>
                      <a:pt x="1" y="66"/>
                    </a:lnTo>
                    <a:lnTo>
                      <a:pt x="632" y="695"/>
                    </a:lnTo>
                    <a:lnTo>
                      <a:pt x="698" y="630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19"/>
              <p:cNvSpPr/>
              <p:nvPr/>
            </p:nvSpPr>
            <p:spPr>
              <a:xfrm>
                <a:off x="6013369" y="3311439"/>
                <a:ext cx="88174" cy="87853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2" extrusionOk="0">
                    <a:moveTo>
                      <a:pt x="424" y="111"/>
                    </a:moveTo>
                    <a:lnTo>
                      <a:pt x="705" y="401"/>
                    </a:lnTo>
                    <a:lnTo>
                      <a:pt x="401" y="712"/>
                    </a:lnTo>
                    <a:lnTo>
                      <a:pt x="113" y="422"/>
                    </a:lnTo>
                    <a:lnTo>
                      <a:pt x="424" y="111"/>
                    </a:lnTo>
                    <a:close/>
                    <a:moveTo>
                      <a:pt x="424" y="0"/>
                    </a:moveTo>
                    <a:lnTo>
                      <a:pt x="1" y="422"/>
                    </a:lnTo>
                    <a:lnTo>
                      <a:pt x="401" y="822"/>
                    </a:lnTo>
                    <a:lnTo>
                      <a:pt x="824" y="401"/>
                    </a:lnTo>
                    <a:lnTo>
                      <a:pt x="424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19"/>
              <p:cNvSpPr/>
              <p:nvPr/>
            </p:nvSpPr>
            <p:spPr>
              <a:xfrm>
                <a:off x="5976176" y="3350236"/>
                <a:ext cx="85609" cy="93625"/>
              </a:xfrm>
              <a:custGeom>
                <a:avLst/>
                <a:gdLst/>
                <a:ahLst/>
                <a:cxnLst/>
                <a:rect l="l" t="t" r="r" b="b"/>
                <a:pathLst>
                  <a:path w="801" h="876" extrusionOk="0">
                    <a:moveTo>
                      <a:pt x="407" y="112"/>
                    </a:moveTo>
                    <a:lnTo>
                      <a:pt x="697" y="407"/>
                    </a:lnTo>
                    <a:lnTo>
                      <a:pt x="452" y="749"/>
                    </a:lnTo>
                    <a:lnTo>
                      <a:pt x="112" y="407"/>
                    </a:lnTo>
                    <a:lnTo>
                      <a:pt x="407" y="112"/>
                    </a:lnTo>
                    <a:close/>
                    <a:moveTo>
                      <a:pt x="407" y="0"/>
                    </a:moveTo>
                    <a:lnTo>
                      <a:pt x="0" y="407"/>
                    </a:lnTo>
                    <a:lnTo>
                      <a:pt x="461" y="875"/>
                    </a:lnTo>
                    <a:lnTo>
                      <a:pt x="800" y="400"/>
                    </a:lnTo>
                    <a:lnTo>
                      <a:pt x="407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19"/>
              <p:cNvSpPr/>
              <p:nvPr/>
            </p:nvSpPr>
            <p:spPr>
              <a:xfrm>
                <a:off x="5937380" y="3388925"/>
                <a:ext cx="91915" cy="99182"/>
              </a:xfrm>
              <a:custGeom>
                <a:avLst/>
                <a:gdLst/>
                <a:ahLst/>
                <a:cxnLst/>
                <a:rect l="l" t="t" r="r" b="b"/>
                <a:pathLst>
                  <a:path w="860" h="928" extrusionOk="0">
                    <a:moveTo>
                      <a:pt x="408" y="113"/>
                    </a:moveTo>
                    <a:lnTo>
                      <a:pt x="756" y="469"/>
                    </a:lnTo>
                    <a:lnTo>
                      <a:pt x="504" y="808"/>
                    </a:lnTo>
                    <a:lnTo>
                      <a:pt x="112" y="408"/>
                    </a:lnTo>
                    <a:lnTo>
                      <a:pt x="408" y="113"/>
                    </a:lnTo>
                    <a:close/>
                    <a:moveTo>
                      <a:pt x="408" y="1"/>
                    </a:moveTo>
                    <a:lnTo>
                      <a:pt x="0" y="408"/>
                    </a:lnTo>
                    <a:lnTo>
                      <a:pt x="520" y="927"/>
                    </a:lnTo>
                    <a:lnTo>
                      <a:pt x="859" y="453"/>
                    </a:lnTo>
                    <a:lnTo>
                      <a:pt x="408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19"/>
              <p:cNvSpPr/>
              <p:nvPr/>
            </p:nvSpPr>
            <p:spPr>
              <a:xfrm>
                <a:off x="5974573" y="3388177"/>
                <a:ext cx="56431" cy="56431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28" extrusionOk="0">
                    <a:moveTo>
                      <a:pt x="67" y="1"/>
                    </a:moveTo>
                    <a:lnTo>
                      <a:pt x="1" y="68"/>
                    </a:lnTo>
                    <a:lnTo>
                      <a:pt x="460" y="527"/>
                    </a:lnTo>
                    <a:lnTo>
                      <a:pt x="527" y="453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19"/>
              <p:cNvSpPr/>
              <p:nvPr/>
            </p:nvSpPr>
            <p:spPr>
              <a:xfrm>
                <a:off x="5897087" y="3427722"/>
                <a:ext cx="98969" cy="106343"/>
              </a:xfrm>
              <a:custGeom>
                <a:avLst/>
                <a:gdLst/>
                <a:ahLst/>
                <a:cxnLst/>
                <a:rect l="l" t="t" r="r" b="b"/>
                <a:pathLst>
                  <a:path w="926" h="995" extrusionOk="0">
                    <a:moveTo>
                      <a:pt x="422" y="113"/>
                    </a:moveTo>
                    <a:lnTo>
                      <a:pt x="822" y="520"/>
                    </a:lnTo>
                    <a:lnTo>
                      <a:pt x="569" y="876"/>
                    </a:lnTo>
                    <a:lnTo>
                      <a:pt x="111" y="424"/>
                    </a:lnTo>
                    <a:lnTo>
                      <a:pt x="422" y="113"/>
                    </a:lnTo>
                    <a:close/>
                    <a:moveTo>
                      <a:pt x="422" y="1"/>
                    </a:moveTo>
                    <a:lnTo>
                      <a:pt x="0" y="424"/>
                    </a:lnTo>
                    <a:lnTo>
                      <a:pt x="578" y="995"/>
                    </a:lnTo>
                    <a:lnTo>
                      <a:pt x="925" y="513"/>
                    </a:lnTo>
                    <a:lnTo>
                      <a:pt x="422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19"/>
              <p:cNvSpPr/>
              <p:nvPr/>
            </p:nvSpPr>
            <p:spPr>
              <a:xfrm>
                <a:off x="5859787" y="3466733"/>
                <a:ext cx="103885" cy="111687"/>
              </a:xfrm>
              <a:custGeom>
                <a:avLst/>
                <a:gdLst/>
                <a:ahLst/>
                <a:cxnLst/>
                <a:rect l="l" t="t" r="r" b="b"/>
                <a:pathLst>
                  <a:path w="972" h="1045" extrusionOk="0">
                    <a:moveTo>
                      <a:pt x="408" y="111"/>
                    </a:moveTo>
                    <a:lnTo>
                      <a:pt x="867" y="578"/>
                    </a:lnTo>
                    <a:lnTo>
                      <a:pt x="623" y="918"/>
                    </a:lnTo>
                    <a:lnTo>
                      <a:pt x="111" y="408"/>
                    </a:lnTo>
                    <a:lnTo>
                      <a:pt x="408" y="111"/>
                    </a:lnTo>
                    <a:close/>
                    <a:moveTo>
                      <a:pt x="408" y="0"/>
                    </a:moveTo>
                    <a:lnTo>
                      <a:pt x="1" y="408"/>
                    </a:lnTo>
                    <a:lnTo>
                      <a:pt x="630" y="1044"/>
                    </a:lnTo>
                    <a:lnTo>
                      <a:pt x="972" y="569"/>
                    </a:lnTo>
                    <a:lnTo>
                      <a:pt x="408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19"/>
              <p:cNvSpPr/>
              <p:nvPr/>
            </p:nvSpPr>
            <p:spPr>
              <a:xfrm>
                <a:off x="5821097" y="3505529"/>
                <a:ext cx="110084" cy="117138"/>
              </a:xfrm>
              <a:custGeom>
                <a:avLst/>
                <a:gdLst/>
                <a:ahLst/>
                <a:cxnLst/>
                <a:rect l="l" t="t" r="r" b="b"/>
                <a:pathLst>
                  <a:path w="1030" h="1096" extrusionOk="0">
                    <a:moveTo>
                      <a:pt x="407" y="110"/>
                    </a:moveTo>
                    <a:lnTo>
                      <a:pt x="925" y="637"/>
                    </a:lnTo>
                    <a:lnTo>
                      <a:pt x="681" y="978"/>
                    </a:lnTo>
                    <a:lnTo>
                      <a:pt x="110" y="407"/>
                    </a:lnTo>
                    <a:lnTo>
                      <a:pt x="407" y="110"/>
                    </a:lnTo>
                    <a:close/>
                    <a:moveTo>
                      <a:pt x="407" y="0"/>
                    </a:moveTo>
                    <a:lnTo>
                      <a:pt x="0" y="407"/>
                    </a:lnTo>
                    <a:lnTo>
                      <a:pt x="688" y="1096"/>
                    </a:lnTo>
                    <a:lnTo>
                      <a:pt x="1030" y="623"/>
                    </a:lnTo>
                    <a:lnTo>
                      <a:pt x="407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19"/>
              <p:cNvSpPr/>
              <p:nvPr/>
            </p:nvSpPr>
            <p:spPr>
              <a:xfrm>
                <a:off x="5858077" y="3504674"/>
                <a:ext cx="74600" cy="74494"/>
              </a:xfrm>
              <a:custGeom>
                <a:avLst/>
                <a:gdLst/>
                <a:ahLst/>
                <a:cxnLst/>
                <a:rect l="l" t="t" r="r" b="b"/>
                <a:pathLst>
                  <a:path w="698" h="697" extrusionOk="0">
                    <a:moveTo>
                      <a:pt x="68" y="1"/>
                    </a:moveTo>
                    <a:lnTo>
                      <a:pt x="1" y="67"/>
                    </a:lnTo>
                    <a:lnTo>
                      <a:pt x="632" y="696"/>
                    </a:lnTo>
                    <a:lnTo>
                      <a:pt x="698" y="623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85" name="Google Shape;1085;p19"/>
            <p:cNvSpPr/>
            <p:nvPr/>
          </p:nvSpPr>
          <p:spPr>
            <a:xfrm>
              <a:off x="8024288" y="4784080"/>
              <a:ext cx="749552" cy="204402"/>
            </a:xfrm>
            <a:custGeom>
              <a:avLst/>
              <a:gdLst/>
              <a:ahLst/>
              <a:cxnLst/>
              <a:rect l="l" t="t" r="r" b="b"/>
              <a:pathLst>
                <a:path w="9560" h="2607" extrusionOk="0">
                  <a:moveTo>
                    <a:pt x="6988" y="1"/>
                  </a:moveTo>
                  <a:cubicBezTo>
                    <a:pt x="6936" y="1"/>
                    <a:pt x="6884" y="17"/>
                    <a:pt x="6840" y="51"/>
                  </a:cubicBezTo>
                  <a:cubicBezTo>
                    <a:pt x="6758" y="110"/>
                    <a:pt x="6639" y="370"/>
                    <a:pt x="6522" y="718"/>
                  </a:cubicBezTo>
                  <a:cubicBezTo>
                    <a:pt x="6461" y="592"/>
                    <a:pt x="6403" y="503"/>
                    <a:pt x="6358" y="466"/>
                  </a:cubicBezTo>
                  <a:cubicBezTo>
                    <a:pt x="6314" y="432"/>
                    <a:pt x="6262" y="415"/>
                    <a:pt x="6210" y="415"/>
                  </a:cubicBezTo>
                  <a:cubicBezTo>
                    <a:pt x="6158" y="415"/>
                    <a:pt x="6106" y="432"/>
                    <a:pt x="6061" y="466"/>
                  </a:cubicBezTo>
                  <a:cubicBezTo>
                    <a:pt x="5965" y="547"/>
                    <a:pt x="5810" y="896"/>
                    <a:pt x="5677" y="1355"/>
                  </a:cubicBezTo>
                  <a:cubicBezTo>
                    <a:pt x="5640" y="1303"/>
                    <a:pt x="5609" y="1266"/>
                    <a:pt x="5581" y="1252"/>
                  </a:cubicBezTo>
                  <a:cubicBezTo>
                    <a:pt x="5536" y="1225"/>
                    <a:pt x="5484" y="1212"/>
                    <a:pt x="5432" y="1212"/>
                  </a:cubicBezTo>
                  <a:cubicBezTo>
                    <a:pt x="5380" y="1212"/>
                    <a:pt x="5328" y="1225"/>
                    <a:pt x="5284" y="1252"/>
                  </a:cubicBezTo>
                  <a:cubicBezTo>
                    <a:pt x="5209" y="1296"/>
                    <a:pt x="5106" y="1474"/>
                    <a:pt x="5003" y="1710"/>
                  </a:cubicBezTo>
                  <a:cubicBezTo>
                    <a:pt x="4928" y="1570"/>
                    <a:pt x="4854" y="1474"/>
                    <a:pt x="4802" y="1444"/>
                  </a:cubicBezTo>
                  <a:cubicBezTo>
                    <a:pt x="4758" y="1414"/>
                    <a:pt x="4706" y="1400"/>
                    <a:pt x="4653" y="1400"/>
                  </a:cubicBezTo>
                  <a:cubicBezTo>
                    <a:pt x="4601" y="1400"/>
                    <a:pt x="4549" y="1414"/>
                    <a:pt x="4505" y="1444"/>
                  </a:cubicBezTo>
                  <a:cubicBezTo>
                    <a:pt x="4402" y="1509"/>
                    <a:pt x="4217" y="1865"/>
                    <a:pt x="4076" y="2295"/>
                  </a:cubicBezTo>
                  <a:cubicBezTo>
                    <a:pt x="4039" y="2237"/>
                    <a:pt x="4009" y="2199"/>
                    <a:pt x="3987" y="2176"/>
                  </a:cubicBezTo>
                  <a:cubicBezTo>
                    <a:pt x="3957" y="2159"/>
                    <a:pt x="3922" y="2150"/>
                    <a:pt x="3887" y="2150"/>
                  </a:cubicBezTo>
                  <a:cubicBezTo>
                    <a:pt x="3852" y="2150"/>
                    <a:pt x="3817" y="2159"/>
                    <a:pt x="3787" y="2176"/>
                  </a:cubicBezTo>
                  <a:cubicBezTo>
                    <a:pt x="3749" y="2199"/>
                    <a:pt x="3714" y="2265"/>
                    <a:pt x="3669" y="2347"/>
                  </a:cubicBezTo>
                  <a:cubicBezTo>
                    <a:pt x="3616" y="1814"/>
                    <a:pt x="3358" y="1214"/>
                    <a:pt x="3239" y="1132"/>
                  </a:cubicBezTo>
                  <a:cubicBezTo>
                    <a:pt x="3209" y="1110"/>
                    <a:pt x="3174" y="1099"/>
                    <a:pt x="3139" y="1099"/>
                  </a:cubicBezTo>
                  <a:cubicBezTo>
                    <a:pt x="3104" y="1099"/>
                    <a:pt x="3068" y="1110"/>
                    <a:pt x="3038" y="1132"/>
                  </a:cubicBezTo>
                  <a:cubicBezTo>
                    <a:pt x="2972" y="1177"/>
                    <a:pt x="2869" y="1392"/>
                    <a:pt x="2780" y="1659"/>
                  </a:cubicBezTo>
                  <a:cubicBezTo>
                    <a:pt x="2623" y="1044"/>
                    <a:pt x="2364" y="496"/>
                    <a:pt x="2223" y="398"/>
                  </a:cubicBezTo>
                  <a:cubicBezTo>
                    <a:pt x="2175" y="365"/>
                    <a:pt x="2120" y="349"/>
                    <a:pt x="2065" y="349"/>
                  </a:cubicBezTo>
                  <a:cubicBezTo>
                    <a:pt x="2010" y="349"/>
                    <a:pt x="1957" y="365"/>
                    <a:pt x="1912" y="398"/>
                  </a:cubicBezTo>
                  <a:cubicBezTo>
                    <a:pt x="1779" y="487"/>
                    <a:pt x="1556" y="962"/>
                    <a:pt x="1409" y="1533"/>
                  </a:cubicBezTo>
                  <a:cubicBezTo>
                    <a:pt x="1409" y="1525"/>
                    <a:pt x="1402" y="1525"/>
                    <a:pt x="1402" y="1525"/>
                  </a:cubicBezTo>
                  <a:cubicBezTo>
                    <a:pt x="1353" y="1495"/>
                    <a:pt x="1297" y="1480"/>
                    <a:pt x="1242" y="1480"/>
                  </a:cubicBezTo>
                  <a:cubicBezTo>
                    <a:pt x="1186" y="1480"/>
                    <a:pt x="1131" y="1495"/>
                    <a:pt x="1082" y="1525"/>
                  </a:cubicBezTo>
                  <a:cubicBezTo>
                    <a:pt x="957" y="1591"/>
                    <a:pt x="749" y="1954"/>
                    <a:pt x="601" y="2392"/>
                  </a:cubicBezTo>
                  <a:cubicBezTo>
                    <a:pt x="548" y="2288"/>
                    <a:pt x="497" y="2214"/>
                    <a:pt x="459" y="2185"/>
                  </a:cubicBezTo>
                  <a:cubicBezTo>
                    <a:pt x="426" y="2163"/>
                    <a:pt x="386" y="2152"/>
                    <a:pt x="345" y="2152"/>
                  </a:cubicBezTo>
                  <a:cubicBezTo>
                    <a:pt x="304" y="2152"/>
                    <a:pt x="264" y="2163"/>
                    <a:pt x="230" y="2185"/>
                  </a:cubicBezTo>
                  <a:cubicBezTo>
                    <a:pt x="171" y="2230"/>
                    <a:pt x="82" y="2384"/>
                    <a:pt x="0" y="2607"/>
                  </a:cubicBezTo>
                  <a:lnTo>
                    <a:pt x="9559" y="2607"/>
                  </a:lnTo>
                  <a:lnTo>
                    <a:pt x="9559" y="1954"/>
                  </a:lnTo>
                  <a:cubicBezTo>
                    <a:pt x="9419" y="1465"/>
                    <a:pt x="9241" y="1074"/>
                    <a:pt x="9138" y="992"/>
                  </a:cubicBezTo>
                  <a:cubicBezTo>
                    <a:pt x="9093" y="958"/>
                    <a:pt x="9041" y="941"/>
                    <a:pt x="8989" y="941"/>
                  </a:cubicBezTo>
                  <a:cubicBezTo>
                    <a:pt x="8937" y="941"/>
                    <a:pt x="8885" y="958"/>
                    <a:pt x="8841" y="992"/>
                  </a:cubicBezTo>
                  <a:cubicBezTo>
                    <a:pt x="8752" y="1058"/>
                    <a:pt x="8618" y="1341"/>
                    <a:pt x="8499" y="1710"/>
                  </a:cubicBezTo>
                  <a:cubicBezTo>
                    <a:pt x="8441" y="1570"/>
                    <a:pt x="8382" y="1474"/>
                    <a:pt x="8337" y="1444"/>
                  </a:cubicBezTo>
                  <a:cubicBezTo>
                    <a:pt x="8300" y="1414"/>
                    <a:pt x="8256" y="1400"/>
                    <a:pt x="8211" y="1400"/>
                  </a:cubicBezTo>
                  <a:cubicBezTo>
                    <a:pt x="8167" y="1400"/>
                    <a:pt x="8122" y="1414"/>
                    <a:pt x="8085" y="1444"/>
                  </a:cubicBezTo>
                  <a:cubicBezTo>
                    <a:pt x="8055" y="1465"/>
                    <a:pt x="8026" y="1509"/>
                    <a:pt x="7989" y="1577"/>
                  </a:cubicBezTo>
                  <a:cubicBezTo>
                    <a:pt x="7877" y="1273"/>
                    <a:pt x="7759" y="1051"/>
                    <a:pt x="7685" y="992"/>
                  </a:cubicBezTo>
                  <a:cubicBezTo>
                    <a:pt x="7647" y="962"/>
                    <a:pt x="7596" y="947"/>
                    <a:pt x="7544" y="947"/>
                  </a:cubicBezTo>
                  <a:cubicBezTo>
                    <a:pt x="7411" y="487"/>
                    <a:pt x="7240" y="124"/>
                    <a:pt x="7137" y="51"/>
                  </a:cubicBezTo>
                  <a:cubicBezTo>
                    <a:pt x="7093" y="17"/>
                    <a:pt x="7041" y="1"/>
                    <a:pt x="6988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86" name="Google Shape;1086;p19"/>
            <p:cNvGrpSpPr/>
            <p:nvPr/>
          </p:nvGrpSpPr>
          <p:grpSpPr>
            <a:xfrm>
              <a:off x="8144564" y="4593964"/>
              <a:ext cx="360977" cy="398535"/>
              <a:chOff x="5115280" y="3443754"/>
              <a:chExt cx="492063" cy="543259"/>
            </a:xfrm>
          </p:grpSpPr>
          <p:sp>
            <p:nvSpPr>
              <p:cNvPr id="1087" name="Google Shape;1087;p19"/>
              <p:cNvSpPr/>
              <p:nvPr/>
            </p:nvSpPr>
            <p:spPr>
              <a:xfrm>
                <a:off x="5375954" y="3655799"/>
                <a:ext cx="12825" cy="331213"/>
              </a:xfrm>
              <a:custGeom>
                <a:avLst/>
                <a:gdLst/>
                <a:ahLst/>
                <a:cxnLst/>
                <a:rect l="l" t="t" r="r" b="b"/>
                <a:pathLst>
                  <a:path w="120" h="3099" extrusionOk="0">
                    <a:moveTo>
                      <a:pt x="0" y="1"/>
                    </a:moveTo>
                    <a:lnTo>
                      <a:pt x="66" y="3099"/>
                    </a:lnTo>
                    <a:lnTo>
                      <a:pt x="119" y="3099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9E52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19"/>
              <p:cNvSpPr/>
              <p:nvPr/>
            </p:nvSpPr>
            <p:spPr>
              <a:xfrm>
                <a:off x="5379908" y="3666273"/>
                <a:ext cx="145674" cy="78448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734" extrusionOk="0">
                    <a:moveTo>
                      <a:pt x="1311" y="1"/>
                    </a:moveTo>
                    <a:lnTo>
                      <a:pt x="1311" y="548"/>
                    </a:lnTo>
                    <a:cubicBezTo>
                      <a:pt x="1311" y="623"/>
                      <a:pt x="1208" y="682"/>
                      <a:pt x="1089" y="682"/>
                    </a:cubicBezTo>
                    <a:lnTo>
                      <a:pt x="0" y="682"/>
                    </a:lnTo>
                    <a:lnTo>
                      <a:pt x="0" y="733"/>
                    </a:lnTo>
                    <a:lnTo>
                      <a:pt x="1089" y="733"/>
                    </a:lnTo>
                    <a:cubicBezTo>
                      <a:pt x="1238" y="733"/>
                      <a:pt x="1363" y="651"/>
                      <a:pt x="1363" y="548"/>
                    </a:cubicBezTo>
                    <a:lnTo>
                      <a:pt x="1363" y="1"/>
                    </a:lnTo>
                    <a:close/>
                  </a:path>
                </a:pathLst>
              </a:custGeom>
              <a:solidFill>
                <a:srgbClr val="9E52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19"/>
              <p:cNvSpPr/>
              <p:nvPr/>
            </p:nvSpPr>
            <p:spPr>
              <a:xfrm>
                <a:off x="5377450" y="3764387"/>
                <a:ext cx="84113" cy="95121"/>
              </a:xfrm>
              <a:custGeom>
                <a:avLst/>
                <a:gdLst/>
                <a:ahLst/>
                <a:cxnLst/>
                <a:rect l="l" t="t" r="r" b="b"/>
                <a:pathLst>
                  <a:path w="787" h="890" extrusionOk="0">
                    <a:moveTo>
                      <a:pt x="728" y="0"/>
                    </a:moveTo>
                    <a:lnTo>
                      <a:pt x="697" y="534"/>
                    </a:lnTo>
                    <a:cubicBezTo>
                      <a:pt x="690" y="704"/>
                      <a:pt x="550" y="838"/>
                      <a:pt x="379" y="838"/>
                    </a:cubicBezTo>
                    <a:lnTo>
                      <a:pt x="363" y="838"/>
                    </a:lnTo>
                    <a:cubicBezTo>
                      <a:pt x="274" y="831"/>
                      <a:pt x="201" y="793"/>
                      <a:pt x="141" y="728"/>
                    </a:cubicBezTo>
                    <a:cubicBezTo>
                      <a:pt x="82" y="667"/>
                      <a:pt x="52" y="585"/>
                      <a:pt x="61" y="496"/>
                    </a:cubicBezTo>
                    <a:lnTo>
                      <a:pt x="0" y="496"/>
                    </a:lnTo>
                    <a:cubicBezTo>
                      <a:pt x="0" y="594"/>
                      <a:pt x="31" y="690"/>
                      <a:pt x="96" y="763"/>
                    </a:cubicBezTo>
                    <a:cubicBezTo>
                      <a:pt x="164" y="838"/>
                      <a:pt x="260" y="882"/>
                      <a:pt x="356" y="889"/>
                    </a:cubicBezTo>
                    <a:lnTo>
                      <a:pt x="379" y="889"/>
                    </a:lnTo>
                    <a:cubicBezTo>
                      <a:pt x="578" y="889"/>
                      <a:pt x="742" y="735"/>
                      <a:pt x="756" y="534"/>
                    </a:cubicBezTo>
                    <a:lnTo>
                      <a:pt x="786" y="7"/>
                    </a:lnTo>
                    <a:lnTo>
                      <a:pt x="728" y="0"/>
                    </a:lnTo>
                    <a:close/>
                  </a:path>
                </a:pathLst>
              </a:custGeom>
              <a:solidFill>
                <a:srgbClr val="9E52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19"/>
              <p:cNvSpPr/>
              <p:nvPr/>
            </p:nvSpPr>
            <p:spPr>
              <a:xfrm>
                <a:off x="5250800" y="3681343"/>
                <a:ext cx="126757" cy="124405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1164" extrusionOk="0">
                    <a:moveTo>
                      <a:pt x="1" y="0"/>
                    </a:moveTo>
                    <a:lnTo>
                      <a:pt x="1" y="695"/>
                    </a:lnTo>
                    <a:cubicBezTo>
                      <a:pt x="1" y="955"/>
                      <a:pt x="207" y="1163"/>
                      <a:pt x="467" y="1163"/>
                    </a:cubicBezTo>
                    <a:lnTo>
                      <a:pt x="1185" y="1163"/>
                    </a:lnTo>
                    <a:lnTo>
                      <a:pt x="1185" y="1112"/>
                    </a:lnTo>
                    <a:lnTo>
                      <a:pt x="467" y="1112"/>
                    </a:lnTo>
                    <a:cubicBezTo>
                      <a:pt x="237" y="1112"/>
                      <a:pt x="60" y="927"/>
                      <a:pt x="60" y="695"/>
                    </a:cubicBezTo>
                    <a:lnTo>
                      <a:pt x="60" y="0"/>
                    </a:lnTo>
                    <a:close/>
                  </a:path>
                </a:pathLst>
              </a:custGeom>
              <a:solidFill>
                <a:srgbClr val="9E52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19"/>
              <p:cNvSpPr/>
              <p:nvPr/>
            </p:nvSpPr>
            <p:spPr>
              <a:xfrm>
                <a:off x="5393375" y="3682840"/>
                <a:ext cx="124405" cy="93625"/>
              </a:xfrm>
              <a:custGeom>
                <a:avLst/>
                <a:gdLst/>
                <a:ahLst/>
                <a:cxnLst/>
                <a:rect l="l" t="t" r="r" b="b"/>
                <a:pathLst>
                  <a:path w="1164" h="876" extrusionOk="0">
                    <a:moveTo>
                      <a:pt x="586" y="0"/>
                    </a:moveTo>
                    <a:cubicBezTo>
                      <a:pt x="259" y="0"/>
                      <a:pt x="1" y="192"/>
                      <a:pt x="1" y="438"/>
                    </a:cubicBezTo>
                    <a:cubicBezTo>
                      <a:pt x="1" y="674"/>
                      <a:pt x="259" y="875"/>
                      <a:pt x="586" y="875"/>
                    </a:cubicBezTo>
                    <a:cubicBezTo>
                      <a:pt x="904" y="875"/>
                      <a:pt x="1164" y="674"/>
                      <a:pt x="1164" y="438"/>
                    </a:cubicBezTo>
                    <a:cubicBezTo>
                      <a:pt x="1164" y="192"/>
                      <a:pt x="904" y="0"/>
                      <a:pt x="586" y="0"/>
                    </a:cubicBezTo>
                    <a:close/>
                  </a:path>
                </a:pathLst>
              </a:custGeom>
              <a:solidFill>
                <a:srgbClr val="00B4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19"/>
              <p:cNvSpPr/>
              <p:nvPr/>
            </p:nvSpPr>
            <p:spPr>
              <a:xfrm>
                <a:off x="5237334" y="3443754"/>
                <a:ext cx="263774" cy="223374"/>
              </a:xfrm>
              <a:custGeom>
                <a:avLst/>
                <a:gdLst/>
                <a:ahLst/>
                <a:cxnLst/>
                <a:rect l="l" t="t" r="r" b="b"/>
                <a:pathLst>
                  <a:path w="2468" h="2090" extrusionOk="0">
                    <a:moveTo>
                      <a:pt x="1238" y="0"/>
                    </a:moveTo>
                    <a:cubicBezTo>
                      <a:pt x="555" y="0"/>
                      <a:pt x="1" y="473"/>
                      <a:pt x="1" y="1044"/>
                    </a:cubicBezTo>
                    <a:cubicBezTo>
                      <a:pt x="1" y="1622"/>
                      <a:pt x="555" y="2090"/>
                      <a:pt x="1238" y="2090"/>
                    </a:cubicBezTo>
                    <a:cubicBezTo>
                      <a:pt x="1912" y="2090"/>
                      <a:pt x="2467" y="1622"/>
                      <a:pt x="2467" y="1044"/>
                    </a:cubicBezTo>
                    <a:cubicBezTo>
                      <a:pt x="2467" y="473"/>
                      <a:pt x="1912" y="0"/>
                      <a:pt x="1238" y="0"/>
                    </a:cubicBezTo>
                    <a:close/>
                  </a:path>
                </a:pathLst>
              </a:custGeom>
              <a:solidFill>
                <a:srgbClr val="00B4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19"/>
              <p:cNvSpPr/>
              <p:nvPr/>
            </p:nvSpPr>
            <p:spPr>
              <a:xfrm>
                <a:off x="5115280" y="3566450"/>
                <a:ext cx="284508" cy="129963"/>
              </a:xfrm>
              <a:custGeom>
                <a:avLst/>
                <a:gdLst/>
                <a:ahLst/>
                <a:cxnLst/>
                <a:rect l="l" t="t" r="r" b="b"/>
                <a:pathLst>
                  <a:path w="2662" h="1216" extrusionOk="0">
                    <a:moveTo>
                      <a:pt x="609" y="1"/>
                    </a:moveTo>
                    <a:cubicBezTo>
                      <a:pt x="275" y="1"/>
                      <a:pt x="1" y="275"/>
                      <a:pt x="1" y="607"/>
                    </a:cubicBezTo>
                    <a:cubicBezTo>
                      <a:pt x="1" y="949"/>
                      <a:pt x="275" y="1216"/>
                      <a:pt x="609" y="1216"/>
                    </a:cubicBezTo>
                    <a:lnTo>
                      <a:pt x="2053" y="1216"/>
                    </a:lnTo>
                    <a:cubicBezTo>
                      <a:pt x="2395" y="1216"/>
                      <a:pt x="2661" y="949"/>
                      <a:pt x="2661" y="607"/>
                    </a:cubicBezTo>
                    <a:cubicBezTo>
                      <a:pt x="2661" y="275"/>
                      <a:pt x="2395" y="1"/>
                      <a:pt x="2053" y="1"/>
                    </a:cubicBezTo>
                    <a:close/>
                  </a:path>
                </a:pathLst>
              </a:custGeom>
              <a:solidFill>
                <a:srgbClr val="00B4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19"/>
              <p:cNvSpPr/>
              <p:nvPr/>
            </p:nvSpPr>
            <p:spPr>
              <a:xfrm>
                <a:off x="5440935" y="3574252"/>
                <a:ext cx="166408" cy="100679"/>
              </a:xfrm>
              <a:custGeom>
                <a:avLst/>
                <a:gdLst/>
                <a:ahLst/>
                <a:cxnLst/>
                <a:rect l="l" t="t" r="r" b="b"/>
                <a:pathLst>
                  <a:path w="1557" h="942" extrusionOk="0">
                    <a:moveTo>
                      <a:pt x="466" y="1"/>
                    </a:moveTo>
                    <a:cubicBezTo>
                      <a:pt x="207" y="1"/>
                      <a:pt x="0" y="216"/>
                      <a:pt x="0" y="476"/>
                    </a:cubicBezTo>
                    <a:cubicBezTo>
                      <a:pt x="0" y="728"/>
                      <a:pt x="207" y="942"/>
                      <a:pt x="466" y="942"/>
                    </a:cubicBezTo>
                    <a:lnTo>
                      <a:pt x="1082" y="942"/>
                    </a:lnTo>
                    <a:cubicBezTo>
                      <a:pt x="1341" y="942"/>
                      <a:pt x="1556" y="728"/>
                      <a:pt x="1556" y="476"/>
                    </a:cubicBezTo>
                    <a:cubicBezTo>
                      <a:pt x="1556" y="216"/>
                      <a:pt x="1341" y="1"/>
                      <a:pt x="1082" y="1"/>
                    </a:cubicBezTo>
                    <a:close/>
                  </a:path>
                </a:pathLst>
              </a:custGeom>
              <a:solidFill>
                <a:srgbClr val="00B4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95" name="Google Shape;1095;p19"/>
          <p:cNvSpPr/>
          <p:nvPr/>
        </p:nvSpPr>
        <p:spPr>
          <a:xfrm>
            <a:off x="7233675" y="4938650"/>
            <a:ext cx="2030700" cy="4617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96" name="Google Shape;1096;p19"/>
          <p:cNvGrpSpPr/>
          <p:nvPr/>
        </p:nvGrpSpPr>
        <p:grpSpPr>
          <a:xfrm>
            <a:off x="4382899" y="4938638"/>
            <a:ext cx="2749703" cy="122913"/>
            <a:chOff x="5024149" y="4918613"/>
            <a:chExt cx="2749703" cy="122913"/>
          </a:xfrm>
        </p:grpSpPr>
        <p:sp>
          <p:nvSpPr>
            <p:cNvPr id="1097" name="Google Shape;1097;p19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9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9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9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9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9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19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19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19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19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19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9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9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9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9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9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19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19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19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9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9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19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19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19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19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9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9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9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9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19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7" name="Google Shape;1127;p19"/>
          <p:cNvSpPr/>
          <p:nvPr/>
        </p:nvSpPr>
        <p:spPr>
          <a:xfrm>
            <a:off x="607435" y="241279"/>
            <a:ext cx="246884" cy="246892"/>
          </a:xfrm>
          <a:custGeom>
            <a:avLst/>
            <a:gdLst/>
            <a:ahLst/>
            <a:cxnLst/>
            <a:rect l="l" t="t" r="r" b="b"/>
            <a:pathLst>
              <a:path w="3535" h="3536" extrusionOk="0">
                <a:moveTo>
                  <a:pt x="1763" y="0"/>
                </a:moveTo>
                <a:cubicBezTo>
                  <a:pt x="785" y="0"/>
                  <a:pt x="1" y="794"/>
                  <a:pt x="1" y="1772"/>
                </a:cubicBezTo>
                <a:cubicBezTo>
                  <a:pt x="1" y="2750"/>
                  <a:pt x="785" y="3536"/>
                  <a:pt x="1763" y="3536"/>
                </a:cubicBezTo>
                <a:cubicBezTo>
                  <a:pt x="2741" y="3536"/>
                  <a:pt x="3534" y="2750"/>
                  <a:pt x="3534" y="1772"/>
                </a:cubicBezTo>
                <a:cubicBezTo>
                  <a:pt x="3534" y="794"/>
                  <a:pt x="2741" y="0"/>
                  <a:pt x="1763" y="0"/>
                </a:cubicBezTo>
                <a:close/>
              </a:path>
            </a:pathLst>
          </a:custGeom>
          <a:solidFill>
            <a:srgbClr val="FFD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8" name="Google Shape;1128;p19"/>
          <p:cNvSpPr/>
          <p:nvPr/>
        </p:nvSpPr>
        <p:spPr>
          <a:xfrm>
            <a:off x="720010" y="241279"/>
            <a:ext cx="535741" cy="149440"/>
          </a:xfrm>
          <a:custGeom>
            <a:avLst/>
            <a:gdLst/>
            <a:ahLst/>
            <a:cxnLst/>
            <a:rect l="l" t="t" r="r" b="b"/>
            <a:pathLst>
              <a:path w="6833" h="1906" extrusionOk="0">
                <a:moveTo>
                  <a:pt x="3617" y="1"/>
                </a:moveTo>
                <a:cubicBezTo>
                  <a:pt x="2995" y="1"/>
                  <a:pt x="2490" y="518"/>
                  <a:pt x="2490" y="1164"/>
                </a:cubicBezTo>
                <a:lnTo>
                  <a:pt x="2490" y="1178"/>
                </a:lnTo>
                <a:cubicBezTo>
                  <a:pt x="2417" y="1157"/>
                  <a:pt x="2342" y="1134"/>
                  <a:pt x="2253" y="1134"/>
                </a:cubicBezTo>
                <a:cubicBezTo>
                  <a:pt x="2083" y="1134"/>
                  <a:pt x="1919" y="1201"/>
                  <a:pt x="1794" y="1304"/>
                </a:cubicBezTo>
                <a:cubicBezTo>
                  <a:pt x="1668" y="1141"/>
                  <a:pt x="1474" y="1030"/>
                  <a:pt x="1261" y="1030"/>
                </a:cubicBezTo>
                <a:cubicBezTo>
                  <a:pt x="950" y="1030"/>
                  <a:pt x="697" y="1246"/>
                  <a:pt x="608" y="1527"/>
                </a:cubicBezTo>
                <a:lnTo>
                  <a:pt x="557" y="1527"/>
                </a:lnTo>
                <a:cubicBezTo>
                  <a:pt x="311" y="1527"/>
                  <a:pt x="96" y="1683"/>
                  <a:pt x="0" y="1905"/>
                </a:cubicBezTo>
                <a:lnTo>
                  <a:pt x="6818" y="1905"/>
                </a:lnTo>
                <a:cubicBezTo>
                  <a:pt x="6825" y="1852"/>
                  <a:pt x="6833" y="1801"/>
                  <a:pt x="6833" y="1749"/>
                </a:cubicBezTo>
                <a:cubicBezTo>
                  <a:pt x="6833" y="1327"/>
                  <a:pt x="6498" y="986"/>
                  <a:pt x="6091" y="986"/>
                </a:cubicBezTo>
                <a:cubicBezTo>
                  <a:pt x="5876" y="986"/>
                  <a:pt x="5684" y="1075"/>
                  <a:pt x="5543" y="1230"/>
                </a:cubicBezTo>
                <a:cubicBezTo>
                  <a:pt x="5410" y="1075"/>
                  <a:pt x="5209" y="972"/>
                  <a:pt x="4987" y="972"/>
                </a:cubicBezTo>
                <a:cubicBezTo>
                  <a:pt x="4898" y="972"/>
                  <a:pt x="4809" y="993"/>
                  <a:pt x="4729" y="1023"/>
                </a:cubicBezTo>
                <a:cubicBezTo>
                  <a:pt x="4661" y="445"/>
                  <a:pt x="4195" y="1"/>
                  <a:pt x="3617" y="1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10"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31" name="Google Shape;1131;p20"/>
          <p:cNvSpPr txBox="1">
            <a:spLocks noGrp="1"/>
          </p:cNvSpPr>
          <p:nvPr>
            <p:ph type="subTitle" idx="1"/>
          </p:nvPr>
        </p:nvSpPr>
        <p:spPr>
          <a:xfrm>
            <a:off x="5189623" y="1884525"/>
            <a:ext cx="3227700" cy="26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132" name="Google Shape;1132;p20"/>
          <p:cNvSpPr txBox="1">
            <a:spLocks noGrp="1"/>
          </p:cNvSpPr>
          <p:nvPr>
            <p:ph type="subTitle" idx="2"/>
          </p:nvPr>
        </p:nvSpPr>
        <p:spPr>
          <a:xfrm>
            <a:off x="713225" y="1884525"/>
            <a:ext cx="4195800" cy="26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133" name="Google Shape;1133;p20"/>
          <p:cNvSpPr txBox="1">
            <a:spLocks noGrp="1"/>
          </p:cNvSpPr>
          <p:nvPr>
            <p:ph type="subTitle" idx="3"/>
          </p:nvPr>
        </p:nvSpPr>
        <p:spPr>
          <a:xfrm>
            <a:off x="720000" y="977650"/>
            <a:ext cx="7710900" cy="35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umbh Sans Light"/>
              <a:buChar char="●"/>
              <a:defRPr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Kumbh Sans Light"/>
              <a:buChar char="○"/>
              <a:defRPr sz="1200">
                <a:latin typeface="Kumbh Sans"/>
                <a:ea typeface="Kumbh Sans"/>
                <a:cs typeface="Kumbh Sans"/>
                <a:sym typeface="Kumbh Sans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300"/>
              <a:buFont typeface="Kumbh Sans Light"/>
              <a:buChar char="■"/>
              <a:defRPr sz="1200">
                <a:latin typeface="Kumbh Sans"/>
                <a:ea typeface="Kumbh Sans"/>
                <a:cs typeface="Kumbh Sans"/>
                <a:sym typeface="Kumbh Sans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300"/>
              <a:buFont typeface="Kumbh Sans Light"/>
              <a:buChar char="●"/>
              <a:defRPr sz="1200">
                <a:latin typeface="Kumbh Sans"/>
                <a:ea typeface="Kumbh Sans"/>
                <a:cs typeface="Kumbh Sans"/>
                <a:sym typeface="Kumbh Sans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Kumbh Sans Light"/>
              <a:buChar char="○"/>
              <a:defRPr sz="1200">
                <a:latin typeface="Kumbh Sans"/>
                <a:ea typeface="Kumbh Sans"/>
                <a:cs typeface="Kumbh Sans"/>
                <a:sym typeface="Kumbh Sans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Kumbh Sans Light"/>
              <a:buChar char="■"/>
              <a:defRPr sz="1200">
                <a:latin typeface="Kumbh Sans"/>
                <a:ea typeface="Kumbh Sans"/>
                <a:cs typeface="Kumbh Sans"/>
                <a:sym typeface="Kumbh Sans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Kumbh Sans Light"/>
              <a:buChar char="●"/>
              <a:defRPr sz="1200">
                <a:latin typeface="Kumbh Sans"/>
                <a:ea typeface="Kumbh Sans"/>
                <a:cs typeface="Kumbh Sans"/>
                <a:sym typeface="Kumbh Sans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Kumbh Sans Light"/>
              <a:buChar char="○"/>
              <a:defRPr sz="1200">
                <a:latin typeface="Kumbh Sans"/>
                <a:ea typeface="Kumbh Sans"/>
                <a:cs typeface="Kumbh Sans"/>
                <a:sym typeface="Kumbh Sans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Kumbh Sans Light"/>
              <a:buChar char="■"/>
              <a:defRPr sz="1200">
                <a:latin typeface="Kumbh Sans"/>
                <a:ea typeface="Kumbh Sans"/>
                <a:cs typeface="Kumbh Sans"/>
                <a:sym typeface="Kumbh Sans"/>
              </a:defRPr>
            </a:lvl9pPr>
          </a:lstStyle>
          <a:p>
            <a:endParaRPr/>
          </a:p>
        </p:txBody>
      </p:sp>
      <p:sp>
        <p:nvSpPr>
          <p:cNvPr id="1134" name="Google Shape;1134;p20"/>
          <p:cNvSpPr/>
          <p:nvPr/>
        </p:nvSpPr>
        <p:spPr>
          <a:xfrm>
            <a:off x="7691225" y="4938650"/>
            <a:ext cx="2030700" cy="4617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5" name="Google Shape;1135;p20"/>
          <p:cNvGrpSpPr/>
          <p:nvPr/>
        </p:nvGrpSpPr>
        <p:grpSpPr>
          <a:xfrm>
            <a:off x="4786599" y="4938638"/>
            <a:ext cx="2749703" cy="122913"/>
            <a:chOff x="5024149" y="4918613"/>
            <a:chExt cx="2749703" cy="122913"/>
          </a:xfrm>
        </p:grpSpPr>
        <p:sp>
          <p:nvSpPr>
            <p:cNvPr id="1136" name="Google Shape;1136;p20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20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0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20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0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0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20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0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20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0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0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0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0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0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0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0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0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0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0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0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0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20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20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0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0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0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0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0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0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20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6" name="Google Shape;1166;p20"/>
          <p:cNvGrpSpPr/>
          <p:nvPr/>
        </p:nvGrpSpPr>
        <p:grpSpPr>
          <a:xfrm>
            <a:off x="7727735" y="4476944"/>
            <a:ext cx="629337" cy="461701"/>
            <a:chOff x="4891675" y="2045050"/>
            <a:chExt cx="168200" cy="123400"/>
          </a:xfrm>
        </p:grpSpPr>
        <p:sp>
          <p:nvSpPr>
            <p:cNvPr id="1167" name="Google Shape;1167;p20"/>
            <p:cNvSpPr/>
            <p:nvPr/>
          </p:nvSpPr>
          <p:spPr>
            <a:xfrm>
              <a:off x="4949100" y="2045050"/>
              <a:ext cx="110775" cy="107675"/>
            </a:xfrm>
            <a:custGeom>
              <a:avLst/>
              <a:gdLst/>
              <a:ahLst/>
              <a:cxnLst/>
              <a:rect l="l" t="t" r="r" b="b"/>
              <a:pathLst>
                <a:path w="4431" h="4307" extrusionOk="0">
                  <a:moveTo>
                    <a:pt x="2149" y="0"/>
                  </a:moveTo>
                  <a:cubicBezTo>
                    <a:pt x="2071" y="0"/>
                    <a:pt x="1994" y="21"/>
                    <a:pt x="1927" y="61"/>
                  </a:cubicBezTo>
                  <a:cubicBezTo>
                    <a:pt x="1438" y="366"/>
                    <a:pt x="1" y="4306"/>
                    <a:pt x="2149" y="4306"/>
                  </a:cubicBezTo>
                  <a:cubicBezTo>
                    <a:pt x="4431" y="4306"/>
                    <a:pt x="2868" y="366"/>
                    <a:pt x="2371" y="61"/>
                  </a:cubicBezTo>
                  <a:cubicBezTo>
                    <a:pt x="2305" y="21"/>
                    <a:pt x="2227" y="0"/>
                    <a:pt x="2149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0"/>
            <p:cNvSpPr/>
            <p:nvPr/>
          </p:nvSpPr>
          <p:spPr>
            <a:xfrm>
              <a:off x="4949100" y="2046550"/>
              <a:ext cx="53750" cy="106175"/>
            </a:xfrm>
            <a:custGeom>
              <a:avLst/>
              <a:gdLst/>
              <a:ahLst/>
              <a:cxnLst/>
              <a:rect l="l" t="t" r="r" b="b"/>
              <a:pathLst>
                <a:path w="2150" h="4247" extrusionOk="0">
                  <a:moveTo>
                    <a:pt x="1930" y="0"/>
                  </a:moveTo>
                  <a:lnTo>
                    <a:pt x="1930" y="0"/>
                  </a:lnTo>
                  <a:cubicBezTo>
                    <a:pt x="1929" y="0"/>
                    <a:pt x="1928" y="1"/>
                    <a:pt x="1927" y="1"/>
                  </a:cubicBezTo>
                  <a:cubicBezTo>
                    <a:pt x="1438" y="306"/>
                    <a:pt x="1" y="4246"/>
                    <a:pt x="2149" y="4246"/>
                  </a:cubicBezTo>
                  <a:cubicBezTo>
                    <a:pt x="2149" y="4246"/>
                    <a:pt x="1609" y="4202"/>
                    <a:pt x="1578" y="2662"/>
                  </a:cubicBezTo>
                  <a:cubicBezTo>
                    <a:pt x="1542" y="1142"/>
                    <a:pt x="1985" y="0"/>
                    <a:pt x="1930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0"/>
            <p:cNvSpPr/>
            <p:nvPr/>
          </p:nvSpPr>
          <p:spPr>
            <a:xfrm>
              <a:off x="5001125" y="2093950"/>
              <a:ext cx="7800" cy="74500"/>
            </a:xfrm>
            <a:custGeom>
              <a:avLst/>
              <a:gdLst/>
              <a:ahLst/>
              <a:cxnLst/>
              <a:rect l="l" t="t" r="r" b="b"/>
              <a:pathLst>
                <a:path w="312" h="2980" extrusionOk="0">
                  <a:moveTo>
                    <a:pt x="159" y="1"/>
                  </a:moveTo>
                  <a:cubicBezTo>
                    <a:pt x="158" y="1"/>
                    <a:pt x="157" y="5"/>
                    <a:pt x="157" y="17"/>
                  </a:cubicBezTo>
                  <a:lnTo>
                    <a:pt x="1" y="2980"/>
                  </a:lnTo>
                  <a:lnTo>
                    <a:pt x="312" y="2980"/>
                  </a:lnTo>
                  <a:cubicBezTo>
                    <a:pt x="305" y="1714"/>
                    <a:pt x="187" y="17"/>
                    <a:pt x="164" y="17"/>
                  </a:cubicBezTo>
                  <a:cubicBezTo>
                    <a:pt x="164" y="17"/>
                    <a:pt x="161" y="1"/>
                    <a:pt x="15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20"/>
            <p:cNvSpPr/>
            <p:nvPr/>
          </p:nvSpPr>
          <p:spPr>
            <a:xfrm>
              <a:off x="4984100" y="2120275"/>
              <a:ext cx="20975" cy="17075"/>
            </a:xfrm>
            <a:custGeom>
              <a:avLst/>
              <a:gdLst/>
              <a:ahLst/>
              <a:cxnLst/>
              <a:rect l="l" t="t" r="r" b="b"/>
              <a:pathLst>
                <a:path w="839" h="683" extrusionOk="0">
                  <a:moveTo>
                    <a:pt x="0" y="1"/>
                  </a:moveTo>
                  <a:lnTo>
                    <a:pt x="0" y="1"/>
                  </a:lnTo>
                  <a:cubicBezTo>
                    <a:pt x="404" y="662"/>
                    <a:pt x="782" y="682"/>
                    <a:pt x="826" y="682"/>
                  </a:cubicBezTo>
                  <a:cubicBezTo>
                    <a:pt x="829" y="682"/>
                    <a:pt x="831" y="682"/>
                    <a:pt x="831" y="682"/>
                  </a:cubicBezTo>
                  <a:lnTo>
                    <a:pt x="838" y="586"/>
                  </a:lnTo>
                  <a:lnTo>
                    <a:pt x="838" y="586"/>
                  </a:lnTo>
                  <a:cubicBezTo>
                    <a:pt x="838" y="586"/>
                    <a:pt x="830" y="592"/>
                    <a:pt x="807" y="592"/>
                  </a:cubicBezTo>
                  <a:cubicBezTo>
                    <a:pt x="757" y="592"/>
                    <a:pt x="639" y="564"/>
                    <a:pt x="386" y="387"/>
                  </a:cubicBezTo>
                  <a:cubicBezTo>
                    <a:pt x="164" y="230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20"/>
            <p:cNvSpPr/>
            <p:nvPr/>
          </p:nvSpPr>
          <p:spPr>
            <a:xfrm>
              <a:off x="5005050" y="2115675"/>
              <a:ext cx="17975" cy="14475"/>
            </a:xfrm>
            <a:custGeom>
              <a:avLst/>
              <a:gdLst/>
              <a:ahLst/>
              <a:cxnLst/>
              <a:rect l="l" t="t" r="r" b="b"/>
              <a:pathLst>
                <a:path w="719" h="579" extrusionOk="0">
                  <a:moveTo>
                    <a:pt x="719" y="0"/>
                  </a:moveTo>
                  <a:lnTo>
                    <a:pt x="719" y="0"/>
                  </a:lnTo>
                  <a:cubicBezTo>
                    <a:pt x="718" y="0"/>
                    <a:pt x="578" y="192"/>
                    <a:pt x="393" y="325"/>
                  </a:cubicBezTo>
                  <a:cubicBezTo>
                    <a:pt x="185" y="471"/>
                    <a:pt x="81" y="496"/>
                    <a:pt x="34" y="496"/>
                  </a:cubicBezTo>
                  <a:cubicBezTo>
                    <a:pt x="9" y="496"/>
                    <a:pt x="0" y="489"/>
                    <a:pt x="0" y="489"/>
                  </a:cubicBezTo>
                  <a:lnTo>
                    <a:pt x="0" y="489"/>
                  </a:lnTo>
                  <a:lnTo>
                    <a:pt x="7" y="578"/>
                  </a:lnTo>
                  <a:cubicBezTo>
                    <a:pt x="7" y="578"/>
                    <a:pt x="8" y="578"/>
                    <a:pt x="9" y="578"/>
                  </a:cubicBezTo>
                  <a:cubicBezTo>
                    <a:pt x="39" y="578"/>
                    <a:pt x="366" y="565"/>
                    <a:pt x="719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0"/>
            <p:cNvSpPr/>
            <p:nvPr/>
          </p:nvSpPr>
          <p:spPr>
            <a:xfrm>
              <a:off x="4990600" y="2105300"/>
              <a:ext cx="14475" cy="11675"/>
            </a:xfrm>
            <a:custGeom>
              <a:avLst/>
              <a:gdLst/>
              <a:ahLst/>
              <a:cxnLst/>
              <a:rect l="l" t="t" r="r" b="b"/>
              <a:pathLst>
                <a:path w="579" h="467" extrusionOk="0">
                  <a:moveTo>
                    <a:pt x="0" y="1"/>
                  </a:moveTo>
                  <a:lnTo>
                    <a:pt x="0" y="1"/>
                  </a:lnTo>
                  <a:cubicBezTo>
                    <a:pt x="295" y="460"/>
                    <a:pt x="562" y="467"/>
                    <a:pt x="577" y="467"/>
                  </a:cubicBezTo>
                  <a:cubicBezTo>
                    <a:pt x="578" y="467"/>
                    <a:pt x="578" y="467"/>
                    <a:pt x="578" y="467"/>
                  </a:cubicBezTo>
                  <a:lnTo>
                    <a:pt x="578" y="392"/>
                  </a:lnTo>
                  <a:cubicBezTo>
                    <a:pt x="578" y="392"/>
                    <a:pt x="572" y="397"/>
                    <a:pt x="555" y="397"/>
                  </a:cubicBezTo>
                  <a:cubicBezTo>
                    <a:pt x="521" y="397"/>
                    <a:pt x="440" y="377"/>
                    <a:pt x="267" y="259"/>
                  </a:cubicBezTo>
                  <a:cubicBezTo>
                    <a:pt x="119" y="155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0"/>
            <p:cNvSpPr/>
            <p:nvPr/>
          </p:nvSpPr>
          <p:spPr>
            <a:xfrm>
              <a:off x="4891675" y="2046750"/>
              <a:ext cx="64475" cy="81525"/>
            </a:xfrm>
            <a:custGeom>
              <a:avLst/>
              <a:gdLst/>
              <a:ahLst/>
              <a:cxnLst/>
              <a:rect l="l" t="t" r="r" b="b"/>
              <a:pathLst>
                <a:path w="2579" h="3261" extrusionOk="0">
                  <a:moveTo>
                    <a:pt x="1290" y="1"/>
                  </a:moveTo>
                  <a:cubicBezTo>
                    <a:pt x="726" y="1"/>
                    <a:pt x="274" y="452"/>
                    <a:pt x="274" y="1016"/>
                  </a:cubicBezTo>
                  <a:cubicBezTo>
                    <a:pt x="274" y="1068"/>
                    <a:pt x="281" y="1112"/>
                    <a:pt x="281" y="1157"/>
                  </a:cubicBezTo>
                  <a:cubicBezTo>
                    <a:pt x="103" y="1379"/>
                    <a:pt x="0" y="1660"/>
                    <a:pt x="0" y="1964"/>
                  </a:cubicBezTo>
                  <a:cubicBezTo>
                    <a:pt x="0" y="2682"/>
                    <a:pt x="578" y="3260"/>
                    <a:pt x="1290" y="3260"/>
                  </a:cubicBezTo>
                  <a:cubicBezTo>
                    <a:pt x="2001" y="3260"/>
                    <a:pt x="2579" y="2682"/>
                    <a:pt x="2579" y="1964"/>
                  </a:cubicBezTo>
                  <a:cubicBezTo>
                    <a:pt x="2579" y="1660"/>
                    <a:pt x="2476" y="1379"/>
                    <a:pt x="2298" y="1157"/>
                  </a:cubicBezTo>
                  <a:cubicBezTo>
                    <a:pt x="2305" y="1112"/>
                    <a:pt x="2305" y="1068"/>
                    <a:pt x="2305" y="1016"/>
                  </a:cubicBezTo>
                  <a:cubicBezTo>
                    <a:pt x="2305" y="452"/>
                    <a:pt x="1853" y="1"/>
                    <a:pt x="1290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0"/>
            <p:cNvSpPr/>
            <p:nvPr/>
          </p:nvSpPr>
          <p:spPr>
            <a:xfrm>
              <a:off x="4923900" y="2071625"/>
              <a:ext cx="3000" cy="96825"/>
            </a:xfrm>
            <a:custGeom>
              <a:avLst/>
              <a:gdLst/>
              <a:ahLst/>
              <a:cxnLst/>
              <a:rect l="l" t="t" r="r" b="b"/>
              <a:pathLst>
                <a:path w="120" h="3873" extrusionOk="0">
                  <a:moveTo>
                    <a:pt x="54" y="0"/>
                  </a:moveTo>
                  <a:cubicBezTo>
                    <a:pt x="53" y="0"/>
                    <a:pt x="52" y="4"/>
                    <a:pt x="52" y="14"/>
                  </a:cubicBezTo>
                  <a:lnTo>
                    <a:pt x="1" y="3821"/>
                  </a:lnTo>
                  <a:cubicBezTo>
                    <a:pt x="1" y="3852"/>
                    <a:pt x="22" y="3873"/>
                    <a:pt x="52" y="3873"/>
                  </a:cubicBezTo>
                  <a:lnTo>
                    <a:pt x="59" y="3873"/>
                  </a:lnTo>
                  <a:cubicBezTo>
                    <a:pt x="89" y="3873"/>
                    <a:pt x="120" y="3852"/>
                    <a:pt x="120" y="3821"/>
                  </a:cubicBezTo>
                  <a:cubicBezTo>
                    <a:pt x="120" y="3821"/>
                    <a:pt x="89" y="14"/>
                    <a:pt x="59" y="14"/>
                  </a:cubicBezTo>
                  <a:cubicBezTo>
                    <a:pt x="59" y="14"/>
                    <a:pt x="56" y="0"/>
                    <a:pt x="54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20"/>
            <p:cNvSpPr/>
            <p:nvPr/>
          </p:nvSpPr>
          <p:spPr>
            <a:xfrm>
              <a:off x="4907050" y="2095075"/>
              <a:ext cx="18350" cy="15050"/>
            </a:xfrm>
            <a:custGeom>
              <a:avLst/>
              <a:gdLst/>
              <a:ahLst/>
              <a:cxnLst/>
              <a:rect l="l" t="t" r="r" b="b"/>
              <a:pathLst>
                <a:path w="734" h="602" extrusionOk="0">
                  <a:moveTo>
                    <a:pt x="1" y="1"/>
                  </a:moveTo>
                  <a:lnTo>
                    <a:pt x="1" y="1"/>
                  </a:lnTo>
                  <a:cubicBezTo>
                    <a:pt x="353" y="583"/>
                    <a:pt x="681" y="602"/>
                    <a:pt x="722" y="602"/>
                  </a:cubicBezTo>
                  <a:cubicBezTo>
                    <a:pt x="725" y="602"/>
                    <a:pt x="726" y="602"/>
                    <a:pt x="726" y="602"/>
                  </a:cubicBezTo>
                  <a:lnTo>
                    <a:pt x="733" y="513"/>
                  </a:lnTo>
                  <a:lnTo>
                    <a:pt x="733" y="513"/>
                  </a:lnTo>
                  <a:cubicBezTo>
                    <a:pt x="733" y="513"/>
                    <a:pt x="724" y="520"/>
                    <a:pt x="699" y="520"/>
                  </a:cubicBezTo>
                  <a:cubicBezTo>
                    <a:pt x="651" y="520"/>
                    <a:pt x="544" y="494"/>
                    <a:pt x="333" y="342"/>
                  </a:cubicBezTo>
                  <a:cubicBezTo>
                    <a:pt x="141" y="20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20"/>
            <p:cNvSpPr/>
            <p:nvPr/>
          </p:nvSpPr>
          <p:spPr>
            <a:xfrm>
              <a:off x="4925375" y="2090850"/>
              <a:ext cx="15575" cy="12800"/>
            </a:xfrm>
            <a:custGeom>
              <a:avLst/>
              <a:gdLst/>
              <a:ahLst/>
              <a:cxnLst/>
              <a:rect l="l" t="t" r="r" b="b"/>
              <a:pathLst>
                <a:path w="623" h="512" extrusionOk="0">
                  <a:moveTo>
                    <a:pt x="623" y="1"/>
                  </a:moveTo>
                  <a:cubicBezTo>
                    <a:pt x="622" y="1"/>
                    <a:pt x="496" y="179"/>
                    <a:pt x="335" y="289"/>
                  </a:cubicBezTo>
                  <a:cubicBezTo>
                    <a:pt x="156" y="420"/>
                    <a:pt x="68" y="443"/>
                    <a:pt x="28" y="443"/>
                  </a:cubicBezTo>
                  <a:cubicBezTo>
                    <a:pt x="7" y="443"/>
                    <a:pt x="0" y="436"/>
                    <a:pt x="0" y="436"/>
                  </a:cubicBezTo>
                  <a:lnTo>
                    <a:pt x="0" y="511"/>
                  </a:lnTo>
                  <a:cubicBezTo>
                    <a:pt x="0" y="511"/>
                    <a:pt x="1" y="511"/>
                    <a:pt x="3" y="511"/>
                  </a:cubicBezTo>
                  <a:cubicBezTo>
                    <a:pt x="31" y="511"/>
                    <a:pt x="314" y="498"/>
                    <a:pt x="623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0"/>
            <p:cNvSpPr/>
            <p:nvPr/>
          </p:nvSpPr>
          <p:spPr>
            <a:xfrm>
              <a:off x="4912775" y="2081750"/>
              <a:ext cx="12625" cy="10250"/>
            </a:xfrm>
            <a:custGeom>
              <a:avLst/>
              <a:gdLst/>
              <a:ahLst/>
              <a:cxnLst/>
              <a:rect l="l" t="t" r="r" b="b"/>
              <a:pathLst>
                <a:path w="505" h="410" extrusionOk="0">
                  <a:moveTo>
                    <a:pt x="1" y="0"/>
                  </a:moveTo>
                  <a:lnTo>
                    <a:pt x="1" y="0"/>
                  </a:lnTo>
                  <a:cubicBezTo>
                    <a:pt x="244" y="397"/>
                    <a:pt x="467" y="409"/>
                    <a:pt x="494" y="409"/>
                  </a:cubicBezTo>
                  <a:cubicBezTo>
                    <a:pt x="496" y="409"/>
                    <a:pt x="497" y="409"/>
                    <a:pt x="497" y="409"/>
                  </a:cubicBezTo>
                  <a:lnTo>
                    <a:pt x="504" y="349"/>
                  </a:lnTo>
                  <a:lnTo>
                    <a:pt x="504" y="349"/>
                  </a:lnTo>
                  <a:cubicBezTo>
                    <a:pt x="504" y="349"/>
                    <a:pt x="498" y="354"/>
                    <a:pt x="479" y="354"/>
                  </a:cubicBezTo>
                  <a:cubicBezTo>
                    <a:pt x="446" y="354"/>
                    <a:pt x="374" y="336"/>
                    <a:pt x="230" y="231"/>
                  </a:cubicBezTo>
                  <a:cubicBezTo>
                    <a:pt x="97" y="143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8" name="Google Shape;1178;p20"/>
          <p:cNvSpPr/>
          <p:nvPr/>
        </p:nvSpPr>
        <p:spPr>
          <a:xfrm>
            <a:off x="8357075" y="4775225"/>
            <a:ext cx="628785" cy="171475"/>
          </a:xfrm>
          <a:custGeom>
            <a:avLst/>
            <a:gdLst/>
            <a:ahLst/>
            <a:cxnLst/>
            <a:rect l="l" t="t" r="r" b="b"/>
            <a:pathLst>
              <a:path w="9560" h="2607" extrusionOk="0">
                <a:moveTo>
                  <a:pt x="6988" y="1"/>
                </a:moveTo>
                <a:cubicBezTo>
                  <a:pt x="6936" y="1"/>
                  <a:pt x="6884" y="17"/>
                  <a:pt x="6840" y="51"/>
                </a:cubicBezTo>
                <a:cubicBezTo>
                  <a:pt x="6758" y="110"/>
                  <a:pt x="6639" y="370"/>
                  <a:pt x="6522" y="718"/>
                </a:cubicBezTo>
                <a:cubicBezTo>
                  <a:pt x="6461" y="592"/>
                  <a:pt x="6403" y="503"/>
                  <a:pt x="6358" y="466"/>
                </a:cubicBezTo>
                <a:cubicBezTo>
                  <a:pt x="6314" y="432"/>
                  <a:pt x="6262" y="415"/>
                  <a:pt x="6210" y="415"/>
                </a:cubicBezTo>
                <a:cubicBezTo>
                  <a:pt x="6158" y="415"/>
                  <a:pt x="6106" y="432"/>
                  <a:pt x="6061" y="466"/>
                </a:cubicBezTo>
                <a:cubicBezTo>
                  <a:pt x="5965" y="547"/>
                  <a:pt x="5810" y="896"/>
                  <a:pt x="5677" y="1355"/>
                </a:cubicBezTo>
                <a:cubicBezTo>
                  <a:pt x="5640" y="1303"/>
                  <a:pt x="5609" y="1266"/>
                  <a:pt x="5581" y="1252"/>
                </a:cubicBezTo>
                <a:cubicBezTo>
                  <a:pt x="5536" y="1225"/>
                  <a:pt x="5484" y="1212"/>
                  <a:pt x="5432" y="1212"/>
                </a:cubicBezTo>
                <a:cubicBezTo>
                  <a:pt x="5380" y="1212"/>
                  <a:pt x="5328" y="1225"/>
                  <a:pt x="5284" y="1252"/>
                </a:cubicBezTo>
                <a:cubicBezTo>
                  <a:pt x="5209" y="1296"/>
                  <a:pt x="5106" y="1474"/>
                  <a:pt x="5003" y="1710"/>
                </a:cubicBezTo>
                <a:cubicBezTo>
                  <a:pt x="4928" y="1570"/>
                  <a:pt x="4854" y="1474"/>
                  <a:pt x="4802" y="1444"/>
                </a:cubicBezTo>
                <a:cubicBezTo>
                  <a:pt x="4758" y="1414"/>
                  <a:pt x="4706" y="1400"/>
                  <a:pt x="4653" y="1400"/>
                </a:cubicBezTo>
                <a:cubicBezTo>
                  <a:pt x="4601" y="1400"/>
                  <a:pt x="4549" y="1414"/>
                  <a:pt x="4505" y="1444"/>
                </a:cubicBezTo>
                <a:cubicBezTo>
                  <a:pt x="4402" y="1509"/>
                  <a:pt x="4217" y="1865"/>
                  <a:pt x="4076" y="2295"/>
                </a:cubicBezTo>
                <a:cubicBezTo>
                  <a:pt x="4039" y="2237"/>
                  <a:pt x="4009" y="2199"/>
                  <a:pt x="3987" y="2176"/>
                </a:cubicBezTo>
                <a:cubicBezTo>
                  <a:pt x="3957" y="2159"/>
                  <a:pt x="3922" y="2150"/>
                  <a:pt x="3887" y="2150"/>
                </a:cubicBezTo>
                <a:cubicBezTo>
                  <a:pt x="3852" y="2150"/>
                  <a:pt x="3817" y="2159"/>
                  <a:pt x="3787" y="2176"/>
                </a:cubicBezTo>
                <a:cubicBezTo>
                  <a:pt x="3749" y="2199"/>
                  <a:pt x="3714" y="2265"/>
                  <a:pt x="3669" y="2347"/>
                </a:cubicBezTo>
                <a:cubicBezTo>
                  <a:pt x="3616" y="1814"/>
                  <a:pt x="3358" y="1214"/>
                  <a:pt x="3239" y="1132"/>
                </a:cubicBezTo>
                <a:cubicBezTo>
                  <a:pt x="3209" y="1110"/>
                  <a:pt x="3174" y="1099"/>
                  <a:pt x="3139" y="1099"/>
                </a:cubicBezTo>
                <a:cubicBezTo>
                  <a:pt x="3104" y="1099"/>
                  <a:pt x="3068" y="1110"/>
                  <a:pt x="3038" y="1132"/>
                </a:cubicBezTo>
                <a:cubicBezTo>
                  <a:pt x="2972" y="1177"/>
                  <a:pt x="2869" y="1392"/>
                  <a:pt x="2780" y="1659"/>
                </a:cubicBezTo>
                <a:cubicBezTo>
                  <a:pt x="2623" y="1044"/>
                  <a:pt x="2364" y="496"/>
                  <a:pt x="2223" y="398"/>
                </a:cubicBezTo>
                <a:cubicBezTo>
                  <a:pt x="2175" y="365"/>
                  <a:pt x="2120" y="349"/>
                  <a:pt x="2065" y="349"/>
                </a:cubicBezTo>
                <a:cubicBezTo>
                  <a:pt x="2010" y="349"/>
                  <a:pt x="1957" y="365"/>
                  <a:pt x="1912" y="398"/>
                </a:cubicBezTo>
                <a:cubicBezTo>
                  <a:pt x="1779" y="487"/>
                  <a:pt x="1556" y="962"/>
                  <a:pt x="1409" y="1533"/>
                </a:cubicBezTo>
                <a:cubicBezTo>
                  <a:pt x="1409" y="1525"/>
                  <a:pt x="1402" y="1525"/>
                  <a:pt x="1402" y="1525"/>
                </a:cubicBezTo>
                <a:cubicBezTo>
                  <a:pt x="1353" y="1495"/>
                  <a:pt x="1297" y="1480"/>
                  <a:pt x="1242" y="1480"/>
                </a:cubicBezTo>
                <a:cubicBezTo>
                  <a:pt x="1186" y="1480"/>
                  <a:pt x="1131" y="1495"/>
                  <a:pt x="1082" y="1525"/>
                </a:cubicBezTo>
                <a:cubicBezTo>
                  <a:pt x="957" y="1591"/>
                  <a:pt x="749" y="1954"/>
                  <a:pt x="601" y="2392"/>
                </a:cubicBezTo>
                <a:cubicBezTo>
                  <a:pt x="548" y="2288"/>
                  <a:pt x="497" y="2214"/>
                  <a:pt x="459" y="2185"/>
                </a:cubicBezTo>
                <a:cubicBezTo>
                  <a:pt x="426" y="2163"/>
                  <a:pt x="386" y="2152"/>
                  <a:pt x="345" y="2152"/>
                </a:cubicBezTo>
                <a:cubicBezTo>
                  <a:pt x="304" y="2152"/>
                  <a:pt x="264" y="2163"/>
                  <a:pt x="230" y="2185"/>
                </a:cubicBezTo>
                <a:cubicBezTo>
                  <a:pt x="171" y="2230"/>
                  <a:pt x="82" y="2384"/>
                  <a:pt x="0" y="2607"/>
                </a:cubicBezTo>
                <a:lnTo>
                  <a:pt x="9559" y="2607"/>
                </a:lnTo>
                <a:lnTo>
                  <a:pt x="9559" y="1954"/>
                </a:lnTo>
                <a:cubicBezTo>
                  <a:pt x="9419" y="1465"/>
                  <a:pt x="9241" y="1074"/>
                  <a:pt x="9138" y="992"/>
                </a:cubicBezTo>
                <a:cubicBezTo>
                  <a:pt x="9093" y="958"/>
                  <a:pt x="9041" y="941"/>
                  <a:pt x="8989" y="941"/>
                </a:cubicBezTo>
                <a:cubicBezTo>
                  <a:pt x="8937" y="941"/>
                  <a:pt x="8885" y="958"/>
                  <a:pt x="8841" y="992"/>
                </a:cubicBezTo>
                <a:cubicBezTo>
                  <a:pt x="8752" y="1058"/>
                  <a:pt x="8618" y="1341"/>
                  <a:pt x="8499" y="1710"/>
                </a:cubicBezTo>
                <a:cubicBezTo>
                  <a:pt x="8441" y="1570"/>
                  <a:pt x="8382" y="1474"/>
                  <a:pt x="8337" y="1444"/>
                </a:cubicBezTo>
                <a:cubicBezTo>
                  <a:pt x="8300" y="1414"/>
                  <a:pt x="8256" y="1400"/>
                  <a:pt x="8211" y="1400"/>
                </a:cubicBezTo>
                <a:cubicBezTo>
                  <a:pt x="8167" y="1400"/>
                  <a:pt x="8122" y="1414"/>
                  <a:pt x="8085" y="1444"/>
                </a:cubicBezTo>
                <a:cubicBezTo>
                  <a:pt x="8055" y="1465"/>
                  <a:pt x="8026" y="1509"/>
                  <a:pt x="7989" y="1577"/>
                </a:cubicBezTo>
                <a:cubicBezTo>
                  <a:pt x="7877" y="1273"/>
                  <a:pt x="7759" y="1051"/>
                  <a:pt x="7685" y="992"/>
                </a:cubicBezTo>
                <a:cubicBezTo>
                  <a:pt x="7647" y="962"/>
                  <a:pt x="7596" y="947"/>
                  <a:pt x="7544" y="947"/>
                </a:cubicBezTo>
                <a:cubicBezTo>
                  <a:pt x="7411" y="487"/>
                  <a:pt x="7240" y="124"/>
                  <a:pt x="7137" y="51"/>
                </a:cubicBezTo>
                <a:cubicBezTo>
                  <a:pt x="7093" y="17"/>
                  <a:pt x="7041" y="1"/>
                  <a:pt x="6988" y="1"/>
                </a:cubicBezTo>
                <a:close/>
              </a:path>
            </a:pathLst>
          </a:custGeom>
          <a:solidFill>
            <a:srgbClr val="8AC9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9" name="Google Shape;1179;p20"/>
          <p:cNvSpPr/>
          <p:nvPr/>
        </p:nvSpPr>
        <p:spPr>
          <a:xfrm>
            <a:off x="382103" y="291163"/>
            <a:ext cx="248263" cy="248333"/>
          </a:xfrm>
          <a:custGeom>
            <a:avLst/>
            <a:gdLst/>
            <a:ahLst/>
            <a:cxnLst/>
            <a:rect l="l" t="t" r="r" b="b"/>
            <a:pathLst>
              <a:path w="3535" h="3536" extrusionOk="0">
                <a:moveTo>
                  <a:pt x="1763" y="0"/>
                </a:moveTo>
                <a:cubicBezTo>
                  <a:pt x="785" y="0"/>
                  <a:pt x="1" y="794"/>
                  <a:pt x="1" y="1772"/>
                </a:cubicBezTo>
                <a:cubicBezTo>
                  <a:pt x="1" y="2750"/>
                  <a:pt x="785" y="3536"/>
                  <a:pt x="1763" y="3536"/>
                </a:cubicBezTo>
                <a:cubicBezTo>
                  <a:pt x="2741" y="3536"/>
                  <a:pt x="3534" y="2750"/>
                  <a:pt x="3534" y="1772"/>
                </a:cubicBezTo>
                <a:cubicBezTo>
                  <a:pt x="3534" y="794"/>
                  <a:pt x="2741" y="0"/>
                  <a:pt x="1763" y="0"/>
                </a:cubicBezTo>
                <a:close/>
              </a:path>
            </a:pathLst>
          </a:custGeom>
          <a:solidFill>
            <a:srgbClr val="FFD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0" name="Google Shape;1180;p20"/>
          <p:cNvSpPr/>
          <p:nvPr/>
        </p:nvSpPr>
        <p:spPr>
          <a:xfrm>
            <a:off x="678137" y="594675"/>
            <a:ext cx="662243" cy="178361"/>
          </a:xfrm>
          <a:custGeom>
            <a:avLst/>
            <a:gdLst/>
            <a:ahLst/>
            <a:cxnLst/>
            <a:rect l="l" t="t" r="r" b="b"/>
            <a:pathLst>
              <a:path w="7812" h="2104" extrusionOk="0">
                <a:moveTo>
                  <a:pt x="4136" y="0"/>
                </a:moveTo>
                <a:cubicBezTo>
                  <a:pt x="3424" y="0"/>
                  <a:pt x="2846" y="571"/>
                  <a:pt x="2846" y="1282"/>
                </a:cubicBezTo>
                <a:lnTo>
                  <a:pt x="2846" y="1304"/>
                </a:lnTo>
                <a:cubicBezTo>
                  <a:pt x="2765" y="1273"/>
                  <a:pt x="2676" y="1252"/>
                  <a:pt x="2580" y="1252"/>
                </a:cubicBezTo>
                <a:cubicBezTo>
                  <a:pt x="2380" y="1252"/>
                  <a:pt x="2194" y="1327"/>
                  <a:pt x="2046" y="1444"/>
                </a:cubicBezTo>
                <a:cubicBezTo>
                  <a:pt x="1906" y="1259"/>
                  <a:pt x="1683" y="1140"/>
                  <a:pt x="1438" y="1140"/>
                </a:cubicBezTo>
                <a:cubicBezTo>
                  <a:pt x="1082" y="1140"/>
                  <a:pt x="794" y="1371"/>
                  <a:pt x="691" y="1690"/>
                </a:cubicBezTo>
                <a:cubicBezTo>
                  <a:pt x="675" y="1690"/>
                  <a:pt x="654" y="1682"/>
                  <a:pt x="638" y="1682"/>
                </a:cubicBezTo>
                <a:cubicBezTo>
                  <a:pt x="350" y="1682"/>
                  <a:pt x="104" y="1860"/>
                  <a:pt x="1" y="2104"/>
                </a:cubicBezTo>
                <a:lnTo>
                  <a:pt x="7796" y="2104"/>
                </a:lnTo>
                <a:cubicBezTo>
                  <a:pt x="7812" y="2052"/>
                  <a:pt x="7812" y="1994"/>
                  <a:pt x="7812" y="1933"/>
                </a:cubicBezTo>
                <a:cubicBezTo>
                  <a:pt x="7812" y="1467"/>
                  <a:pt x="7433" y="1081"/>
                  <a:pt x="6967" y="1081"/>
                </a:cubicBezTo>
                <a:cubicBezTo>
                  <a:pt x="6714" y="1081"/>
                  <a:pt x="6499" y="1193"/>
                  <a:pt x="6344" y="1355"/>
                </a:cubicBezTo>
                <a:cubicBezTo>
                  <a:pt x="6181" y="1185"/>
                  <a:pt x="5958" y="1074"/>
                  <a:pt x="5706" y="1074"/>
                </a:cubicBezTo>
                <a:cubicBezTo>
                  <a:pt x="5603" y="1074"/>
                  <a:pt x="5500" y="1096"/>
                  <a:pt x="5411" y="1126"/>
                </a:cubicBezTo>
                <a:cubicBezTo>
                  <a:pt x="5329" y="489"/>
                  <a:pt x="4795" y="0"/>
                  <a:pt x="4136" y="0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1" name="Google Shape;1181;p20"/>
          <p:cNvSpPr/>
          <p:nvPr/>
        </p:nvSpPr>
        <p:spPr>
          <a:xfrm>
            <a:off x="530744" y="330929"/>
            <a:ext cx="364946" cy="108763"/>
          </a:xfrm>
          <a:custGeom>
            <a:avLst/>
            <a:gdLst/>
            <a:ahLst/>
            <a:cxnLst/>
            <a:rect l="l" t="t" r="r" b="b"/>
            <a:pathLst>
              <a:path w="4305" h="1283" extrusionOk="0">
                <a:moveTo>
                  <a:pt x="2179" y="0"/>
                </a:moveTo>
                <a:cubicBezTo>
                  <a:pt x="1690" y="0"/>
                  <a:pt x="1297" y="400"/>
                  <a:pt x="1297" y="882"/>
                </a:cubicBezTo>
                <a:lnTo>
                  <a:pt x="1297" y="912"/>
                </a:lnTo>
                <a:cubicBezTo>
                  <a:pt x="1223" y="889"/>
                  <a:pt x="1148" y="882"/>
                  <a:pt x="1068" y="882"/>
                </a:cubicBezTo>
                <a:cubicBezTo>
                  <a:pt x="904" y="896"/>
                  <a:pt x="764" y="971"/>
                  <a:pt x="659" y="1074"/>
                </a:cubicBezTo>
                <a:cubicBezTo>
                  <a:pt x="593" y="1053"/>
                  <a:pt x="518" y="1046"/>
                  <a:pt x="445" y="1046"/>
                </a:cubicBezTo>
                <a:cubicBezTo>
                  <a:pt x="259" y="1060"/>
                  <a:pt x="104" y="1149"/>
                  <a:pt x="1" y="1282"/>
                </a:cubicBezTo>
                <a:lnTo>
                  <a:pt x="4297" y="1282"/>
                </a:lnTo>
                <a:cubicBezTo>
                  <a:pt x="4297" y="1268"/>
                  <a:pt x="4304" y="1261"/>
                  <a:pt x="4304" y="1245"/>
                </a:cubicBezTo>
                <a:cubicBezTo>
                  <a:pt x="4277" y="910"/>
                  <a:pt x="4002" y="659"/>
                  <a:pt x="3677" y="659"/>
                </a:cubicBezTo>
                <a:cubicBezTo>
                  <a:pt x="3664" y="659"/>
                  <a:pt x="3651" y="659"/>
                  <a:pt x="3638" y="660"/>
                </a:cubicBezTo>
                <a:cubicBezTo>
                  <a:pt x="3453" y="674"/>
                  <a:pt x="3298" y="772"/>
                  <a:pt x="3193" y="905"/>
                </a:cubicBezTo>
                <a:cubicBezTo>
                  <a:pt x="3149" y="889"/>
                  <a:pt x="3104" y="889"/>
                  <a:pt x="3060" y="889"/>
                </a:cubicBezTo>
                <a:lnTo>
                  <a:pt x="3060" y="882"/>
                </a:lnTo>
                <a:cubicBezTo>
                  <a:pt x="3060" y="400"/>
                  <a:pt x="2660" y="0"/>
                  <a:pt x="2179" y="0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2" name="Google Shape;1182;p20"/>
          <p:cNvSpPr/>
          <p:nvPr/>
        </p:nvSpPr>
        <p:spPr>
          <a:xfrm>
            <a:off x="1002600" y="245571"/>
            <a:ext cx="94149" cy="45600"/>
          </a:xfrm>
          <a:custGeom>
            <a:avLst/>
            <a:gdLst/>
            <a:ahLst/>
            <a:cxnLst/>
            <a:rect l="l" t="t" r="r" b="b"/>
            <a:pathLst>
              <a:path w="993" h="481" extrusionOk="0">
                <a:moveTo>
                  <a:pt x="851" y="0"/>
                </a:moveTo>
                <a:cubicBezTo>
                  <a:pt x="787" y="0"/>
                  <a:pt x="715" y="30"/>
                  <a:pt x="644" y="89"/>
                </a:cubicBezTo>
                <a:cubicBezTo>
                  <a:pt x="578" y="141"/>
                  <a:pt x="534" y="207"/>
                  <a:pt x="511" y="267"/>
                </a:cubicBezTo>
                <a:cubicBezTo>
                  <a:pt x="459" y="230"/>
                  <a:pt x="394" y="192"/>
                  <a:pt x="312" y="178"/>
                </a:cubicBezTo>
                <a:cubicBezTo>
                  <a:pt x="281" y="173"/>
                  <a:pt x="251" y="170"/>
                  <a:pt x="224" y="170"/>
                </a:cubicBezTo>
                <a:cubicBezTo>
                  <a:pt x="93" y="170"/>
                  <a:pt x="6" y="227"/>
                  <a:pt x="1" y="326"/>
                </a:cubicBezTo>
                <a:cubicBezTo>
                  <a:pt x="1" y="326"/>
                  <a:pt x="33" y="251"/>
                  <a:pt x="203" y="251"/>
                </a:cubicBezTo>
                <a:cubicBezTo>
                  <a:pt x="233" y="251"/>
                  <a:pt x="266" y="253"/>
                  <a:pt x="305" y="258"/>
                </a:cubicBezTo>
                <a:cubicBezTo>
                  <a:pt x="386" y="274"/>
                  <a:pt x="445" y="303"/>
                  <a:pt x="490" y="333"/>
                </a:cubicBezTo>
                <a:lnTo>
                  <a:pt x="490" y="480"/>
                </a:lnTo>
                <a:lnTo>
                  <a:pt x="555" y="466"/>
                </a:lnTo>
                <a:lnTo>
                  <a:pt x="630" y="452"/>
                </a:lnTo>
                <a:lnTo>
                  <a:pt x="555" y="319"/>
                </a:lnTo>
                <a:cubicBezTo>
                  <a:pt x="586" y="274"/>
                  <a:pt x="623" y="214"/>
                  <a:pt x="689" y="162"/>
                </a:cubicBezTo>
                <a:cubicBezTo>
                  <a:pt x="782" y="77"/>
                  <a:pt x="862" y="57"/>
                  <a:pt x="916" y="57"/>
                </a:cubicBezTo>
                <a:cubicBezTo>
                  <a:pt x="964" y="57"/>
                  <a:pt x="993" y="73"/>
                  <a:pt x="993" y="73"/>
                </a:cubicBezTo>
                <a:cubicBezTo>
                  <a:pt x="958" y="24"/>
                  <a:pt x="908" y="0"/>
                  <a:pt x="851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3" name="Google Shape;1183;p20"/>
          <p:cNvSpPr/>
          <p:nvPr/>
        </p:nvSpPr>
        <p:spPr>
          <a:xfrm>
            <a:off x="1014250" y="406050"/>
            <a:ext cx="152274" cy="73751"/>
          </a:xfrm>
          <a:custGeom>
            <a:avLst/>
            <a:gdLst/>
            <a:ahLst/>
            <a:cxnLst/>
            <a:rect l="l" t="t" r="r" b="b"/>
            <a:pathLst>
              <a:path w="993" h="481" extrusionOk="0">
                <a:moveTo>
                  <a:pt x="851" y="0"/>
                </a:moveTo>
                <a:cubicBezTo>
                  <a:pt x="787" y="0"/>
                  <a:pt x="715" y="30"/>
                  <a:pt x="644" y="89"/>
                </a:cubicBezTo>
                <a:cubicBezTo>
                  <a:pt x="578" y="141"/>
                  <a:pt x="534" y="207"/>
                  <a:pt x="511" y="267"/>
                </a:cubicBezTo>
                <a:cubicBezTo>
                  <a:pt x="459" y="230"/>
                  <a:pt x="394" y="192"/>
                  <a:pt x="312" y="178"/>
                </a:cubicBezTo>
                <a:cubicBezTo>
                  <a:pt x="281" y="173"/>
                  <a:pt x="251" y="170"/>
                  <a:pt x="224" y="170"/>
                </a:cubicBezTo>
                <a:cubicBezTo>
                  <a:pt x="93" y="170"/>
                  <a:pt x="6" y="227"/>
                  <a:pt x="1" y="326"/>
                </a:cubicBezTo>
                <a:cubicBezTo>
                  <a:pt x="1" y="326"/>
                  <a:pt x="33" y="251"/>
                  <a:pt x="203" y="251"/>
                </a:cubicBezTo>
                <a:cubicBezTo>
                  <a:pt x="233" y="251"/>
                  <a:pt x="266" y="253"/>
                  <a:pt x="305" y="258"/>
                </a:cubicBezTo>
                <a:cubicBezTo>
                  <a:pt x="386" y="274"/>
                  <a:pt x="445" y="303"/>
                  <a:pt x="490" y="333"/>
                </a:cubicBezTo>
                <a:lnTo>
                  <a:pt x="490" y="480"/>
                </a:lnTo>
                <a:lnTo>
                  <a:pt x="555" y="466"/>
                </a:lnTo>
                <a:lnTo>
                  <a:pt x="630" y="452"/>
                </a:lnTo>
                <a:lnTo>
                  <a:pt x="555" y="319"/>
                </a:lnTo>
                <a:cubicBezTo>
                  <a:pt x="586" y="274"/>
                  <a:pt x="623" y="214"/>
                  <a:pt x="689" y="162"/>
                </a:cubicBezTo>
                <a:cubicBezTo>
                  <a:pt x="782" y="77"/>
                  <a:pt x="862" y="57"/>
                  <a:pt x="916" y="57"/>
                </a:cubicBezTo>
                <a:cubicBezTo>
                  <a:pt x="964" y="57"/>
                  <a:pt x="993" y="73"/>
                  <a:pt x="993" y="73"/>
                </a:cubicBezTo>
                <a:cubicBezTo>
                  <a:pt x="958" y="24"/>
                  <a:pt x="908" y="0"/>
                  <a:pt x="851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4" name="Google Shape;1184;p20"/>
          <p:cNvSpPr/>
          <p:nvPr/>
        </p:nvSpPr>
        <p:spPr>
          <a:xfrm>
            <a:off x="1285075" y="378463"/>
            <a:ext cx="152274" cy="73751"/>
          </a:xfrm>
          <a:custGeom>
            <a:avLst/>
            <a:gdLst/>
            <a:ahLst/>
            <a:cxnLst/>
            <a:rect l="l" t="t" r="r" b="b"/>
            <a:pathLst>
              <a:path w="993" h="481" extrusionOk="0">
                <a:moveTo>
                  <a:pt x="851" y="0"/>
                </a:moveTo>
                <a:cubicBezTo>
                  <a:pt x="787" y="0"/>
                  <a:pt x="715" y="30"/>
                  <a:pt x="644" y="89"/>
                </a:cubicBezTo>
                <a:cubicBezTo>
                  <a:pt x="578" y="141"/>
                  <a:pt x="534" y="207"/>
                  <a:pt x="511" y="267"/>
                </a:cubicBezTo>
                <a:cubicBezTo>
                  <a:pt x="459" y="230"/>
                  <a:pt x="394" y="192"/>
                  <a:pt x="312" y="178"/>
                </a:cubicBezTo>
                <a:cubicBezTo>
                  <a:pt x="281" y="173"/>
                  <a:pt x="251" y="170"/>
                  <a:pt x="224" y="170"/>
                </a:cubicBezTo>
                <a:cubicBezTo>
                  <a:pt x="93" y="170"/>
                  <a:pt x="6" y="227"/>
                  <a:pt x="1" y="326"/>
                </a:cubicBezTo>
                <a:cubicBezTo>
                  <a:pt x="1" y="326"/>
                  <a:pt x="33" y="251"/>
                  <a:pt x="203" y="251"/>
                </a:cubicBezTo>
                <a:cubicBezTo>
                  <a:pt x="233" y="251"/>
                  <a:pt x="266" y="253"/>
                  <a:pt x="305" y="258"/>
                </a:cubicBezTo>
                <a:cubicBezTo>
                  <a:pt x="386" y="274"/>
                  <a:pt x="445" y="303"/>
                  <a:pt x="490" y="333"/>
                </a:cubicBezTo>
                <a:lnTo>
                  <a:pt x="490" y="480"/>
                </a:lnTo>
                <a:lnTo>
                  <a:pt x="555" y="466"/>
                </a:lnTo>
                <a:lnTo>
                  <a:pt x="630" y="452"/>
                </a:lnTo>
                <a:lnTo>
                  <a:pt x="555" y="319"/>
                </a:lnTo>
                <a:cubicBezTo>
                  <a:pt x="586" y="274"/>
                  <a:pt x="623" y="214"/>
                  <a:pt x="689" y="162"/>
                </a:cubicBezTo>
                <a:cubicBezTo>
                  <a:pt x="782" y="77"/>
                  <a:pt x="862" y="57"/>
                  <a:pt x="916" y="57"/>
                </a:cubicBezTo>
                <a:cubicBezTo>
                  <a:pt x="964" y="57"/>
                  <a:pt x="993" y="73"/>
                  <a:pt x="993" y="73"/>
                </a:cubicBezTo>
                <a:cubicBezTo>
                  <a:pt x="958" y="24"/>
                  <a:pt x="908" y="0"/>
                  <a:pt x="851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85" name="Google Shape;1185;p20"/>
          <p:cNvGrpSpPr/>
          <p:nvPr/>
        </p:nvGrpSpPr>
        <p:grpSpPr>
          <a:xfrm>
            <a:off x="8219788" y="4673082"/>
            <a:ext cx="292041" cy="265579"/>
            <a:chOff x="2902325" y="2072636"/>
            <a:chExt cx="187941" cy="170900"/>
          </a:xfrm>
        </p:grpSpPr>
        <p:sp>
          <p:nvSpPr>
            <p:cNvPr id="1186" name="Google Shape;1186;p20"/>
            <p:cNvSpPr/>
            <p:nvPr/>
          </p:nvSpPr>
          <p:spPr>
            <a:xfrm>
              <a:off x="2902325" y="2072636"/>
              <a:ext cx="187941" cy="84772"/>
            </a:xfrm>
            <a:custGeom>
              <a:avLst/>
              <a:gdLst/>
              <a:ahLst/>
              <a:cxnLst/>
              <a:rect l="l" t="t" r="r" b="b"/>
              <a:pathLst>
                <a:path w="2217" h="1000" extrusionOk="0">
                  <a:moveTo>
                    <a:pt x="157" y="0"/>
                  </a:moveTo>
                  <a:lnTo>
                    <a:pt x="0" y="1000"/>
                  </a:lnTo>
                  <a:lnTo>
                    <a:pt x="2216" y="1000"/>
                  </a:lnTo>
                  <a:lnTo>
                    <a:pt x="20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20"/>
            <p:cNvSpPr/>
            <p:nvPr/>
          </p:nvSpPr>
          <p:spPr>
            <a:xfrm>
              <a:off x="2902325" y="2157322"/>
              <a:ext cx="187347" cy="86214"/>
            </a:xfrm>
            <a:custGeom>
              <a:avLst/>
              <a:gdLst/>
              <a:ahLst/>
              <a:cxnLst/>
              <a:rect l="l" t="t" r="r" b="b"/>
              <a:pathLst>
                <a:path w="2210" h="1017" extrusionOk="0">
                  <a:moveTo>
                    <a:pt x="0" y="1"/>
                  </a:moveTo>
                  <a:lnTo>
                    <a:pt x="0" y="1016"/>
                  </a:lnTo>
                  <a:lnTo>
                    <a:pt x="2209" y="1016"/>
                  </a:lnTo>
                  <a:lnTo>
                    <a:pt x="2209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20"/>
            <p:cNvSpPr/>
            <p:nvPr/>
          </p:nvSpPr>
          <p:spPr>
            <a:xfrm>
              <a:off x="2936827" y="2187501"/>
              <a:ext cx="18904" cy="28399"/>
            </a:xfrm>
            <a:custGeom>
              <a:avLst/>
              <a:gdLst/>
              <a:ahLst/>
              <a:cxnLst/>
              <a:rect l="l" t="t" r="r" b="b"/>
              <a:pathLst>
                <a:path w="223" h="335" extrusionOk="0">
                  <a:moveTo>
                    <a:pt x="8" y="0"/>
                  </a:moveTo>
                  <a:lnTo>
                    <a:pt x="1" y="16"/>
                  </a:lnTo>
                  <a:lnTo>
                    <a:pt x="216" y="335"/>
                  </a:lnTo>
                  <a:lnTo>
                    <a:pt x="223" y="32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0"/>
            <p:cNvSpPr/>
            <p:nvPr/>
          </p:nvSpPr>
          <p:spPr>
            <a:xfrm>
              <a:off x="2936827" y="2187501"/>
              <a:ext cx="18904" cy="28399"/>
            </a:xfrm>
            <a:custGeom>
              <a:avLst/>
              <a:gdLst/>
              <a:ahLst/>
              <a:cxnLst/>
              <a:rect l="l" t="t" r="r" b="b"/>
              <a:pathLst>
                <a:path w="223" h="335" extrusionOk="0">
                  <a:moveTo>
                    <a:pt x="216" y="0"/>
                  </a:moveTo>
                  <a:lnTo>
                    <a:pt x="1" y="320"/>
                  </a:lnTo>
                  <a:lnTo>
                    <a:pt x="8" y="335"/>
                  </a:lnTo>
                  <a:lnTo>
                    <a:pt x="223" y="16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0"/>
            <p:cNvSpPr/>
            <p:nvPr/>
          </p:nvSpPr>
          <p:spPr>
            <a:xfrm>
              <a:off x="2936827" y="2187501"/>
              <a:ext cx="18904" cy="28399"/>
            </a:xfrm>
            <a:custGeom>
              <a:avLst/>
              <a:gdLst/>
              <a:ahLst/>
              <a:cxnLst/>
              <a:rect l="l" t="t" r="r" b="b"/>
              <a:pathLst>
                <a:path w="223" h="335" extrusionOk="0">
                  <a:moveTo>
                    <a:pt x="209" y="16"/>
                  </a:moveTo>
                  <a:lnTo>
                    <a:pt x="209" y="320"/>
                  </a:lnTo>
                  <a:lnTo>
                    <a:pt x="17" y="320"/>
                  </a:lnTo>
                  <a:lnTo>
                    <a:pt x="17" y="16"/>
                  </a:lnTo>
                  <a:close/>
                  <a:moveTo>
                    <a:pt x="1" y="0"/>
                  </a:moveTo>
                  <a:lnTo>
                    <a:pt x="1" y="335"/>
                  </a:lnTo>
                  <a:lnTo>
                    <a:pt x="223" y="335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0"/>
            <p:cNvSpPr/>
            <p:nvPr/>
          </p:nvSpPr>
          <p:spPr>
            <a:xfrm>
              <a:off x="2936827" y="2214628"/>
              <a:ext cx="18904" cy="28229"/>
            </a:xfrm>
            <a:custGeom>
              <a:avLst/>
              <a:gdLst/>
              <a:ahLst/>
              <a:cxnLst/>
              <a:rect l="l" t="t" r="r" b="b"/>
              <a:pathLst>
                <a:path w="223" h="333" extrusionOk="0">
                  <a:moveTo>
                    <a:pt x="8" y="0"/>
                  </a:moveTo>
                  <a:lnTo>
                    <a:pt x="1" y="15"/>
                  </a:lnTo>
                  <a:lnTo>
                    <a:pt x="216" y="333"/>
                  </a:lnTo>
                  <a:lnTo>
                    <a:pt x="223" y="31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20"/>
            <p:cNvSpPr/>
            <p:nvPr/>
          </p:nvSpPr>
          <p:spPr>
            <a:xfrm>
              <a:off x="2936827" y="2214628"/>
              <a:ext cx="18904" cy="28229"/>
            </a:xfrm>
            <a:custGeom>
              <a:avLst/>
              <a:gdLst/>
              <a:ahLst/>
              <a:cxnLst/>
              <a:rect l="l" t="t" r="r" b="b"/>
              <a:pathLst>
                <a:path w="223" h="333" extrusionOk="0">
                  <a:moveTo>
                    <a:pt x="216" y="0"/>
                  </a:moveTo>
                  <a:lnTo>
                    <a:pt x="1" y="319"/>
                  </a:lnTo>
                  <a:lnTo>
                    <a:pt x="8" y="333"/>
                  </a:lnTo>
                  <a:lnTo>
                    <a:pt x="223" y="1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20"/>
            <p:cNvSpPr/>
            <p:nvPr/>
          </p:nvSpPr>
          <p:spPr>
            <a:xfrm>
              <a:off x="2936827" y="2214628"/>
              <a:ext cx="18904" cy="28229"/>
            </a:xfrm>
            <a:custGeom>
              <a:avLst/>
              <a:gdLst/>
              <a:ahLst/>
              <a:cxnLst/>
              <a:rect l="l" t="t" r="r" b="b"/>
              <a:pathLst>
                <a:path w="223" h="333" extrusionOk="0">
                  <a:moveTo>
                    <a:pt x="209" y="15"/>
                  </a:moveTo>
                  <a:lnTo>
                    <a:pt x="209" y="319"/>
                  </a:lnTo>
                  <a:lnTo>
                    <a:pt x="17" y="319"/>
                  </a:lnTo>
                  <a:lnTo>
                    <a:pt x="17" y="15"/>
                  </a:lnTo>
                  <a:close/>
                  <a:moveTo>
                    <a:pt x="1" y="0"/>
                  </a:moveTo>
                  <a:lnTo>
                    <a:pt x="1" y="333"/>
                  </a:lnTo>
                  <a:lnTo>
                    <a:pt x="223" y="333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0"/>
            <p:cNvSpPr/>
            <p:nvPr/>
          </p:nvSpPr>
          <p:spPr>
            <a:xfrm>
              <a:off x="2954459" y="2187501"/>
              <a:ext cx="18989" cy="28399"/>
            </a:xfrm>
            <a:custGeom>
              <a:avLst/>
              <a:gdLst/>
              <a:ahLst/>
              <a:cxnLst/>
              <a:rect l="l" t="t" r="r" b="b"/>
              <a:pathLst>
                <a:path w="224" h="335" extrusionOk="0">
                  <a:moveTo>
                    <a:pt x="15" y="0"/>
                  </a:moveTo>
                  <a:lnTo>
                    <a:pt x="1" y="16"/>
                  </a:lnTo>
                  <a:lnTo>
                    <a:pt x="216" y="335"/>
                  </a:lnTo>
                  <a:lnTo>
                    <a:pt x="223" y="32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0"/>
            <p:cNvSpPr/>
            <p:nvPr/>
          </p:nvSpPr>
          <p:spPr>
            <a:xfrm>
              <a:off x="2954459" y="2187501"/>
              <a:ext cx="18989" cy="28399"/>
            </a:xfrm>
            <a:custGeom>
              <a:avLst/>
              <a:gdLst/>
              <a:ahLst/>
              <a:cxnLst/>
              <a:rect l="l" t="t" r="r" b="b"/>
              <a:pathLst>
                <a:path w="224" h="335" extrusionOk="0">
                  <a:moveTo>
                    <a:pt x="216" y="0"/>
                  </a:moveTo>
                  <a:lnTo>
                    <a:pt x="1" y="320"/>
                  </a:lnTo>
                  <a:lnTo>
                    <a:pt x="15" y="335"/>
                  </a:lnTo>
                  <a:lnTo>
                    <a:pt x="223" y="16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0"/>
            <p:cNvSpPr/>
            <p:nvPr/>
          </p:nvSpPr>
          <p:spPr>
            <a:xfrm>
              <a:off x="2954459" y="2187501"/>
              <a:ext cx="19582" cy="28399"/>
            </a:xfrm>
            <a:custGeom>
              <a:avLst/>
              <a:gdLst/>
              <a:ahLst/>
              <a:cxnLst/>
              <a:rect l="l" t="t" r="r" b="b"/>
              <a:pathLst>
                <a:path w="231" h="335" extrusionOk="0">
                  <a:moveTo>
                    <a:pt x="216" y="16"/>
                  </a:moveTo>
                  <a:lnTo>
                    <a:pt x="216" y="320"/>
                  </a:lnTo>
                  <a:lnTo>
                    <a:pt x="15" y="320"/>
                  </a:lnTo>
                  <a:lnTo>
                    <a:pt x="15" y="16"/>
                  </a:lnTo>
                  <a:close/>
                  <a:moveTo>
                    <a:pt x="1" y="0"/>
                  </a:moveTo>
                  <a:lnTo>
                    <a:pt x="1" y="335"/>
                  </a:lnTo>
                  <a:lnTo>
                    <a:pt x="230" y="335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0"/>
            <p:cNvSpPr/>
            <p:nvPr/>
          </p:nvSpPr>
          <p:spPr>
            <a:xfrm>
              <a:off x="2954459" y="2214628"/>
              <a:ext cx="18989" cy="28229"/>
            </a:xfrm>
            <a:custGeom>
              <a:avLst/>
              <a:gdLst/>
              <a:ahLst/>
              <a:cxnLst/>
              <a:rect l="l" t="t" r="r" b="b"/>
              <a:pathLst>
                <a:path w="224" h="333" extrusionOk="0">
                  <a:moveTo>
                    <a:pt x="15" y="0"/>
                  </a:moveTo>
                  <a:lnTo>
                    <a:pt x="1" y="15"/>
                  </a:lnTo>
                  <a:lnTo>
                    <a:pt x="216" y="333"/>
                  </a:lnTo>
                  <a:lnTo>
                    <a:pt x="223" y="31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0"/>
            <p:cNvSpPr/>
            <p:nvPr/>
          </p:nvSpPr>
          <p:spPr>
            <a:xfrm>
              <a:off x="2954459" y="2214628"/>
              <a:ext cx="18989" cy="28229"/>
            </a:xfrm>
            <a:custGeom>
              <a:avLst/>
              <a:gdLst/>
              <a:ahLst/>
              <a:cxnLst/>
              <a:rect l="l" t="t" r="r" b="b"/>
              <a:pathLst>
                <a:path w="224" h="333" extrusionOk="0">
                  <a:moveTo>
                    <a:pt x="216" y="0"/>
                  </a:moveTo>
                  <a:lnTo>
                    <a:pt x="1" y="319"/>
                  </a:lnTo>
                  <a:lnTo>
                    <a:pt x="15" y="333"/>
                  </a:lnTo>
                  <a:lnTo>
                    <a:pt x="223" y="1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0"/>
            <p:cNvSpPr/>
            <p:nvPr/>
          </p:nvSpPr>
          <p:spPr>
            <a:xfrm>
              <a:off x="2954459" y="2214628"/>
              <a:ext cx="19582" cy="28229"/>
            </a:xfrm>
            <a:custGeom>
              <a:avLst/>
              <a:gdLst/>
              <a:ahLst/>
              <a:cxnLst/>
              <a:rect l="l" t="t" r="r" b="b"/>
              <a:pathLst>
                <a:path w="231" h="333" extrusionOk="0">
                  <a:moveTo>
                    <a:pt x="216" y="15"/>
                  </a:moveTo>
                  <a:lnTo>
                    <a:pt x="216" y="319"/>
                  </a:lnTo>
                  <a:lnTo>
                    <a:pt x="15" y="319"/>
                  </a:lnTo>
                  <a:lnTo>
                    <a:pt x="15" y="15"/>
                  </a:lnTo>
                  <a:close/>
                  <a:moveTo>
                    <a:pt x="1" y="0"/>
                  </a:moveTo>
                  <a:lnTo>
                    <a:pt x="1" y="333"/>
                  </a:lnTo>
                  <a:lnTo>
                    <a:pt x="230" y="333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0"/>
            <p:cNvSpPr/>
            <p:nvPr/>
          </p:nvSpPr>
          <p:spPr>
            <a:xfrm>
              <a:off x="3018547" y="2187501"/>
              <a:ext cx="18904" cy="28399"/>
            </a:xfrm>
            <a:custGeom>
              <a:avLst/>
              <a:gdLst/>
              <a:ahLst/>
              <a:cxnLst/>
              <a:rect l="l" t="t" r="r" b="b"/>
              <a:pathLst>
                <a:path w="223" h="335" extrusionOk="0">
                  <a:moveTo>
                    <a:pt x="8" y="0"/>
                  </a:moveTo>
                  <a:lnTo>
                    <a:pt x="1" y="16"/>
                  </a:lnTo>
                  <a:lnTo>
                    <a:pt x="216" y="335"/>
                  </a:lnTo>
                  <a:lnTo>
                    <a:pt x="223" y="32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0"/>
            <p:cNvSpPr/>
            <p:nvPr/>
          </p:nvSpPr>
          <p:spPr>
            <a:xfrm>
              <a:off x="3018547" y="2187501"/>
              <a:ext cx="18904" cy="28399"/>
            </a:xfrm>
            <a:custGeom>
              <a:avLst/>
              <a:gdLst/>
              <a:ahLst/>
              <a:cxnLst/>
              <a:rect l="l" t="t" r="r" b="b"/>
              <a:pathLst>
                <a:path w="223" h="335" extrusionOk="0">
                  <a:moveTo>
                    <a:pt x="216" y="0"/>
                  </a:moveTo>
                  <a:lnTo>
                    <a:pt x="1" y="320"/>
                  </a:lnTo>
                  <a:lnTo>
                    <a:pt x="8" y="335"/>
                  </a:lnTo>
                  <a:lnTo>
                    <a:pt x="223" y="16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0"/>
            <p:cNvSpPr/>
            <p:nvPr/>
          </p:nvSpPr>
          <p:spPr>
            <a:xfrm>
              <a:off x="3018547" y="2187501"/>
              <a:ext cx="18904" cy="28399"/>
            </a:xfrm>
            <a:custGeom>
              <a:avLst/>
              <a:gdLst/>
              <a:ahLst/>
              <a:cxnLst/>
              <a:rect l="l" t="t" r="r" b="b"/>
              <a:pathLst>
                <a:path w="223" h="335" extrusionOk="0">
                  <a:moveTo>
                    <a:pt x="209" y="16"/>
                  </a:moveTo>
                  <a:lnTo>
                    <a:pt x="209" y="320"/>
                  </a:lnTo>
                  <a:lnTo>
                    <a:pt x="15" y="320"/>
                  </a:lnTo>
                  <a:lnTo>
                    <a:pt x="15" y="16"/>
                  </a:lnTo>
                  <a:close/>
                  <a:moveTo>
                    <a:pt x="1" y="0"/>
                  </a:moveTo>
                  <a:lnTo>
                    <a:pt x="1" y="335"/>
                  </a:lnTo>
                  <a:lnTo>
                    <a:pt x="223" y="335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0"/>
            <p:cNvSpPr/>
            <p:nvPr/>
          </p:nvSpPr>
          <p:spPr>
            <a:xfrm>
              <a:off x="3018547" y="2214628"/>
              <a:ext cx="18904" cy="28229"/>
            </a:xfrm>
            <a:custGeom>
              <a:avLst/>
              <a:gdLst/>
              <a:ahLst/>
              <a:cxnLst/>
              <a:rect l="l" t="t" r="r" b="b"/>
              <a:pathLst>
                <a:path w="223" h="333" extrusionOk="0">
                  <a:moveTo>
                    <a:pt x="8" y="0"/>
                  </a:moveTo>
                  <a:lnTo>
                    <a:pt x="1" y="15"/>
                  </a:lnTo>
                  <a:lnTo>
                    <a:pt x="216" y="333"/>
                  </a:lnTo>
                  <a:lnTo>
                    <a:pt x="223" y="31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0"/>
            <p:cNvSpPr/>
            <p:nvPr/>
          </p:nvSpPr>
          <p:spPr>
            <a:xfrm>
              <a:off x="3018547" y="2214628"/>
              <a:ext cx="18904" cy="28229"/>
            </a:xfrm>
            <a:custGeom>
              <a:avLst/>
              <a:gdLst/>
              <a:ahLst/>
              <a:cxnLst/>
              <a:rect l="l" t="t" r="r" b="b"/>
              <a:pathLst>
                <a:path w="223" h="333" extrusionOk="0">
                  <a:moveTo>
                    <a:pt x="216" y="0"/>
                  </a:moveTo>
                  <a:lnTo>
                    <a:pt x="1" y="319"/>
                  </a:lnTo>
                  <a:lnTo>
                    <a:pt x="8" y="333"/>
                  </a:lnTo>
                  <a:lnTo>
                    <a:pt x="223" y="1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0"/>
            <p:cNvSpPr/>
            <p:nvPr/>
          </p:nvSpPr>
          <p:spPr>
            <a:xfrm>
              <a:off x="3018547" y="2214628"/>
              <a:ext cx="18904" cy="28229"/>
            </a:xfrm>
            <a:custGeom>
              <a:avLst/>
              <a:gdLst/>
              <a:ahLst/>
              <a:cxnLst/>
              <a:rect l="l" t="t" r="r" b="b"/>
              <a:pathLst>
                <a:path w="223" h="333" extrusionOk="0">
                  <a:moveTo>
                    <a:pt x="209" y="15"/>
                  </a:moveTo>
                  <a:lnTo>
                    <a:pt x="209" y="319"/>
                  </a:lnTo>
                  <a:lnTo>
                    <a:pt x="15" y="319"/>
                  </a:lnTo>
                  <a:lnTo>
                    <a:pt x="15" y="15"/>
                  </a:lnTo>
                  <a:close/>
                  <a:moveTo>
                    <a:pt x="1" y="0"/>
                  </a:moveTo>
                  <a:lnTo>
                    <a:pt x="1" y="333"/>
                  </a:lnTo>
                  <a:lnTo>
                    <a:pt x="223" y="333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0"/>
            <p:cNvSpPr/>
            <p:nvPr/>
          </p:nvSpPr>
          <p:spPr>
            <a:xfrm>
              <a:off x="3036179" y="2187501"/>
              <a:ext cx="18904" cy="28399"/>
            </a:xfrm>
            <a:custGeom>
              <a:avLst/>
              <a:gdLst/>
              <a:ahLst/>
              <a:cxnLst/>
              <a:rect l="l" t="t" r="r" b="b"/>
              <a:pathLst>
                <a:path w="223" h="335" extrusionOk="0">
                  <a:moveTo>
                    <a:pt x="15" y="0"/>
                  </a:moveTo>
                  <a:lnTo>
                    <a:pt x="1" y="16"/>
                  </a:lnTo>
                  <a:lnTo>
                    <a:pt x="214" y="335"/>
                  </a:lnTo>
                  <a:lnTo>
                    <a:pt x="223" y="32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0"/>
            <p:cNvSpPr/>
            <p:nvPr/>
          </p:nvSpPr>
          <p:spPr>
            <a:xfrm>
              <a:off x="3036179" y="2187501"/>
              <a:ext cx="18904" cy="28399"/>
            </a:xfrm>
            <a:custGeom>
              <a:avLst/>
              <a:gdLst/>
              <a:ahLst/>
              <a:cxnLst/>
              <a:rect l="l" t="t" r="r" b="b"/>
              <a:pathLst>
                <a:path w="223" h="335" extrusionOk="0">
                  <a:moveTo>
                    <a:pt x="214" y="0"/>
                  </a:moveTo>
                  <a:lnTo>
                    <a:pt x="1" y="320"/>
                  </a:lnTo>
                  <a:lnTo>
                    <a:pt x="15" y="335"/>
                  </a:lnTo>
                  <a:lnTo>
                    <a:pt x="223" y="16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20"/>
            <p:cNvSpPr/>
            <p:nvPr/>
          </p:nvSpPr>
          <p:spPr>
            <a:xfrm>
              <a:off x="3036179" y="2187501"/>
              <a:ext cx="19498" cy="28399"/>
            </a:xfrm>
            <a:custGeom>
              <a:avLst/>
              <a:gdLst/>
              <a:ahLst/>
              <a:cxnLst/>
              <a:rect l="l" t="t" r="r" b="b"/>
              <a:pathLst>
                <a:path w="230" h="335" extrusionOk="0">
                  <a:moveTo>
                    <a:pt x="214" y="16"/>
                  </a:moveTo>
                  <a:lnTo>
                    <a:pt x="214" y="320"/>
                  </a:lnTo>
                  <a:lnTo>
                    <a:pt x="15" y="320"/>
                  </a:lnTo>
                  <a:lnTo>
                    <a:pt x="15" y="16"/>
                  </a:lnTo>
                  <a:close/>
                  <a:moveTo>
                    <a:pt x="1" y="0"/>
                  </a:moveTo>
                  <a:lnTo>
                    <a:pt x="1" y="335"/>
                  </a:lnTo>
                  <a:lnTo>
                    <a:pt x="230" y="335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20"/>
            <p:cNvSpPr/>
            <p:nvPr/>
          </p:nvSpPr>
          <p:spPr>
            <a:xfrm>
              <a:off x="3036179" y="2214628"/>
              <a:ext cx="18904" cy="28229"/>
            </a:xfrm>
            <a:custGeom>
              <a:avLst/>
              <a:gdLst/>
              <a:ahLst/>
              <a:cxnLst/>
              <a:rect l="l" t="t" r="r" b="b"/>
              <a:pathLst>
                <a:path w="223" h="333" extrusionOk="0">
                  <a:moveTo>
                    <a:pt x="15" y="0"/>
                  </a:moveTo>
                  <a:lnTo>
                    <a:pt x="1" y="15"/>
                  </a:lnTo>
                  <a:lnTo>
                    <a:pt x="214" y="333"/>
                  </a:lnTo>
                  <a:lnTo>
                    <a:pt x="223" y="31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0"/>
            <p:cNvSpPr/>
            <p:nvPr/>
          </p:nvSpPr>
          <p:spPr>
            <a:xfrm>
              <a:off x="3036179" y="2214628"/>
              <a:ext cx="18904" cy="28229"/>
            </a:xfrm>
            <a:custGeom>
              <a:avLst/>
              <a:gdLst/>
              <a:ahLst/>
              <a:cxnLst/>
              <a:rect l="l" t="t" r="r" b="b"/>
              <a:pathLst>
                <a:path w="223" h="333" extrusionOk="0">
                  <a:moveTo>
                    <a:pt x="214" y="0"/>
                  </a:moveTo>
                  <a:lnTo>
                    <a:pt x="1" y="319"/>
                  </a:lnTo>
                  <a:lnTo>
                    <a:pt x="15" y="333"/>
                  </a:lnTo>
                  <a:lnTo>
                    <a:pt x="223" y="15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0"/>
            <p:cNvSpPr/>
            <p:nvPr/>
          </p:nvSpPr>
          <p:spPr>
            <a:xfrm>
              <a:off x="3036179" y="2214628"/>
              <a:ext cx="19498" cy="28229"/>
            </a:xfrm>
            <a:custGeom>
              <a:avLst/>
              <a:gdLst/>
              <a:ahLst/>
              <a:cxnLst/>
              <a:rect l="l" t="t" r="r" b="b"/>
              <a:pathLst>
                <a:path w="230" h="333" extrusionOk="0">
                  <a:moveTo>
                    <a:pt x="214" y="15"/>
                  </a:moveTo>
                  <a:lnTo>
                    <a:pt x="214" y="319"/>
                  </a:lnTo>
                  <a:lnTo>
                    <a:pt x="15" y="319"/>
                  </a:lnTo>
                  <a:lnTo>
                    <a:pt x="15" y="15"/>
                  </a:lnTo>
                  <a:close/>
                  <a:moveTo>
                    <a:pt x="1" y="0"/>
                  </a:moveTo>
                  <a:lnTo>
                    <a:pt x="1" y="333"/>
                  </a:lnTo>
                  <a:lnTo>
                    <a:pt x="230" y="333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14" name="Google Shape;1214;p21"/>
          <p:cNvSpPr txBox="1">
            <a:spLocks noGrp="1"/>
          </p:cNvSpPr>
          <p:nvPr>
            <p:ph type="subTitle" idx="1"/>
          </p:nvPr>
        </p:nvSpPr>
        <p:spPr>
          <a:xfrm>
            <a:off x="896113" y="3121328"/>
            <a:ext cx="22860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5" name="Google Shape;1215;p21"/>
          <p:cNvSpPr txBox="1">
            <a:spLocks noGrp="1"/>
          </p:cNvSpPr>
          <p:nvPr>
            <p:ph type="subTitle" idx="2"/>
          </p:nvPr>
        </p:nvSpPr>
        <p:spPr>
          <a:xfrm>
            <a:off x="3429000" y="3121328"/>
            <a:ext cx="22860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6" name="Google Shape;1216;p21"/>
          <p:cNvSpPr txBox="1">
            <a:spLocks noGrp="1"/>
          </p:cNvSpPr>
          <p:nvPr>
            <p:ph type="subTitle" idx="3"/>
          </p:nvPr>
        </p:nvSpPr>
        <p:spPr>
          <a:xfrm>
            <a:off x="5961887" y="3121328"/>
            <a:ext cx="22860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7" name="Google Shape;1217;p21"/>
          <p:cNvSpPr txBox="1">
            <a:spLocks noGrp="1"/>
          </p:cNvSpPr>
          <p:nvPr>
            <p:ph type="subTitle" idx="4"/>
          </p:nvPr>
        </p:nvSpPr>
        <p:spPr>
          <a:xfrm>
            <a:off x="896113" y="2841126"/>
            <a:ext cx="22860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18" name="Google Shape;1218;p21"/>
          <p:cNvSpPr txBox="1">
            <a:spLocks noGrp="1"/>
          </p:cNvSpPr>
          <p:nvPr>
            <p:ph type="subTitle" idx="5"/>
          </p:nvPr>
        </p:nvSpPr>
        <p:spPr>
          <a:xfrm>
            <a:off x="3429000" y="2841126"/>
            <a:ext cx="22860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19" name="Google Shape;1219;p21"/>
          <p:cNvSpPr txBox="1">
            <a:spLocks noGrp="1"/>
          </p:cNvSpPr>
          <p:nvPr>
            <p:ph type="subTitle" idx="6"/>
          </p:nvPr>
        </p:nvSpPr>
        <p:spPr>
          <a:xfrm>
            <a:off x="5961887" y="2841126"/>
            <a:ext cx="22860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20" name="Google Shape;1220;p21"/>
          <p:cNvSpPr/>
          <p:nvPr/>
        </p:nvSpPr>
        <p:spPr>
          <a:xfrm flipH="1">
            <a:off x="-178050" y="4938645"/>
            <a:ext cx="1520100" cy="4617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1" name="Google Shape;1221;p21"/>
          <p:cNvGrpSpPr/>
          <p:nvPr/>
        </p:nvGrpSpPr>
        <p:grpSpPr>
          <a:xfrm>
            <a:off x="1443774" y="4938638"/>
            <a:ext cx="2749703" cy="122913"/>
            <a:chOff x="5024149" y="4918613"/>
            <a:chExt cx="2749703" cy="122913"/>
          </a:xfrm>
        </p:grpSpPr>
        <p:sp>
          <p:nvSpPr>
            <p:cNvPr id="1222" name="Google Shape;1222;p21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1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1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1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21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21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21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1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1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21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1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1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1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1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1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1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1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1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1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1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1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1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1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1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1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1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1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21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21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1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2" name="Google Shape;1252;p21"/>
          <p:cNvSpPr/>
          <p:nvPr/>
        </p:nvSpPr>
        <p:spPr>
          <a:xfrm>
            <a:off x="160625" y="4640920"/>
            <a:ext cx="548665" cy="305245"/>
          </a:xfrm>
          <a:custGeom>
            <a:avLst/>
            <a:gdLst/>
            <a:ahLst/>
            <a:cxnLst/>
            <a:rect l="l" t="t" r="r" b="b"/>
            <a:pathLst>
              <a:path w="14412" h="8018" extrusionOk="0">
                <a:moveTo>
                  <a:pt x="8469" y="0"/>
                </a:moveTo>
                <a:cubicBezTo>
                  <a:pt x="8269" y="0"/>
                  <a:pt x="8106" y="171"/>
                  <a:pt x="8106" y="370"/>
                </a:cubicBezTo>
                <a:lnTo>
                  <a:pt x="8106" y="1675"/>
                </a:lnTo>
                <a:cubicBezTo>
                  <a:pt x="8106" y="1875"/>
                  <a:pt x="7935" y="2038"/>
                  <a:pt x="7736" y="2038"/>
                </a:cubicBezTo>
                <a:cubicBezTo>
                  <a:pt x="7542" y="2038"/>
                  <a:pt x="7387" y="1891"/>
                  <a:pt x="7371" y="1704"/>
                </a:cubicBezTo>
                <a:lnTo>
                  <a:pt x="7371" y="1037"/>
                </a:lnTo>
                <a:cubicBezTo>
                  <a:pt x="7371" y="838"/>
                  <a:pt x="7210" y="667"/>
                  <a:pt x="7009" y="667"/>
                </a:cubicBezTo>
                <a:cubicBezTo>
                  <a:pt x="6802" y="667"/>
                  <a:pt x="6639" y="838"/>
                  <a:pt x="6639" y="1037"/>
                </a:cubicBezTo>
                <a:lnTo>
                  <a:pt x="6639" y="1809"/>
                </a:lnTo>
                <a:cubicBezTo>
                  <a:pt x="6639" y="2015"/>
                  <a:pt x="6475" y="2179"/>
                  <a:pt x="6276" y="2179"/>
                </a:cubicBezTo>
                <a:cubicBezTo>
                  <a:pt x="6068" y="2179"/>
                  <a:pt x="5904" y="2015"/>
                  <a:pt x="5904" y="1809"/>
                </a:cubicBezTo>
                <a:lnTo>
                  <a:pt x="5904" y="601"/>
                </a:lnTo>
                <a:cubicBezTo>
                  <a:pt x="5904" y="393"/>
                  <a:pt x="5742" y="230"/>
                  <a:pt x="5534" y="230"/>
                </a:cubicBezTo>
                <a:cubicBezTo>
                  <a:pt x="5408" y="230"/>
                  <a:pt x="5298" y="297"/>
                  <a:pt x="5237" y="393"/>
                </a:cubicBezTo>
                <a:cubicBezTo>
                  <a:pt x="5193" y="452"/>
                  <a:pt x="5172" y="519"/>
                  <a:pt x="5172" y="601"/>
                </a:cubicBezTo>
                <a:lnTo>
                  <a:pt x="5172" y="993"/>
                </a:lnTo>
                <a:cubicBezTo>
                  <a:pt x="5172" y="1179"/>
                  <a:pt x="5015" y="1334"/>
                  <a:pt x="4830" y="1334"/>
                </a:cubicBezTo>
                <a:lnTo>
                  <a:pt x="4802" y="1334"/>
                </a:lnTo>
                <a:cubicBezTo>
                  <a:pt x="4631" y="1334"/>
                  <a:pt x="4490" y="1201"/>
                  <a:pt x="4467" y="1037"/>
                </a:cubicBezTo>
                <a:lnTo>
                  <a:pt x="288" y="6959"/>
                </a:lnTo>
                <a:cubicBezTo>
                  <a:pt x="0" y="7366"/>
                  <a:pt x="237" y="7982"/>
                  <a:pt x="711" y="8010"/>
                </a:cubicBezTo>
                <a:cubicBezTo>
                  <a:pt x="726" y="8017"/>
                  <a:pt x="740" y="8017"/>
                  <a:pt x="756" y="8017"/>
                </a:cubicBezTo>
                <a:lnTo>
                  <a:pt x="13656" y="8017"/>
                </a:lnTo>
                <a:cubicBezTo>
                  <a:pt x="13670" y="8017"/>
                  <a:pt x="13685" y="8017"/>
                  <a:pt x="13701" y="8010"/>
                </a:cubicBezTo>
                <a:cubicBezTo>
                  <a:pt x="14174" y="7982"/>
                  <a:pt x="14412" y="7366"/>
                  <a:pt x="14122" y="6959"/>
                </a:cubicBezTo>
                <a:lnTo>
                  <a:pt x="9550" y="527"/>
                </a:lnTo>
                <a:lnTo>
                  <a:pt x="9550" y="1341"/>
                </a:lnTo>
                <a:cubicBezTo>
                  <a:pt x="9550" y="1526"/>
                  <a:pt x="9395" y="1683"/>
                  <a:pt x="9210" y="1683"/>
                </a:cubicBezTo>
                <a:lnTo>
                  <a:pt x="9180" y="1683"/>
                </a:lnTo>
                <a:cubicBezTo>
                  <a:pt x="8988" y="1683"/>
                  <a:pt x="8839" y="1526"/>
                  <a:pt x="8839" y="1341"/>
                </a:cubicBezTo>
                <a:lnTo>
                  <a:pt x="8839" y="393"/>
                </a:lnTo>
                <a:lnTo>
                  <a:pt x="8839" y="370"/>
                </a:lnTo>
                <a:cubicBezTo>
                  <a:pt x="8839" y="171"/>
                  <a:pt x="8670" y="0"/>
                  <a:pt x="846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3" name="Google Shape;1253;p21"/>
          <p:cNvSpPr/>
          <p:nvPr/>
        </p:nvSpPr>
        <p:spPr>
          <a:xfrm>
            <a:off x="324436" y="4573766"/>
            <a:ext cx="199753" cy="150110"/>
          </a:xfrm>
          <a:custGeom>
            <a:avLst/>
            <a:gdLst/>
            <a:ahLst/>
            <a:cxnLst/>
            <a:rect l="l" t="t" r="r" b="b"/>
            <a:pathLst>
              <a:path w="5247" h="3943" extrusionOk="0">
                <a:moveTo>
                  <a:pt x="2891" y="0"/>
                </a:moveTo>
                <a:cubicBezTo>
                  <a:pt x="2418" y="0"/>
                  <a:pt x="1973" y="238"/>
                  <a:pt x="1683" y="646"/>
                </a:cubicBezTo>
                <a:lnTo>
                  <a:pt x="890" y="1771"/>
                </a:lnTo>
                <a:lnTo>
                  <a:pt x="890" y="1764"/>
                </a:lnTo>
                <a:lnTo>
                  <a:pt x="165" y="2804"/>
                </a:lnTo>
                <a:lnTo>
                  <a:pt x="165" y="2804"/>
                </a:lnTo>
                <a:cubicBezTo>
                  <a:pt x="165" y="2803"/>
                  <a:pt x="164" y="2802"/>
                  <a:pt x="164" y="2801"/>
                </a:cubicBezTo>
                <a:lnTo>
                  <a:pt x="1" y="3039"/>
                </a:lnTo>
                <a:lnTo>
                  <a:pt x="1" y="3039"/>
                </a:lnTo>
                <a:lnTo>
                  <a:pt x="165" y="2804"/>
                </a:lnTo>
                <a:lnTo>
                  <a:pt x="165" y="2804"/>
                </a:lnTo>
                <a:cubicBezTo>
                  <a:pt x="189" y="2966"/>
                  <a:pt x="329" y="3091"/>
                  <a:pt x="499" y="3091"/>
                </a:cubicBezTo>
                <a:lnTo>
                  <a:pt x="534" y="3091"/>
                </a:lnTo>
                <a:cubicBezTo>
                  <a:pt x="721" y="3091"/>
                  <a:pt x="876" y="2943"/>
                  <a:pt x="876" y="2749"/>
                </a:cubicBezTo>
                <a:lnTo>
                  <a:pt x="876" y="2356"/>
                </a:lnTo>
                <a:cubicBezTo>
                  <a:pt x="876" y="2283"/>
                  <a:pt x="899" y="2209"/>
                  <a:pt x="934" y="2157"/>
                </a:cubicBezTo>
                <a:cubicBezTo>
                  <a:pt x="943" y="2143"/>
                  <a:pt x="957" y="2127"/>
                  <a:pt x="965" y="2120"/>
                </a:cubicBezTo>
                <a:cubicBezTo>
                  <a:pt x="972" y="2113"/>
                  <a:pt x="972" y="2106"/>
                  <a:pt x="979" y="2099"/>
                </a:cubicBezTo>
                <a:cubicBezTo>
                  <a:pt x="988" y="2090"/>
                  <a:pt x="1002" y="2083"/>
                  <a:pt x="1009" y="2075"/>
                </a:cubicBezTo>
                <a:cubicBezTo>
                  <a:pt x="1023" y="2068"/>
                  <a:pt x="1032" y="2054"/>
                  <a:pt x="1046" y="2045"/>
                </a:cubicBezTo>
                <a:cubicBezTo>
                  <a:pt x="1053" y="2045"/>
                  <a:pt x="1061" y="2038"/>
                  <a:pt x="1068" y="2038"/>
                </a:cubicBezTo>
                <a:cubicBezTo>
                  <a:pt x="1091" y="2024"/>
                  <a:pt x="1121" y="2017"/>
                  <a:pt x="1142" y="2010"/>
                </a:cubicBezTo>
                <a:cubicBezTo>
                  <a:pt x="1173" y="2001"/>
                  <a:pt x="1201" y="1994"/>
                  <a:pt x="1231" y="1994"/>
                </a:cubicBezTo>
                <a:cubicBezTo>
                  <a:pt x="1439" y="1994"/>
                  <a:pt x="1601" y="2157"/>
                  <a:pt x="1601" y="2365"/>
                </a:cubicBezTo>
                <a:lnTo>
                  <a:pt x="1601" y="3573"/>
                </a:lnTo>
                <a:cubicBezTo>
                  <a:pt x="1601" y="3779"/>
                  <a:pt x="1765" y="3943"/>
                  <a:pt x="1973" y="3943"/>
                </a:cubicBezTo>
                <a:cubicBezTo>
                  <a:pt x="2172" y="3943"/>
                  <a:pt x="2336" y="3779"/>
                  <a:pt x="2336" y="3573"/>
                </a:cubicBezTo>
                <a:lnTo>
                  <a:pt x="2336" y="2801"/>
                </a:lnTo>
                <a:cubicBezTo>
                  <a:pt x="2336" y="2602"/>
                  <a:pt x="2499" y="2431"/>
                  <a:pt x="2706" y="2431"/>
                </a:cubicBezTo>
                <a:cubicBezTo>
                  <a:pt x="2907" y="2431"/>
                  <a:pt x="3068" y="2602"/>
                  <a:pt x="3068" y="2801"/>
                </a:cubicBezTo>
                <a:lnTo>
                  <a:pt x="3068" y="3468"/>
                </a:lnTo>
                <a:cubicBezTo>
                  <a:pt x="3084" y="3655"/>
                  <a:pt x="3239" y="3802"/>
                  <a:pt x="3433" y="3802"/>
                </a:cubicBezTo>
                <a:cubicBezTo>
                  <a:pt x="3632" y="3802"/>
                  <a:pt x="3803" y="3639"/>
                  <a:pt x="3803" y="3439"/>
                </a:cubicBezTo>
                <a:lnTo>
                  <a:pt x="3803" y="2134"/>
                </a:lnTo>
                <a:cubicBezTo>
                  <a:pt x="3803" y="1935"/>
                  <a:pt x="3966" y="1764"/>
                  <a:pt x="4166" y="1764"/>
                </a:cubicBezTo>
                <a:cubicBezTo>
                  <a:pt x="4367" y="1764"/>
                  <a:pt x="4536" y="1935"/>
                  <a:pt x="4536" y="2134"/>
                </a:cubicBezTo>
                <a:lnTo>
                  <a:pt x="4536" y="2157"/>
                </a:lnTo>
                <a:lnTo>
                  <a:pt x="4536" y="3105"/>
                </a:lnTo>
                <a:cubicBezTo>
                  <a:pt x="4536" y="3290"/>
                  <a:pt x="4685" y="3447"/>
                  <a:pt x="4870" y="3447"/>
                </a:cubicBezTo>
                <a:lnTo>
                  <a:pt x="4907" y="3447"/>
                </a:lnTo>
                <a:cubicBezTo>
                  <a:pt x="5092" y="3447"/>
                  <a:pt x="5247" y="3290"/>
                  <a:pt x="5247" y="3105"/>
                </a:cubicBezTo>
                <a:lnTo>
                  <a:pt x="5247" y="2291"/>
                </a:lnTo>
                <a:lnTo>
                  <a:pt x="4062" y="631"/>
                </a:lnTo>
                <a:cubicBezTo>
                  <a:pt x="3780" y="231"/>
                  <a:pt x="3351" y="0"/>
                  <a:pt x="2891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4" name="Google Shape;1254;p21"/>
          <p:cNvGrpSpPr/>
          <p:nvPr/>
        </p:nvGrpSpPr>
        <p:grpSpPr>
          <a:xfrm>
            <a:off x="991815" y="4633387"/>
            <a:ext cx="274020" cy="305248"/>
            <a:chOff x="6354733" y="3914449"/>
            <a:chExt cx="375627" cy="418435"/>
          </a:xfrm>
        </p:grpSpPr>
        <p:sp>
          <p:nvSpPr>
            <p:cNvPr id="1255" name="Google Shape;1255;p21"/>
            <p:cNvSpPr/>
            <p:nvPr/>
          </p:nvSpPr>
          <p:spPr>
            <a:xfrm>
              <a:off x="6354733" y="3914449"/>
              <a:ext cx="375627" cy="365115"/>
            </a:xfrm>
            <a:custGeom>
              <a:avLst/>
              <a:gdLst/>
              <a:ahLst/>
              <a:cxnLst/>
              <a:rect l="l" t="t" r="r" b="b"/>
              <a:pathLst>
                <a:path w="4431" h="4307" extrusionOk="0">
                  <a:moveTo>
                    <a:pt x="2149" y="0"/>
                  </a:moveTo>
                  <a:cubicBezTo>
                    <a:pt x="2071" y="0"/>
                    <a:pt x="1994" y="21"/>
                    <a:pt x="1927" y="61"/>
                  </a:cubicBezTo>
                  <a:cubicBezTo>
                    <a:pt x="1438" y="366"/>
                    <a:pt x="1" y="4306"/>
                    <a:pt x="2149" y="4306"/>
                  </a:cubicBezTo>
                  <a:cubicBezTo>
                    <a:pt x="4431" y="4306"/>
                    <a:pt x="2868" y="366"/>
                    <a:pt x="2371" y="61"/>
                  </a:cubicBezTo>
                  <a:cubicBezTo>
                    <a:pt x="2305" y="21"/>
                    <a:pt x="2227" y="0"/>
                    <a:pt x="2149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1"/>
            <p:cNvSpPr/>
            <p:nvPr/>
          </p:nvSpPr>
          <p:spPr>
            <a:xfrm>
              <a:off x="6354733" y="3919536"/>
              <a:ext cx="182261" cy="360029"/>
            </a:xfrm>
            <a:custGeom>
              <a:avLst/>
              <a:gdLst/>
              <a:ahLst/>
              <a:cxnLst/>
              <a:rect l="l" t="t" r="r" b="b"/>
              <a:pathLst>
                <a:path w="2150" h="4247" extrusionOk="0">
                  <a:moveTo>
                    <a:pt x="1930" y="0"/>
                  </a:moveTo>
                  <a:lnTo>
                    <a:pt x="1930" y="0"/>
                  </a:lnTo>
                  <a:cubicBezTo>
                    <a:pt x="1929" y="0"/>
                    <a:pt x="1928" y="1"/>
                    <a:pt x="1927" y="1"/>
                  </a:cubicBezTo>
                  <a:cubicBezTo>
                    <a:pt x="1438" y="306"/>
                    <a:pt x="1" y="4246"/>
                    <a:pt x="2149" y="4246"/>
                  </a:cubicBezTo>
                  <a:cubicBezTo>
                    <a:pt x="2149" y="4246"/>
                    <a:pt x="1609" y="4202"/>
                    <a:pt x="1578" y="2662"/>
                  </a:cubicBezTo>
                  <a:cubicBezTo>
                    <a:pt x="1542" y="1142"/>
                    <a:pt x="1985" y="0"/>
                    <a:pt x="1930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1"/>
            <p:cNvSpPr/>
            <p:nvPr/>
          </p:nvSpPr>
          <p:spPr>
            <a:xfrm>
              <a:off x="6531143" y="4080262"/>
              <a:ext cx="26449" cy="252622"/>
            </a:xfrm>
            <a:custGeom>
              <a:avLst/>
              <a:gdLst/>
              <a:ahLst/>
              <a:cxnLst/>
              <a:rect l="l" t="t" r="r" b="b"/>
              <a:pathLst>
                <a:path w="312" h="2980" extrusionOk="0">
                  <a:moveTo>
                    <a:pt x="159" y="1"/>
                  </a:moveTo>
                  <a:cubicBezTo>
                    <a:pt x="158" y="1"/>
                    <a:pt x="157" y="5"/>
                    <a:pt x="157" y="17"/>
                  </a:cubicBezTo>
                  <a:lnTo>
                    <a:pt x="1" y="2980"/>
                  </a:lnTo>
                  <a:lnTo>
                    <a:pt x="312" y="2980"/>
                  </a:lnTo>
                  <a:cubicBezTo>
                    <a:pt x="305" y="1714"/>
                    <a:pt x="187" y="17"/>
                    <a:pt x="164" y="17"/>
                  </a:cubicBezTo>
                  <a:cubicBezTo>
                    <a:pt x="164" y="17"/>
                    <a:pt x="161" y="1"/>
                    <a:pt x="15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21"/>
            <p:cNvSpPr/>
            <p:nvPr/>
          </p:nvSpPr>
          <p:spPr>
            <a:xfrm>
              <a:off x="6473413" y="4169527"/>
              <a:ext cx="71124" cy="57900"/>
            </a:xfrm>
            <a:custGeom>
              <a:avLst/>
              <a:gdLst/>
              <a:ahLst/>
              <a:cxnLst/>
              <a:rect l="l" t="t" r="r" b="b"/>
              <a:pathLst>
                <a:path w="839" h="683" extrusionOk="0">
                  <a:moveTo>
                    <a:pt x="0" y="1"/>
                  </a:moveTo>
                  <a:lnTo>
                    <a:pt x="0" y="1"/>
                  </a:lnTo>
                  <a:cubicBezTo>
                    <a:pt x="404" y="662"/>
                    <a:pt x="782" y="682"/>
                    <a:pt x="826" y="682"/>
                  </a:cubicBezTo>
                  <a:cubicBezTo>
                    <a:pt x="829" y="682"/>
                    <a:pt x="831" y="682"/>
                    <a:pt x="831" y="682"/>
                  </a:cubicBezTo>
                  <a:lnTo>
                    <a:pt x="838" y="586"/>
                  </a:lnTo>
                  <a:lnTo>
                    <a:pt x="838" y="586"/>
                  </a:lnTo>
                  <a:cubicBezTo>
                    <a:pt x="838" y="586"/>
                    <a:pt x="830" y="592"/>
                    <a:pt x="807" y="592"/>
                  </a:cubicBezTo>
                  <a:cubicBezTo>
                    <a:pt x="757" y="592"/>
                    <a:pt x="639" y="564"/>
                    <a:pt x="386" y="387"/>
                  </a:cubicBezTo>
                  <a:cubicBezTo>
                    <a:pt x="164" y="230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1"/>
            <p:cNvSpPr/>
            <p:nvPr/>
          </p:nvSpPr>
          <p:spPr>
            <a:xfrm>
              <a:off x="6544452" y="4153929"/>
              <a:ext cx="60951" cy="49083"/>
            </a:xfrm>
            <a:custGeom>
              <a:avLst/>
              <a:gdLst/>
              <a:ahLst/>
              <a:cxnLst/>
              <a:rect l="l" t="t" r="r" b="b"/>
              <a:pathLst>
                <a:path w="719" h="579" extrusionOk="0">
                  <a:moveTo>
                    <a:pt x="719" y="0"/>
                  </a:moveTo>
                  <a:lnTo>
                    <a:pt x="719" y="0"/>
                  </a:lnTo>
                  <a:cubicBezTo>
                    <a:pt x="718" y="0"/>
                    <a:pt x="578" y="192"/>
                    <a:pt x="393" y="325"/>
                  </a:cubicBezTo>
                  <a:cubicBezTo>
                    <a:pt x="185" y="471"/>
                    <a:pt x="81" y="496"/>
                    <a:pt x="34" y="496"/>
                  </a:cubicBezTo>
                  <a:cubicBezTo>
                    <a:pt x="9" y="496"/>
                    <a:pt x="0" y="489"/>
                    <a:pt x="0" y="489"/>
                  </a:cubicBezTo>
                  <a:lnTo>
                    <a:pt x="0" y="489"/>
                  </a:lnTo>
                  <a:lnTo>
                    <a:pt x="7" y="578"/>
                  </a:lnTo>
                  <a:cubicBezTo>
                    <a:pt x="7" y="578"/>
                    <a:pt x="8" y="578"/>
                    <a:pt x="9" y="578"/>
                  </a:cubicBezTo>
                  <a:cubicBezTo>
                    <a:pt x="39" y="578"/>
                    <a:pt x="366" y="565"/>
                    <a:pt x="719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1"/>
            <p:cNvSpPr/>
            <p:nvPr/>
          </p:nvSpPr>
          <p:spPr>
            <a:xfrm>
              <a:off x="6495454" y="4118749"/>
              <a:ext cx="49083" cy="39589"/>
            </a:xfrm>
            <a:custGeom>
              <a:avLst/>
              <a:gdLst/>
              <a:ahLst/>
              <a:cxnLst/>
              <a:rect l="l" t="t" r="r" b="b"/>
              <a:pathLst>
                <a:path w="579" h="467" extrusionOk="0">
                  <a:moveTo>
                    <a:pt x="0" y="1"/>
                  </a:moveTo>
                  <a:lnTo>
                    <a:pt x="0" y="1"/>
                  </a:lnTo>
                  <a:cubicBezTo>
                    <a:pt x="295" y="460"/>
                    <a:pt x="562" y="467"/>
                    <a:pt x="577" y="467"/>
                  </a:cubicBezTo>
                  <a:cubicBezTo>
                    <a:pt x="578" y="467"/>
                    <a:pt x="578" y="467"/>
                    <a:pt x="578" y="467"/>
                  </a:cubicBezTo>
                  <a:lnTo>
                    <a:pt x="578" y="392"/>
                  </a:lnTo>
                  <a:cubicBezTo>
                    <a:pt x="578" y="392"/>
                    <a:pt x="572" y="397"/>
                    <a:pt x="555" y="397"/>
                  </a:cubicBezTo>
                  <a:cubicBezTo>
                    <a:pt x="521" y="397"/>
                    <a:pt x="440" y="377"/>
                    <a:pt x="267" y="259"/>
                  </a:cubicBezTo>
                  <a:cubicBezTo>
                    <a:pt x="119" y="155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1" name="Google Shape;1261;p21"/>
          <p:cNvGrpSpPr/>
          <p:nvPr/>
        </p:nvGrpSpPr>
        <p:grpSpPr>
          <a:xfrm>
            <a:off x="824815" y="4633387"/>
            <a:ext cx="274020" cy="305248"/>
            <a:chOff x="6354733" y="3914449"/>
            <a:chExt cx="375627" cy="418435"/>
          </a:xfrm>
        </p:grpSpPr>
        <p:sp>
          <p:nvSpPr>
            <p:cNvPr id="1262" name="Google Shape;1262;p21"/>
            <p:cNvSpPr/>
            <p:nvPr/>
          </p:nvSpPr>
          <p:spPr>
            <a:xfrm>
              <a:off x="6354733" y="3914449"/>
              <a:ext cx="375627" cy="365115"/>
            </a:xfrm>
            <a:custGeom>
              <a:avLst/>
              <a:gdLst/>
              <a:ahLst/>
              <a:cxnLst/>
              <a:rect l="l" t="t" r="r" b="b"/>
              <a:pathLst>
                <a:path w="4431" h="4307" extrusionOk="0">
                  <a:moveTo>
                    <a:pt x="2149" y="0"/>
                  </a:moveTo>
                  <a:cubicBezTo>
                    <a:pt x="2071" y="0"/>
                    <a:pt x="1994" y="21"/>
                    <a:pt x="1927" y="61"/>
                  </a:cubicBezTo>
                  <a:cubicBezTo>
                    <a:pt x="1438" y="366"/>
                    <a:pt x="1" y="4306"/>
                    <a:pt x="2149" y="4306"/>
                  </a:cubicBezTo>
                  <a:cubicBezTo>
                    <a:pt x="4431" y="4306"/>
                    <a:pt x="2868" y="366"/>
                    <a:pt x="2371" y="61"/>
                  </a:cubicBezTo>
                  <a:cubicBezTo>
                    <a:pt x="2305" y="21"/>
                    <a:pt x="2227" y="0"/>
                    <a:pt x="2149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21"/>
            <p:cNvSpPr/>
            <p:nvPr/>
          </p:nvSpPr>
          <p:spPr>
            <a:xfrm>
              <a:off x="6354733" y="3919536"/>
              <a:ext cx="182261" cy="360029"/>
            </a:xfrm>
            <a:custGeom>
              <a:avLst/>
              <a:gdLst/>
              <a:ahLst/>
              <a:cxnLst/>
              <a:rect l="l" t="t" r="r" b="b"/>
              <a:pathLst>
                <a:path w="2150" h="4247" extrusionOk="0">
                  <a:moveTo>
                    <a:pt x="1930" y="0"/>
                  </a:moveTo>
                  <a:lnTo>
                    <a:pt x="1930" y="0"/>
                  </a:lnTo>
                  <a:cubicBezTo>
                    <a:pt x="1929" y="0"/>
                    <a:pt x="1928" y="1"/>
                    <a:pt x="1927" y="1"/>
                  </a:cubicBezTo>
                  <a:cubicBezTo>
                    <a:pt x="1438" y="306"/>
                    <a:pt x="1" y="4246"/>
                    <a:pt x="2149" y="4246"/>
                  </a:cubicBezTo>
                  <a:cubicBezTo>
                    <a:pt x="2149" y="4246"/>
                    <a:pt x="1609" y="4202"/>
                    <a:pt x="1578" y="2662"/>
                  </a:cubicBezTo>
                  <a:cubicBezTo>
                    <a:pt x="1542" y="1142"/>
                    <a:pt x="1985" y="0"/>
                    <a:pt x="1930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21"/>
            <p:cNvSpPr/>
            <p:nvPr/>
          </p:nvSpPr>
          <p:spPr>
            <a:xfrm>
              <a:off x="6531143" y="4080262"/>
              <a:ext cx="26449" cy="252622"/>
            </a:xfrm>
            <a:custGeom>
              <a:avLst/>
              <a:gdLst/>
              <a:ahLst/>
              <a:cxnLst/>
              <a:rect l="l" t="t" r="r" b="b"/>
              <a:pathLst>
                <a:path w="312" h="2980" extrusionOk="0">
                  <a:moveTo>
                    <a:pt x="159" y="1"/>
                  </a:moveTo>
                  <a:cubicBezTo>
                    <a:pt x="158" y="1"/>
                    <a:pt x="157" y="5"/>
                    <a:pt x="157" y="17"/>
                  </a:cubicBezTo>
                  <a:lnTo>
                    <a:pt x="1" y="2980"/>
                  </a:lnTo>
                  <a:lnTo>
                    <a:pt x="312" y="2980"/>
                  </a:lnTo>
                  <a:cubicBezTo>
                    <a:pt x="305" y="1714"/>
                    <a:pt x="187" y="17"/>
                    <a:pt x="164" y="17"/>
                  </a:cubicBezTo>
                  <a:cubicBezTo>
                    <a:pt x="164" y="17"/>
                    <a:pt x="161" y="1"/>
                    <a:pt x="15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1"/>
            <p:cNvSpPr/>
            <p:nvPr/>
          </p:nvSpPr>
          <p:spPr>
            <a:xfrm>
              <a:off x="6473413" y="4169527"/>
              <a:ext cx="71124" cy="57900"/>
            </a:xfrm>
            <a:custGeom>
              <a:avLst/>
              <a:gdLst/>
              <a:ahLst/>
              <a:cxnLst/>
              <a:rect l="l" t="t" r="r" b="b"/>
              <a:pathLst>
                <a:path w="839" h="683" extrusionOk="0">
                  <a:moveTo>
                    <a:pt x="0" y="1"/>
                  </a:moveTo>
                  <a:lnTo>
                    <a:pt x="0" y="1"/>
                  </a:lnTo>
                  <a:cubicBezTo>
                    <a:pt x="404" y="662"/>
                    <a:pt x="782" y="682"/>
                    <a:pt x="826" y="682"/>
                  </a:cubicBezTo>
                  <a:cubicBezTo>
                    <a:pt x="829" y="682"/>
                    <a:pt x="831" y="682"/>
                    <a:pt x="831" y="682"/>
                  </a:cubicBezTo>
                  <a:lnTo>
                    <a:pt x="838" y="586"/>
                  </a:lnTo>
                  <a:lnTo>
                    <a:pt x="838" y="586"/>
                  </a:lnTo>
                  <a:cubicBezTo>
                    <a:pt x="838" y="586"/>
                    <a:pt x="830" y="592"/>
                    <a:pt x="807" y="592"/>
                  </a:cubicBezTo>
                  <a:cubicBezTo>
                    <a:pt x="757" y="592"/>
                    <a:pt x="639" y="564"/>
                    <a:pt x="386" y="387"/>
                  </a:cubicBezTo>
                  <a:cubicBezTo>
                    <a:pt x="164" y="230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1"/>
            <p:cNvSpPr/>
            <p:nvPr/>
          </p:nvSpPr>
          <p:spPr>
            <a:xfrm>
              <a:off x="6544452" y="4153929"/>
              <a:ext cx="60951" cy="49083"/>
            </a:xfrm>
            <a:custGeom>
              <a:avLst/>
              <a:gdLst/>
              <a:ahLst/>
              <a:cxnLst/>
              <a:rect l="l" t="t" r="r" b="b"/>
              <a:pathLst>
                <a:path w="719" h="579" extrusionOk="0">
                  <a:moveTo>
                    <a:pt x="719" y="0"/>
                  </a:moveTo>
                  <a:lnTo>
                    <a:pt x="719" y="0"/>
                  </a:lnTo>
                  <a:cubicBezTo>
                    <a:pt x="718" y="0"/>
                    <a:pt x="578" y="192"/>
                    <a:pt x="393" y="325"/>
                  </a:cubicBezTo>
                  <a:cubicBezTo>
                    <a:pt x="185" y="471"/>
                    <a:pt x="81" y="496"/>
                    <a:pt x="34" y="496"/>
                  </a:cubicBezTo>
                  <a:cubicBezTo>
                    <a:pt x="9" y="496"/>
                    <a:pt x="0" y="489"/>
                    <a:pt x="0" y="489"/>
                  </a:cubicBezTo>
                  <a:lnTo>
                    <a:pt x="0" y="489"/>
                  </a:lnTo>
                  <a:lnTo>
                    <a:pt x="7" y="578"/>
                  </a:lnTo>
                  <a:cubicBezTo>
                    <a:pt x="7" y="578"/>
                    <a:pt x="8" y="578"/>
                    <a:pt x="9" y="578"/>
                  </a:cubicBezTo>
                  <a:cubicBezTo>
                    <a:pt x="39" y="578"/>
                    <a:pt x="366" y="565"/>
                    <a:pt x="719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1"/>
            <p:cNvSpPr/>
            <p:nvPr/>
          </p:nvSpPr>
          <p:spPr>
            <a:xfrm>
              <a:off x="6495454" y="4118749"/>
              <a:ext cx="49083" cy="39589"/>
            </a:xfrm>
            <a:custGeom>
              <a:avLst/>
              <a:gdLst/>
              <a:ahLst/>
              <a:cxnLst/>
              <a:rect l="l" t="t" r="r" b="b"/>
              <a:pathLst>
                <a:path w="579" h="467" extrusionOk="0">
                  <a:moveTo>
                    <a:pt x="0" y="1"/>
                  </a:moveTo>
                  <a:lnTo>
                    <a:pt x="0" y="1"/>
                  </a:lnTo>
                  <a:cubicBezTo>
                    <a:pt x="295" y="460"/>
                    <a:pt x="562" y="467"/>
                    <a:pt x="577" y="467"/>
                  </a:cubicBezTo>
                  <a:cubicBezTo>
                    <a:pt x="578" y="467"/>
                    <a:pt x="578" y="467"/>
                    <a:pt x="578" y="467"/>
                  </a:cubicBezTo>
                  <a:lnTo>
                    <a:pt x="578" y="392"/>
                  </a:lnTo>
                  <a:cubicBezTo>
                    <a:pt x="578" y="392"/>
                    <a:pt x="572" y="397"/>
                    <a:pt x="555" y="397"/>
                  </a:cubicBezTo>
                  <a:cubicBezTo>
                    <a:pt x="521" y="397"/>
                    <a:pt x="440" y="377"/>
                    <a:pt x="267" y="259"/>
                  </a:cubicBezTo>
                  <a:cubicBezTo>
                    <a:pt x="119" y="155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8" name="Google Shape;1268;p21"/>
          <p:cNvSpPr/>
          <p:nvPr/>
        </p:nvSpPr>
        <p:spPr>
          <a:xfrm>
            <a:off x="8441453" y="235488"/>
            <a:ext cx="248263" cy="248333"/>
          </a:xfrm>
          <a:custGeom>
            <a:avLst/>
            <a:gdLst/>
            <a:ahLst/>
            <a:cxnLst/>
            <a:rect l="l" t="t" r="r" b="b"/>
            <a:pathLst>
              <a:path w="3535" h="3536" extrusionOk="0">
                <a:moveTo>
                  <a:pt x="1763" y="0"/>
                </a:moveTo>
                <a:cubicBezTo>
                  <a:pt x="785" y="0"/>
                  <a:pt x="1" y="794"/>
                  <a:pt x="1" y="1772"/>
                </a:cubicBezTo>
                <a:cubicBezTo>
                  <a:pt x="1" y="2750"/>
                  <a:pt x="785" y="3536"/>
                  <a:pt x="1763" y="3536"/>
                </a:cubicBezTo>
                <a:cubicBezTo>
                  <a:pt x="2741" y="3536"/>
                  <a:pt x="3534" y="2750"/>
                  <a:pt x="3534" y="1772"/>
                </a:cubicBezTo>
                <a:cubicBezTo>
                  <a:pt x="3534" y="794"/>
                  <a:pt x="2741" y="0"/>
                  <a:pt x="1763" y="0"/>
                </a:cubicBezTo>
                <a:close/>
              </a:path>
            </a:pathLst>
          </a:custGeom>
          <a:solidFill>
            <a:srgbClr val="FFD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9" name="Google Shape;1269;p21"/>
          <p:cNvSpPr/>
          <p:nvPr/>
        </p:nvSpPr>
        <p:spPr>
          <a:xfrm>
            <a:off x="7864437" y="183125"/>
            <a:ext cx="662243" cy="178361"/>
          </a:xfrm>
          <a:custGeom>
            <a:avLst/>
            <a:gdLst/>
            <a:ahLst/>
            <a:cxnLst/>
            <a:rect l="l" t="t" r="r" b="b"/>
            <a:pathLst>
              <a:path w="7812" h="2104" extrusionOk="0">
                <a:moveTo>
                  <a:pt x="4136" y="0"/>
                </a:moveTo>
                <a:cubicBezTo>
                  <a:pt x="3424" y="0"/>
                  <a:pt x="2846" y="571"/>
                  <a:pt x="2846" y="1282"/>
                </a:cubicBezTo>
                <a:lnTo>
                  <a:pt x="2846" y="1304"/>
                </a:lnTo>
                <a:cubicBezTo>
                  <a:pt x="2765" y="1273"/>
                  <a:pt x="2676" y="1252"/>
                  <a:pt x="2580" y="1252"/>
                </a:cubicBezTo>
                <a:cubicBezTo>
                  <a:pt x="2380" y="1252"/>
                  <a:pt x="2194" y="1327"/>
                  <a:pt x="2046" y="1444"/>
                </a:cubicBezTo>
                <a:cubicBezTo>
                  <a:pt x="1906" y="1259"/>
                  <a:pt x="1683" y="1140"/>
                  <a:pt x="1438" y="1140"/>
                </a:cubicBezTo>
                <a:cubicBezTo>
                  <a:pt x="1082" y="1140"/>
                  <a:pt x="794" y="1371"/>
                  <a:pt x="691" y="1690"/>
                </a:cubicBezTo>
                <a:cubicBezTo>
                  <a:pt x="675" y="1690"/>
                  <a:pt x="654" y="1682"/>
                  <a:pt x="638" y="1682"/>
                </a:cubicBezTo>
                <a:cubicBezTo>
                  <a:pt x="350" y="1682"/>
                  <a:pt x="104" y="1860"/>
                  <a:pt x="1" y="2104"/>
                </a:cubicBezTo>
                <a:lnTo>
                  <a:pt x="7796" y="2104"/>
                </a:lnTo>
                <a:cubicBezTo>
                  <a:pt x="7812" y="2052"/>
                  <a:pt x="7812" y="1994"/>
                  <a:pt x="7812" y="1933"/>
                </a:cubicBezTo>
                <a:cubicBezTo>
                  <a:pt x="7812" y="1467"/>
                  <a:pt x="7433" y="1081"/>
                  <a:pt x="6967" y="1081"/>
                </a:cubicBezTo>
                <a:cubicBezTo>
                  <a:pt x="6714" y="1081"/>
                  <a:pt x="6499" y="1193"/>
                  <a:pt x="6344" y="1355"/>
                </a:cubicBezTo>
                <a:cubicBezTo>
                  <a:pt x="6181" y="1185"/>
                  <a:pt x="5958" y="1074"/>
                  <a:pt x="5706" y="1074"/>
                </a:cubicBezTo>
                <a:cubicBezTo>
                  <a:pt x="5603" y="1074"/>
                  <a:pt x="5500" y="1096"/>
                  <a:pt x="5411" y="1126"/>
                </a:cubicBezTo>
                <a:cubicBezTo>
                  <a:pt x="5329" y="489"/>
                  <a:pt x="4795" y="0"/>
                  <a:pt x="4136" y="0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0" name="Google Shape;1270;p21"/>
          <p:cNvSpPr/>
          <p:nvPr/>
        </p:nvSpPr>
        <p:spPr>
          <a:xfrm>
            <a:off x="8499669" y="539504"/>
            <a:ext cx="364946" cy="108763"/>
          </a:xfrm>
          <a:custGeom>
            <a:avLst/>
            <a:gdLst/>
            <a:ahLst/>
            <a:cxnLst/>
            <a:rect l="l" t="t" r="r" b="b"/>
            <a:pathLst>
              <a:path w="4305" h="1283" extrusionOk="0">
                <a:moveTo>
                  <a:pt x="2179" y="0"/>
                </a:moveTo>
                <a:cubicBezTo>
                  <a:pt x="1690" y="0"/>
                  <a:pt x="1297" y="400"/>
                  <a:pt x="1297" y="882"/>
                </a:cubicBezTo>
                <a:lnTo>
                  <a:pt x="1297" y="912"/>
                </a:lnTo>
                <a:cubicBezTo>
                  <a:pt x="1223" y="889"/>
                  <a:pt x="1148" y="882"/>
                  <a:pt x="1068" y="882"/>
                </a:cubicBezTo>
                <a:cubicBezTo>
                  <a:pt x="904" y="896"/>
                  <a:pt x="764" y="971"/>
                  <a:pt x="659" y="1074"/>
                </a:cubicBezTo>
                <a:cubicBezTo>
                  <a:pt x="593" y="1053"/>
                  <a:pt x="518" y="1046"/>
                  <a:pt x="445" y="1046"/>
                </a:cubicBezTo>
                <a:cubicBezTo>
                  <a:pt x="259" y="1060"/>
                  <a:pt x="104" y="1149"/>
                  <a:pt x="1" y="1282"/>
                </a:cubicBezTo>
                <a:lnTo>
                  <a:pt x="4297" y="1282"/>
                </a:lnTo>
                <a:cubicBezTo>
                  <a:pt x="4297" y="1268"/>
                  <a:pt x="4304" y="1261"/>
                  <a:pt x="4304" y="1245"/>
                </a:cubicBezTo>
                <a:cubicBezTo>
                  <a:pt x="4277" y="910"/>
                  <a:pt x="4002" y="659"/>
                  <a:pt x="3677" y="659"/>
                </a:cubicBezTo>
                <a:cubicBezTo>
                  <a:pt x="3664" y="659"/>
                  <a:pt x="3651" y="659"/>
                  <a:pt x="3638" y="660"/>
                </a:cubicBezTo>
                <a:cubicBezTo>
                  <a:pt x="3453" y="674"/>
                  <a:pt x="3298" y="772"/>
                  <a:pt x="3193" y="905"/>
                </a:cubicBezTo>
                <a:cubicBezTo>
                  <a:pt x="3149" y="889"/>
                  <a:pt x="3104" y="889"/>
                  <a:pt x="3060" y="889"/>
                </a:cubicBezTo>
                <a:lnTo>
                  <a:pt x="3060" y="882"/>
                </a:lnTo>
                <a:cubicBezTo>
                  <a:pt x="3060" y="400"/>
                  <a:pt x="2660" y="0"/>
                  <a:pt x="2179" y="0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1" name="Google Shape;1271;p21"/>
          <p:cNvSpPr/>
          <p:nvPr/>
        </p:nvSpPr>
        <p:spPr>
          <a:xfrm>
            <a:off x="555488" y="4743138"/>
            <a:ext cx="364948" cy="203036"/>
          </a:xfrm>
          <a:custGeom>
            <a:avLst/>
            <a:gdLst/>
            <a:ahLst/>
            <a:cxnLst/>
            <a:rect l="l" t="t" r="r" b="b"/>
            <a:pathLst>
              <a:path w="14412" h="8018" extrusionOk="0">
                <a:moveTo>
                  <a:pt x="8469" y="0"/>
                </a:moveTo>
                <a:cubicBezTo>
                  <a:pt x="8269" y="0"/>
                  <a:pt x="8106" y="171"/>
                  <a:pt x="8106" y="370"/>
                </a:cubicBezTo>
                <a:lnTo>
                  <a:pt x="8106" y="1675"/>
                </a:lnTo>
                <a:cubicBezTo>
                  <a:pt x="8106" y="1875"/>
                  <a:pt x="7935" y="2038"/>
                  <a:pt x="7736" y="2038"/>
                </a:cubicBezTo>
                <a:cubicBezTo>
                  <a:pt x="7542" y="2038"/>
                  <a:pt x="7387" y="1891"/>
                  <a:pt x="7371" y="1704"/>
                </a:cubicBezTo>
                <a:lnTo>
                  <a:pt x="7371" y="1037"/>
                </a:lnTo>
                <a:cubicBezTo>
                  <a:pt x="7371" y="838"/>
                  <a:pt x="7210" y="667"/>
                  <a:pt x="7009" y="667"/>
                </a:cubicBezTo>
                <a:cubicBezTo>
                  <a:pt x="6802" y="667"/>
                  <a:pt x="6639" y="838"/>
                  <a:pt x="6639" y="1037"/>
                </a:cubicBezTo>
                <a:lnTo>
                  <a:pt x="6639" y="1809"/>
                </a:lnTo>
                <a:cubicBezTo>
                  <a:pt x="6639" y="2015"/>
                  <a:pt x="6475" y="2179"/>
                  <a:pt x="6276" y="2179"/>
                </a:cubicBezTo>
                <a:cubicBezTo>
                  <a:pt x="6068" y="2179"/>
                  <a:pt x="5904" y="2015"/>
                  <a:pt x="5904" y="1809"/>
                </a:cubicBezTo>
                <a:lnTo>
                  <a:pt x="5904" y="601"/>
                </a:lnTo>
                <a:cubicBezTo>
                  <a:pt x="5904" y="393"/>
                  <a:pt x="5742" y="230"/>
                  <a:pt x="5534" y="230"/>
                </a:cubicBezTo>
                <a:cubicBezTo>
                  <a:pt x="5408" y="230"/>
                  <a:pt x="5298" y="297"/>
                  <a:pt x="5237" y="393"/>
                </a:cubicBezTo>
                <a:cubicBezTo>
                  <a:pt x="5193" y="452"/>
                  <a:pt x="5172" y="519"/>
                  <a:pt x="5172" y="601"/>
                </a:cubicBezTo>
                <a:lnTo>
                  <a:pt x="5172" y="993"/>
                </a:lnTo>
                <a:cubicBezTo>
                  <a:pt x="5172" y="1179"/>
                  <a:pt x="5015" y="1334"/>
                  <a:pt x="4830" y="1334"/>
                </a:cubicBezTo>
                <a:lnTo>
                  <a:pt x="4802" y="1334"/>
                </a:lnTo>
                <a:cubicBezTo>
                  <a:pt x="4631" y="1334"/>
                  <a:pt x="4490" y="1201"/>
                  <a:pt x="4467" y="1037"/>
                </a:cubicBezTo>
                <a:lnTo>
                  <a:pt x="288" y="6959"/>
                </a:lnTo>
                <a:cubicBezTo>
                  <a:pt x="0" y="7366"/>
                  <a:pt x="237" y="7982"/>
                  <a:pt x="711" y="8010"/>
                </a:cubicBezTo>
                <a:cubicBezTo>
                  <a:pt x="726" y="8017"/>
                  <a:pt x="740" y="8017"/>
                  <a:pt x="756" y="8017"/>
                </a:cubicBezTo>
                <a:lnTo>
                  <a:pt x="13656" y="8017"/>
                </a:lnTo>
                <a:cubicBezTo>
                  <a:pt x="13670" y="8017"/>
                  <a:pt x="13685" y="8017"/>
                  <a:pt x="13701" y="8010"/>
                </a:cubicBezTo>
                <a:cubicBezTo>
                  <a:pt x="14174" y="7982"/>
                  <a:pt x="14412" y="7366"/>
                  <a:pt x="14122" y="6959"/>
                </a:cubicBezTo>
                <a:lnTo>
                  <a:pt x="9550" y="527"/>
                </a:lnTo>
                <a:lnTo>
                  <a:pt x="9550" y="1341"/>
                </a:lnTo>
                <a:cubicBezTo>
                  <a:pt x="9550" y="1526"/>
                  <a:pt x="9395" y="1683"/>
                  <a:pt x="9210" y="1683"/>
                </a:cubicBezTo>
                <a:lnTo>
                  <a:pt x="9180" y="1683"/>
                </a:lnTo>
                <a:cubicBezTo>
                  <a:pt x="8988" y="1683"/>
                  <a:pt x="8839" y="1526"/>
                  <a:pt x="8839" y="1341"/>
                </a:cubicBezTo>
                <a:lnTo>
                  <a:pt x="8839" y="393"/>
                </a:lnTo>
                <a:lnTo>
                  <a:pt x="8839" y="370"/>
                </a:lnTo>
                <a:cubicBezTo>
                  <a:pt x="8839" y="171"/>
                  <a:pt x="8670" y="0"/>
                  <a:pt x="846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2" name="Google Shape;1272;p21"/>
          <p:cNvSpPr/>
          <p:nvPr/>
        </p:nvSpPr>
        <p:spPr>
          <a:xfrm>
            <a:off x="664448" y="4698471"/>
            <a:ext cx="132867" cy="99847"/>
          </a:xfrm>
          <a:custGeom>
            <a:avLst/>
            <a:gdLst/>
            <a:ahLst/>
            <a:cxnLst/>
            <a:rect l="l" t="t" r="r" b="b"/>
            <a:pathLst>
              <a:path w="5247" h="3943" extrusionOk="0">
                <a:moveTo>
                  <a:pt x="2891" y="0"/>
                </a:moveTo>
                <a:cubicBezTo>
                  <a:pt x="2418" y="0"/>
                  <a:pt x="1973" y="238"/>
                  <a:pt x="1683" y="646"/>
                </a:cubicBezTo>
                <a:lnTo>
                  <a:pt x="890" y="1771"/>
                </a:lnTo>
                <a:lnTo>
                  <a:pt x="890" y="1764"/>
                </a:lnTo>
                <a:lnTo>
                  <a:pt x="165" y="2804"/>
                </a:lnTo>
                <a:lnTo>
                  <a:pt x="165" y="2804"/>
                </a:lnTo>
                <a:cubicBezTo>
                  <a:pt x="165" y="2803"/>
                  <a:pt x="164" y="2802"/>
                  <a:pt x="164" y="2801"/>
                </a:cubicBezTo>
                <a:lnTo>
                  <a:pt x="1" y="3039"/>
                </a:lnTo>
                <a:lnTo>
                  <a:pt x="1" y="3039"/>
                </a:lnTo>
                <a:lnTo>
                  <a:pt x="165" y="2804"/>
                </a:lnTo>
                <a:lnTo>
                  <a:pt x="165" y="2804"/>
                </a:lnTo>
                <a:cubicBezTo>
                  <a:pt x="189" y="2966"/>
                  <a:pt x="329" y="3091"/>
                  <a:pt x="499" y="3091"/>
                </a:cubicBezTo>
                <a:lnTo>
                  <a:pt x="534" y="3091"/>
                </a:lnTo>
                <a:cubicBezTo>
                  <a:pt x="721" y="3091"/>
                  <a:pt x="876" y="2943"/>
                  <a:pt x="876" y="2749"/>
                </a:cubicBezTo>
                <a:lnTo>
                  <a:pt x="876" y="2356"/>
                </a:lnTo>
                <a:cubicBezTo>
                  <a:pt x="876" y="2283"/>
                  <a:pt x="899" y="2209"/>
                  <a:pt x="934" y="2157"/>
                </a:cubicBezTo>
                <a:cubicBezTo>
                  <a:pt x="943" y="2143"/>
                  <a:pt x="957" y="2127"/>
                  <a:pt x="965" y="2120"/>
                </a:cubicBezTo>
                <a:cubicBezTo>
                  <a:pt x="972" y="2113"/>
                  <a:pt x="972" y="2106"/>
                  <a:pt x="979" y="2099"/>
                </a:cubicBezTo>
                <a:cubicBezTo>
                  <a:pt x="988" y="2090"/>
                  <a:pt x="1002" y="2083"/>
                  <a:pt x="1009" y="2075"/>
                </a:cubicBezTo>
                <a:cubicBezTo>
                  <a:pt x="1023" y="2068"/>
                  <a:pt x="1032" y="2054"/>
                  <a:pt x="1046" y="2045"/>
                </a:cubicBezTo>
                <a:cubicBezTo>
                  <a:pt x="1053" y="2045"/>
                  <a:pt x="1061" y="2038"/>
                  <a:pt x="1068" y="2038"/>
                </a:cubicBezTo>
                <a:cubicBezTo>
                  <a:pt x="1091" y="2024"/>
                  <a:pt x="1121" y="2017"/>
                  <a:pt x="1142" y="2010"/>
                </a:cubicBezTo>
                <a:cubicBezTo>
                  <a:pt x="1173" y="2001"/>
                  <a:pt x="1201" y="1994"/>
                  <a:pt x="1231" y="1994"/>
                </a:cubicBezTo>
                <a:cubicBezTo>
                  <a:pt x="1439" y="1994"/>
                  <a:pt x="1601" y="2157"/>
                  <a:pt x="1601" y="2365"/>
                </a:cubicBezTo>
                <a:lnTo>
                  <a:pt x="1601" y="3573"/>
                </a:lnTo>
                <a:cubicBezTo>
                  <a:pt x="1601" y="3779"/>
                  <a:pt x="1765" y="3943"/>
                  <a:pt x="1973" y="3943"/>
                </a:cubicBezTo>
                <a:cubicBezTo>
                  <a:pt x="2172" y="3943"/>
                  <a:pt x="2336" y="3779"/>
                  <a:pt x="2336" y="3573"/>
                </a:cubicBezTo>
                <a:lnTo>
                  <a:pt x="2336" y="2801"/>
                </a:lnTo>
                <a:cubicBezTo>
                  <a:pt x="2336" y="2602"/>
                  <a:pt x="2499" y="2431"/>
                  <a:pt x="2706" y="2431"/>
                </a:cubicBezTo>
                <a:cubicBezTo>
                  <a:pt x="2907" y="2431"/>
                  <a:pt x="3068" y="2602"/>
                  <a:pt x="3068" y="2801"/>
                </a:cubicBezTo>
                <a:lnTo>
                  <a:pt x="3068" y="3468"/>
                </a:lnTo>
                <a:cubicBezTo>
                  <a:pt x="3084" y="3655"/>
                  <a:pt x="3239" y="3802"/>
                  <a:pt x="3433" y="3802"/>
                </a:cubicBezTo>
                <a:cubicBezTo>
                  <a:pt x="3632" y="3802"/>
                  <a:pt x="3803" y="3639"/>
                  <a:pt x="3803" y="3439"/>
                </a:cubicBezTo>
                <a:lnTo>
                  <a:pt x="3803" y="2134"/>
                </a:lnTo>
                <a:cubicBezTo>
                  <a:pt x="3803" y="1935"/>
                  <a:pt x="3966" y="1764"/>
                  <a:pt x="4166" y="1764"/>
                </a:cubicBezTo>
                <a:cubicBezTo>
                  <a:pt x="4367" y="1764"/>
                  <a:pt x="4536" y="1935"/>
                  <a:pt x="4536" y="2134"/>
                </a:cubicBezTo>
                <a:lnTo>
                  <a:pt x="4536" y="2157"/>
                </a:lnTo>
                <a:lnTo>
                  <a:pt x="4536" y="3105"/>
                </a:lnTo>
                <a:cubicBezTo>
                  <a:pt x="4536" y="3290"/>
                  <a:pt x="4685" y="3447"/>
                  <a:pt x="4870" y="3447"/>
                </a:cubicBezTo>
                <a:lnTo>
                  <a:pt x="4907" y="3447"/>
                </a:lnTo>
                <a:cubicBezTo>
                  <a:pt x="5092" y="3447"/>
                  <a:pt x="5247" y="3290"/>
                  <a:pt x="5247" y="3105"/>
                </a:cubicBezTo>
                <a:lnTo>
                  <a:pt x="5247" y="2291"/>
                </a:lnTo>
                <a:lnTo>
                  <a:pt x="4062" y="631"/>
                </a:lnTo>
                <a:cubicBezTo>
                  <a:pt x="3780" y="231"/>
                  <a:pt x="3351" y="0"/>
                  <a:pt x="2891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16">
    <p:bg>
      <p:bgPr>
        <a:solidFill>
          <a:schemeClr val="lt1"/>
        </a:solidFill>
        <a:effectLst/>
      </p:bgPr>
    </p:bg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22"/>
          <p:cNvSpPr txBox="1">
            <a:spLocks noGrp="1"/>
          </p:cNvSpPr>
          <p:nvPr>
            <p:ph type="subTitle" idx="1"/>
          </p:nvPr>
        </p:nvSpPr>
        <p:spPr>
          <a:xfrm>
            <a:off x="896125" y="3595725"/>
            <a:ext cx="2286000" cy="7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5" name="Google Shape;1275;p22"/>
          <p:cNvSpPr txBox="1">
            <a:spLocks noGrp="1"/>
          </p:cNvSpPr>
          <p:nvPr>
            <p:ph type="subTitle" idx="2"/>
          </p:nvPr>
        </p:nvSpPr>
        <p:spPr>
          <a:xfrm>
            <a:off x="3429001" y="3595725"/>
            <a:ext cx="2286000" cy="7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6" name="Google Shape;1276;p22"/>
          <p:cNvSpPr txBox="1">
            <a:spLocks noGrp="1"/>
          </p:cNvSpPr>
          <p:nvPr>
            <p:ph type="subTitle" idx="3"/>
          </p:nvPr>
        </p:nvSpPr>
        <p:spPr>
          <a:xfrm>
            <a:off x="5961877" y="3595725"/>
            <a:ext cx="2286000" cy="7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7" name="Google Shape;1277;p22"/>
          <p:cNvSpPr txBox="1">
            <a:spLocks noGrp="1"/>
          </p:cNvSpPr>
          <p:nvPr>
            <p:ph type="subTitle" idx="4"/>
          </p:nvPr>
        </p:nvSpPr>
        <p:spPr>
          <a:xfrm>
            <a:off x="896113" y="3341026"/>
            <a:ext cx="22860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78" name="Google Shape;1278;p22"/>
          <p:cNvSpPr txBox="1">
            <a:spLocks noGrp="1"/>
          </p:cNvSpPr>
          <p:nvPr>
            <p:ph type="subTitle" idx="5"/>
          </p:nvPr>
        </p:nvSpPr>
        <p:spPr>
          <a:xfrm>
            <a:off x="3429000" y="3341026"/>
            <a:ext cx="22860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79" name="Google Shape;1279;p22"/>
          <p:cNvSpPr txBox="1">
            <a:spLocks noGrp="1"/>
          </p:cNvSpPr>
          <p:nvPr>
            <p:ph type="subTitle" idx="6"/>
          </p:nvPr>
        </p:nvSpPr>
        <p:spPr>
          <a:xfrm>
            <a:off x="5961887" y="3341026"/>
            <a:ext cx="22860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80" name="Google Shape;1280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81" name="Google Shape;1281;p22"/>
          <p:cNvSpPr/>
          <p:nvPr/>
        </p:nvSpPr>
        <p:spPr>
          <a:xfrm flipH="1">
            <a:off x="-178050" y="4938645"/>
            <a:ext cx="1520100" cy="4617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2" name="Google Shape;1282;p22"/>
          <p:cNvGrpSpPr/>
          <p:nvPr/>
        </p:nvGrpSpPr>
        <p:grpSpPr>
          <a:xfrm>
            <a:off x="1443774" y="4938638"/>
            <a:ext cx="2749703" cy="122913"/>
            <a:chOff x="5024149" y="4918613"/>
            <a:chExt cx="2749703" cy="122913"/>
          </a:xfrm>
        </p:grpSpPr>
        <p:sp>
          <p:nvSpPr>
            <p:cNvPr id="1283" name="Google Shape;1283;p22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22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22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22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22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22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22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22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22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22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2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2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2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2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2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2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2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2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2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2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2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2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2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2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2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2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2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2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2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2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3" name="Google Shape;1313;p22"/>
          <p:cNvSpPr/>
          <p:nvPr/>
        </p:nvSpPr>
        <p:spPr>
          <a:xfrm>
            <a:off x="114425" y="4640920"/>
            <a:ext cx="548665" cy="305245"/>
          </a:xfrm>
          <a:custGeom>
            <a:avLst/>
            <a:gdLst/>
            <a:ahLst/>
            <a:cxnLst/>
            <a:rect l="l" t="t" r="r" b="b"/>
            <a:pathLst>
              <a:path w="14412" h="8018" extrusionOk="0">
                <a:moveTo>
                  <a:pt x="8469" y="0"/>
                </a:moveTo>
                <a:cubicBezTo>
                  <a:pt x="8269" y="0"/>
                  <a:pt x="8106" y="171"/>
                  <a:pt x="8106" y="370"/>
                </a:cubicBezTo>
                <a:lnTo>
                  <a:pt x="8106" y="1675"/>
                </a:lnTo>
                <a:cubicBezTo>
                  <a:pt x="8106" y="1875"/>
                  <a:pt x="7935" y="2038"/>
                  <a:pt x="7736" y="2038"/>
                </a:cubicBezTo>
                <a:cubicBezTo>
                  <a:pt x="7542" y="2038"/>
                  <a:pt x="7387" y="1891"/>
                  <a:pt x="7371" y="1704"/>
                </a:cubicBezTo>
                <a:lnTo>
                  <a:pt x="7371" y="1037"/>
                </a:lnTo>
                <a:cubicBezTo>
                  <a:pt x="7371" y="838"/>
                  <a:pt x="7210" y="667"/>
                  <a:pt x="7009" y="667"/>
                </a:cubicBezTo>
                <a:cubicBezTo>
                  <a:pt x="6802" y="667"/>
                  <a:pt x="6639" y="838"/>
                  <a:pt x="6639" y="1037"/>
                </a:cubicBezTo>
                <a:lnTo>
                  <a:pt x="6639" y="1809"/>
                </a:lnTo>
                <a:cubicBezTo>
                  <a:pt x="6639" y="2015"/>
                  <a:pt x="6475" y="2179"/>
                  <a:pt x="6276" y="2179"/>
                </a:cubicBezTo>
                <a:cubicBezTo>
                  <a:pt x="6068" y="2179"/>
                  <a:pt x="5904" y="2015"/>
                  <a:pt x="5904" y="1809"/>
                </a:cubicBezTo>
                <a:lnTo>
                  <a:pt x="5904" y="601"/>
                </a:lnTo>
                <a:cubicBezTo>
                  <a:pt x="5904" y="393"/>
                  <a:pt x="5742" y="230"/>
                  <a:pt x="5534" y="230"/>
                </a:cubicBezTo>
                <a:cubicBezTo>
                  <a:pt x="5408" y="230"/>
                  <a:pt x="5298" y="297"/>
                  <a:pt x="5237" y="393"/>
                </a:cubicBezTo>
                <a:cubicBezTo>
                  <a:pt x="5193" y="452"/>
                  <a:pt x="5172" y="519"/>
                  <a:pt x="5172" y="601"/>
                </a:cubicBezTo>
                <a:lnTo>
                  <a:pt x="5172" y="993"/>
                </a:lnTo>
                <a:cubicBezTo>
                  <a:pt x="5172" y="1179"/>
                  <a:pt x="5015" y="1334"/>
                  <a:pt x="4830" y="1334"/>
                </a:cubicBezTo>
                <a:lnTo>
                  <a:pt x="4802" y="1334"/>
                </a:lnTo>
                <a:cubicBezTo>
                  <a:pt x="4631" y="1334"/>
                  <a:pt x="4490" y="1201"/>
                  <a:pt x="4467" y="1037"/>
                </a:cubicBezTo>
                <a:lnTo>
                  <a:pt x="288" y="6959"/>
                </a:lnTo>
                <a:cubicBezTo>
                  <a:pt x="0" y="7366"/>
                  <a:pt x="237" y="7982"/>
                  <a:pt x="711" y="8010"/>
                </a:cubicBezTo>
                <a:cubicBezTo>
                  <a:pt x="726" y="8017"/>
                  <a:pt x="740" y="8017"/>
                  <a:pt x="756" y="8017"/>
                </a:cubicBezTo>
                <a:lnTo>
                  <a:pt x="13656" y="8017"/>
                </a:lnTo>
                <a:cubicBezTo>
                  <a:pt x="13670" y="8017"/>
                  <a:pt x="13685" y="8017"/>
                  <a:pt x="13701" y="8010"/>
                </a:cubicBezTo>
                <a:cubicBezTo>
                  <a:pt x="14174" y="7982"/>
                  <a:pt x="14412" y="7366"/>
                  <a:pt x="14122" y="6959"/>
                </a:cubicBezTo>
                <a:lnTo>
                  <a:pt x="9550" y="527"/>
                </a:lnTo>
                <a:lnTo>
                  <a:pt x="9550" y="1341"/>
                </a:lnTo>
                <a:cubicBezTo>
                  <a:pt x="9550" y="1526"/>
                  <a:pt x="9395" y="1683"/>
                  <a:pt x="9210" y="1683"/>
                </a:cubicBezTo>
                <a:lnTo>
                  <a:pt x="9180" y="1683"/>
                </a:lnTo>
                <a:cubicBezTo>
                  <a:pt x="8988" y="1683"/>
                  <a:pt x="8839" y="1526"/>
                  <a:pt x="8839" y="1341"/>
                </a:cubicBezTo>
                <a:lnTo>
                  <a:pt x="8839" y="393"/>
                </a:lnTo>
                <a:lnTo>
                  <a:pt x="8839" y="370"/>
                </a:lnTo>
                <a:cubicBezTo>
                  <a:pt x="8839" y="171"/>
                  <a:pt x="8670" y="0"/>
                  <a:pt x="846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4" name="Google Shape;1314;p22"/>
          <p:cNvSpPr/>
          <p:nvPr/>
        </p:nvSpPr>
        <p:spPr>
          <a:xfrm>
            <a:off x="278236" y="4573766"/>
            <a:ext cx="199753" cy="150110"/>
          </a:xfrm>
          <a:custGeom>
            <a:avLst/>
            <a:gdLst/>
            <a:ahLst/>
            <a:cxnLst/>
            <a:rect l="l" t="t" r="r" b="b"/>
            <a:pathLst>
              <a:path w="5247" h="3943" extrusionOk="0">
                <a:moveTo>
                  <a:pt x="2891" y="0"/>
                </a:moveTo>
                <a:cubicBezTo>
                  <a:pt x="2418" y="0"/>
                  <a:pt x="1973" y="238"/>
                  <a:pt x="1683" y="646"/>
                </a:cubicBezTo>
                <a:lnTo>
                  <a:pt x="890" y="1771"/>
                </a:lnTo>
                <a:lnTo>
                  <a:pt x="890" y="1764"/>
                </a:lnTo>
                <a:lnTo>
                  <a:pt x="165" y="2804"/>
                </a:lnTo>
                <a:lnTo>
                  <a:pt x="165" y="2804"/>
                </a:lnTo>
                <a:cubicBezTo>
                  <a:pt x="165" y="2803"/>
                  <a:pt x="164" y="2802"/>
                  <a:pt x="164" y="2801"/>
                </a:cubicBezTo>
                <a:lnTo>
                  <a:pt x="1" y="3039"/>
                </a:lnTo>
                <a:lnTo>
                  <a:pt x="1" y="3039"/>
                </a:lnTo>
                <a:lnTo>
                  <a:pt x="165" y="2804"/>
                </a:lnTo>
                <a:lnTo>
                  <a:pt x="165" y="2804"/>
                </a:lnTo>
                <a:cubicBezTo>
                  <a:pt x="189" y="2966"/>
                  <a:pt x="329" y="3091"/>
                  <a:pt x="499" y="3091"/>
                </a:cubicBezTo>
                <a:lnTo>
                  <a:pt x="534" y="3091"/>
                </a:lnTo>
                <a:cubicBezTo>
                  <a:pt x="721" y="3091"/>
                  <a:pt x="876" y="2943"/>
                  <a:pt x="876" y="2749"/>
                </a:cubicBezTo>
                <a:lnTo>
                  <a:pt x="876" y="2356"/>
                </a:lnTo>
                <a:cubicBezTo>
                  <a:pt x="876" y="2283"/>
                  <a:pt x="899" y="2209"/>
                  <a:pt x="934" y="2157"/>
                </a:cubicBezTo>
                <a:cubicBezTo>
                  <a:pt x="943" y="2143"/>
                  <a:pt x="957" y="2127"/>
                  <a:pt x="965" y="2120"/>
                </a:cubicBezTo>
                <a:cubicBezTo>
                  <a:pt x="972" y="2113"/>
                  <a:pt x="972" y="2106"/>
                  <a:pt x="979" y="2099"/>
                </a:cubicBezTo>
                <a:cubicBezTo>
                  <a:pt x="988" y="2090"/>
                  <a:pt x="1002" y="2083"/>
                  <a:pt x="1009" y="2075"/>
                </a:cubicBezTo>
                <a:cubicBezTo>
                  <a:pt x="1023" y="2068"/>
                  <a:pt x="1032" y="2054"/>
                  <a:pt x="1046" y="2045"/>
                </a:cubicBezTo>
                <a:cubicBezTo>
                  <a:pt x="1053" y="2045"/>
                  <a:pt x="1061" y="2038"/>
                  <a:pt x="1068" y="2038"/>
                </a:cubicBezTo>
                <a:cubicBezTo>
                  <a:pt x="1091" y="2024"/>
                  <a:pt x="1121" y="2017"/>
                  <a:pt x="1142" y="2010"/>
                </a:cubicBezTo>
                <a:cubicBezTo>
                  <a:pt x="1173" y="2001"/>
                  <a:pt x="1201" y="1994"/>
                  <a:pt x="1231" y="1994"/>
                </a:cubicBezTo>
                <a:cubicBezTo>
                  <a:pt x="1439" y="1994"/>
                  <a:pt x="1601" y="2157"/>
                  <a:pt x="1601" y="2365"/>
                </a:cubicBezTo>
                <a:lnTo>
                  <a:pt x="1601" y="3573"/>
                </a:lnTo>
                <a:cubicBezTo>
                  <a:pt x="1601" y="3779"/>
                  <a:pt x="1765" y="3943"/>
                  <a:pt x="1973" y="3943"/>
                </a:cubicBezTo>
                <a:cubicBezTo>
                  <a:pt x="2172" y="3943"/>
                  <a:pt x="2336" y="3779"/>
                  <a:pt x="2336" y="3573"/>
                </a:cubicBezTo>
                <a:lnTo>
                  <a:pt x="2336" y="2801"/>
                </a:lnTo>
                <a:cubicBezTo>
                  <a:pt x="2336" y="2602"/>
                  <a:pt x="2499" y="2431"/>
                  <a:pt x="2706" y="2431"/>
                </a:cubicBezTo>
                <a:cubicBezTo>
                  <a:pt x="2907" y="2431"/>
                  <a:pt x="3068" y="2602"/>
                  <a:pt x="3068" y="2801"/>
                </a:cubicBezTo>
                <a:lnTo>
                  <a:pt x="3068" y="3468"/>
                </a:lnTo>
                <a:cubicBezTo>
                  <a:pt x="3084" y="3655"/>
                  <a:pt x="3239" y="3802"/>
                  <a:pt x="3433" y="3802"/>
                </a:cubicBezTo>
                <a:cubicBezTo>
                  <a:pt x="3632" y="3802"/>
                  <a:pt x="3803" y="3639"/>
                  <a:pt x="3803" y="3439"/>
                </a:cubicBezTo>
                <a:lnTo>
                  <a:pt x="3803" y="2134"/>
                </a:lnTo>
                <a:cubicBezTo>
                  <a:pt x="3803" y="1935"/>
                  <a:pt x="3966" y="1764"/>
                  <a:pt x="4166" y="1764"/>
                </a:cubicBezTo>
                <a:cubicBezTo>
                  <a:pt x="4367" y="1764"/>
                  <a:pt x="4536" y="1935"/>
                  <a:pt x="4536" y="2134"/>
                </a:cubicBezTo>
                <a:lnTo>
                  <a:pt x="4536" y="2157"/>
                </a:lnTo>
                <a:lnTo>
                  <a:pt x="4536" y="3105"/>
                </a:lnTo>
                <a:cubicBezTo>
                  <a:pt x="4536" y="3290"/>
                  <a:pt x="4685" y="3447"/>
                  <a:pt x="4870" y="3447"/>
                </a:cubicBezTo>
                <a:lnTo>
                  <a:pt x="4907" y="3447"/>
                </a:lnTo>
                <a:cubicBezTo>
                  <a:pt x="5092" y="3447"/>
                  <a:pt x="5247" y="3290"/>
                  <a:pt x="5247" y="3105"/>
                </a:cubicBezTo>
                <a:lnTo>
                  <a:pt x="5247" y="2291"/>
                </a:lnTo>
                <a:lnTo>
                  <a:pt x="4062" y="631"/>
                </a:lnTo>
                <a:cubicBezTo>
                  <a:pt x="3780" y="231"/>
                  <a:pt x="3351" y="0"/>
                  <a:pt x="289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5" name="Google Shape;1315;p22"/>
          <p:cNvGrpSpPr/>
          <p:nvPr/>
        </p:nvGrpSpPr>
        <p:grpSpPr>
          <a:xfrm>
            <a:off x="760204" y="4366034"/>
            <a:ext cx="280222" cy="572731"/>
            <a:chOff x="684763" y="4011150"/>
            <a:chExt cx="453875" cy="927500"/>
          </a:xfrm>
        </p:grpSpPr>
        <p:sp>
          <p:nvSpPr>
            <p:cNvPr id="1316" name="Google Shape;1316;p22"/>
            <p:cNvSpPr/>
            <p:nvPr/>
          </p:nvSpPr>
          <p:spPr>
            <a:xfrm>
              <a:off x="900663" y="4285675"/>
              <a:ext cx="44150" cy="652975"/>
            </a:xfrm>
            <a:custGeom>
              <a:avLst/>
              <a:gdLst/>
              <a:ahLst/>
              <a:cxnLst/>
              <a:rect l="l" t="t" r="r" b="b"/>
              <a:pathLst>
                <a:path w="1766" h="26119" extrusionOk="0">
                  <a:moveTo>
                    <a:pt x="217" y="0"/>
                  </a:moveTo>
                  <a:lnTo>
                    <a:pt x="0" y="26118"/>
                  </a:lnTo>
                  <a:lnTo>
                    <a:pt x="1765" y="26118"/>
                  </a:lnTo>
                  <a:lnTo>
                    <a:pt x="1298" y="91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2"/>
            <p:cNvSpPr/>
            <p:nvPr/>
          </p:nvSpPr>
          <p:spPr>
            <a:xfrm>
              <a:off x="913313" y="4011150"/>
              <a:ext cx="53125" cy="254200"/>
            </a:xfrm>
            <a:custGeom>
              <a:avLst/>
              <a:gdLst/>
              <a:ahLst/>
              <a:cxnLst/>
              <a:rect l="l" t="t" r="r" b="b"/>
              <a:pathLst>
                <a:path w="2125" h="10168" extrusionOk="0">
                  <a:moveTo>
                    <a:pt x="1008" y="1"/>
                  </a:moveTo>
                  <a:lnTo>
                    <a:pt x="0" y="9899"/>
                  </a:lnTo>
                  <a:lnTo>
                    <a:pt x="740" y="10168"/>
                  </a:lnTo>
                  <a:lnTo>
                    <a:pt x="2125" y="8710"/>
                  </a:lnTo>
                  <a:lnTo>
                    <a:pt x="1532" y="416"/>
                  </a:lnTo>
                  <a:lnTo>
                    <a:pt x="10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2"/>
            <p:cNvSpPr/>
            <p:nvPr/>
          </p:nvSpPr>
          <p:spPr>
            <a:xfrm>
              <a:off x="920438" y="4275725"/>
              <a:ext cx="218200" cy="150150"/>
            </a:xfrm>
            <a:custGeom>
              <a:avLst/>
              <a:gdLst/>
              <a:ahLst/>
              <a:cxnLst/>
              <a:rect l="l" t="t" r="r" b="b"/>
              <a:pathLst>
                <a:path w="8728" h="6006" extrusionOk="0">
                  <a:moveTo>
                    <a:pt x="598" y="0"/>
                  </a:moveTo>
                  <a:lnTo>
                    <a:pt x="1" y="506"/>
                  </a:lnTo>
                  <a:lnTo>
                    <a:pt x="598" y="2453"/>
                  </a:lnTo>
                  <a:lnTo>
                    <a:pt x="8113" y="6005"/>
                  </a:lnTo>
                  <a:lnTo>
                    <a:pt x="8727" y="5750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2"/>
            <p:cNvSpPr/>
            <p:nvPr/>
          </p:nvSpPr>
          <p:spPr>
            <a:xfrm>
              <a:off x="684763" y="4256350"/>
              <a:ext cx="222725" cy="140625"/>
            </a:xfrm>
            <a:custGeom>
              <a:avLst/>
              <a:gdLst/>
              <a:ahLst/>
              <a:cxnLst/>
              <a:rect l="l" t="t" r="r" b="b"/>
              <a:pathLst>
                <a:path w="8909" h="5625" extrusionOk="0">
                  <a:moveTo>
                    <a:pt x="6746" y="1"/>
                  </a:moveTo>
                  <a:lnTo>
                    <a:pt x="74" y="4959"/>
                  </a:lnTo>
                  <a:lnTo>
                    <a:pt x="1" y="5625"/>
                  </a:lnTo>
                  <a:lnTo>
                    <a:pt x="8909" y="1173"/>
                  </a:lnTo>
                  <a:lnTo>
                    <a:pt x="8727" y="377"/>
                  </a:lnTo>
                  <a:lnTo>
                    <a:pt x="67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2"/>
            <p:cNvSpPr/>
            <p:nvPr/>
          </p:nvSpPr>
          <p:spPr>
            <a:xfrm>
              <a:off x="888013" y="4245000"/>
              <a:ext cx="61350" cy="58400"/>
            </a:xfrm>
            <a:custGeom>
              <a:avLst/>
              <a:gdLst/>
              <a:ahLst/>
              <a:cxnLst/>
              <a:rect l="l" t="t" r="r" b="b"/>
              <a:pathLst>
                <a:path w="2454" h="2336" extrusionOk="0">
                  <a:moveTo>
                    <a:pt x="1223" y="0"/>
                  </a:moveTo>
                  <a:cubicBezTo>
                    <a:pt x="1189" y="0"/>
                    <a:pt x="1155" y="2"/>
                    <a:pt x="1121" y="5"/>
                  </a:cubicBezTo>
                  <a:cubicBezTo>
                    <a:pt x="472" y="74"/>
                    <a:pt x="0" y="654"/>
                    <a:pt x="74" y="1285"/>
                  </a:cubicBezTo>
                  <a:cubicBezTo>
                    <a:pt x="142" y="1889"/>
                    <a:pt x="630" y="2336"/>
                    <a:pt x="1220" y="2336"/>
                  </a:cubicBezTo>
                  <a:cubicBezTo>
                    <a:pt x="1264" y="2336"/>
                    <a:pt x="1309" y="2333"/>
                    <a:pt x="1354" y="2328"/>
                  </a:cubicBezTo>
                  <a:cubicBezTo>
                    <a:pt x="1986" y="2259"/>
                    <a:pt x="2453" y="1696"/>
                    <a:pt x="2401" y="1047"/>
                  </a:cubicBezTo>
                  <a:cubicBezTo>
                    <a:pt x="2332" y="454"/>
                    <a:pt x="1813" y="0"/>
                    <a:pt x="1223" y="0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1" name="Google Shape;1321;p22"/>
          <p:cNvGrpSpPr/>
          <p:nvPr/>
        </p:nvGrpSpPr>
        <p:grpSpPr>
          <a:xfrm>
            <a:off x="523504" y="4661042"/>
            <a:ext cx="280220" cy="273435"/>
            <a:chOff x="3582125" y="860850"/>
            <a:chExt cx="259175" cy="252900"/>
          </a:xfrm>
        </p:grpSpPr>
        <p:sp>
          <p:nvSpPr>
            <p:cNvPr id="1322" name="Google Shape;1322;p22"/>
            <p:cNvSpPr/>
            <p:nvPr/>
          </p:nvSpPr>
          <p:spPr>
            <a:xfrm>
              <a:off x="3613700" y="887450"/>
              <a:ext cx="196450" cy="226300"/>
            </a:xfrm>
            <a:custGeom>
              <a:avLst/>
              <a:gdLst/>
              <a:ahLst/>
              <a:cxnLst/>
              <a:rect l="l" t="t" r="r" b="b"/>
              <a:pathLst>
                <a:path w="7858" h="9052" extrusionOk="0">
                  <a:moveTo>
                    <a:pt x="3877" y="1"/>
                  </a:moveTo>
                  <a:lnTo>
                    <a:pt x="1" y="3194"/>
                  </a:lnTo>
                  <a:lnTo>
                    <a:pt x="1" y="9052"/>
                  </a:lnTo>
                  <a:lnTo>
                    <a:pt x="7857" y="9052"/>
                  </a:lnTo>
                  <a:lnTo>
                    <a:pt x="7857" y="3280"/>
                  </a:lnTo>
                  <a:lnTo>
                    <a:pt x="38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2"/>
            <p:cNvSpPr/>
            <p:nvPr/>
          </p:nvSpPr>
          <p:spPr>
            <a:xfrm>
              <a:off x="3712775" y="1029900"/>
              <a:ext cx="25325" cy="23400"/>
            </a:xfrm>
            <a:custGeom>
              <a:avLst/>
              <a:gdLst/>
              <a:ahLst/>
              <a:cxnLst/>
              <a:rect l="l" t="t" r="r" b="b"/>
              <a:pathLst>
                <a:path w="1013" h="936" extrusionOk="0">
                  <a:moveTo>
                    <a:pt x="1" y="1"/>
                  </a:moveTo>
                  <a:lnTo>
                    <a:pt x="1" y="935"/>
                  </a:lnTo>
                  <a:lnTo>
                    <a:pt x="1013" y="935"/>
                  </a:lnTo>
                  <a:lnTo>
                    <a:pt x="1013" y="502"/>
                  </a:lnTo>
                  <a:cubicBezTo>
                    <a:pt x="939" y="286"/>
                    <a:pt x="797" y="109"/>
                    <a:pt x="598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2"/>
            <p:cNvSpPr/>
            <p:nvPr/>
          </p:nvSpPr>
          <p:spPr>
            <a:xfrm>
              <a:off x="3700225" y="1024925"/>
              <a:ext cx="10400" cy="2300"/>
            </a:xfrm>
            <a:custGeom>
              <a:avLst/>
              <a:gdLst/>
              <a:ahLst/>
              <a:cxnLst/>
              <a:rect l="l" t="t" r="r" b="b"/>
              <a:pathLst>
                <a:path w="416" h="92" extrusionOk="0">
                  <a:moveTo>
                    <a:pt x="416" y="1"/>
                  </a:moveTo>
                  <a:cubicBezTo>
                    <a:pt x="269" y="1"/>
                    <a:pt x="126" y="35"/>
                    <a:pt x="1" y="91"/>
                  </a:cubicBezTo>
                  <a:lnTo>
                    <a:pt x="416" y="91"/>
                  </a:lnTo>
                  <a:lnTo>
                    <a:pt x="416" y="1"/>
                  </a:ln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2"/>
            <p:cNvSpPr/>
            <p:nvPr/>
          </p:nvSpPr>
          <p:spPr>
            <a:xfrm>
              <a:off x="3712775" y="1082575"/>
              <a:ext cx="25325" cy="25325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1" y="1"/>
                  </a:moveTo>
                  <a:lnTo>
                    <a:pt x="1" y="1013"/>
                  </a:lnTo>
                  <a:lnTo>
                    <a:pt x="1013" y="1013"/>
                  </a:lnTo>
                  <a:lnTo>
                    <a:pt x="1013" y="1"/>
                  </a:ln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2"/>
            <p:cNvSpPr/>
            <p:nvPr/>
          </p:nvSpPr>
          <p:spPr>
            <a:xfrm>
              <a:off x="3685300" y="1082575"/>
              <a:ext cx="25775" cy="25325"/>
            </a:xfrm>
            <a:custGeom>
              <a:avLst/>
              <a:gdLst/>
              <a:ahLst/>
              <a:cxnLst/>
              <a:rect l="l" t="t" r="r" b="b"/>
              <a:pathLst>
                <a:path w="1031" h="1013" extrusionOk="0">
                  <a:moveTo>
                    <a:pt x="1" y="1"/>
                  </a:moveTo>
                  <a:lnTo>
                    <a:pt x="1" y="1013"/>
                  </a:lnTo>
                  <a:lnTo>
                    <a:pt x="1030" y="1013"/>
                  </a:lnTo>
                  <a:lnTo>
                    <a:pt x="1030" y="1"/>
                  </a:ln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2"/>
            <p:cNvSpPr/>
            <p:nvPr/>
          </p:nvSpPr>
          <p:spPr>
            <a:xfrm>
              <a:off x="3685300" y="1029900"/>
              <a:ext cx="25775" cy="23400"/>
            </a:xfrm>
            <a:custGeom>
              <a:avLst/>
              <a:gdLst/>
              <a:ahLst/>
              <a:cxnLst/>
              <a:rect l="l" t="t" r="r" b="b"/>
              <a:pathLst>
                <a:path w="1031" h="936" extrusionOk="0">
                  <a:moveTo>
                    <a:pt x="416" y="1"/>
                  </a:moveTo>
                  <a:cubicBezTo>
                    <a:pt x="234" y="109"/>
                    <a:pt x="91" y="286"/>
                    <a:pt x="1" y="485"/>
                  </a:cubicBezTo>
                  <a:lnTo>
                    <a:pt x="1" y="935"/>
                  </a:lnTo>
                  <a:lnTo>
                    <a:pt x="1030" y="935"/>
                  </a:lnTo>
                  <a:lnTo>
                    <a:pt x="1030" y="1"/>
                  </a:ln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2"/>
            <p:cNvSpPr/>
            <p:nvPr/>
          </p:nvSpPr>
          <p:spPr>
            <a:xfrm>
              <a:off x="3712775" y="1056500"/>
              <a:ext cx="25325" cy="23825"/>
            </a:xfrm>
            <a:custGeom>
              <a:avLst/>
              <a:gdLst/>
              <a:ahLst/>
              <a:cxnLst/>
              <a:rect l="l" t="t" r="r" b="b"/>
              <a:pathLst>
                <a:path w="1013" h="953" extrusionOk="0">
                  <a:moveTo>
                    <a:pt x="1" y="1"/>
                  </a:moveTo>
                  <a:lnTo>
                    <a:pt x="1" y="953"/>
                  </a:lnTo>
                  <a:lnTo>
                    <a:pt x="1013" y="953"/>
                  </a:lnTo>
                  <a:lnTo>
                    <a:pt x="1013" y="1"/>
                  </a:ln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2"/>
            <p:cNvSpPr/>
            <p:nvPr/>
          </p:nvSpPr>
          <p:spPr>
            <a:xfrm>
              <a:off x="3685300" y="1056500"/>
              <a:ext cx="25325" cy="23825"/>
            </a:xfrm>
            <a:custGeom>
              <a:avLst/>
              <a:gdLst/>
              <a:ahLst/>
              <a:cxnLst/>
              <a:rect l="l" t="t" r="r" b="b"/>
              <a:pathLst>
                <a:path w="1013" h="953" extrusionOk="0">
                  <a:moveTo>
                    <a:pt x="1" y="1"/>
                  </a:moveTo>
                  <a:lnTo>
                    <a:pt x="1" y="953"/>
                  </a:lnTo>
                  <a:lnTo>
                    <a:pt x="1013" y="953"/>
                  </a:lnTo>
                  <a:lnTo>
                    <a:pt x="1013" y="1"/>
                  </a:ln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2"/>
            <p:cNvSpPr/>
            <p:nvPr/>
          </p:nvSpPr>
          <p:spPr>
            <a:xfrm>
              <a:off x="3712775" y="1024925"/>
              <a:ext cx="10400" cy="2300"/>
            </a:xfrm>
            <a:custGeom>
              <a:avLst/>
              <a:gdLst/>
              <a:ahLst/>
              <a:cxnLst/>
              <a:rect l="l" t="t" r="r" b="b"/>
              <a:pathLst>
                <a:path w="416" h="92" extrusionOk="0">
                  <a:moveTo>
                    <a:pt x="1" y="1"/>
                  </a:moveTo>
                  <a:lnTo>
                    <a:pt x="1" y="91"/>
                  </a:lnTo>
                  <a:lnTo>
                    <a:pt x="416" y="91"/>
                  </a:lnTo>
                  <a:cubicBezTo>
                    <a:pt x="290" y="35"/>
                    <a:pt x="148" y="1"/>
                    <a:pt x="1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2"/>
            <p:cNvSpPr/>
            <p:nvPr/>
          </p:nvSpPr>
          <p:spPr>
            <a:xfrm>
              <a:off x="3683025" y="1049700"/>
              <a:ext cx="575" cy="58650"/>
            </a:xfrm>
            <a:custGeom>
              <a:avLst/>
              <a:gdLst/>
              <a:ahLst/>
              <a:cxnLst/>
              <a:rect l="l" t="t" r="r" b="b"/>
              <a:pathLst>
                <a:path w="23" h="2346" extrusionOk="0">
                  <a:moveTo>
                    <a:pt x="22" y="0"/>
                  </a:moveTo>
                  <a:cubicBezTo>
                    <a:pt x="1" y="57"/>
                    <a:pt x="1" y="108"/>
                    <a:pt x="1" y="165"/>
                  </a:cubicBezTo>
                  <a:lnTo>
                    <a:pt x="1" y="2345"/>
                  </a:lnTo>
                  <a:lnTo>
                    <a:pt x="22" y="2345"/>
                  </a:lnTo>
                  <a:lnTo>
                    <a:pt x="22" y="1333"/>
                  </a:lnTo>
                  <a:lnTo>
                    <a:pt x="22" y="165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2"/>
            <p:cNvSpPr/>
            <p:nvPr/>
          </p:nvSpPr>
          <p:spPr>
            <a:xfrm>
              <a:off x="3739825" y="1056950"/>
              <a:ext cx="550" cy="24775"/>
            </a:xfrm>
            <a:custGeom>
              <a:avLst/>
              <a:gdLst/>
              <a:ahLst/>
              <a:cxnLst/>
              <a:rect l="l" t="t" r="r" b="b"/>
              <a:pathLst>
                <a:path w="22" h="991" extrusionOk="0">
                  <a:moveTo>
                    <a:pt x="0" y="0"/>
                  </a:moveTo>
                  <a:lnTo>
                    <a:pt x="0" y="956"/>
                  </a:lnTo>
                  <a:lnTo>
                    <a:pt x="22" y="991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2"/>
            <p:cNvSpPr/>
            <p:nvPr/>
          </p:nvSpPr>
          <p:spPr>
            <a:xfrm>
              <a:off x="3710600" y="1025350"/>
              <a:ext cx="475" cy="2300"/>
            </a:xfrm>
            <a:custGeom>
              <a:avLst/>
              <a:gdLst/>
              <a:ahLst/>
              <a:cxnLst/>
              <a:rect l="l" t="t" r="r" b="b"/>
              <a:pathLst>
                <a:path w="19" h="92" extrusionOk="0">
                  <a:moveTo>
                    <a:pt x="1" y="1"/>
                  </a:moveTo>
                  <a:lnTo>
                    <a:pt x="1" y="92"/>
                  </a:lnTo>
                  <a:lnTo>
                    <a:pt x="18" y="92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2"/>
            <p:cNvSpPr/>
            <p:nvPr/>
          </p:nvSpPr>
          <p:spPr>
            <a:xfrm>
              <a:off x="3712775" y="1025350"/>
              <a:ext cx="25" cy="2300"/>
            </a:xfrm>
            <a:custGeom>
              <a:avLst/>
              <a:gdLst/>
              <a:ahLst/>
              <a:cxnLst/>
              <a:rect l="l" t="t" r="r" b="b"/>
              <a:pathLst>
                <a:path w="1" h="92" extrusionOk="0">
                  <a:moveTo>
                    <a:pt x="1" y="92"/>
                  </a:moveTo>
                  <a:lnTo>
                    <a:pt x="1" y="92"/>
                  </a:lnTo>
                  <a:lnTo>
                    <a:pt x="1" y="92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2"/>
            <p:cNvSpPr/>
            <p:nvPr/>
          </p:nvSpPr>
          <p:spPr>
            <a:xfrm>
              <a:off x="3711050" y="1024925"/>
              <a:ext cx="1750" cy="2725"/>
            </a:xfrm>
            <a:custGeom>
              <a:avLst/>
              <a:gdLst/>
              <a:ahLst/>
              <a:cxnLst/>
              <a:rect l="l" t="t" r="r" b="b"/>
              <a:pathLst>
                <a:path w="70" h="109" extrusionOk="0">
                  <a:moveTo>
                    <a:pt x="35" y="1"/>
                  </a:moveTo>
                  <a:cubicBezTo>
                    <a:pt x="18" y="1"/>
                    <a:pt x="0" y="1"/>
                    <a:pt x="0" y="18"/>
                  </a:cubicBezTo>
                  <a:lnTo>
                    <a:pt x="0" y="109"/>
                  </a:lnTo>
                  <a:lnTo>
                    <a:pt x="70" y="109"/>
                  </a:lnTo>
                  <a:lnTo>
                    <a:pt x="70" y="18"/>
                  </a:lnTo>
                  <a:cubicBezTo>
                    <a:pt x="52" y="1"/>
                    <a:pt x="35" y="1"/>
                    <a:pt x="35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2"/>
            <p:cNvSpPr/>
            <p:nvPr/>
          </p:nvSpPr>
          <p:spPr>
            <a:xfrm>
              <a:off x="3685300" y="1055525"/>
              <a:ext cx="25325" cy="1450"/>
            </a:xfrm>
            <a:custGeom>
              <a:avLst/>
              <a:gdLst/>
              <a:ahLst/>
              <a:cxnLst/>
              <a:rect l="l" t="t" r="r" b="b"/>
              <a:pathLst>
                <a:path w="1013" h="58" extrusionOk="0">
                  <a:moveTo>
                    <a:pt x="1" y="1"/>
                  </a:moveTo>
                  <a:lnTo>
                    <a:pt x="1" y="57"/>
                  </a:lnTo>
                  <a:lnTo>
                    <a:pt x="1013" y="57"/>
                  </a:lnTo>
                  <a:lnTo>
                    <a:pt x="1013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2"/>
            <p:cNvSpPr/>
            <p:nvPr/>
          </p:nvSpPr>
          <p:spPr>
            <a:xfrm>
              <a:off x="3683575" y="1042450"/>
              <a:ext cx="1750" cy="11375"/>
            </a:xfrm>
            <a:custGeom>
              <a:avLst/>
              <a:gdLst/>
              <a:ahLst/>
              <a:cxnLst/>
              <a:rect l="l" t="t" r="r" b="b"/>
              <a:pathLst>
                <a:path w="70" h="455" extrusionOk="0">
                  <a:moveTo>
                    <a:pt x="70" y="0"/>
                  </a:moveTo>
                  <a:cubicBezTo>
                    <a:pt x="35" y="91"/>
                    <a:pt x="18" y="199"/>
                    <a:pt x="0" y="290"/>
                  </a:cubicBezTo>
                  <a:lnTo>
                    <a:pt x="0" y="455"/>
                  </a:lnTo>
                  <a:lnTo>
                    <a:pt x="70" y="455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2"/>
            <p:cNvSpPr/>
            <p:nvPr/>
          </p:nvSpPr>
          <p:spPr>
            <a:xfrm>
              <a:off x="3699250" y="1027625"/>
              <a:ext cx="11375" cy="475"/>
            </a:xfrm>
            <a:custGeom>
              <a:avLst/>
              <a:gdLst/>
              <a:ahLst/>
              <a:cxnLst/>
              <a:rect l="l" t="t" r="r" b="b"/>
              <a:pathLst>
                <a:path w="455" h="19" extrusionOk="0">
                  <a:moveTo>
                    <a:pt x="40" y="1"/>
                  </a:moveTo>
                  <a:cubicBezTo>
                    <a:pt x="22" y="1"/>
                    <a:pt x="1" y="18"/>
                    <a:pt x="1" y="18"/>
                  </a:cubicBezTo>
                  <a:lnTo>
                    <a:pt x="455" y="18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2"/>
            <p:cNvSpPr/>
            <p:nvPr/>
          </p:nvSpPr>
          <p:spPr>
            <a:xfrm>
              <a:off x="3695675" y="1029475"/>
              <a:ext cx="14950" cy="450"/>
            </a:xfrm>
            <a:custGeom>
              <a:avLst/>
              <a:gdLst/>
              <a:ahLst/>
              <a:cxnLst/>
              <a:rect l="l" t="t" r="r" b="b"/>
              <a:pathLst>
                <a:path w="598" h="18" extrusionOk="0">
                  <a:moveTo>
                    <a:pt x="36" y="0"/>
                  </a:moveTo>
                  <a:cubicBezTo>
                    <a:pt x="18" y="18"/>
                    <a:pt x="18" y="18"/>
                    <a:pt x="1" y="18"/>
                  </a:cubicBezTo>
                  <a:lnTo>
                    <a:pt x="598" y="18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2"/>
            <p:cNvSpPr/>
            <p:nvPr/>
          </p:nvSpPr>
          <p:spPr>
            <a:xfrm>
              <a:off x="3696550" y="1028075"/>
              <a:ext cx="14075" cy="1425"/>
            </a:xfrm>
            <a:custGeom>
              <a:avLst/>
              <a:gdLst/>
              <a:ahLst/>
              <a:cxnLst/>
              <a:rect l="l" t="t" r="r" b="b"/>
              <a:pathLst>
                <a:path w="563" h="57" extrusionOk="0">
                  <a:moveTo>
                    <a:pt x="109" y="0"/>
                  </a:moveTo>
                  <a:cubicBezTo>
                    <a:pt x="74" y="17"/>
                    <a:pt x="39" y="35"/>
                    <a:pt x="1" y="56"/>
                  </a:cubicBezTo>
                  <a:lnTo>
                    <a:pt x="563" y="56"/>
                  </a:lnTo>
                  <a:lnTo>
                    <a:pt x="563" y="17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2"/>
            <p:cNvSpPr/>
            <p:nvPr/>
          </p:nvSpPr>
          <p:spPr>
            <a:xfrm>
              <a:off x="3710600" y="1027625"/>
              <a:ext cx="25" cy="475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1" y="18"/>
                  </a:moveTo>
                  <a:lnTo>
                    <a:pt x="1" y="18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2"/>
            <p:cNvSpPr/>
            <p:nvPr/>
          </p:nvSpPr>
          <p:spPr>
            <a:xfrm>
              <a:off x="3710600" y="10294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1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2"/>
            <p:cNvSpPr/>
            <p:nvPr/>
          </p:nvSpPr>
          <p:spPr>
            <a:xfrm>
              <a:off x="3710600" y="1028500"/>
              <a:ext cx="25" cy="1000"/>
            </a:xfrm>
            <a:custGeom>
              <a:avLst/>
              <a:gdLst/>
              <a:ahLst/>
              <a:cxnLst/>
              <a:rect l="l" t="t" r="r" b="b"/>
              <a:pathLst>
                <a:path w="1" h="40" extrusionOk="0">
                  <a:moveTo>
                    <a:pt x="1" y="39"/>
                  </a:moveTo>
                  <a:lnTo>
                    <a:pt x="1" y="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2"/>
            <p:cNvSpPr/>
            <p:nvPr/>
          </p:nvSpPr>
          <p:spPr>
            <a:xfrm>
              <a:off x="3710600" y="1028075"/>
              <a:ext cx="25" cy="1425"/>
            </a:xfrm>
            <a:custGeom>
              <a:avLst/>
              <a:gdLst/>
              <a:ahLst/>
              <a:cxnLst/>
              <a:rect l="l" t="t" r="r" b="b"/>
              <a:pathLst>
                <a:path w="1" h="57" extrusionOk="0">
                  <a:moveTo>
                    <a:pt x="1" y="17"/>
                  </a:moveTo>
                  <a:lnTo>
                    <a:pt x="1" y="56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2"/>
            <p:cNvSpPr/>
            <p:nvPr/>
          </p:nvSpPr>
          <p:spPr>
            <a:xfrm>
              <a:off x="3712775" y="1055525"/>
              <a:ext cx="25325" cy="1450"/>
            </a:xfrm>
            <a:custGeom>
              <a:avLst/>
              <a:gdLst/>
              <a:ahLst/>
              <a:cxnLst/>
              <a:rect l="l" t="t" r="r" b="b"/>
              <a:pathLst>
                <a:path w="1013" h="58" extrusionOk="0">
                  <a:moveTo>
                    <a:pt x="1" y="1"/>
                  </a:moveTo>
                  <a:lnTo>
                    <a:pt x="1" y="57"/>
                  </a:lnTo>
                  <a:lnTo>
                    <a:pt x="1013" y="57"/>
                  </a:lnTo>
                  <a:lnTo>
                    <a:pt x="1013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2"/>
            <p:cNvSpPr/>
            <p:nvPr/>
          </p:nvSpPr>
          <p:spPr>
            <a:xfrm>
              <a:off x="3738075" y="1042450"/>
              <a:ext cx="2300" cy="14525"/>
            </a:xfrm>
            <a:custGeom>
              <a:avLst/>
              <a:gdLst/>
              <a:ahLst/>
              <a:cxnLst/>
              <a:rect l="l" t="t" r="r" b="b"/>
              <a:pathLst>
                <a:path w="92" h="581" extrusionOk="0">
                  <a:moveTo>
                    <a:pt x="1" y="0"/>
                  </a:moveTo>
                  <a:lnTo>
                    <a:pt x="1" y="455"/>
                  </a:lnTo>
                  <a:lnTo>
                    <a:pt x="70" y="455"/>
                  </a:lnTo>
                  <a:lnTo>
                    <a:pt x="70" y="580"/>
                  </a:lnTo>
                  <a:lnTo>
                    <a:pt x="92" y="580"/>
                  </a:lnTo>
                  <a:lnTo>
                    <a:pt x="92" y="308"/>
                  </a:lnTo>
                  <a:cubicBezTo>
                    <a:pt x="70" y="199"/>
                    <a:pt x="36" y="109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2"/>
            <p:cNvSpPr/>
            <p:nvPr/>
          </p:nvSpPr>
          <p:spPr>
            <a:xfrm>
              <a:off x="3712775" y="1027625"/>
              <a:ext cx="11825" cy="475"/>
            </a:xfrm>
            <a:custGeom>
              <a:avLst/>
              <a:gdLst/>
              <a:ahLst/>
              <a:cxnLst/>
              <a:rect l="l" t="t" r="r" b="b"/>
              <a:pathLst>
                <a:path w="473" h="19" extrusionOk="0">
                  <a:moveTo>
                    <a:pt x="1" y="1"/>
                  </a:moveTo>
                  <a:lnTo>
                    <a:pt x="1" y="18"/>
                  </a:lnTo>
                  <a:lnTo>
                    <a:pt x="472" y="18"/>
                  </a:lnTo>
                  <a:cubicBezTo>
                    <a:pt x="455" y="18"/>
                    <a:pt x="433" y="1"/>
                    <a:pt x="416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2"/>
            <p:cNvSpPr/>
            <p:nvPr/>
          </p:nvSpPr>
          <p:spPr>
            <a:xfrm>
              <a:off x="3712775" y="1029475"/>
              <a:ext cx="14950" cy="450"/>
            </a:xfrm>
            <a:custGeom>
              <a:avLst/>
              <a:gdLst/>
              <a:ahLst/>
              <a:cxnLst/>
              <a:rect l="l" t="t" r="r" b="b"/>
              <a:pathLst>
                <a:path w="598" h="18" extrusionOk="0">
                  <a:moveTo>
                    <a:pt x="1" y="0"/>
                  </a:moveTo>
                  <a:lnTo>
                    <a:pt x="1" y="18"/>
                  </a:lnTo>
                  <a:lnTo>
                    <a:pt x="598" y="18"/>
                  </a:lnTo>
                  <a:cubicBezTo>
                    <a:pt x="598" y="18"/>
                    <a:pt x="580" y="18"/>
                    <a:pt x="563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2"/>
            <p:cNvSpPr/>
            <p:nvPr/>
          </p:nvSpPr>
          <p:spPr>
            <a:xfrm>
              <a:off x="3712775" y="1028075"/>
              <a:ext cx="14075" cy="1425"/>
            </a:xfrm>
            <a:custGeom>
              <a:avLst/>
              <a:gdLst/>
              <a:ahLst/>
              <a:cxnLst/>
              <a:rect l="l" t="t" r="r" b="b"/>
              <a:pathLst>
                <a:path w="563" h="57" extrusionOk="0">
                  <a:moveTo>
                    <a:pt x="1" y="0"/>
                  </a:moveTo>
                  <a:lnTo>
                    <a:pt x="1" y="35"/>
                  </a:lnTo>
                  <a:lnTo>
                    <a:pt x="1" y="56"/>
                  </a:lnTo>
                  <a:lnTo>
                    <a:pt x="563" y="56"/>
                  </a:lnTo>
                  <a:cubicBezTo>
                    <a:pt x="541" y="35"/>
                    <a:pt x="507" y="17"/>
                    <a:pt x="472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2"/>
            <p:cNvSpPr/>
            <p:nvPr/>
          </p:nvSpPr>
          <p:spPr>
            <a:xfrm>
              <a:off x="3710600" y="1029900"/>
              <a:ext cx="475" cy="23925"/>
            </a:xfrm>
            <a:custGeom>
              <a:avLst/>
              <a:gdLst/>
              <a:ahLst/>
              <a:cxnLst/>
              <a:rect l="l" t="t" r="r" b="b"/>
              <a:pathLst>
                <a:path w="19" h="957" extrusionOk="0">
                  <a:moveTo>
                    <a:pt x="1" y="1"/>
                  </a:moveTo>
                  <a:lnTo>
                    <a:pt x="1" y="957"/>
                  </a:lnTo>
                  <a:lnTo>
                    <a:pt x="18" y="957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2"/>
            <p:cNvSpPr/>
            <p:nvPr/>
          </p:nvSpPr>
          <p:spPr>
            <a:xfrm>
              <a:off x="3712775" y="1029900"/>
              <a:ext cx="25" cy="23925"/>
            </a:xfrm>
            <a:custGeom>
              <a:avLst/>
              <a:gdLst/>
              <a:ahLst/>
              <a:cxnLst/>
              <a:rect l="l" t="t" r="r" b="b"/>
              <a:pathLst>
                <a:path w="1" h="957" extrusionOk="0">
                  <a:moveTo>
                    <a:pt x="1" y="1"/>
                  </a:moveTo>
                  <a:lnTo>
                    <a:pt x="1" y="957"/>
                  </a:lnTo>
                  <a:lnTo>
                    <a:pt x="1" y="95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2"/>
            <p:cNvSpPr/>
            <p:nvPr/>
          </p:nvSpPr>
          <p:spPr>
            <a:xfrm>
              <a:off x="3712775" y="1055525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1" y="57"/>
                  </a:moveTo>
                  <a:lnTo>
                    <a:pt x="1" y="57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2"/>
            <p:cNvSpPr/>
            <p:nvPr/>
          </p:nvSpPr>
          <p:spPr>
            <a:xfrm>
              <a:off x="3711050" y="1029900"/>
              <a:ext cx="1750" cy="23925"/>
            </a:xfrm>
            <a:custGeom>
              <a:avLst/>
              <a:gdLst/>
              <a:ahLst/>
              <a:cxnLst/>
              <a:rect l="l" t="t" r="r" b="b"/>
              <a:pathLst>
                <a:path w="70" h="957" extrusionOk="0">
                  <a:moveTo>
                    <a:pt x="0" y="1"/>
                  </a:moveTo>
                  <a:lnTo>
                    <a:pt x="0" y="957"/>
                  </a:lnTo>
                  <a:lnTo>
                    <a:pt x="70" y="957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2"/>
            <p:cNvSpPr/>
            <p:nvPr/>
          </p:nvSpPr>
          <p:spPr>
            <a:xfrm>
              <a:off x="3712775" y="10294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2"/>
            <p:cNvSpPr/>
            <p:nvPr/>
          </p:nvSpPr>
          <p:spPr>
            <a:xfrm>
              <a:off x="3712775" y="1028925"/>
              <a:ext cx="25" cy="575"/>
            </a:xfrm>
            <a:custGeom>
              <a:avLst/>
              <a:gdLst/>
              <a:ahLst/>
              <a:cxnLst/>
              <a:rect l="l" t="t" r="r" b="b"/>
              <a:pathLst>
                <a:path w="1" h="23" extrusionOk="0">
                  <a:moveTo>
                    <a:pt x="1" y="22"/>
                  </a:moveTo>
                  <a:lnTo>
                    <a:pt x="1" y="22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2"/>
            <p:cNvSpPr/>
            <p:nvPr/>
          </p:nvSpPr>
          <p:spPr>
            <a:xfrm>
              <a:off x="3712775" y="1027625"/>
              <a:ext cx="25" cy="475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1" y="18"/>
                  </a:moveTo>
                  <a:lnTo>
                    <a:pt x="1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2"/>
            <p:cNvSpPr/>
            <p:nvPr/>
          </p:nvSpPr>
          <p:spPr>
            <a:xfrm>
              <a:off x="3712775" y="1027625"/>
              <a:ext cx="25" cy="475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1" y="18"/>
                  </a:moveTo>
                  <a:lnTo>
                    <a:pt x="1" y="18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2"/>
            <p:cNvSpPr/>
            <p:nvPr/>
          </p:nvSpPr>
          <p:spPr>
            <a:xfrm>
              <a:off x="3712775" y="1028075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0"/>
                  </a:moveTo>
                  <a:lnTo>
                    <a:pt x="1" y="17"/>
                  </a:lnTo>
                  <a:lnTo>
                    <a:pt x="1" y="35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2"/>
            <p:cNvSpPr/>
            <p:nvPr/>
          </p:nvSpPr>
          <p:spPr>
            <a:xfrm>
              <a:off x="3712775" y="10280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0"/>
                  </a:moveTo>
                  <a:lnTo>
                    <a:pt x="1" y="1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2"/>
            <p:cNvSpPr/>
            <p:nvPr/>
          </p:nvSpPr>
          <p:spPr>
            <a:xfrm>
              <a:off x="3712775" y="10294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0"/>
                  </a:moveTo>
                  <a:lnTo>
                    <a:pt x="1" y="0"/>
                  </a:ln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2"/>
            <p:cNvSpPr/>
            <p:nvPr/>
          </p:nvSpPr>
          <p:spPr>
            <a:xfrm>
              <a:off x="3712775" y="1028500"/>
              <a:ext cx="25" cy="1000"/>
            </a:xfrm>
            <a:custGeom>
              <a:avLst/>
              <a:gdLst/>
              <a:ahLst/>
              <a:cxnLst/>
              <a:rect l="l" t="t" r="r" b="b"/>
              <a:pathLst>
                <a:path w="1" h="40" extrusionOk="0">
                  <a:moveTo>
                    <a:pt x="1" y="0"/>
                  </a:moveTo>
                  <a:lnTo>
                    <a:pt x="1" y="39"/>
                  </a:lnTo>
                  <a:lnTo>
                    <a:pt x="1" y="39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2"/>
            <p:cNvSpPr/>
            <p:nvPr/>
          </p:nvSpPr>
          <p:spPr>
            <a:xfrm>
              <a:off x="3712775" y="1028075"/>
              <a:ext cx="25" cy="1425"/>
            </a:xfrm>
            <a:custGeom>
              <a:avLst/>
              <a:gdLst/>
              <a:ahLst/>
              <a:cxnLst/>
              <a:rect l="l" t="t" r="r" b="b"/>
              <a:pathLst>
                <a:path w="1" h="57" extrusionOk="0">
                  <a:moveTo>
                    <a:pt x="1" y="56"/>
                  </a:moveTo>
                  <a:lnTo>
                    <a:pt x="1" y="56"/>
                  </a:lnTo>
                  <a:lnTo>
                    <a:pt x="1" y="1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2"/>
            <p:cNvSpPr/>
            <p:nvPr/>
          </p:nvSpPr>
          <p:spPr>
            <a:xfrm>
              <a:off x="3710600" y="1027625"/>
              <a:ext cx="475" cy="475"/>
            </a:xfrm>
            <a:custGeom>
              <a:avLst/>
              <a:gdLst/>
              <a:ahLst/>
              <a:cxnLst/>
              <a:rect l="l" t="t" r="r" b="b"/>
              <a:pathLst>
                <a:path w="19" h="19" extrusionOk="0">
                  <a:moveTo>
                    <a:pt x="1" y="1"/>
                  </a:moveTo>
                  <a:lnTo>
                    <a:pt x="1" y="18"/>
                  </a:lnTo>
                  <a:lnTo>
                    <a:pt x="18" y="18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2"/>
            <p:cNvSpPr/>
            <p:nvPr/>
          </p:nvSpPr>
          <p:spPr>
            <a:xfrm>
              <a:off x="3710600" y="1029475"/>
              <a:ext cx="475" cy="450"/>
            </a:xfrm>
            <a:custGeom>
              <a:avLst/>
              <a:gdLst/>
              <a:ahLst/>
              <a:cxnLst/>
              <a:rect l="l" t="t" r="r" b="b"/>
              <a:pathLst>
                <a:path w="19" h="18" extrusionOk="0">
                  <a:moveTo>
                    <a:pt x="1" y="0"/>
                  </a:moveTo>
                  <a:lnTo>
                    <a:pt x="1" y="18"/>
                  </a:lnTo>
                  <a:lnTo>
                    <a:pt x="18" y="18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2"/>
            <p:cNvSpPr/>
            <p:nvPr/>
          </p:nvSpPr>
          <p:spPr>
            <a:xfrm>
              <a:off x="3710600" y="1028075"/>
              <a:ext cx="475" cy="1425"/>
            </a:xfrm>
            <a:custGeom>
              <a:avLst/>
              <a:gdLst/>
              <a:ahLst/>
              <a:cxnLst/>
              <a:rect l="l" t="t" r="r" b="b"/>
              <a:pathLst>
                <a:path w="19" h="57" extrusionOk="0">
                  <a:moveTo>
                    <a:pt x="1" y="0"/>
                  </a:moveTo>
                  <a:lnTo>
                    <a:pt x="1" y="56"/>
                  </a:lnTo>
                  <a:lnTo>
                    <a:pt x="18" y="56"/>
                  </a:lnTo>
                  <a:lnTo>
                    <a:pt x="18" y="17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2"/>
            <p:cNvSpPr/>
            <p:nvPr/>
          </p:nvSpPr>
          <p:spPr>
            <a:xfrm>
              <a:off x="3711050" y="1027625"/>
              <a:ext cx="25" cy="475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0" y="18"/>
                  </a:moveTo>
                  <a:lnTo>
                    <a:pt x="0" y="18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2"/>
            <p:cNvSpPr/>
            <p:nvPr/>
          </p:nvSpPr>
          <p:spPr>
            <a:xfrm>
              <a:off x="3712775" y="1027625"/>
              <a:ext cx="25" cy="475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1" y="1"/>
                  </a:moveTo>
                  <a:lnTo>
                    <a:pt x="1" y="18"/>
                  </a:ln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2"/>
            <p:cNvSpPr/>
            <p:nvPr/>
          </p:nvSpPr>
          <p:spPr>
            <a:xfrm>
              <a:off x="3712775" y="1027625"/>
              <a:ext cx="25" cy="475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1" y="18"/>
                  </a:moveTo>
                  <a:lnTo>
                    <a:pt x="1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2"/>
            <p:cNvSpPr/>
            <p:nvPr/>
          </p:nvSpPr>
          <p:spPr>
            <a:xfrm>
              <a:off x="3711050" y="1027625"/>
              <a:ext cx="1750" cy="475"/>
            </a:xfrm>
            <a:custGeom>
              <a:avLst/>
              <a:gdLst/>
              <a:ahLst/>
              <a:cxnLst/>
              <a:rect l="l" t="t" r="r" b="b"/>
              <a:pathLst>
                <a:path w="70" h="19" extrusionOk="0">
                  <a:moveTo>
                    <a:pt x="0" y="1"/>
                  </a:moveTo>
                  <a:lnTo>
                    <a:pt x="0" y="18"/>
                  </a:lnTo>
                  <a:lnTo>
                    <a:pt x="70" y="18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2"/>
            <p:cNvSpPr/>
            <p:nvPr/>
          </p:nvSpPr>
          <p:spPr>
            <a:xfrm>
              <a:off x="3712775" y="10280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2"/>
            <p:cNvSpPr/>
            <p:nvPr/>
          </p:nvSpPr>
          <p:spPr>
            <a:xfrm>
              <a:off x="3711050" y="10294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0" y="18"/>
                  </a:moveTo>
                  <a:lnTo>
                    <a:pt x="0" y="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2"/>
            <p:cNvSpPr/>
            <p:nvPr/>
          </p:nvSpPr>
          <p:spPr>
            <a:xfrm>
              <a:off x="3711050" y="1028500"/>
              <a:ext cx="25" cy="1000"/>
            </a:xfrm>
            <a:custGeom>
              <a:avLst/>
              <a:gdLst/>
              <a:ahLst/>
              <a:cxnLst/>
              <a:rect l="l" t="t" r="r" b="b"/>
              <a:pathLst>
                <a:path w="1" h="40" extrusionOk="0">
                  <a:moveTo>
                    <a:pt x="0" y="39"/>
                  </a:moveTo>
                  <a:lnTo>
                    <a:pt x="0" y="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2"/>
            <p:cNvSpPr/>
            <p:nvPr/>
          </p:nvSpPr>
          <p:spPr>
            <a:xfrm>
              <a:off x="3711050" y="1028075"/>
              <a:ext cx="25" cy="1425"/>
            </a:xfrm>
            <a:custGeom>
              <a:avLst/>
              <a:gdLst/>
              <a:ahLst/>
              <a:cxnLst/>
              <a:rect l="l" t="t" r="r" b="b"/>
              <a:pathLst>
                <a:path w="1" h="57" extrusionOk="0">
                  <a:moveTo>
                    <a:pt x="0" y="17"/>
                  </a:moveTo>
                  <a:lnTo>
                    <a:pt x="0" y="5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2"/>
            <p:cNvSpPr/>
            <p:nvPr/>
          </p:nvSpPr>
          <p:spPr>
            <a:xfrm>
              <a:off x="3712775" y="10294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0"/>
                  </a:move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2"/>
            <p:cNvSpPr/>
            <p:nvPr/>
          </p:nvSpPr>
          <p:spPr>
            <a:xfrm>
              <a:off x="3712775" y="1028075"/>
              <a:ext cx="25" cy="1425"/>
            </a:xfrm>
            <a:custGeom>
              <a:avLst/>
              <a:gdLst/>
              <a:ahLst/>
              <a:cxnLst/>
              <a:rect l="l" t="t" r="r" b="b"/>
              <a:pathLst>
                <a:path w="1" h="57" extrusionOk="0">
                  <a:moveTo>
                    <a:pt x="1" y="0"/>
                  </a:moveTo>
                  <a:lnTo>
                    <a:pt x="1" y="0"/>
                  </a:lnTo>
                  <a:lnTo>
                    <a:pt x="1" y="17"/>
                  </a:lnTo>
                  <a:lnTo>
                    <a:pt x="1" y="35"/>
                  </a:lnTo>
                  <a:lnTo>
                    <a:pt x="1" y="56"/>
                  </a:lnTo>
                  <a:lnTo>
                    <a:pt x="1" y="56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2"/>
            <p:cNvSpPr/>
            <p:nvPr/>
          </p:nvSpPr>
          <p:spPr>
            <a:xfrm>
              <a:off x="3712775" y="10294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2"/>
            <p:cNvSpPr/>
            <p:nvPr/>
          </p:nvSpPr>
          <p:spPr>
            <a:xfrm>
              <a:off x="3712775" y="1028500"/>
              <a:ext cx="25" cy="1000"/>
            </a:xfrm>
            <a:custGeom>
              <a:avLst/>
              <a:gdLst/>
              <a:ahLst/>
              <a:cxnLst/>
              <a:rect l="l" t="t" r="r" b="b"/>
              <a:pathLst>
                <a:path w="1" h="40" extrusionOk="0">
                  <a:moveTo>
                    <a:pt x="1" y="39"/>
                  </a:moveTo>
                  <a:lnTo>
                    <a:pt x="1" y="39"/>
                  </a:lnTo>
                  <a:lnTo>
                    <a:pt x="1" y="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2"/>
            <p:cNvSpPr/>
            <p:nvPr/>
          </p:nvSpPr>
          <p:spPr>
            <a:xfrm>
              <a:off x="3712775" y="10280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0"/>
                  </a:moveTo>
                  <a:lnTo>
                    <a:pt x="1" y="17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2"/>
            <p:cNvSpPr/>
            <p:nvPr/>
          </p:nvSpPr>
          <p:spPr>
            <a:xfrm>
              <a:off x="3712775" y="10294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0"/>
                  </a:move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2"/>
            <p:cNvSpPr/>
            <p:nvPr/>
          </p:nvSpPr>
          <p:spPr>
            <a:xfrm>
              <a:off x="3712775" y="1028075"/>
              <a:ext cx="25" cy="1425"/>
            </a:xfrm>
            <a:custGeom>
              <a:avLst/>
              <a:gdLst/>
              <a:ahLst/>
              <a:cxnLst/>
              <a:rect l="l" t="t" r="r" b="b"/>
              <a:pathLst>
                <a:path w="1" h="57" extrusionOk="0">
                  <a:moveTo>
                    <a:pt x="1" y="0"/>
                  </a:moveTo>
                  <a:lnTo>
                    <a:pt x="1" y="56"/>
                  </a:lnTo>
                  <a:lnTo>
                    <a:pt x="1" y="56"/>
                  </a:lnTo>
                  <a:lnTo>
                    <a:pt x="1" y="17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2"/>
            <p:cNvSpPr/>
            <p:nvPr/>
          </p:nvSpPr>
          <p:spPr>
            <a:xfrm>
              <a:off x="3711050" y="1029475"/>
              <a:ext cx="1750" cy="450"/>
            </a:xfrm>
            <a:custGeom>
              <a:avLst/>
              <a:gdLst/>
              <a:ahLst/>
              <a:cxnLst/>
              <a:rect l="l" t="t" r="r" b="b"/>
              <a:pathLst>
                <a:path w="70" h="18" extrusionOk="0">
                  <a:moveTo>
                    <a:pt x="0" y="0"/>
                  </a:moveTo>
                  <a:lnTo>
                    <a:pt x="0" y="18"/>
                  </a:lnTo>
                  <a:lnTo>
                    <a:pt x="70" y="18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2"/>
            <p:cNvSpPr/>
            <p:nvPr/>
          </p:nvSpPr>
          <p:spPr>
            <a:xfrm>
              <a:off x="3711050" y="1028075"/>
              <a:ext cx="1750" cy="1425"/>
            </a:xfrm>
            <a:custGeom>
              <a:avLst/>
              <a:gdLst/>
              <a:ahLst/>
              <a:cxnLst/>
              <a:rect l="l" t="t" r="r" b="b"/>
              <a:pathLst>
                <a:path w="70" h="57" extrusionOk="0">
                  <a:moveTo>
                    <a:pt x="0" y="0"/>
                  </a:moveTo>
                  <a:lnTo>
                    <a:pt x="0" y="56"/>
                  </a:lnTo>
                  <a:lnTo>
                    <a:pt x="70" y="56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2"/>
            <p:cNvSpPr/>
            <p:nvPr/>
          </p:nvSpPr>
          <p:spPr>
            <a:xfrm>
              <a:off x="3685300" y="1053800"/>
              <a:ext cx="25325" cy="1325"/>
            </a:xfrm>
            <a:custGeom>
              <a:avLst/>
              <a:gdLst/>
              <a:ahLst/>
              <a:cxnLst/>
              <a:rect l="l" t="t" r="r" b="b"/>
              <a:pathLst>
                <a:path w="1013" h="53" extrusionOk="0">
                  <a:moveTo>
                    <a:pt x="1" y="1"/>
                  </a:moveTo>
                  <a:lnTo>
                    <a:pt x="1" y="53"/>
                  </a:lnTo>
                  <a:lnTo>
                    <a:pt x="1013" y="53"/>
                  </a:lnTo>
                  <a:lnTo>
                    <a:pt x="1013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2"/>
            <p:cNvSpPr/>
            <p:nvPr/>
          </p:nvSpPr>
          <p:spPr>
            <a:xfrm>
              <a:off x="3683575" y="1056950"/>
              <a:ext cx="1750" cy="23925"/>
            </a:xfrm>
            <a:custGeom>
              <a:avLst/>
              <a:gdLst/>
              <a:ahLst/>
              <a:cxnLst/>
              <a:rect l="l" t="t" r="r" b="b"/>
              <a:pathLst>
                <a:path w="70" h="957" extrusionOk="0">
                  <a:moveTo>
                    <a:pt x="0" y="0"/>
                  </a:moveTo>
                  <a:lnTo>
                    <a:pt x="0" y="956"/>
                  </a:lnTo>
                  <a:lnTo>
                    <a:pt x="70" y="956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2"/>
            <p:cNvSpPr/>
            <p:nvPr/>
          </p:nvSpPr>
          <p:spPr>
            <a:xfrm>
              <a:off x="3683575" y="1053800"/>
              <a:ext cx="27050" cy="3175"/>
            </a:xfrm>
            <a:custGeom>
              <a:avLst/>
              <a:gdLst/>
              <a:ahLst/>
              <a:cxnLst/>
              <a:rect l="l" t="t" r="r" b="b"/>
              <a:pathLst>
                <a:path w="1082" h="127" extrusionOk="0">
                  <a:moveTo>
                    <a:pt x="0" y="1"/>
                  </a:moveTo>
                  <a:lnTo>
                    <a:pt x="0" y="126"/>
                  </a:lnTo>
                  <a:lnTo>
                    <a:pt x="70" y="126"/>
                  </a:lnTo>
                  <a:lnTo>
                    <a:pt x="70" y="70"/>
                  </a:lnTo>
                  <a:lnTo>
                    <a:pt x="1082" y="70"/>
                  </a:lnTo>
                  <a:lnTo>
                    <a:pt x="1082" y="53"/>
                  </a:lnTo>
                  <a:lnTo>
                    <a:pt x="70" y="53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2"/>
            <p:cNvSpPr/>
            <p:nvPr/>
          </p:nvSpPr>
          <p:spPr>
            <a:xfrm>
              <a:off x="3712775" y="1053800"/>
              <a:ext cx="25325" cy="1325"/>
            </a:xfrm>
            <a:custGeom>
              <a:avLst/>
              <a:gdLst/>
              <a:ahLst/>
              <a:cxnLst/>
              <a:rect l="l" t="t" r="r" b="b"/>
              <a:pathLst>
                <a:path w="1013" h="53" extrusionOk="0">
                  <a:moveTo>
                    <a:pt x="1" y="1"/>
                  </a:moveTo>
                  <a:lnTo>
                    <a:pt x="1" y="53"/>
                  </a:lnTo>
                  <a:lnTo>
                    <a:pt x="1013" y="53"/>
                  </a:lnTo>
                  <a:lnTo>
                    <a:pt x="1013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2"/>
            <p:cNvSpPr/>
            <p:nvPr/>
          </p:nvSpPr>
          <p:spPr>
            <a:xfrm>
              <a:off x="3738075" y="1056950"/>
              <a:ext cx="1775" cy="23925"/>
            </a:xfrm>
            <a:custGeom>
              <a:avLst/>
              <a:gdLst/>
              <a:ahLst/>
              <a:cxnLst/>
              <a:rect l="l" t="t" r="r" b="b"/>
              <a:pathLst>
                <a:path w="71" h="957" extrusionOk="0">
                  <a:moveTo>
                    <a:pt x="1" y="0"/>
                  </a:moveTo>
                  <a:lnTo>
                    <a:pt x="1" y="956"/>
                  </a:lnTo>
                  <a:lnTo>
                    <a:pt x="70" y="956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2"/>
            <p:cNvSpPr/>
            <p:nvPr/>
          </p:nvSpPr>
          <p:spPr>
            <a:xfrm>
              <a:off x="3712775" y="1053800"/>
              <a:ext cx="27075" cy="3175"/>
            </a:xfrm>
            <a:custGeom>
              <a:avLst/>
              <a:gdLst/>
              <a:ahLst/>
              <a:cxnLst/>
              <a:rect l="l" t="t" r="r" b="b"/>
              <a:pathLst>
                <a:path w="1083" h="127" extrusionOk="0">
                  <a:moveTo>
                    <a:pt x="1013" y="1"/>
                  </a:moveTo>
                  <a:lnTo>
                    <a:pt x="1013" y="53"/>
                  </a:lnTo>
                  <a:lnTo>
                    <a:pt x="1" y="53"/>
                  </a:lnTo>
                  <a:lnTo>
                    <a:pt x="1" y="70"/>
                  </a:lnTo>
                  <a:lnTo>
                    <a:pt x="1013" y="70"/>
                  </a:lnTo>
                  <a:lnTo>
                    <a:pt x="1013" y="126"/>
                  </a:lnTo>
                  <a:lnTo>
                    <a:pt x="1082" y="126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2"/>
            <p:cNvSpPr/>
            <p:nvPr/>
          </p:nvSpPr>
          <p:spPr>
            <a:xfrm>
              <a:off x="3712775" y="1053800"/>
              <a:ext cx="25" cy="1750"/>
            </a:xfrm>
            <a:custGeom>
              <a:avLst/>
              <a:gdLst/>
              <a:ahLst/>
              <a:cxnLst/>
              <a:rect l="l" t="t" r="r" b="b"/>
              <a:pathLst>
                <a:path w="1" h="70" extrusionOk="0">
                  <a:moveTo>
                    <a:pt x="1" y="18"/>
                  </a:moveTo>
                  <a:lnTo>
                    <a:pt x="1" y="35"/>
                  </a:lnTo>
                  <a:lnTo>
                    <a:pt x="1" y="70"/>
                  </a:lnTo>
                  <a:lnTo>
                    <a:pt x="1" y="70"/>
                  </a:lnTo>
                  <a:lnTo>
                    <a:pt x="1" y="53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2"/>
            <p:cNvSpPr/>
            <p:nvPr/>
          </p:nvSpPr>
          <p:spPr>
            <a:xfrm>
              <a:off x="3712775" y="1053800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2"/>
            <p:cNvSpPr/>
            <p:nvPr/>
          </p:nvSpPr>
          <p:spPr>
            <a:xfrm>
              <a:off x="3710600" y="1056950"/>
              <a:ext cx="475" cy="23925"/>
            </a:xfrm>
            <a:custGeom>
              <a:avLst/>
              <a:gdLst/>
              <a:ahLst/>
              <a:cxnLst/>
              <a:rect l="l" t="t" r="r" b="b"/>
              <a:pathLst>
                <a:path w="19" h="957" extrusionOk="0">
                  <a:moveTo>
                    <a:pt x="1" y="0"/>
                  </a:moveTo>
                  <a:lnTo>
                    <a:pt x="1" y="956"/>
                  </a:lnTo>
                  <a:lnTo>
                    <a:pt x="18" y="956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2"/>
            <p:cNvSpPr/>
            <p:nvPr/>
          </p:nvSpPr>
          <p:spPr>
            <a:xfrm>
              <a:off x="3710600" y="1053800"/>
              <a:ext cx="25" cy="1325"/>
            </a:xfrm>
            <a:custGeom>
              <a:avLst/>
              <a:gdLst/>
              <a:ahLst/>
              <a:cxnLst/>
              <a:rect l="l" t="t" r="r" b="b"/>
              <a:pathLst>
                <a:path w="1" h="53" extrusionOk="0">
                  <a:moveTo>
                    <a:pt x="1" y="53"/>
                  </a:moveTo>
                  <a:lnTo>
                    <a:pt x="1" y="53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2"/>
            <p:cNvSpPr/>
            <p:nvPr/>
          </p:nvSpPr>
          <p:spPr>
            <a:xfrm>
              <a:off x="3710600" y="1055100"/>
              <a:ext cx="25" cy="1875"/>
            </a:xfrm>
            <a:custGeom>
              <a:avLst/>
              <a:gdLst/>
              <a:ahLst/>
              <a:cxnLst/>
              <a:rect l="l" t="t" r="r" b="b"/>
              <a:pathLst>
                <a:path w="1" h="75" extrusionOk="0">
                  <a:moveTo>
                    <a:pt x="1" y="18"/>
                  </a:moveTo>
                  <a:lnTo>
                    <a:pt x="1" y="74"/>
                  </a:lnTo>
                  <a:lnTo>
                    <a:pt x="1" y="74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2"/>
            <p:cNvSpPr/>
            <p:nvPr/>
          </p:nvSpPr>
          <p:spPr>
            <a:xfrm>
              <a:off x="3710600" y="1053800"/>
              <a:ext cx="475" cy="3175"/>
            </a:xfrm>
            <a:custGeom>
              <a:avLst/>
              <a:gdLst/>
              <a:ahLst/>
              <a:cxnLst/>
              <a:rect l="l" t="t" r="r" b="b"/>
              <a:pathLst>
                <a:path w="19" h="127" extrusionOk="0">
                  <a:moveTo>
                    <a:pt x="1" y="1"/>
                  </a:moveTo>
                  <a:lnTo>
                    <a:pt x="1" y="53"/>
                  </a:lnTo>
                  <a:lnTo>
                    <a:pt x="1" y="126"/>
                  </a:lnTo>
                  <a:lnTo>
                    <a:pt x="18" y="126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2"/>
            <p:cNvSpPr/>
            <p:nvPr/>
          </p:nvSpPr>
          <p:spPr>
            <a:xfrm>
              <a:off x="3712775" y="1056950"/>
              <a:ext cx="25" cy="23925"/>
            </a:xfrm>
            <a:custGeom>
              <a:avLst/>
              <a:gdLst/>
              <a:ahLst/>
              <a:cxnLst/>
              <a:rect l="l" t="t" r="r" b="b"/>
              <a:pathLst>
                <a:path w="1" h="957" extrusionOk="0">
                  <a:moveTo>
                    <a:pt x="1" y="0"/>
                  </a:moveTo>
                  <a:lnTo>
                    <a:pt x="1" y="956"/>
                  </a:lnTo>
                  <a:lnTo>
                    <a:pt x="1" y="956"/>
                  </a:lnTo>
                  <a:lnTo>
                    <a:pt x="1" y="95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2"/>
            <p:cNvSpPr/>
            <p:nvPr/>
          </p:nvSpPr>
          <p:spPr>
            <a:xfrm>
              <a:off x="3712775" y="1054250"/>
              <a:ext cx="25" cy="2725"/>
            </a:xfrm>
            <a:custGeom>
              <a:avLst/>
              <a:gdLst/>
              <a:ahLst/>
              <a:cxnLst/>
              <a:rect l="l" t="t" r="r" b="b"/>
              <a:pathLst>
                <a:path w="1" h="109" extrusionOk="0">
                  <a:moveTo>
                    <a:pt x="1" y="108"/>
                  </a:moveTo>
                  <a:lnTo>
                    <a:pt x="1" y="108"/>
                  </a:lnTo>
                  <a:lnTo>
                    <a:pt x="1" y="52"/>
                  </a:lnTo>
                  <a:lnTo>
                    <a:pt x="1" y="1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2"/>
            <p:cNvSpPr/>
            <p:nvPr/>
          </p:nvSpPr>
          <p:spPr>
            <a:xfrm>
              <a:off x="3712775" y="1053800"/>
              <a:ext cx="25" cy="3175"/>
            </a:xfrm>
            <a:custGeom>
              <a:avLst/>
              <a:gdLst/>
              <a:ahLst/>
              <a:cxnLst/>
              <a:rect l="l" t="t" r="r" b="b"/>
              <a:pathLst>
                <a:path w="1" h="127" extrusionOk="0">
                  <a:moveTo>
                    <a:pt x="1" y="126"/>
                  </a:moveTo>
                  <a:lnTo>
                    <a:pt x="1" y="126"/>
                  </a:lnTo>
                  <a:lnTo>
                    <a:pt x="1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2"/>
            <p:cNvSpPr/>
            <p:nvPr/>
          </p:nvSpPr>
          <p:spPr>
            <a:xfrm>
              <a:off x="3711050" y="1056950"/>
              <a:ext cx="1750" cy="23925"/>
            </a:xfrm>
            <a:custGeom>
              <a:avLst/>
              <a:gdLst/>
              <a:ahLst/>
              <a:cxnLst/>
              <a:rect l="l" t="t" r="r" b="b"/>
              <a:pathLst>
                <a:path w="70" h="957" extrusionOk="0">
                  <a:moveTo>
                    <a:pt x="0" y="0"/>
                  </a:moveTo>
                  <a:lnTo>
                    <a:pt x="0" y="956"/>
                  </a:lnTo>
                  <a:lnTo>
                    <a:pt x="70" y="956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2"/>
            <p:cNvSpPr/>
            <p:nvPr/>
          </p:nvSpPr>
          <p:spPr>
            <a:xfrm>
              <a:off x="3711050" y="1053800"/>
              <a:ext cx="25" cy="3175"/>
            </a:xfrm>
            <a:custGeom>
              <a:avLst/>
              <a:gdLst/>
              <a:ahLst/>
              <a:cxnLst/>
              <a:rect l="l" t="t" r="r" b="b"/>
              <a:pathLst>
                <a:path w="1" h="127" extrusionOk="0">
                  <a:moveTo>
                    <a:pt x="0" y="126"/>
                  </a:moveTo>
                  <a:lnTo>
                    <a:pt x="0" y="126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2"/>
            <p:cNvSpPr/>
            <p:nvPr/>
          </p:nvSpPr>
          <p:spPr>
            <a:xfrm>
              <a:off x="3711050" y="1053800"/>
              <a:ext cx="1750" cy="3175"/>
            </a:xfrm>
            <a:custGeom>
              <a:avLst/>
              <a:gdLst/>
              <a:ahLst/>
              <a:cxnLst/>
              <a:rect l="l" t="t" r="r" b="b"/>
              <a:pathLst>
                <a:path w="70" h="127" extrusionOk="0">
                  <a:moveTo>
                    <a:pt x="0" y="1"/>
                  </a:moveTo>
                  <a:lnTo>
                    <a:pt x="0" y="126"/>
                  </a:lnTo>
                  <a:lnTo>
                    <a:pt x="70" y="126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2"/>
            <p:cNvSpPr/>
            <p:nvPr/>
          </p:nvSpPr>
          <p:spPr>
            <a:xfrm>
              <a:off x="3683575" y="1108325"/>
              <a:ext cx="27050" cy="1750"/>
            </a:xfrm>
            <a:custGeom>
              <a:avLst/>
              <a:gdLst/>
              <a:ahLst/>
              <a:cxnLst/>
              <a:rect l="l" t="t" r="r" b="b"/>
              <a:pathLst>
                <a:path w="1082" h="70" extrusionOk="0">
                  <a:moveTo>
                    <a:pt x="0" y="0"/>
                  </a:moveTo>
                  <a:lnTo>
                    <a:pt x="0" y="69"/>
                  </a:lnTo>
                  <a:lnTo>
                    <a:pt x="1082" y="69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2"/>
            <p:cNvSpPr/>
            <p:nvPr/>
          </p:nvSpPr>
          <p:spPr>
            <a:xfrm>
              <a:off x="3683575" y="1083000"/>
              <a:ext cx="1750" cy="25350"/>
            </a:xfrm>
            <a:custGeom>
              <a:avLst/>
              <a:gdLst/>
              <a:ahLst/>
              <a:cxnLst/>
              <a:rect l="l" t="t" r="r" b="b"/>
              <a:pathLst>
                <a:path w="70" h="1014" extrusionOk="0">
                  <a:moveTo>
                    <a:pt x="0" y="1"/>
                  </a:moveTo>
                  <a:lnTo>
                    <a:pt x="0" y="1013"/>
                  </a:lnTo>
                  <a:lnTo>
                    <a:pt x="70" y="1013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2"/>
            <p:cNvSpPr/>
            <p:nvPr/>
          </p:nvSpPr>
          <p:spPr>
            <a:xfrm>
              <a:off x="3683575" y="1080850"/>
              <a:ext cx="27050" cy="450"/>
            </a:xfrm>
            <a:custGeom>
              <a:avLst/>
              <a:gdLst/>
              <a:ahLst/>
              <a:cxnLst/>
              <a:rect l="l" t="t" r="r" b="b"/>
              <a:pathLst>
                <a:path w="1082" h="18" extrusionOk="0">
                  <a:moveTo>
                    <a:pt x="0" y="0"/>
                  </a:moveTo>
                  <a:lnTo>
                    <a:pt x="0" y="18"/>
                  </a:lnTo>
                  <a:lnTo>
                    <a:pt x="1082" y="18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2"/>
            <p:cNvSpPr/>
            <p:nvPr/>
          </p:nvSpPr>
          <p:spPr>
            <a:xfrm>
              <a:off x="3685300" y="1082575"/>
              <a:ext cx="25325" cy="450"/>
            </a:xfrm>
            <a:custGeom>
              <a:avLst/>
              <a:gdLst/>
              <a:ahLst/>
              <a:cxnLst/>
              <a:rect l="l" t="t" r="r" b="b"/>
              <a:pathLst>
                <a:path w="1013" h="18" extrusionOk="0">
                  <a:moveTo>
                    <a:pt x="1" y="1"/>
                  </a:moveTo>
                  <a:lnTo>
                    <a:pt x="1" y="18"/>
                  </a:lnTo>
                  <a:lnTo>
                    <a:pt x="1013" y="18"/>
                  </a:lnTo>
                  <a:lnTo>
                    <a:pt x="1013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2"/>
            <p:cNvSpPr/>
            <p:nvPr/>
          </p:nvSpPr>
          <p:spPr>
            <a:xfrm>
              <a:off x="3683575" y="1081275"/>
              <a:ext cx="27050" cy="1750"/>
            </a:xfrm>
            <a:custGeom>
              <a:avLst/>
              <a:gdLst/>
              <a:ahLst/>
              <a:cxnLst/>
              <a:rect l="l" t="t" r="r" b="b"/>
              <a:pathLst>
                <a:path w="1082" h="70" extrusionOk="0">
                  <a:moveTo>
                    <a:pt x="0" y="1"/>
                  </a:moveTo>
                  <a:lnTo>
                    <a:pt x="0" y="70"/>
                  </a:lnTo>
                  <a:lnTo>
                    <a:pt x="70" y="70"/>
                  </a:lnTo>
                  <a:lnTo>
                    <a:pt x="70" y="53"/>
                  </a:lnTo>
                  <a:lnTo>
                    <a:pt x="1082" y="53"/>
                  </a:lnTo>
                  <a:lnTo>
                    <a:pt x="1082" y="18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2"/>
            <p:cNvSpPr/>
            <p:nvPr/>
          </p:nvSpPr>
          <p:spPr>
            <a:xfrm>
              <a:off x="3710600" y="1080850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1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2"/>
            <p:cNvSpPr/>
            <p:nvPr/>
          </p:nvSpPr>
          <p:spPr>
            <a:xfrm>
              <a:off x="3710600" y="10825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18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2"/>
            <p:cNvSpPr/>
            <p:nvPr/>
          </p:nvSpPr>
          <p:spPr>
            <a:xfrm>
              <a:off x="3710600" y="1081700"/>
              <a:ext cx="25" cy="900"/>
            </a:xfrm>
            <a:custGeom>
              <a:avLst/>
              <a:gdLst/>
              <a:ahLst/>
              <a:cxnLst/>
              <a:rect l="l" t="t" r="r" b="b"/>
              <a:pathLst>
                <a:path w="1" h="36" extrusionOk="0">
                  <a:moveTo>
                    <a:pt x="1" y="36"/>
                  </a:moveTo>
                  <a:lnTo>
                    <a:pt x="1" y="3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2"/>
            <p:cNvSpPr/>
            <p:nvPr/>
          </p:nvSpPr>
          <p:spPr>
            <a:xfrm>
              <a:off x="3710600" y="1081275"/>
              <a:ext cx="25" cy="1325"/>
            </a:xfrm>
            <a:custGeom>
              <a:avLst/>
              <a:gdLst/>
              <a:ahLst/>
              <a:cxnLst/>
              <a:rect l="l" t="t" r="r" b="b"/>
              <a:pathLst>
                <a:path w="1" h="53" extrusionOk="0">
                  <a:moveTo>
                    <a:pt x="1" y="18"/>
                  </a:moveTo>
                  <a:lnTo>
                    <a:pt x="1" y="53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2"/>
            <p:cNvSpPr/>
            <p:nvPr/>
          </p:nvSpPr>
          <p:spPr>
            <a:xfrm>
              <a:off x="3712775" y="1108325"/>
              <a:ext cx="27600" cy="1750"/>
            </a:xfrm>
            <a:custGeom>
              <a:avLst/>
              <a:gdLst/>
              <a:ahLst/>
              <a:cxnLst/>
              <a:rect l="l" t="t" r="r" b="b"/>
              <a:pathLst>
                <a:path w="1104" h="70" extrusionOk="0">
                  <a:moveTo>
                    <a:pt x="1" y="0"/>
                  </a:moveTo>
                  <a:lnTo>
                    <a:pt x="1" y="69"/>
                  </a:lnTo>
                  <a:lnTo>
                    <a:pt x="1104" y="69"/>
                  </a:lnTo>
                  <a:lnTo>
                    <a:pt x="110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2"/>
            <p:cNvSpPr/>
            <p:nvPr/>
          </p:nvSpPr>
          <p:spPr>
            <a:xfrm>
              <a:off x="3738075" y="1080850"/>
              <a:ext cx="2300" cy="27500"/>
            </a:xfrm>
            <a:custGeom>
              <a:avLst/>
              <a:gdLst/>
              <a:ahLst/>
              <a:cxnLst/>
              <a:rect l="l" t="t" r="r" b="b"/>
              <a:pathLst>
                <a:path w="92" h="1100" extrusionOk="0">
                  <a:moveTo>
                    <a:pt x="70" y="0"/>
                  </a:moveTo>
                  <a:lnTo>
                    <a:pt x="70" y="70"/>
                  </a:lnTo>
                  <a:lnTo>
                    <a:pt x="70" y="87"/>
                  </a:lnTo>
                  <a:lnTo>
                    <a:pt x="1" y="87"/>
                  </a:lnTo>
                  <a:lnTo>
                    <a:pt x="1" y="1099"/>
                  </a:lnTo>
                  <a:lnTo>
                    <a:pt x="92" y="1099"/>
                  </a:lnTo>
                  <a:lnTo>
                    <a:pt x="92" y="35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2"/>
            <p:cNvSpPr/>
            <p:nvPr/>
          </p:nvSpPr>
          <p:spPr>
            <a:xfrm>
              <a:off x="3712775" y="1080850"/>
              <a:ext cx="25325" cy="450"/>
            </a:xfrm>
            <a:custGeom>
              <a:avLst/>
              <a:gdLst/>
              <a:ahLst/>
              <a:cxnLst/>
              <a:rect l="l" t="t" r="r" b="b"/>
              <a:pathLst>
                <a:path w="1013" h="18" extrusionOk="0">
                  <a:moveTo>
                    <a:pt x="1" y="0"/>
                  </a:moveTo>
                  <a:lnTo>
                    <a:pt x="1" y="18"/>
                  </a:lnTo>
                  <a:lnTo>
                    <a:pt x="1013" y="18"/>
                  </a:lnTo>
                  <a:lnTo>
                    <a:pt x="1013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2"/>
            <p:cNvSpPr/>
            <p:nvPr/>
          </p:nvSpPr>
          <p:spPr>
            <a:xfrm>
              <a:off x="3712775" y="1082575"/>
              <a:ext cx="27075" cy="450"/>
            </a:xfrm>
            <a:custGeom>
              <a:avLst/>
              <a:gdLst/>
              <a:ahLst/>
              <a:cxnLst/>
              <a:rect l="l" t="t" r="r" b="b"/>
              <a:pathLst>
                <a:path w="1083" h="18" extrusionOk="0">
                  <a:moveTo>
                    <a:pt x="1" y="1"/>
                  </a:moveTo>
                  <a:lnTo>
                    <a:pt x="1" y="18"/>
                  </a:lnTo>
                  <a:lnTo>
                    <a:pt x="1082" y="18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2"/>
            <p:cNvSpPr/>
            <p:nvPr/>
          </p:nvSpPr>
          <p:spPr>
            <a:xfrm>
              <a:off x="3712775" y="1080850"/>
              <a:ext cx="27075" cy="1750"/>
            </a:xfrm>
            <a:custGeom>
              <a:avLst/>
              <a:gdLst/>
              <a:ahLst/>
              <a:cxnLst/>
              <a:rect l="l" t="t" r="r" b="b"/>
              <a:pathLst>
                <a:path w="1083" h="70" extrusionOk="0">
                  <a:moveTo>
                    <a:pt x="1013" y="0"/>
                  </a:moveTo>
                  <a:lnTo>
                    <a:pt x="1013" y="18"/>
                  </a:lnTo>
                  <a:lnTo>
                    <a:pt x="1" y="18"/>
                  </a:lnTo>
                  <a:lnTo>
                    <a:pt x="1" y="35"/>
                  </a:lnTo>
                  <a:lnTo>
                    <a:pt x="1" y="52"/>
                  </a:lnTo>
                  <a:lnTo>
                    <a:pt x="1" y="70"/>
                  </a:lnTo>
                  <a:lnTo>
                    <a:pt x="1082" y="70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2"/>
            <p:cNvSpPr/>
            <p:nvPr/>
          </p:nvSpPr>
          <p:spPr>
            <a:xfrm>
              <a:off x="3710600" y="1108325"/>
              <a:ext cx="475" cy="1750"/>
            </a:xfrm>
            <a:custGeom>
              <a:avLst/>
              <a:gdLst/>
              <a:ahLst/>
              <a:cxnLst/>
              <a:rect l="l" t="t" r="r" b="b"/>
              <a:pathLst>
                <a:path w="19" h="70" extrusionOk="0">
                  <a:moveTo>
                    <a:pt x="1" y="0"/>
                  </a:moveTo>
                  <a:lnTo>
                    <a:pt x="1" y="69"/>
                  </a:lnTo>
                  <a:lnTo>
                    <a:pt x="18" y="69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2"/>
            <p:cNvSpPr/>
            <p:nvPr/>
          </p:nvSpPr>
          <p:spPr>
            <a:xfrm>
              <a:off x="3710600" y="1083000"/>
              <a:ext cx="475" cy="25350"/>
            </a:xfrm>
            <a:custGeom>
              <a:avLst/>
              <a:gdLst/>
              <a:ahLst/>
              <a:cxnLst/>
              <a:rect l="l" t="t" r="r" b="b"/>
              <a:pathLst>
                <a:path w="19" h="1014" extrusionOk="0">
                  <a:moveTo>
                    <a:pt x="1" y="1"/>
                  </a:moveTo>
                  <a:lnTo>
                    <a:pt x="1" y="1013"/>
                  </a:lnTo>
                  <a:lnTo>
                    <a:pt x="18" y="1013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2"/>
            <p:cNvSpPr/>
            <p:nvPr/>
          </p:nvSpPr>
          <p:spPr>
            <a:xfrm>
              <a:off x="3712775" y="1108325"/>
              <a:ext cx="25" cy="1750"/>
            </a:xfrm>
            <a:custGeom>
              <a:avLst/>
              <a:gdLst/>
              <a:ahLst/>
              <a:cxnLst/>
              <a:rect l="l" t="t" r="r" b="b"/>
              <a:pathLst>
                <a:path w="1" h="70" extrusionOk="0">
                  <a:moveTo>
                    <a:pt x="1" y="69"/>
                  </a:moveTo>
                  <a:lnTo>
                    <a:pt x="1" y="6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2"/>
            <p:cNvSpPr/>
            <p:nvPr/>
          </p:nvSpPr>
          <p:spPr>
            <a:xfrm>
              <a:off x="3712775" y="1083000"/>
              <a:ext cx="25" cy="25350"/>
            </a:xfrm>
            <a:custGeom>
              <a:avLst/>
              <a:gdLst/>
              <a:ahLst/>
              <a:cxnLst/>
              <a:rect l="l" t="t" r="r" b="b"/>
              <a:pathLst>
                <a:path w="1" h="1014" extrusionOk="0">
                  <a:moveTo>
                    <a:pt x="1" y="1"/>
                  </a:moveTo>
                  <a:lnTo>
                    <a:pt x="1" y="1013"/>
                  </a:lnTo>
                  <a:lnTo>
                    <a:pt x="1" y="1013"/>
                  </a:lnTo>
                  <a:lnTo>
                    <a:pt x="1" y="101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2"/>
            <p:cNvSpPr/>
            <p:nvPr/>
          </p:nvSpPr>
          <p:spPr>
            <a:xfrm>
              <a:off x="3711050" y="1108325"/>
              <a:ext cx="1750" cy="1750"/>
            </a:xfrm>
            <a:custGeom>
              <a:avLst/>
              <a:gdLst/>
              <a:ahLst/>
              <a:cxnLst/>
              <a:rect l="l" t="t" r="r" b="b"/>
              <a:pathLst>
                <a:path w="70" h="70" extrusionOk="0">
                  <a:moveTo>
                    <a:pt x="0" y="0"/>
                  </a:moveTo>
                  <a:lnTo>
                    <a:pt x="0" y="69"/>
                  </a:lnTo>
                  <a:lnTo>
                    <a:pt x="70" y="69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2"/>
            <p:cNvSpPr/>
            <p:nvPr/>
          </p:nvSpPr>
          <p:spPr>
            <a:xfrm>
              <a:off x="3711050" y="1083000"/>
              <a:ext cx="1750" cy="25350"/>
            </a:xfrm>
            <a:custGeom>
              <a:avLst/>
              <a:gdLst/>
              <a:ahLst/>
              <a:cxnLst/>
              <a:rect l="l" t="t" r="r" b="b"/>
              <a:pathLst>
                <a:path w="70" h="1014" extrusionOk="0">
                  <a:moveTo>
                    <a:pt x="0" y="1"/>
                  </a:moveTo>
                  <a:lnTo>
                    <a:pt x="0" y="1013"/>
                  </a:lnTo>
                  <a:lnTo>
                    <a:pt x="70" y="1013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2"/>
            <p:cNvSpPr/>
            <p:nvPr/>
          </p:nvSpPr>
          <p:spPr>
            <a:xfrm>
              <a:off x="3712775" y="10825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2"/>
            <p:cNvSpPr/>
            <p:nvPr/>
          </p:nvSpPr>
          <p:spPr>
            <a:xfrm>
              <a:off x="3712775" y="1081700"/>
              <a:ext cx="25" cy="900"/>
            </a:xfrm>
            <a:custGeom>
              <a:avLst/>
              <a:gdLst/>
              <a:ahLst/>
              <a:cxnLst/>
              <a:rect l="l" t="t" r="r" b="b"/>
              <a:pathLst>
                <a:path w="1" h="36" extrusionOk="0">
                  <a:moveTo>
                    <a:pt x="1" y="36"/>
                  </a:moveTo>
                  <a:lnTo>
                    <a:pt x="1" y="36"/>
                  </a:lnTo>
                  <a:lnTo>
                    <a:pt x="1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2"/>
            <p:cNvSpPr/>
            <p:nvPr/>
          </p:nvSpPr>
          <p:spPr>
            <a:xfrm>
              <a:off x="3712775" y="1080850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2"/>
            <p:cNvSpPr/>
            <p:nvPr/>
          </p:nvSpPr>
          <p:spPr>
            <a:xfrm>
              <a:off x="3712775" y="1080850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1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2"/>
            <p:cNvSpPr/>
            <p:nvPr/>
          </p:nvSpPr>
          <p:spPr>
            <a:xfrm>
              <a:off x="3712775" y="10812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"/>
                  </a:move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2"/>
            <p:cNvSpPr/>
            <p:nvPr/>
          </p:nvSpPr>
          <p:spPr>
            <a:xfrm>
              <a:off x="3712775" y="10812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"/>
                  </a:moveTo>
                  <a:lnTo>
                    <a:pt x="1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2"/>
            <p:cNvSpPr/>
            <p:nvPr/>
          </p:nvSpPr>
          <p:spPr>
            <a:xfrm>
              <a:off x="3712775" y="10825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"/>
                  </a:moveTo>
                  <a:lnTo>
                    <a:pt x="1" y="1"/>
                  </a:ln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2"/>
            <p:cNvSpPr/>
            <p:nvPr/>
          </p:nvSpPr>
          <p:spPr>
            <a:xfrm>
              <a:off x="3712775" y="1081700"/>
              <a:ext cx="25" cy="900"/>
            </a:xfrm>
            <a:custGeom>
              <a:avLst/>
              <a:gdLst/>
              <a:ahLst/>
              <a:cxnLst/>
              <a:rect l="l" t="t" r="r" b="b"/>
              <a:pathLst>
                <a:path w="1" h="36" extrusionOk="0">
                  <a:moveTo>
                    <a:pt x="1" y="1"/>
                  </a:moveTo>
                  <a:lnTo>
                    <a:pt x="1" y="36"/>
                  </a:lnTo>
                  <a:lnTo>
                    <a:pt x="1" y="36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2"/>
            <p:cNvSpPr/>
            <p:nvPr/>
          </p:nvSpPr>
          <p:spPr>
            <a:xfrm>
              <a:off x="3712775" y="1081275"/>
              <a:ext cx="25" cy="1325"/>
            </a:xfrm>
            <a:custGeom>
              <a:avLst/>
              <a:gdLst/>
              <a:ahLst/>
              <a:cxnLst/>
              <a:rect l="l" t="t" r="r" b="b"/>
              <a:pathLst>
                <a:path w="1" h="53" extrusionOk="0">
                  <a:moveTo>
                    <a:pt x="1" y="53"/>
                  </a:moveTo>
                  <a:lnTo>
                    <a:pt x="1" y="53"/>
                  </a:lnTo>
                  <a:lnTo>
                    <a:pt x="1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2"/>
            <p:cNvSpPr/>
            <p:nvPr/>
          </p:nvSpPr>
          <p:spPr>
            <a:xfrm>
              <a:off x="3710600" y="1080850"/>
              <a:ext cx="475" cy="450"/>
            </a:xfrm>
            <a:custGeom>
              <a:avLst/>
              <a:gdLst/>
              <a:ahLst/>
              <a:cxnLst/>
              <a:rect l="l" t="t" r="r" b="b"/>
              <a:pathLst>
                <a:path w="19" h="18" extrusionOk="0">
                  <a:moveTo>
                    <a:pt x="1" y="0"/>
                  </a:moveTo>
                  <a:lnTo>
                    <a:pt x="1" y="18"/>
                  </a:lnTo>
                  <a:lnTo>
                    <a:pt x="18" y="18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2"/>
            <p:cNvSpPr/>
            <p:nvPr/>
          </p:nvSpPr>
          <p:spPr>
            <a:xfrm>
              <a:off x="3710600" y="1082575"/>
              <a:ext cx="475" cy="450"/>
            </a:xfrm>
            <a:custGeom>
              <a:avLst/>
              <a:gdLst/>
              <a:ahLst/>
              <a:cxnLst/>
              <a:rect l="l" t="t" r="r" b="b"/>
              <a:pathLst>
                <a:path w="19" h="18" extrusionOk="0">
                  <a:moveTo>
                    <a:pt x="1" y="1"/>
                  </a:moveTo>
                  <a:lnTo>
                    <a:pt x="1" y="18"/>
                  </a:lnTo>
                  <a:lnTo>
                    <a:pt x="18" y="18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2"/>
            <p:cNvSpPr/>
            <p:nvPr/>
          </p:nvSpPr>
          <p:spPr>
            <a:xfrm>
              <a:off x="3710600" y="1081275"/>
              <a:ext cx="475" cy="1325"/>
            </a:xfrm>
            <a:custGeom>
              <a:avLst/>
              <a:gdLst/>
              <a:ahLst/>
              <a:cxnLst/>
              <a:rect l="l" t="t" r="r" b="b"/>
              <a:pathLst>
                <a:path w="19" h="53" extrusionOk="0">
                  <a:moveTo>
                    <a:pt x="1" y="1"/>
                  </a:moveTo>
                  <a:lnTo>
                    <a:pt x="1" y="53"/>
                  </a:lnTo>
                  <a:lnTo>
                    <a:pt x="18" y="53"/>
                  </a:lnTo>
                  <a:lnTo>
                    <a:pt x="18" y="18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2"/>
            <p:cNvSpPr/>
            <p:nvPr/>
          </p:nvSpPr>
          <p:spPr>
            <a:xfrm>
              <a:off x="3711050" y="1080850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0" y="18"/>
                  </a:moveTo>
                  <a:lnTo>
                    <a:pt x="0" y="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2"/>
            <p:cNvSpPr/>
            <p:nvPr/>
          </p:nvSpPr>
          <p:spPr>
            <a:xfrm>
              <a:off x="3712775" y="1080850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0"/>
                  </a:moveTo>
                  <a:lnTo>
                    <a:pt x="1" y="18"/>
                  </a:ln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2"/>
            <p:cNvSpPr/>
            <p:nvPr/>
          </p:nvSpPr>
          <p:spPr>
            <a:xfrm>
              <a:off x="3712775" y="1080850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2"/>
            <p:cNvSpPr/>
            <p:nvPr/>
          </p:nvSpPr>
          <p:spPr>
            <a:xfrm>
              <a:off x="3711050" y="1080850"/>
              <a:ext cx="1750" cy="450"/>
            </a:xfrm>
            <a:custGeom>
              <a:avLst/>
              <a:gdLst/>
              <a:ahLst/>
              <a:cxnLst/>
              <a:rect l="l" t="t" r="r" b="b"/>
              <a:pathLst>
                <a:path w="70" h="18" extrusionOk="0">
                  <a:moveTo>
                    <a:pt x="0" y="0"/>
                  </a:moveTo>
                  <a:lnTo>
                    <a:pt x="0" y="18"/>
                  </a:lnTo>
                  <a:lnTo>
                    <a:pt x="70" y="18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2"/>
            <p:cNvSpPr/>
            <p:nvPr/>
          </p:nvSpPr>
          <p:spPr>
            <a:xfrm>
              <a:off x="3712775" y="1081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2"/>
            <p:cNvSpPr/>
            <p:nvPr/>
          </p:nvSpPr>
          <p:spPr>
            <a:xfrm>
              <a:off x="3711050" y="10825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0" y="18"/>
                  </a:moveTo>
                  <a:lnTo>
                    <a:pt x="0" y="18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2"/>
            <p:cNvSpPr/>
            <p:nvPr/>
          </p:nvSpPr>
          <p:spPr>
            <a:xfrm>
              <a:off x="3711050" y="1081700"/>
              <a:ext cx="25" cy="900"/>
            </a:xfrm>
            <a:custGeom>
              <a:avLst/>
              <a:gdLst/>
              <a:ahLst/>
              <a:cxnLst/>
              <a:rect l="l" t="t" r="r" b="b"/>
              <a:pathLst>
                <a:path w="1" h="36" extrusionOk="0">
                  <a:moveTo>
                    <a:pt x="0" y="36"/>
                  </a:moveTo>
                  <a:lnTo>
                    <a:pt x="0" y="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2"/>
            <p:cNvSpPr/>
            <p:nvPr/>
          </p:nvSpPr>
          <p:spPr>
            <a:xfrm>
              <a:off x="3711050" y="1081275"/>
              <a:ext cx="25" cy="1325"/>
            </a:xfrm>
            <a:custGeom>
              <a:avLst/>
              <a:gdLst/>
              <a:ahLst/>
              <a:cxnLst/>
              <a:rect l="l" t="t" r="r" b="b"/>
              <a:pathLst>
                <a:path w="1" h="53" extrusionOk="0">
                  <a:moveTo>
                    <a:pt x="0" y="18"/>
                  </a:moveTo>
                  <a:lnTo>
                    <a:pt x="0" y="5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2"/>
            <p:cNvSpPr/>
            <p:nvPr/>
          </p:nvSpPr>
          <p:spPr>
            <a:xfrm>
              <a:off x="3712775" y="10825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"/>
                  </a:move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2"/>
            <p:cNvSpPr/>
            <p:nvPr/>
          </p:nvSpPr>
          <p:spPr>
            <a:xfrm>
              <a:off x="3712775" y="1081275"/>
              <a:ext cx="25" cy="1325"/>
            </a:xfrm>
            <a:custGeom>
              <a:avLst/>
              <a:gdLst/>
              <a:ahLst/>
              <a:cxnLst/>
              <a:rect l="l" t="t" r="r" b="b"/>
              <a:pathLst>
                <a:path w="1" h="53" extrusionOk="0">
                  <a:moveTo>
                    <a:pt x="1" y="1"/>
                  </a:moveTo>
                  <a:lnTo>
                    <a:pt x="1" y="1"/>
                  </a:lnTo>
                  <a:lnTo>
                    <a:pt x="1" y="18"/>
                  </a:lnTo>
                  <a:lnTo>
                    <a:pt x="1" y="35"/>
                  </a:lnTo>
                  <a:lnTo>
                    <a:pt x="1" y="53"/>
                  </a:lnTo>
                  <a:lnTo>
                    <a:pt x="1" y="53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2"/>
            <p:cNvSpPr/>
            <p:nvPr/>
          </p:nvSpPr>
          <p:spPr>
            <a:xfrm>
              <a:off x="3712775" y="10825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2"/>
            <p:cNvSpPr/>
            <p:nvPr/>
          </p:nvSpPr>
          <p:spPr>
            <a:xfrm>
              <a:off x="3712775" y="1081700"/>
              <a:ext cx="25" cy="900"/>
            </a:xfrm>
            <a:custGeom>
              <a:avLst/>
              <a:gdLst/>
              <a:ahLst/>
              <a:cxnLst/>
              <a:rect l="l" t="t" r="r" b="b"/>
              <a:pathLst>
                <a:path w="1" h="36" extrusionOk="0">
                  <a:moveTo>
                    <a:pt x="1" y="36"/>
                  </a:moveTo>
                  <a:lnTo>
                    <a:pt x="1" y="36"/>
                  </a:lnTo>
                  <a:lnTo>
                    <a:pt x="1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2"/>
            <p:cNvSpPr/>
            <p:nvPr/>
          </p:nvSpPr>
          <p:spPr>
            <a:xfrm>
              <a:off x="3712775" y="10812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2"/>
            <p:cNvSpPr/>
            <p:nvPr/>
          </p:nvSpPr>
          <p:spPr>
            <a:xfrm>
              <a:off x="3712775" y="10825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"/>
                  </a:move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2"/>
            <p:cNvSpPr/>
            <p:nvPr/>
          </p:nvSpPr>
          <p:spPr>
            <a:xfrm>
              <a:off x="3712775" y="1081275"/>
              <a:ext cx="25" cy="1325"/>
            </a:xfrm>
            <a:custGeom>
              <a:avLst/>
              <a:gdLst/>
              <a:ahLst/>
              <a:cxnLst/>
              <a:rect l="l" t="t" r="r" b="b"/>
              <a:pathLst>
                <a:path w="1" h="53" extrusionOk="0">
                  <a:moveTo>
                    <a:pt x="1" y="1"/>
                  </a:moveTo>
                  <a:lnTo>
                    <a:pt x="1" y="53"/>
                  </a:lnTo>
                  <a:lnTo>
                    <a:pt x="1" y="53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2"/>
            <p:cNvSpPr/>
            <p:nvPr/>
          </p:nvSpPr>
          <p:spPr>
            <a:xfrm>
              <a:off x="3711050" y="1082575"/>
              <a:ext cx="1750" cy="450"/>
            </a:xfrm>
            <a:custGeom>
              <a:avLst/>
              <a:gdLst/>
              <a:ahLst/>
              <a:cxnLst/>
              <a:rect l="l" t="t" r="r" b="b"/>
              <a:pathLst>
                <a:path w="70" h="18" extrusionOk="0">
                  <a:moveTo>
                    <a:pt x="0" y="1"/>
                  </a:moveTo>
                  <a:lnTo>
                    <a:pt x="0" y="18"/>
                  </a:lnTo>
                  <a:lnTo>
                    <a:pt x="70" y="18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2"/>
            <p:cNvSpPr/>
            <p:nvPr/>
          </p:nvSpPr>
          <p:spPr>
            <a:xfrm>
              <a:off x="3711050" y="1081275"/>
              <a:ext cx="1750" cy="1325"/>
            </a:xfrm>
            <a:custGeom>
              <a:avLst/>
              <a:gdLst/>
              <a:ahLst/>
              <a:cxnLst/>
              <a:rect l="l" t="t" r="r" b="b"/>
              <a:pathLst>
                <a:path w="70" h="53" extrusionOk="0">
                  <a:moveTo>
                    <a:pt x="0" y="1"/>
                  </a:moveTo>
                  <a:lnTo>
                    <a:pt x="0" y="53"/>
                  </a:lnTo>
                  <a:lnTo>
                    <a:pt x="70" y="53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2"/>
            <p:cNvSpPr/>
            <p:nvPr/>
          </p:nvSpPr>
          <p:spPr>
            <a:xfrm>
              <a:off x="3681725" y="1024925"/>
              <a:ext cx="59950" cy="85700"/>
            </a:xfrm>
            <a:custGeom>
              <a:avLst/>
              <a:gdLst/>
              <a:ahLst/>
              <a:cxnLst/>
              <a:rect l="l" t="t" r="r" b="b"/>
              <a:pathLst>
                <a:path w="2398" h="3428" extrusionOk="0">
                  <a:moveTo>
                    <a:pt x="1208" y="109"/>
                  </a:moveTo>
                  <a:cubicBezTo>
                    <a:pt x="1805" y="109"/>
                    <a:pt x="2290" y="593"/>
                    <a:pt x="2290" y="1208"/>
                  </a:cubicBezTo>
                  <a:lnTo>
                    <a:pt x="2290" y="3336"/>
                  </a:lnTo>
                  <a:lnTo>
                    <a:pt x="109" y="3336"/>
                  </a:lnTo>
                  <a:lnTo>
                    <a:pt x="109" y="1208"/>
                  </a:lnTo>
                  <a:cubicBezTo>
                    <a:pt x="109" y="593"/>
                    <a:pt x="594" y="109"/>
                    <a:pt x="1208" y="109"/>
                  </a:cubicBezTo>
                  <a:close/>
                  <a:moveTo>
                    <a:pt x="1208" y="1"/>
                  </a:moveTo>
                  <a:cubicBezTo>
                    <a:pt x="542" y="1"/>
                    <a:pt x="1" y="541"/>
                    <a:pt x="1" y="1208"/>
                  </a:cubicBezTo>
                  <a:lnTo>
                    <a:pt x="1" y="3427"/>
                  </a:lnTo>
                  <a:lnTo>
                    <a:pt x="2398" y="3427"/>
                  </a:lnTo>
                  <a:lnTo>
                    <a:pt x="2398" y="1208"/>
                  </a:lnTo>
                  <a:cubicBezTo>
                    <a:pt x="2398" y="541"/>
                    <a:pt x="1857" y="1"/>
                    <a:pt x="1208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2"/>
            <p:cNvSpPr/>
            <p:nvPr/>
          </p:nvSpPr>
          <p:spPr>
            <a:xfrm>
              <a:off x="3582125" y="860850"/>
              <a:ext cx="259175" cy="109600"/>
            </a:xfrm>
            <a:custGeom>
              <a:avLst/>
              <a:gdLst/>
              <a:ahLst/>
              <a:cxnLst/>
              <a:rect l="l" t="t" r="r" b="b"/>
              <a:pathLst>
                <a:path w="10367" h="4384" extrusionOk="0">
                  <a:moveTo>
                    <a:pt x="5157" y="0"/>
                  </a:moveTo>
                  <a:lnTo>
                    <a:pt x="4526" y="541"/>
                  </a:lnTo>
                  <a:lnTo>
                    <a:pt x="0" y="4344"/>
                  </a:lnTo>
                  <a:lnTo>
                    <a:pt x="1190" y="4383"/>
                  </a:lnTo>
                  <a:lnTo>
                    <a:pt x="5192" y="1082"/>
                  </a:lnTo>
                  <a:lnTo>
                    <a:pt x="9194" y="4383"/>
                  </a:lnTo>
                  <a:lnTo>
                    <a:pt x="10366" y="4344"/>
                  </a:lnTo>
                  <a:lnTo>
                    <a:pt x="5841" y="541"/>
                  </a:lnTo>
                  <a:lnTo>
                    <a:pt x="5209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2" name="Google Shape;1452;p22"/>
          <p:cNvSpPr/>
          <p:nvPr/>
        </p:nvSpPr>
        <p:spPr>
          <a:xfrm>
            <a:off x="8034053" y="411308"/>
            <a:ext cx="230824" cy="68683"/>
          </a:xfrm>
          <a:custGeom>
            <a:avLst/>
            <a:gdLst/>
            <a:ahLst/>
            <a:cxnLst/>
            <a:rect l="l" t="t" r="r" b="b"/>
            <a:pathLst>
              <a:path w="2944" h="876" extrusionOk="0">
                <a:moveTo>
                  <a:pt x="1490" y="1"/>
                </a:moveTo>
                <a:cubicBezTo>
                  <a:pt x="1156" y="1"/>
                  <a:pt x="889" y="275"/>
                  <a:pt x="889" y="600"/>
                </a:cubicBezTo>
                <a:lnTo>
                  <a:pt x="889" y="623"/>
                </a:lnTo>
                <a:cubicBezTo>
                  <a:pt x="852" y="613"/>
                  <a:pt x="815" y="606"/>
                  <a:pt x="775" y="606"/>
                </a:cubicBezTo>
                <a:cubicBezTo>
                  <a:pt x="759" y="606"/>
                  <a:pt x="744" y="607"/>
                  <a:pt x="727" y="609"/>
                </a:cubicBezTo>
                <a:cubicBezTo>
                  <a:pt x="623" y="616"/>
                  <a:pt x="526" y="661"/>
                  <a:pt x="454" y="734"/>
                </a:cubicBezTo>
                <a:cubicBezTo>
                  <a:pt x="421" y="723"/>
                  <a:pt x="384" y="717"/>
                  <a:pt x="346" y="717"/>
                </a:cubicBezTo>
                <a:cubicBezTo>
                  <a:pt x="332" y="717"/>
                  <a:pt x="318" y="718"/>
                  <a:pt x="304" y="719"/>
                </a:cubicBezTo>
                <a:cubicBezTo>
                  <a:pt x="178" y="727"/>
                  <a:pt x="75" y="787"/>
                  <a:pt x="0" y="876"/>
                </a:cubicBezTo>
                <a:lnTo>
                  <a:pt x="2934" y="876"/>
                </a:lnTo>
                <a:cubicBezTo>
                  <a:pt x="2934" y="867"/>
                  <a:pt x="2943" y="860"/>
                  <a:pt x="2943" y="846"/>
                </a:cubicBezTo>
                <a:cubicBezTo>
                  <a:pt x="2921" y="625"/>
                  <a:pt x="2736" y="452"/>
                  <a:pt x="2509" y="452"/>
                </a:cubicBezTo>
                <a:cubicBezTo>
                  <a:pt x="2501" y="452"/>
                  <a:pt x="2492" y="452"/>
                  <a:pt x="2483" y="453"/>
                </a:cubicBezTo>
                <a:cubicBezTo>
                  <a:pt x="2365" y="460"/>
                  <a:pt x="2253" y="527"/>
                  <a:pt x="2179" y="616"/>
                </a:cubicBezTo>
                <a:cubicBezTo>
                  <a:pt x="2150" y="609"/>
                  <a:pt x="2120" y="609"/>
                  <a:pt x="2090" y="609"/>
                </a:cubicBezTo>
                <a:lnTo>
                  <a:pt x="2090" y="600"/>
                </a:lnTo>
                <a:cubicBezTo>
                  <a:pt x="2090" y="275"/>
                  <a:pt x="1823" y="1"/>
                  <a:pt x="1490" y="1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3" name="Google Shape;1453;p22"/>
          <p:cNvSpPr/>
          <p:nvPr/>
        </p:nvSpPr>
        <p:spPr>
          <a:xfrm>
            <a:off x="8311560" y="241279"/>
            <a:ext cx="246884" cy="246892"/>
          </a:xfrm>
          <a:custGeom>
            <a:avLst/>
            <a:gdLst/>
            <a:ahLst/>
            <a:cxnLst/>
            <a:rect l="l" t="t" r="r" b="b"/>
            <a:pathLst>
              <a:path w="3535" h="3536" extrusionOk="0">
                <a:moveTo>
                  <a:pt x="1763" y="0"/>
                </a:moveTo>
                <a:cubicBezTo>
                  <a:pt x="785" y="0"/>
                  <a:pt x="1" y="794"/>
                  <a:pt x="1" y="1772"/>
                </a:cubicBezTo>
                <a:cubicBezTo>
                  <a:pt x="1" y="2750"/>
                  <a:pt x="785" y="3536"/>
                  <a:pt x="1763" y="3536"/>
                </a:cubicBezTo>
                <a:cubicBezTo>
                  <a:pt x="2741" y="3536"/>
                  <a:pt x="3534" y="2750"/>
                  <a:pt x="3534" y="1772"/>
                </a:cubicBezTo>
                <a:cubicBezTo>
                  <a:pt x="3534" y="794"/>
                  <a:pt x="2741" y="0"/>
                  <a:pt x="1763" y="0"/>
                </a:cubicBezTo>
                <a:close/>
              </a:path>
            </a:pathLst>
          </a:custGeom>
          <a:solidFill>
            <a:srgbClr val="FFD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4" name="Google Shape;1454;p22"/>
          <p:cNvSpPr/>
          <p:nvPr/>
        </p:nvSpPr>
        <p:spPr>
          <a:xfrm>
            <a:off x="8424135" y="241279"/>
            <a:ext cx="535741" cy="149440"/>
          </a:xfrm>
          <a:custGeom>
            <a:avLst/>
            <a:gdLst/>
            <a:ahLst/>
            <a:cxnLst/>
            <a:rect l="l" t="t" r="r" b="b"/>
            <a:pathLst>
              <a:path w="6833" h="1906" extrusionOk="0">
                <a:moveTo>
                  <a:pt x="3617" y="1"/>
                </a:moveTo>
                <a:cubicBezTo>
                  <a:pt x="2995" y="1"/>
                  <a:pt x="2490" y="518"/>
                  <a:pt x="2490" y="1164"/>
                </a:cubicBezTo>
                <a:lnTo>
                  <a:pt x="2490" y="1178"/>
                </a:lnTo>
                <a:cubicBezTo>
                  <a:pt x="2417" y="1157"/>
                  <a:pt x="2342" y="1134"/>
                  <a:pt x="2253" y="1134"/>
                </a:cubicBezTo>
                <a:cubicBezTo>
                  <a:pt x="2083" y="1134"/>
                  <a:pt x="1919" y="1201"/>
                  <a:pt x="1794" y="1304"/>
                </a:cubicBezTo>
                <a:cubicBezTo>
                  <a:pt x="1668" y="1141"/>
                  <a:pt x="1474" y="1030"/>
                  <a:pt x="1261" y="1030"/>
                </a:cubicBezTo>
                <a:cubicBezTo>
                  <a:pt x="950" y="1030"/>
                  <a:pt x="697" y="1246"/>
                  <a:pt x="608" y="1527"/>
                </a:cubicBezTo>
                <a:lnTo>
                  <a:pt x="557" y="1527"/>
                </a:lnTo>
                <a:cubicBezTo>
                  <a:pt x="311" y="1527"/>
                  <a:pt x="96" y="1683"/>
                  <a:pt x="0" y="1905"/>
                </a:cubicBezTo>
                <a:lnTo>
                  <a:pt x="6818" y="1905"/>
                </a:lnTo>
                <a:cubicBezTo>
                  <a:pt x="6825" y="1852"/>
                  <a:pt x="6833" y="1801"/>
                  <a:pt x="6833" y="1749"/>
                </a:cubicBezTo>
                <a:cubicBezTo>
                  <a:pt x="6833" y="1327"/>
                  <a:pt x="6498" y="986"/>
                  <a:pt x="6091" y="986"/>
                </a:cubicBezTo>
                <a:cubicBezTo>
                  <a:pt x="5876" y="986"/>
                  <a:pt x="5684" y="1075"/>
                  <a:pt x="5543" y="1230"/>
                </a:cubicBezTo>
                <a:cubicBezTo>
                  <a:pt x="5410" y="1075"/>
                  <a:pt x="5209" y="972"/>
                  <a:pt x="4987" y="972"/>
                </a:cubicBezTo>
                <a:cubicBezTo>
                  <a:pt x="4898" y="972"/>
                  <a:pt x="4809" y="993"/>
                  <a:pt x="4729" y="1023"/>
                </a:cubicBezTo>
                <a:cubicBezTo>
                  <a:pt x="4661" y="445"/>
                  <a:pt x="4195" y="1"/>
                  <a:pt x="3617" y="1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57" name="Google Shape;1457;p23"/>
          <p:cNvSpPr txBox="1">
            <a:spLocks noGrp="1"/>
          </p:cNvSpPr>
          <p:nvPr>
            <p:ph type="subTitle" idx="1"/>
          </p:nvPr>
        </p:nvSpPr>
        <p:spPr>
          <a:xfrm>
            <a:off x="4582286" y="3832194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8" name="Google Shape;1458;p23"/>
          <p:cNvSpPr txBox="1">
            <a:spLocks noGrp="1"/>
          </p:cNvSpPr>
          <p:nvPr>
            <p:ph type="subTitle" idx="2"/>
          </p:nvPr>
        </p:nvSpPr>
        <p:spPr>
          <a:xfrm>
            <a:off x="6581054" y="3832194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9" name="Google Shape;1459;p23"/>
          <p:cNvSpPr txBox="1">
            <a:spLocks noGrp="1"/>
          </p:cNvSpPr>
          <p:nvPr>
            <p:ph type="subTitle" idx="3"/>
          </p:nvPr>
        </p:nvSpPr>
        <p:spPr>
          <a:xfrm>
            <a:off x="584750" y="3832194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0" name="Google Shape;1460;p23"/>
          <p:cNvSpPr txBox="1">
            <a:spLocks noGrp="1"/>
          </p:cNvSpPr>
          <p:nvPr>
            <p:ph type="subTitle" idx="4"/>
          </p:nvPr>
        </p:nvSpPr>
        <p:spPr>
          <a:xfrm>
            <a:off x="2583518" y="3832194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1" name="Google Shape;1461;p23"/>
          <p:cNvSpPr txBox="1">
            <a:spLocks noGrp="1"/>
          </p:cNvSpPr>
          <p:nvPr>
            <p:ph type="subTitle" idx="5"/>
          </p:nvPr>
        </p:nvSpPr>
        <p:spPr>
          <a:xfrm>
            <a:off x="4582283" y="3616463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62" name="Google Shape;1462;p23"/>
          <p:cNvSpPr txBox="1">
            <a:spLocks noGrp="1"/>
          </p:cNvSpPr>
          <p:nvPr>
            <p:ph type="subTitle" idx="6"/>
          </p:nvPr>
        </p:nvSpPr>
        <p:spPr>
          <a:xfrm>
            <a:off x="584750" y="3616463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63" name="Google Shape;1463;p23"/>
          <p:cNvSpPr txBox="1">
            <a:spLocks noGrp="1"/>
          </p:cNvSpPr>
          <p:nvPr>
            <p:ph type="subTitle" idx="7"/>
          </p:nvPr>
        </p:nvSpPr>
        <p:spPr>
          <a:xfrm>
            <a:off x="6581050" y="3616463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64" name="Google Shape;1464;p23"/>
          <p:cNvSpPr txBox="1">
            <a:spLocks noGrp="1"/>
          </p:cNvSpPr>
          <p:nvPr>
            <p:ph type="subTitle" idx="8"/>
          </p:nvPr>
        </p:nvSpPr>
        <p:spPr>
          <a:xfrm>
            <a:off x="2583517" y="3616463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65" name="Google Shape;1465;p23"/>
          <p:cNvSpPr/>
          <p:nvPr/>
        </p:nvSpPr>
        <p:spPr>
          <a:xfrm>
            <a:off x="7233675" y="4938650"/>
            <a:ext cx="2030700" cy="4617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66" name="Google Shape;1466;p23"/>
          <p:cNvGrpSpPr/>
          <p:nvPr/>
        </p:nvGrpSpPr>
        <p:grpSpPr>
          <a:xfrm>
            <a:off x="4382899" y="4938638"/>
            <a:ext cx="2749703" cy="122913"/>
            <a:chOff x="5024149" y="4918613"/>
            <a:chExt cx="2749703" cy="122913"/>
          </a:xfrm>
        </p:grpSpPr>
        <p:sp>
          <p:nvSpPr>
            <p:cNvPr id="1467" name="Google Shape;1467;p23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3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3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3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3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3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3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3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3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3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3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3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3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3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3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3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3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3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3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3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3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3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3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3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3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3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3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3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23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23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7" name="Google Shape;1497;p23"/>
          <p:cNvGrpSpPr/>
          <p:nvPr/>
        </p:nvGrpSpPr>
        <p:grpSpPr>
          <a:xfrm>
            <a:off x="7798297" y="4555358"/>
            <a:ext cx="308625" cy="383292"/>
            <a:chOff x="7727697" y="4555358"/>
            <a:chExt cx="308625" cy="383292"/>
          </a:xfrm>
        </p:grpSpPr>
        <p:sp>
          <p:nvSpPr>
            <p:cNvPr id="1498" name="Google Shape;1498;p23"/>
            <p:cNvSpPr/>
            <p:nvPr/>
          </p:nvSpPr>
          <p:spPr>
            <a:xfrm>
              <a:off x="7796502" y="4704806"/>
              <a:ext cx="87677" cy="159998"/>
            </a:xfrm>
            <a:custGeom>
              <a:avLst/>
              <a:gdLst/>
              <a:ahLst/>
              <a:cxnLst/>
              <a:rect l="l" t="t" r="r" b="b"/>
              <a:pathLst>
                <a:path w="748" h="1365" extrusionOk="0">
                  <a:moveTo>
                    <a:pt x="1" y="1"/>
                  </a:moveTo>
                  <a:lnTo>
                    <a:pt x="1" y="979"/>
                  </a:lnTo>
                  <a:cubicBezTo>
                    <a:pt x="1" y="1187"/>
                    <a:pt x="170" y="1365"/>
                    <a:pt x="385" y="1365"/>
                  </a:cubicBezTo>
                  <a:lnTo>
                    <a:pt x="748" y="1365"/>
                  </a:lnTo>
                  <a:lnTo>
                    <a:pt x="748" y="1304"/>
                  </a:lnTo>
                  <a:lnTo>
                    <a:pt x="385" y="1304"/>
                  </a:lnTo>
                  <a:cubicBezTo>
                    <a:pt x="200" y="1304"/>
                    <a:pt x="52" y="1157"/>
                    <a:pt x="52" y="979"/>
                  </a:cubicBezTo>
                  <a:lnTo>
                    <a:pt x="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23"/>
            <p:cNvSpPr/>
            <p:nvPr/>
          </p:nvSpPr>
          <p:spPr>
            <a:xfrm>
              <a:off x="7884060" y="4727311"/>
              <a:ext cx="107017" cy="116629"/>
            </a:xfrm>
            <a:custGeom>
              <a:avLst/>
              <a:gdLst/>
              <a:ahLst/>
              <a:cxnLst/>
              <a:rect l="l" t="t" r="r" b="b"/>
              <a:pathLst>
                <a:path w="913" h="995" extrusionOk="0">
                  <a:moveTo>
                    <a:pt x="854" y="1"/>
                  </a:moveTo>
                  <a:lnTo>
                    <a:pt x="854" y="417"/>
                  </a:lnTo>
                  <a:cubicBezTo>
                    <a:pt x="854" y="705"/>
                    <a:pt x="623" y="942"/>
                    <a:pt x="335" y="942"/>
                  </a:cubicBezTo>
                  <a:lnTo>
                    <a:pt x="1" y="942"/>
                  </a:lnTo>
                  <a:lnTo>
                    <a:pt x="1" y="995"/>
                  </a:lnTo>
                  <a:lnTo>
                    <a:pt x="335" y="995"/>
                  </a:lnTo>
                  <a:cubicBezTo>
                    <a:pt x="653" y="995"/>
                    <a:pt x="913" y="735"/>
                    <a:pt x="913" y="417"/>
                  </a:cubicBezTo>
                  <a:lnTo>
                    <a:pt x="91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23"/>
            <p:cNvSpPr/>
            <p:nvPr/>
          </p:nvSpPr>
          <p:spPr>
            <a:xfrm>
              <a:off x="7880778" y="4735281"/>
              <a:ext cx="6095" cy="203368"/>
            </a:xfrm>
            <a:custGeom>
              <a:avLst/>
              <a:gdLst/>
              <a:ahLst/>
              <a:cxnLst/>
              <a:rect l="l" t="t" r="r" b="b"/>
              <a:pathLst>
                <a:path w="52" h="1735" extrusionOk="0">
                  <a:moveTo>
                    <a:pt x="0" y="0"/>
                  </a:moveTo>
                  <a:lnTo>
                    <a:pt x="0" y="1734"/>
                  </a:lnTo>
                  <a:lnTo>
                    <a:pt x="52" y="1734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23"/>
            <p:cNvSpPr/>
            <p:nvPr/>
          </p:nvSpPr>
          <p:spPr>
            <a:xfrm>
              <a:off x="7781733" y="4555358"/>
              <a:ext cx="211104" cy="180042"/>
            </a:xfrm>
            <a:custGeom>
              <a:avLst/>
              <a:gdLst/>
              <a:ahLst/>
              <a:cxnLst/>
              <a:rect l="l" t="t" r="r" b="b"/>
              <a:pathLst>
                <a:path w="1801" h="1536" extrusionOk="0">
                  <a:moveTo>
                    <a:pt x="904" y="1"/>
                  </a:moveTo>
                  <a:cubicBezTo>
                    <a:pt x="401" y="1"/>
                    <a:pt x="1" y="342"/>
                    <a:pt x="1" y="764"/>
                  </a:cubicBezTo>
                  <a:cubicBezTo>
                    <a:pt x="1" y="1187"/>
                    <a:pt x="401" y="1535"/>
                    <a:pt x="904" y="1535"/>
                  </a:cubicBezTo>
                  <a:cubicBezTo>
                    <a:pt x="1400" y="1535"/>
                    <a:pt x="1800" y="1187"/>
                    <a:pt x="1800" y="764"/>
                  </a:cubicBezTo>
                  <a:cubicBezTo>
                    <a:pt x="1800" y="342"/>
                    <a:pt x="1400" y="1"/>
                    <a:pt x="904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23"/>
            <p:cNvSpPr/>
            <p:nvPr/>
          </p:nvSpPr>
          <p:spPr>
            <a:xfrm>
              <a:off x="7727697" y="4629203"/>
              <a:ext cx="147105" cy="124365"/>
            </a:xfrm>
            <a:custGeom>
              <a:avLst/>
              <a:gdLst/>
              <a:ahLst/>
              <a:cxnLst/>
              <a:rect l="l" t="t" r="r" b="b"/>
              <a:pathLst>
                <a:path w="1255" h="1061" extrusionOk="0">
                  <a:moveTo>
                    <a:pt x="632" y="0"/>
                  </a:moveTo>
                  <a:cubicBezTo>
                    <a:pt x="284" y="0"/>
                    <a:pt x="1" y="239"/>
                    <a:pt x="1" y="527"/>
                  </a:cubicBezTo>
                  <a:cubicBezTo>
                    <a:pt x="1" y="824"/>
                    <a:pt x="284" y="1060"/>
                    <a:pt x="632" y="1060"/>
                  </a:cubicBezTo>
                  <a:cubicBezTo>
                    <a:pt x="972" y="1060"/>
                    <a:pt x="1255" y="824"/>
                    <a:pt x="1255" y="527"/>
                  </a:cubicBezTo>
                  <a:cubicBezTo>
                    <a:pt x="1255" y="239"/>
                    <a:pt x="972" y="0"/>
                    <a:pt x="632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23"/>
            <p:cNvSpPr/>
            <p:nvPr/>
          </p:nvSpPr>
          <p:spPr>
            <a:xfrm>
              <a:off x="7937275" y="4665656"/>
              <a:ext cx="99047" cy="84512"/>
            </a:xfrm>
            <a:custGeom>
              <a:avLst/>
              <a:gdLst/>
              <a:ahLst/>
              <a:cxnLst/>
              <a:rect l="l" t="t" r="r" b="b"/>
              <a:pathLst>
                <a:path w="845" h="721" extrusionOk="0">
                  <a:moveTo>
                    <a:pt x="422" y="0"/>
                  </a:moveTo>
                  <a:cubicBezTo>
                    <a:pt x="185" y="0"/>
                    <a:pt x="0" y="164"/>
                    <a:pt x="0" y="365"/>
                  </a:cubicBezTo>
                  <a:cubicBezTo>
                    <a:pt x="0" y="557"/>
                    <a:pt x="185" y="721"/>
                    <a:pt x="422" y="721"/>
                  </a:cubicBezTo>
                  <a:cubicBezTo>
                    <a:pt x="651" y="721"/>
                    <a:pt x="845" y="557"/>
                    <a:pt x="845" y="365"/>
                  </a:cubicBezTo>
                  <a:cubicBezTo>
                    <a:pt x="845" y="164"/>
                    <a:pt x="651" y="0"/>
                    <a:pt x="422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4" name="Google Shape;1504;p23"/>
          <p:cNvGrpSpPr/>
          <p:nvPr/>
        </p:nvGrpSpPr>
        <p:grpSpPr>
          <a:xfrm>
            <a:off x="7927077" y="4731726"/>
            <a:ext cx="879141" cy="206924"/>
            <a:chOff x="7314777" y="4753726"/>
            <a:chExt cx="879141" cy="206924"/>
          </a:xfrm>
        </p:grpSpPr>
        <p:sp>
          <p:nvSpPr>
            <p:cNvPr id="1505" name="Google Shape;1505;p23"/>
            <p:cNvSpPr/>
            <p:nvPr/>
          </p:nvSpPr>
          <p:spPr>
            <a:xfrm>
              <a:off x="7314777" y="4753726"/>
              <a:ext cx="879141" cy="206924"/>
            </a:xfrm>
            <a:custGeom>
              <a:avLst/>
              <a:gdLst/>
              <a:ahLst/>
              <a:cxnLst/>
              <a:rect l="l" t="t" r="r" b="b"/>
              <a:pathLst>
                <a:path w="24557" h="5780" extrusionOk="0">
                  <a:moveTo>
                    <a:pt x="11127" y="1"/>
                  </a:moveTo>
                  <a:cubicBezTo>
                    <a:pt x="10664" y="1"/>
                    <a:pt x="10184" y="73"/>
                    <a:pt x="9641" y="215"/>
                  </a:cubicBezTo>
                  <a:cubicBezTo>
                    <a:pt x="8315" y="571"/>
                    <a:pt x="5528" y="3053"/>
                    <a:pt x="4231" y="3847"/>
                  </a:cubicBezTo>
                  <a:cubicBezTo>
                    <a:pt x="2825" y="4706"/>
                    <a:pt x="1" y="5780"/>
                    <a:pt x="1" y="5780"/>
                  </a:cubicBezTo>
                  <a:lnTo>
                    <a:pt x="24556" y="5780"/>
                  </a:lnTo>
                  <a:cubicBezTo>
                    <a:pt x="24556" y="5780"/>
                    <a:pt x="21563" y="4899"/>
                    <a:pt x="19741" y="4144"/>
                  </a:cubicBezTo>
                  <a:cubicBezTo>
                    <a:pt x="17918" y="3379"/>
                    <a:pt x="13968" y="779"/>
                    <a:pt x="13161" y="453"/>
                  </a:cubicBezTo>
                  <a:cubicBezTo>
                    <a:pt x="12429" y="151"/>
                    <a:pt x="11796" y="1"/>
                    <a:pt x="11127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23"/>
            <p:cNvSpPr/>
            <p:nvPr/>
          </p:nvSpPr>
          <p:spPr>
            <a:xfrm>
              <a:off x="7314777" y="4761423"/>
              <a:ext cx="870155" cy="199227"/>
            </a:xfrm>
            <a:custGeom>
              <a:avLst/>
              <a:gdLst/>
              <a:ahLst/>
              <a:cxnLst/>
              <a:rect l="l" t="t" r="r" b="b"/>
              <a:pathLst>
                <a:path w="24306" h="5565" extrusionOk="0">
                  <a:moveTo>
                    <a:pt x="9641" y="0"/>
                  </a:moveTo>
                  <a:lnTo>
                    <a:pt x="9641" y="0"/>
                  </a:lnTo>
                  <a:cubicBezTo>
                    <a:pt x="8411" y="430"/>
                    <a:pt x="7440" y="1112"/>
                    <a:pt x="6426" y="1891"/>
                  </a:cubicBezTo>
                  <a:cubicBezTo>
                    <a:pt x="5003" y="2965"/>
                    <a:pt x="3461" y="4069"/>
                    <a:pt x="1838" y="4802"/>
                  </a:cubicBezTo>
                  <a:cubicBezTo>
                    <a:pt x="1519" y="4951"/>
                    <a:pt x="1194" y="5084"/>
                    <a:pt x="869" y="5225"/>
                  </a:cubicBezTo>
                  <a:cubicBezTo>
                    <a:pt x="637" y="5314"/>
                    <a:pt x="230" y="5565"/>
                    <a:pt x="1" y="5565"/>
                  </a:cubicBezTo>
                  <a:lnTo>
                    <a:pt x="24306" y="5565"/>
                  </a:lnTo>
                  <a:cubicBezTo>
                    <a:pt x="21905" y="5558"/>
                    <a:pt x="3269" y="5328"/>
                    <a:pt x="9641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7" name="Google Shape;1507;p23"/>
          <p:cNvGrpSpPr/>
          <p:nvPr/>
        </p:nvGrpSpPr>
        <p:grpSpPr>
          <a:xfrm>
            <a:off x="297309" y="228915"/>
            <a:ext cx="246888" cy="246888"/>
            <a:chOff x="4396276" y="3156781"/>
            <a:chExt cx="367777" cy="369040"/>
          </a:xfrm>
        </p:grpSpPr>
        <p:sp>
          <p:nvSpPr>
            <p:cNvPr id="1508" name="Google Shape;1508;p23"/>
            <p:cNvSpPr/>
            <p:nvPr/>
          </p:nvSpPr>
          <p:spPr>
            <a:xfrm>
              <a:off x="4396276" y="3156781"/>
              <a:ext cx="367777" cy="369040"/>
            </a:xfrm>
            <a:custGeom>
              <a:avLst/>
              <a:gdLst/>
              <a:ahLst/>
              <a:cxnLst/>
              <a:rect l="l" t="t" r="r" b="b"/>
              <a:pathLst>
                <a:path w="2542" h="2551" extrusionOk="0">
                  <a:moveTo>
                    <a:pt x="1275" y="1"/>
                  </a:moveTo>
                  <a:cubicBezTo>
                    <a:pt x="571" y="1"/>
                    <a:pt x="0" y="572"/>
                    <a:pt x="0" y="1276"/>
                  </a:cubicBezTo>
                  <a:cubicBezTo>
                    <a:pt x="0" y="1980"/>
                    <a:pt x="571" y="2551"/>
                    <a:pt x="1275" y="2551"/>
                  </a:cubicBezTo>
                  <a:cubicBezTo>
                    <a:pt x="1972" y="2551"/>
                    <a:pt x="2541" y="1980"/>
                    <a:pt x="2541" y="1276"/>
                  </a:cubicBezTo>
                  <a:cubicBezTo>
                    <a:pt x="2541" y="572"/>
                    <a:pt x="1972" y="1"/>
                    <a:pt x="1275" y="1"/>
                  </a:cubicBezTo>
                  <a:close/>
                </a:path>
              </a:pathLst>
            </a:custGeom>
            <a:solidFill>
              <a:srgbClr val="FFD6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23"/>
            <p:cNvSpPr/>
            <p:nvPr/>
          </p:nvSpPr>
          <p:spPr>
            <a:xfrm>
              <a:off x="4396276" y="3156781"/>
              <a:ext cx="183599" cy="369040"/>
            </a:xfrm>
            <a:custGeom>
              <a:avLst/>
              <a:gdLst/>
              <a:ahLst/>
              <a:cxnLst/>
              <a:rect l="l" t="t" r="r" b="b"/>
              <a:pathLst>
                <a:path w="1269" h="2551" extrusionOk="0">
                  <a:moveTo>
                    <a:pt x="1268" y="1"/>
                  </a:moveTo>
                  <a:cubicBezTo>
                    <a:pt x="564" y="8"/>
                    <a:pt x="0" y="572"/>
                    <a:pt x="0" y="1276"/>
                  </a:cubicBezTo>
                  <a:cubicBezTo>
                    <a:pt x="0" y="1980"/>
                    <a:pt x="564" y="2542"/>
                    <a:pt x="1268" y="2551"/>
                  </a:cubicBezTo>
                  <a:cubicBezTo>
                    <a:pt x="1268" y="2542"/>
                    <a:pt x="578" y="1913"/>
                    <a:pt x="578" y="1276"/>
                  </a:cubicBezTo>
                  <a:cubicBezTo>
                    <a:pt x="578" y="639"/>
                    <a:pt x="1268" y="8"/>
                    <a:pt x="1268" y="1"/>
                  </a:cubicBezTo>
                  <a:close/>
                </a:path>
              </a:pathLst>
            </a:custGeom>
            <a:solidFill>
              <a:srgbClr val="FFE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10" name="Google Shape;1510;p23"/>
          <p:cNvSpPr/>
          <p:nvPr/>
        </p:nvSpPr>
        <p:spPr>
          <a:xfrm>
            <a:off x="206503" y="539500"/>
            <a:ext cx="428508" cy="155543"/>
          </a:xfrm>
          <a:custGeom>
            <a:avLst/>
            <a:gdLst/>
            <a:ahLst/>
            <a:cxnLst/>
            <a:rect l="l" t="t" r="r" b="b"/>
            <a:pathLst>
              <a:path w="7269" h="2639" extrusionOk="0">
                <a:moveTo>
                  <a:pt x="3113" y="1"/>
                </a:moveTo>
                <a:cubicBezTo>
                  <a:pt x="2305" y="1"/>
                  <a:pt x="1615" y="497"/>
                  <a:pt x="1334" y="1192"/>
                </a:cubicBezTo>
                <a:cubicBezTo>
                  <a:pt x="1283" y="1185"/>
                  <a:pt x="1238" y="1185"/>
                  <a:pt x="1187" y="1185"/>
                </a:cubicBezTo>
                <a:cubicBezTo>
                  <a:pt x="534" y="1185"/>
                  <a:pt x="1" y="1712"/>
                  <a:pt x="1" y="2371"/>
                </a:cubicBezTo>
                <a:cubicBezTo>
                  <a:pt x="1" y="2460"/>
                  <a:pt x="15" y="2549"/>
                  <a:pt x="38" y="2638"/>
                </a:cubicBezTo>
                <a:lnTo>
                  <a:pt x="5876" y="2638"/>
                </a:lnTo>
                <a:cubicBezTo>
                  <a:pt x="5891" y="2624"/>
                  <a:pt x="5907" y="2615"/>
                  <a:pt x="5921" y="2601"/>
                </a:cubicBezTo>
                <a:cubicBezTo>
                  <a:pt x="5921" y="2615"/>
                  <a:pt x="5928" y="2624"/>
                  <a:pt x="5935" y="2638"/>
                </a:cubicBezTo>
                <a:lnTo>
                  <a:pt x="7217" y="2638"/>
                </a:lnTo>
                <a:cubicBezTo>
                  <a:pt x="7248" y="2556"/>
                  <a:pt x="7269" y="2467"/>
                  <a:pt x="7269" y="2371"/>
                </a:cubicBezTo>
                <a:cubicBezTo>
                  <a:pt x="7269" y="1986"/>
                  <a:pt x="6958" y="1674"/>
                  <a:pt x="6573" y="1674"/>
                </a:cubicBezTo>
                <a:cubicBezTo>
                  <a:pt x="6440" y="1674"/>
                  <a:pt x="6314" y="1712"/>
                  <a:pt x="6202" y="1779"/>
                </a:cubicBezTo>
                <a:cubicBezTo>
                  <a:pt x="6136" y="1335"/>
                  <a:pt x="5750" y="993"/>
                  <a:pt x="5291" y="993"/>
                </a:cubicBezTo>
                <a:cubicBezTo>
                  <a:pt x="5128" y="993"/>
                  <a:pt x="4980" y="1038"/>
                  <a:pt x="4854" y="1103"/>
                </a:cubicBezTo>
                <a:cubicBezTo>
                  <a:pt x="4543" y="453"/>
                  <a:pt x="3883" y="1"/>
                  <a:pt x="3113" y="1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1" name="Google Shape;1511;p23"/>
          <p:cNvSpPr/>
          <p:nvPr/>
        </p:nvSpPr>
        <p:spPr>
          <a:xfrm>
            <a:off x="1096750" y="293096"/>
            <a:ext cx="94149" cy="45600"/>
          </a:xfrm>
          <a:custGeom>
            <a:avLst/>
            <a:gdLst/>
            <a:ahLst/>
            <a:cxnLst/>
            <a:rect l="l" t="t" r="r" b="b"/>
            <a:pathLst>
              <a:path w="993" h="481" extrusionOk="0">
                <a:moveTo>
                  <a:pt x="851" y="0"/>
                </a:moveTo>
                <a:cubicBezTo>
                  <a:pt x="787" y="0"/>
                  <a:pt x="715" y="30"/>
                  <a:pt x="644" y="89"/>
                </a:cubicBezTo>
                <a:cubicBezTo>
                  <a:pt x="578" y="141"/>
                  <a:pt x="534" y="207"/>
                  <a:pt x="511" y="267"/>
                </a:cubicBezTo>
                <a:cubicBezTo>
                  <a:pt x="459" y="230"/>
                  <a:pt x="394" y="192"/>
                  <a:pt x="312" y="178"/>
                </a:cubicBezTo>
                <a:cubicBezTo>
                  <a:pt x="281" y="173"/>
                  <a:pt x="251" y="170"/>
                  <a:pt x="224" y="170"/>
                </a:cubicBezTo>
                <a:cubicBezTo>
                  <a:pt x="93" y="170"/>
                  <a:pt x="6" y="227"/>
                  <a:pt x="1" y="326"/>
                </a:cubicBezTo>
                <a:cubicBezTo>
                  <a:pt x="1" y="326"/>
                  <a:pt x="33" y="251"/>
                  <a:pt x="203" y="251"/>
                </a:cubicBezTo>
                <a:cubicBezTo>
                  <a:pt x="233" y="251"/>
                  <a:pt x="266" y="253"/>
                  <a:pt x="305" y="258"/>
                </a:cubicBezTo>
                <a:cubicBezTo>
                  <a:pt x="386" y="274"/>
                  <a:pt x="445" y="303"/>
                  <a:pt x="490" y="333"/>
                </a:cubicBezTo>
                <a:lnTo>
                  <a:pt x="490" y="480"/>
                </a:lnTo>
                <a:lnTo>
                  <a:pt x="555" y="466"/>
                </a:lnTo>
                <a:lnTo>
                  <a:pt x="630" y="452"/>
                </a:lnTo>
                <a:lnTo>
                  <a:pt x="555" y="319"/>
                </a:lnTo>
                <a:cubicBezTo>
                  <a:pt x="586" y="274"/>
                  <a:pt x="623" y="214"/>
                  <a:pt x="689" y="162"/>
                </a:cubicBezTo>
                <a:cubicBezTo>
                  <a:pt x="782" y="77"/>
                  <a:pt x="862" y="57"/>
                  <a:pt x="916" y="57"/>
                </a:cubicBezTo>
                <a:cubicBezTo>
                  <a:pt x="964" y="57"/>
                  <a:pt x="993" y="73"/>
                  <a:pt x="993" y="73"/>
                </a:cubicBezTo>
                <a:cubicBezTo>
                  <a:pt x="958" y="24"/>
                  <a:pt x="908" y="0"/>
                  <a:pt x="851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2" name="Google Shape;1512;p23"/>
          <p:cNvSpPr/>
          <p:nvPr/>
        </p:nvSpPr>
        <p:spPr>
          <a:xfrm>
            <a:off x="854525" y="228775"/>
            <a:ext cx="152274" cy="73751"/>
          </a:xfrm>
          <a:custGeom>
            <a:avLst/>
            <a:gdLst/>
            <a:ahLst/>
            <a:cxnLst/>
            <a:rect l="l" t="t" r="r" b="b"/>
            <a:pathLst>
              <a:path w="993" h="481" extrusionOk="0">
                <a:moveTo>
                  <a:pt x="851" y="0"/>
                </a:moveTo>
                <a:cubicBezTo>
                  <a:pt x="787" y="0"/>
                  <a:pt x="715" y="30"/>
                  <a:pt x="644" y="89"/>
                </a:cubicBezTo>
                <a:cubicBezTo>
                  <a:pt x="578" y="141"/>
                  <a:pt x="534" y="207"/>
                  <a:pt x="511" y="267"/>
                </a:cubicBezTo>
                <a:cubicBezTo>
                  <a:pt x="459" y="230"/>
                  <a:pt x="394" y="192"/>
                  <a:pt x="312" y="178"/>
                </a:cubicBezTo>
                <a:cubicBezTo>
                  <a:pt x="281" y="173"/>
                  <a:pt x="251" y="170"/>
                  <a:pt x="224" y="170"/>
                </a:cubicBezTo>
                <a:cubicBezTo>
                  <a:pt x="93" y="170"/>
                  <a:pt x="6" y="227"/>
                  <a:pt x="1" y="326"/>
                </a:cubicBezTo>
                <a:cubicBezTo>
                  <a:pt x="1" y="326"/>
                  <a:pt x="33" y="251"/>
                  <a:pt x="203" y="251"/>
                </a:cubicBezTo>
                <a:cubicBezTo>
                  <a:pt x="233" y="251"/>
                  <a:pt x="266" y="253"/>
                  <a:pt x="305" y="258"/>
                </a:cubicBezTo>
                <a:cubicBezTo>
                  <a:pt x="386" y="274"/>
                  <a:pt x="445" y="303"/>
                  <a:pt x="490" y="333"/>
                </a:cubicBezTo>
                <a:lnTo>
                  <a:pt x="490" y="480"/>
                </a:lnTo>
                <a:lnTo>
                  <a:pt x="555" y="466"/>
                </a:lnTo>
                <a:lnTo>
                  <a:pt x="630" y="452"/>
                </a:lnTo>
                <a:lnTo>
                  <a:pt x="555" y="319"/>
                </a:lnTo>
                <a:cubicBezTo>
                  <a:pt x="586" y="274"/>
                  <a:pt x="623" y="214"/>
                  <a:pt x="689" y="162"/>
                </a:cubicBezTo>
                <a:cubicBezTo>
                  <a:pt x="782" y="77"/>
                  <a:pt x="862" y="57"/>
                  <a:pt x="916" y="57"/>
                </a:cubicBezTo>
                <a:cubicBezTo>
                  <a:pt x="964" y="57"/>
                  <a:pt x="993" y="73"/>
                  <a:pt x="993" y="73"/>
                </a:cubicBezTo>
                <a:cubicBezTo>
                  <a:pt x="958" y="24"/>
                  <a:pt x="908" y="0"/>
                  <a:pt x="851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3" name="Google Shape;1513;p23"/>
          <p:cNvSpPr/>
          <p:nvPr/>
        </p:nvSpPr>
        <p:spPr>
          <a:xfrm>
            <a:off x="668241" y="383950"/>
            <a:ext cx="428508" cy="155543"/>
          </a:xfrm>
          <a:custGeom>
            <a:avLst/>
            <a:gdLst/>
            <a:ahLst/>
            <a:cxnLst/>
            <a:rect l="l" t="t" r="r" b="b"/>
            <a:pathLst>
              <a:path w="7269" h="2639" extrusionOk="0">
                <a:moveTo>
                  <a:pt x="3113" y="1"/>
                </a:moveTo>
                <a:cubicBezTo>
                  <a:pt x="2305" y="1"/>
                  <a:pt x="1615" y="497"/>
                  <a:pt x="1334" y="1192"/>
                </a:cubicBezTo>
                <a:cubicBezTo>
                  <a:pt x="1283" y="1185"/>
                  <a:pt x="1238" y="1185"/>
                  <a:pt x="1187" y="1185"/>
                </a:cubicBezTo>
                <a:cubicBezTo>
                  <a:pt x="534" y="1185"/>
                  <a:pt x="1" y="1712"/>
                  <a:pt x="1" y="2371"/>
                </a:cubicBezTo>
                <a:cubicBezTo>
                  <a:pt x="1" y="2460"/>
                  <a:pt x="15" y="2549"/>
                  <a:pt x="38" y="2638"/>
                </a:cubicBezTo>
                <a:lnTo>
                  <a:pt x="5876" y="2638"/>
                </a:lnTo>
                <a:cubicBezTo>
                  <a:pt x="5891" y="2624"/>
                  <a:pt x="5907" y="2615"/>
                  <a:pt x="5921" y="2601"/>
                </a:cubicBezTo>
                <a:cubicBezTo>
                  <a:pt x="5921" y="2615"/>
                  <a:pt x="5928" y="2624"/>
                  <a:pt x="5935" y="2638"/>
                </a:cubicBezTo>
                <a:lnTo>
                  <a:pt x="7217" y="2638"/>
                </a:lnTo>
                <a:cubicBezTo>
                  <a:pt x="7248" y="2556"/>
                  <a:pt x="7269" y="2467"/>
                  <a:pt x="7269" y="2371"/>
                </a:cubicBezTo>
                <a:cubicBezTo>
                  <a:pt x="7269" y="1986"/>
                  <a:pt x="6958" y="1674"/>
                  <a:pt x="6573" y="1674"/>
                </a:cubicBezTo>
                <a:cubicBezTo>
                  <a:pt x="6440" y="1674"/>
                  <a:pt x="6314" y="1712"/>
                  <a:pt x="6202" y="1779"/>
                </a:cubicBezTo>
                <a:cubicBezTo>
                  <a:pt x="6136" y="1335"/>
                  <a:pt x="5750" y="993"/>
                  <a:pt x="5291" y="993"/>
                </a:cubicBezTo>
                <a:cubicBezTo>
                  <a:pt x="5128" y="993"/>
                  <a:pt x="4980" y="1038"/>
                  <a:pt x="4854" y="1103"/>
                </a:cubicBezTo>
                <a:cubicBezTo>
                  <a:pt x="4543" y="453"/>
                  <a:pt x="3883" y="1"/>
                  <a:pt x="3113" y="1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14" name="Google Shape;1514;p23"/>
          <p:cNvGrpSpPr/>
          <p:nvPr/>
        </p:nvGrpSpPr>
        <p:grpSpPr>
          <a:xfrm>
            <a:off x="7422934" y="4672780"/>
            <a:ext cx="308638" cy="265917"/>
            <a:chOff x="3378345" y="1904079"/>
            <a:chExt cx="497803" cy="428899"/>
          </a:xfrm>
        </p:grpSpPr>
        <p:sp>
          <p:nvSpPr>
            <p:cNvPr id="1515" name="Google Shape;1515;p23"/>
            <p:cNvSpPr/>
            <p:nvPr/>
          </p:nvSpPr>
          <p:spPr>
            <a:xfrm>
              <a:off x="3747305" y="2332752"/>
              <a:ext cx="40320" cy="225"/>
            </a:xfrm>
            <a:custGeom>
              <a:avLst/>
              <a:gdLst/>
              <a:ahLst/>
              <a:cxnLst/>
              <a:rect l="l" t="t" r="r" b="b"/>
              <a:pathLst>
                <a:path w="179" h="1" extrusionOk="0">
                  <a:moveTo>
                    <a:pt x="17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23"/>
            <p:cNvSpPr/>
            <p:nvPr/>
          </p:nvSpPr>
          <p:spPr>
            <a:xfrm>
              <a:off x="3435334" y="1959043"/>
              <a:ext cx="384051" cy="355911"/>
            </a:xfrm>
            <a:custGeom>
              <a:avLst/>
              <a:gdLst/>
              <a:ahLst/>
              <a:cxnLst/>
              <a:rect l="l" t="t" r="r" b="b"/>
              <a:pathLst>
                <a:path w="1705" h="1580" extrusionOk="0">
                  <a:moveTo>
                    <a:pt x="845" y="1"/>
                  </a:moveTo>
                  <a:lnTo>
                    <a:pt x="712" y="164"/>
                  </a:lnTo>
                  <a:lnTo>
                    <a:pt x="0" y="986"/>
                  </a:lnTo>
                  <a:lnTo>
                    <a:pt x="0" y="1580"/>
                  </a:lnTo>
                  <a:lnTo>
                    <a:pt x="1704" y="1580"/>
                  </a:lnTo>
                  <a:lnTo>
                    <a:pt x="1704" y="986"/>
                  </a:lnTo>
                  <a:lnTo>
                    <a:pt x="1002" y="164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23"/>
            <p:cNvSpPr/>
            <p:nvPr/>
          </p:nvSpPr>
          <p:spPr>
            <a:xfrm>
              <a:off x="3418440" y="2309550"/>
              <a:ext cx="417614" cy="15543"/>
            </a:xfrm>
            <a:custGeom>
              <a:avLst/>
              <a:gdLst/>
              <a:ahLst/>
              <a:cxnLst/>
              <a:rect l="l" t="t" r="r" b="b"/>
              <a:pathLst>
                <a:path w="1854" h="69" extrusionOk="0">
                  <a:moveTo>
                    <a:pt x="1" y="1"/>
                  </a:moveTo>
                  <a:lnTo>
                    <a:pt x="1" y="68"/>
                  </a:lnTo>
                  <a:lnTo>
                    <a:pt x="1854" y="68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23"/>
            <p:cNvSpPr/>
            <p:nvPr/>
          </p:nvSpPr>
          <p:spPr>
            <a:xfrm>
              <a:off x="3378345" y="1904079"/>
              <a:ext cx="497803" cy="285630"/>
            </a:xfrm>
            <a:custGeom>
              <a:avLst/>
              <a:gdLst/>
              <a:ahLst/>
              <a:cxnLst/>
              <a:rect l="l" t="t" r="r" b="b"/>
              <a:pathLst>
                <a:path w="2210" h="1268" extrusionOk="0">
                  <a:moveTo>
                    <a:pt x="1098" y="1"/>
                  </a:moveTo>
                  <a:lnTo>
                    <a:pt x="965" y="163"/>
                  </a:lnTo>
                  <a:lnTo>
                    <a:pt x="817" y="326"/>
                  </a:lnTo>
                  <a:lnTo>
                    <a:pt x="253" y="956"/>
                  </a:lnTo>
                  <a:lnTo>
                    <a:pt x="1" y="1237"/>
                  </a:lnTo>
                  <a:lnTo>
                    <a:pt x="253" y="1230"/>
                  </a:lnTo>
                  <a:lnTo>
                    <a:pt x="965" y="408"/>
                  </a:lnTo>
                  <a:lnTo>
                    <a:pt x="1098" y="245"/>
                  </a:lnTo>
                  <a:lnTo>
                    <a:pt x="1112" y="245"/>
                  </a:lnTo>
                  <a:lnTo>
                    <a:pt x="1255" y="408"/>
                  </a:lnTo>
                  <a:lnTo>
                    <a:pt x="1957" y="1230"/>
                  </a:lnTo>
                  <a:lnTo>
                    <a:pt x="1980" y="1260"/>
                  </a:lnTo>
                  <a:lnTo>
                    <a:pt x="2210" y="1267"/>
                  </a:lnTo>
                  <a:lnTo>
                    <a:pt x="2210" y="1267"/>
                  </a:lnTo>
                  <a:lnTo>
                    <a:pt x="1957" y="979"/>
                  </a:lnTo>
                  <a:lnTo>
                    <a:pt x="1424" y="364"/>
                  </a:lnTo>
                  <a:lnTo>
                    <a:pt x="1255" y="163"/>
                  </a:lnTo>
                  <a:lnTo>
                    <a:pt x="1112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23"/>
            <p:cNvSpPr/>
            <p:nvPr/>
          </p:nvSpPr>
          <p:spPr>
            <a:xfrm>
              <a:off x="3628824" y="2172591"/>
              <a:ext cx="43924" cy="40322"/>
            </a:xfrm>
            <a:custGeom>
              <a:avLst/>
              <a:gdLst/>
              <a:ahLst/>
              <a:cxnLst/>
              <a:rect l="l" t="t" r="r" b="b"/>
              <a:pathLst>
                <a:path w="195" h="179" extrusionOk="0">
                  <a:moveTo>
                    <a:pt x="0" y="0"/>
                  </a:moveTo>
                  <a:lnTo>
                    <a:pt x="0" y="178"/>
                  </a:lnTo>
                  <a:lnTo>
                    <a:pt x="194" y="178"/>
                  </a:lnTo>
                  <a:lnTo>
                    <a:pt x="194" y="98"/>
                  </a:lnTo>
                  <a:cubicBezTo>
                    <a:pt x="171" y="61"/>
                    <a:pt x="150" y="24"/>
                    <a:pt x="112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23"/>
            <p:cNvSpPr/>
            <p:nvPr/>
          </p:nvSpPr>
          <p:spPr>
            <a:xfrm>
              <a:off x="3608776" y="2164481"/>
              <a:ext cx="17119" cy="5181"/>
            </a:xfrm>
            <a:custGeom>
              <a:avLst/>
              <a:gdLst/>
              <a:ahLst/>
              <a:cxnLst/>
              <a:rect l="l" t="t" r="r" b="b"/>
              <a:pathLst>
                <a:path w="76" h="23" extrusionOk="0">
                  <a:moveTo>
                    <a:pt x="75" y="1"/>
                  </a:moveTo>
                  <a:cubicBezTo>
                    <a:pt x="54" y="8"/>
                    <a:pt x="24" y="8"/>
                    <a:pt x="0" y="22"/>
                  </a:cubicBezTo>
                  <a:lnTo>
                    <a:pt x="75" y="22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23"/>
            <p:cNvSpPr/>
            <p:nvPr/>
          </p:nvSpPr>
          <p:spPr>
            <a:xfrm>
              <a:off x="3628824" y="2261119"/>
              <a:ext cx="43924" cy="41898"/>
            </a:xfrm>
            <a:custGeom>
              <a:avLst/>
              <a:gdLst/>
              <a:ahLst/>
              <a:cxnLst/>
              <a:rect l="l" t="t" r="r" b="b"/>
              <a:pathLst>
                <a:path w="195" h="186" extrusionOk="0">
                  <a:moveTo>
                    <a:pt x="0" y="0"/>
                  </a:moveTo>
                  <a:lnTo>
                    <a:pt x="0" y="185"/>
                  </a:lnTo>
                  <a:lnTo>
                    <a:pt x="194" y="185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23"/>
            <p:cNvSpPr/>
            <p:nvPr/>
          </p:nvSpPr>
          <p:spPr>
            <a:xfrm>
              <a:off x="3583999" y="2261119"/>
              <a:ext cx="41896" cy="41898"/>
            </a:xfrm>
            <a:custGeom>
              <a:avLst/>
              <a:gdLst/>
              <a:ahLst/>
              <a:cxnLst/>
              <a:rect l="l" t="t" r="r" b="b"/>
              <a:pathLst>
                <a:path w="186" h="186" extrusionOk="0">
                  <a:moveTo>
                    <a:pt x="0" y="0"/>
                  </a:moveTo>
                  <a:lnTo>
                    <a:pt x="0" y="185"/>
                  </a:lnTo>
                  <a:lnTo>
                    <a:pt x="185" y="185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23"/>
            <p:cNvSpPr/>
            <p:nvPr/>
          </p:nvSpPr>
          <p:spPr>
            <a:xfrm>
              <a:off x="3583999" y="2172591"/>
              <a:ext cx="41896" cy="40322"/>
            </a:xfrm>
            <a:custGeom>
              <a:avLst/>
              <a:gdLst/>
              <a:ahLst/>
              <a:cxnLst/>
              <a:rect l="l" t="t" r="r" b="b"/>
              <a:pathLst>
                <a:path w="186" h="179" extrusionOk="0">
                  <a:moveTo>
                    <a:pt x="75" y="0"/>
                  </a:moveTo>
                  <a:cubicBezTo>
                    <a:pt x="45" y="24"/>
                    <a:pt x="14" y="61"/>
                    <a:pt x="0" y="98"/>
                  </a:cubicBezTo>
                  <a:lnTo>
                    <a:pt x="0" y="178"/>
                  </a:lnTo>
                  <a:lnTo>
                    <a:pt x="185" y="178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23"/>
            <p:cNvSpPr/>
            <p:nvPr/>
          </p:nvSpPr>
          <p:spPr>
            <a:xfrm>
              <a:off x="3628824" y="2217868"/>
              <a:ext cx="43924" cy="40322"/>
            </a:xfrm>
            <a:custGeom>
              <a:avLst/>
              <a:gdLst/>
              <a:ahLst/>
              <a:cxnLst/>
              <a:rect l="l" t="t" r="r" b="b"/>
              <a:pathLst>
                <a:path w="195" h="179" extrusionOk="0">
                  <a:moveTo>
                    <a:pt x="0" y="0"/>
                  </a:moveTo>
                  <a:lnTo>
                    <a:pt x="0" y="178"/>
                  </a:lnTo>
                  <a:lnTo>
                    <a:pt x="194" y="178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23"/>
            <p:cNvSpPr/>
            <p:nvPr/>
          </p:nvSpPr>
          <p:spPr>
            <a:xfrm>
              <a:off x="3583999" y="2217868"/>
              <a:ext cx="41896" cy="40322"/>
            </a:xfrm>
            <a:custGeom>
              <a:avLst/>
              <a:gdLst/>
              <a:ahLst/>
              <a:cxnLst/>
              <a:rect l="l" t="t" r="r" b="b"/>
              <a:pathLst>
                <a:path w="186" h="179" extrusionOk="0">
                  <a:moveTo>
                    <a:pt x="0" y="0"/>
                  </a:moveTo>
                  <a:lnTo>
                    <a:pt x="0" y="178"/>
                  </a:lnTo>
                  <a:lnTo>
                    <a:pt x="185" y="178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23"/>
            <p:cNvSpPr/>
            <p:nvPr/>
          </p:nvSpPr>
          <p:spPr>
            <a:xfrm>
              <a:off x="3628824" y="2164481"/>
              <a:ext cx="18696" cy="5181"/>
            </a:xfrm>
            <a:custGeom>
              <a:avLst/>
              <a:gdLst/>
              <a:ahLst/>
              <a:cxnLst/>
              <a:rect l="l" t="t" r="r" b="b"/>
              <a:pathLst>
                <a:path w="83" h="23" extrusionOk="0">
                  <a:moveTo>
                    <a:pt x="0" y="1"/>
                  </a:moveTo>
                  <a:lnTo>
                    <a:pt x="0" y="22"/>
                  </a:lnTo>
                  <a:lnTo>
                    <a:pt x="82" y="22"/>
                  </a:lnTo>
                  <a:cubicBezTo>
                    <a:pt x="61" y="8"/>
                    <a:pt x="31" y="8"/>
                    <a:pt x="0" y="1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23"/>
            <p:cNvSpPr/>
            <p:nvPr/>
          </p:nvSpPr>
          <p:spPr>
            <a:xfrm>
              <a:off x="3580620" y="2206155"/>
              <a:ext cx="225" cy="96862"/>
            </a:xfrm>
            <a:custGeom>
              <a:avLst/>
              <a:gdLst/>
              <a:ahLst/>
              <a:cxnLst/>
              <a:rect l="l" t="t" r="r" b="b"/>
              <a:pathLst>
                <a:path w="1" h="430" extrusionOk="0">
                  <a:moveTo>
                    <a:pt x="1" y="429"/>
                  </a:moveTo>
                  <a:lnTo>
                    <a:pt x="1" y="429"/>
                  </a:lnTo>
                  <a:lnTo>
                    <a:pt x="1" y="244"/>
                  </a:lnTo>
                  <a:lnTo>
                    <a:pt x="1" y="244"/>
                  </a:lnTo>
                  <a:lnTo>
                    <a:pt x="1" y="29"/>
                  </a:lnTo>
                  <a:lnTo>
                    <a:pt x="1" y="29"/>
                  </a:lnTo>
                  <a:lnTo>
                    <a:pt x="1" y="1"/>
                  </a:lnTo>
                  <a:lnTo>
                    <a:pt x="1" y="29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23"/>
            <p:cNvSpPr/>
            <p:nvPr/>
          </p:nvSpPr>
          <p:spPr>
            <a:xfrm>
              <a:off x="3674099" y="2206155"/>
              <a:ext cx="1802" cy="96862"/>
            </a:xfrm>
            <a:custGeom>
              <a:avLst/>
              <a:gdLst/>
              <a:ahLst/>
              <a:cxnLst/>
              <a:rect l="l" t="t" r="r" b="b"/>
              <a:pathLst>
                <a:path w="8" h="430" extrusionOk="0">
                  <a:moveTo>
                    <a:pt x="0" y="1"/>
                  </a:moveTo>
                  <a:lnTo>
                    <a:pt x="0" y="52"/>
                  </a:lnTo>
                  <a:lnTo>
                    <a:pt x="0" y="230"/>
                  </a:lnTo>
                  <a:lnTo>
                    <a:pt x="0" y="237"/>
                  </a:lnTo>
                  <a:lnTo>
                    <a:pt x="0" y="429"/>
                  </a:lnTo>
                  <a:lnTo>
                    <a:pt x="7" y="429"/>
                  </a:lnTo>
                  <a:lnTo>
                    <a:pt x="7" y="29"/>
                  </a:lnTo>
                  <a:cubicBezTo>
                    <a:pt x="7" y="22"/>
                    <a:pt x="7" y="15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23"/>
            <p:cNvSpPr/>
            <p:nvPr/>
          </p:nvSpPr>
          <p:spPr>
            <a:xfrm>
              <a:off x="3625670" y="2164481"/>
              <a:ext cx="225" cy="5181"/>
            </a:xfrm>
            <a:custGeom>
              <a:avLst/>
              <a:gdLst/>
              <a:ahLst/>
              <a:cxnLst/>
              <a:rect l="l" t="t" r="r" b="b"/>
              <a:pathLst>
                <a:path w="1" h="23" extrusionOk="0">
                  <a:moveTo>
                    <a:pt x="0" y="22"/>
                  </a:moveTo>
                  <a:lnTo>
                    <a:pt x="0" y="22"/>
                  </a:lnTo>
                  <a:lnTo>
                    <a:pt x="0" y="22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23"/>
            <p:cNvSpPr/>
            <p:nvPr/>
          </p:nvSpPr>
          <p:spPr>
            <a:xfrm>
              <a:off x="3628824" y="2164481"/>
              <a:ext cx="225" cy="5181"/>
            </a:xfrm>
            <a:custGeom>
              <a:avLst/>
              <a:gdLst/>
              <a:ahLst/>
              <a:cxnLst/>
              <a:rect l="l" t="t" r="r" b="b"/>
              <a:pathLst>
                <a:path w="1" h="23" extrusionOk="0">
                  <a:moveTo>
                    <a:pt x="0" y="22"/>
                  </a:moveTo>
                  <a:lnTo>
                    <a:pt x="0" y="22"/>
                  </a:lnTo>
                  <a:lnTo>
                    <a:pt x="0" y="22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23"/>
            <p:cNvSpPr/>
            <p:nvPr/>
          </p:nvSpPr>
          <p:spPr>
            <a:xfrm>
              <a:off x="3625670" y="2164481"/>
              <a:ext cx="3379" cy="5181"/>
            </a:xfrm>
            <a:custGeom>
              <a:avLst/>
              <a:gdLst/>
              <a:ahLst/>
              <a:cxnLst/>
              <a:rect l="l" t="t" r="r" b="b"/>
              <a:pathLst>
                <a:path w="15" h="23" extrusionOk="0">
                  <a:moveTo>
                    <a:pt x="0" y="1"/>
                  </a:moveTo>
                  <a:lnTo>
                    <a:pt x="0" y="22"/>
                  </a:lnTo>
                  <a:lnTo>
                    <a:pt x="14" y="22"/>
                  </a:lnTo>
                  <a:lnTo>
                    <a:pt x="1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23"/>
            <p:cNvSpPr/>
            <p:nvPr/>
          </p:nvSpPr>
          <p:spPr>
            <a:xfrm>
              <a:off x="3583999" y="2216292"/>
              <a:ext cx="41896" cy="1802"/>
            </a:xfrm>
            <a:custGeom>
              <a:avLst/>
              <a:gdLst/>
              <a:ahLst/>
              <a:cxnLst/>
              <a:rect l="l" t="t" r="r" b="b"/>
              <a:pathLst>
                <a:path w="186" h="8" extrusionOk="0">
                  <a:moveTo>
                    <a:pt x="0" y="0"/>
                  </a:moveTo>
                  <a:lnTo>
                    <a:pt x="0" y="7"/>
                  </a:lnTo>
                  <a:lnTo>
                    <a:pt x="185" y="7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23"/>
            <p:cNvSpPr/>
            <p:nvPr/>
          </p:nvSpPr>
          <p:spPr>
            <a:xfrm>
              <a:off x="3580620" y="2194666"/>
              <a:ext cx="3604" cy="18246"/>
            </a:xfrm>
            <a:custGeom>
              <a:avLst/>
              <a:gdLst/>
              <a:ahLst/>
              <a:cxnLst/>
              <a:rect l="l" t="t" r="r" b="b"/>
              <a:pathLst>
                <a:path w="16" h="81" extrusionOk="0">
                  <a:moveTo>
                    <a:pt x="15" y="0"/>
                  </a:moveTo>
                  <a:cubicBezTo>
                    <a:pt x="8" y="14"/>
                    <a:pt x="1" y="36"/>
                    <a:pt x="1" y="52"/>
                  </a:cubicBezTo>
                  <a:lnTo>
                    <a:pt x="1" y="80"/>
                  </a:lnTo>
                  <a:lnTo>
                    <a:pt x="15" y="8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23"/>
            <p:cNvSpPr/>
            <p:nvPr/>
          </p:nvSpPr>
          <p:spPr>
            <a:xfrm>
              <a:off x="3607199" y="2169437"/>
              <a:ext cx="18696" cy="225"/>
            </a:xfrm>
            <a:custGeom>
              <a:avLst/>
              <a:gdLst/>
              <a:ahLst/>
              <a:cxnLst/>
              <a:rect l="l" t="t" r="r" b="b"/>
              <a:pathLst>
                <a:path w="83" h="1" extrusionOk="0">
                  <a:moveTo>
                    <a:pt x="0" y="0"/>
                  </a:moveTo>
                  <a:lnTo>
                    <a:pt x="82" y="0"/>
                  </a:lnTo>
                  <a:lnTo>
                    <a:pt x="82" y="0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23"/>
            <p:cNvSpPr/>
            <p:nvPr/>
          </p:nvSpPr>
          <p:spPr>
            <a:xfrm>
              <a:off x="3600667" y="2172591"/>
              <a:ext cx="25228" cy="225"/>
            </a:xfrm>
            <a:custGeom>
              <a:avLst/>
              <a:gdLst/>
              <a:ahLst/>
              <a:cxnLst/>
              <a:rect l="l" t="t" r="r" b="b"/>
              <a:pathLst>
                <a:path w="112" h="1" extrusionOk="0">
                  <a:moveTo>
                    <a:pt x="1" y="0"/>
                  </a:moveTo>
                  <a:lnTo>
                    <a:pt x="111" y="0"/>
                  </a:lnTo>
                  <a:lnTo>
                    <a:pt x="111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23"/>
            <p:cNvSpPr/>
            <p:nvPr/>
          </p:nvSpPr>
          <p:spPr>
            <a:xfrm>
              <a:off x="3602244" y="2169437"/>
              <a:ext cx="23651" cy="3379"/>
            </a:xfrm>
            <a:custGeom>
              <a:avLst/>
              <a:gdLst/>
              <a:ahLst/>
              <a:cxnLst/>
              <a:rect l="l" t="t" r="r" b="b"/>
              <a:pathLst>
                <a:path w="105" h="15" extrusionOk="0">
                  <a:moveTo>
                    <a:pt x="22" y="0"/>
                  </a:moveTo>
                  <a:cubicBezTo>
                    <a:pt x="15" y="7"/>
                    <a:pt x="8" y="7"/>
                    <a:pt x="1" y="14"/>
                  </a:cubicBezTo>
                  <a:lnTo>
                    <a:pt x="104" y="14"/>
                  </a:lnTo>
                  <a:lnTo>
                    <a:pt x="104" y="7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23"/>
            <p:cNvSpPr/>
            <p:nvPr/>
          </p:nvSpPr>
          <p:spPr>
            <a:xfrm>
              <a:off x="3625670" y="2169437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23"/>
            <p:cNvSpPr/>
            <p:nvPr/>
          </p:nvSpPr>
          <p:spPr>
            <a:xfrm>
              <a:off x="3625670" y="2172591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23"/>
            <p:cNvSpPr/>
            <p:nvPr/>
          </p:nvSpPr>
          <p:spPr>
            <a:xfrm>
              <a:off x="3625670" y="2171014"/>
              <a:ext cx="225" cy="1802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7"/>
                  </a:moveTo>
                  <a:lnTo>
                    <a:pt x="0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23"/>
            <p:cNvSpPr/>
            <p:nvPr/>
          </p:nvSpPr>
          <p:spPr>
            <a:xfrm>
              <a:off x="3625670" y="2169437"/>
              <a:ext cx="225" cy="3379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7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23"/>
            <p:cNvSpPr/>
            <p:nvPr/>
          </p:nvSpPr>
          <p:spPr>
            <a:xfrm>
              <a:off x="3628824" y="2216292"/>
              <a:ext cx="42347" cy="1802"/>
            </a:xfrm>
            <a:custGeom>
              <a:avLst/>
              <a:gdLst/>
              <a:ahLst/>
              <a:cxnLst/>
              <a:rect l="l" t="t" r="r" b="b"/>
              <a:pathLst>
                <a:path w="188" h="8" extrusionOk="0">
                  <a:moveTo>
                    <a:pt x="0" y="0"/>
                  </a:moveTo>
                  <a:lnTo>
                    <a:pt x="0" y="7"/>
                  </a:lnTo>
                  <a:lnTo>
                    <a:pt x="187" y="7"/>
                  </a:lnTo>
                  <a:lnTo>
                    <a:pt x="187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23"/>
            <p:cNvSpPr/>
            <p:nvPr/>
          </p:nvSpPr>
          <p:spPr>
            <a:xfrm>
              <a:off x="3672522" y="2194666"/>
              <a:ext cx="1802" cy="18246"/>
            </a:xfrm>
            <a:custGeom>
              <a:avLst/>
              <a:gdLst/>
              <a:ahLst/>
              <a:cxnLst/>
              <a:rect l="l" t="t" r="r" b="b"/>
              <a:pathLst>
                <a:path w="8" h="81" extrusionOk="0">
                  <a:moveTo>
                    <a:pt x="0" y="0"/>
                  </a:moveTo>
                  <a:lnTo>
                    <a:pt x="0" y="80"/>
                  </a:lnTo>
                  <a:lnTo>
                    <a:pt x="7" y="80"/>
                  </a:lnTo>
                  <a:lnTo>
                    <a:pt x="7" y="52"/>
                  </a:lnTo>
                  <a:cubicBezTo>
                    <a:pt x="7" y="36"/>
                    <a:pt x="7" y="14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23"/>
            <p:cNvSpPr/>
            <p:nvPr/>
          </p:nvSpPr>
          <p:spPr>
            <a:xfrm>
              <a:off x="3628824" y="2169437"/>
              <a:ext cx="20272" cy="225"/>
            </a:xfrm>
            <a:custGeom>
              <a:avLst/>
              <a:gdLst/>
              <a:ahLst/>
              <a:cxnLst/>
              <a:rect l="l" t="t" r="r" b="b"/>
              <a:pathLst>
                <a:path w="90" h="1" extrusionOk="0">
                  <a:moveTo>
                    <a:pt x="0" y="0"/>
                  </a:moveTo>
                  <a:lnTo>
                    <a:pt x="0" y="0"/>
                  </a:lnTo>
                  <a:lnTo>
                    <a:pt x="89" y="0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23"/>
            <p:cNvSpPr/>
            <p:nvPr/>
          </p:nvSpPr>
          <p:spPr>
            <a:xfrm>
              <a:off x="3628824" y="2172591"/>
              <a:ext cx="25453" cy="225"/>
            </a:xfrm>
            <a:custGeom>
              <a:avLst/>
              <a:gdLst/>
              <a:ahLst/>
              <a:cxnLst/>
              <a:rect l="l" t="t" r="r" b="b"/>
              <a:pathLst>
                <a:path w="113" h="1" extrusionOk="0">
                  <a:moveTo>
                    <a:pt x="0" y="0"/>
                  </a:moveTo>
                  <a:lnTo>
                    <a:pt x="0" y="0"/>
                  </a:lnTo>
                  <a:lnTo>
                    <a:pt x="112" y="0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23"/>
            <p:cNvSpPr/>
            <p:nvPr/>
          </p:nvSpPr>
          <p:spPr>
            <a:xfrm>
              <a:off x="3628824" y="2169437"/>
              <a:ext cx="23876" cy="3379"/>
            </a:xfrm>
            <a:custGeom>
              <a:avLst/>
              <a:gdLst/>
              <a:ahLst/>
              <a:cxnLst/>
              <a:rect l="l" t="t" r="r" b="b"/>
              <a:pathLst>
                <a:path w="106" h="15" extrusionOk="0">
                  <a:moveTo>
                    <a:pt x="0" y="0"/>
                  </a:moveTo>
                  <a:lnTo>
                    <a:pt x="0" y="7"/>
                  </a:lnTo>
                  <a:lnTo>
                    <a:pt x="0" y="14"/>
                  </a:lnTo>
                  <a:lnTo>
                    <a:pt x="105" y="14"/>
                  </a:lnTo>
                  <a:cubicBezTo>
                    <a:pt x="105" y="7"/>
                    <a:pt x="98" y="7"/>
                    <a:pt x="89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23"/>
            <p:cNvSpPr/>
            <p:nvPr/>
          </p:nvSpPr>
          <p:spPr>
            <a:xfrm>
              <a:off x="3625670" y="2172591"/>
              <a:ext cx="225" cy="40322"/>
            </a:xfrm>
            <a:custGeom>
              <a:avLst/>
              <a:gdLst/>
              <a:ahLst/>
              <a:cxnLst/>
              <a:rect l="l" t="t" r="r" b="b"/>
              <a:pathLst>
                <a:path w="1" h="179" extrusionOk="0">
                  <a:moveTo>
                    <a:pt x="0" y="0"/>
                  </a:moveTo>
                  <a:lnTo>
                    <a:pt x="0" y="178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23"/>
            <p:cNvSpPr/>
            <p:nvPr/>
          </p:nvSpPr>
          <p:spPr>
            <a:xfrm>
              <a:off x="3628824" y="2172591"/>
              <a:ext cx="225" cy="40322"/>
            </a:xfrm>
            <a:custGeom>
              <a:avLst/>
              <a:gdLst/>
              <a:ahLst/>
              <a:cxnLst/>
              <a:rect l="l" t="t" r="r" b="b"/>
              <a:pathLst>
                <a:path w="1" h="179" extrusionOk="0">
                  <a:moveTo>
                    <a:pt x="0" y="0"/>
                  </a:moveTo>
                  <a:lnTo>
                    <a:pt x="0" y="178"/>
                  </a:lnTo>
                  <a:lnTo>
                    <a:pt x="0" y="1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23"/>
            <p:cNvSpPr/>
            <p:nvPr/>
          </p:nvSpPr>
          <p:spPr>
            <a:xfrm>
              <a:off x="3628824" y="2216292"/>
              <a:ext cx="225" cy="1802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7"/>
                  </a:move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23"/>
            <p:cNvSpPr/>
            <p:nvPr/>
          </p:nvSpPr>
          <p:spPr>
            <a:xfrm>
              <a:off x="3625670" y="2172591"/>
              <a:ext cx="3379" cy="40322"/>
            </a:xfrm>
            <a:custGeom>
              <a:avLst/>
              <a:gdLst/>
              <a:ahLst/>
              <a:cxnLst/>
              <a:rect l="l" t="t" r="r" b="b"/>
              <a:pathLst>
                <a:path w="15" h="179" extrusionOk="0">
                  <a:moveTo>
                    <a:pt x="0" y="0"/>
                  </a:moveTo>
                  <a:lnTo>
                    <a:pt x="0" y="178"/>
                  </a:lnTo>
                  <a:lnTo>
                    <a:pt x="14" y="178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23"/>
            <p:cNvSpPr/>
            <p:nvPr/>
          </p:nvSpPr>
          <p:spPr>
            <a:xfrm>
              <a:off x="3628824" y="2172591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23"/>
            <p:cNvSpPr/>
            <p:nvPr/>
          </p:nvSpPr>
          <p:spPr>
            <a:xfrm>
              <a:off x="3628824" y="2171014"/>
              <a:ext cx="225" cy="1802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7"/>
                  </a:move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23"/>
            <p:cNvSpPr/>
            <p:nvPr/>
          </p:nvSpPr>
          <p:spPr>
            <a:xfrm>
              <a:off x="3628824" y="2169437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23"/>
            <p:cNvSpPr/>
            <p:nvPr/>
          </p:nvSpPr>
          <p:spPr>
            <a:xfrm>
              <a:off x="3628824" y="2169437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23"/>
            <p:cNvSpPr/>
            <p:nvPr/>
          </p:nvSpPr>
          <p:spPr>
            <a:xfrm>
              <a:off x="3628824" y="2169437"/>
              <a:ext cx="225" cy="1802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0"/>
                  </a:move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23"/>
            <p:cNvSpPr/>
            <p:nvPr/>
          </p:nvSpPr>
          <p:spPr>
            <a:xfrm>
              <a:off x="3628824" y="2169437"/>
              <a:ext cx="225" cy="1802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7"/>
                  </a:move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23"/>
            <p:cNvSpPr/>
            <p:nvPr/>
          </p:nvSpPr>
          <p:spPr>
            <a:xfrm>
              <a:off x="3628824" y="2172591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23"/>
            <p:cNvSpPr/>
            <p:nvPr/>
          </p:nvSpPr>
          <p:spPr>
            <a:xfrm>
              <a:off x="3628824" y="2171014"/>
              <a:ext cx="225" cy="1802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0"/>
                  </a:move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23"/>
            <p:cNvSpPr/>
            <p:nvPr/>
          </p:nvSpPr>
          <p:spPr>
            <a:xfrm>
              <a:off x="3628824" y="2171014"/>
              <a:ext cx="225" cy="1802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7"/>
                  </a:move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23"/>
            <p:cNvSpPr/>
            <p:nvPr/>
          </p:nvSpPr>
          <p:spPr>
            <a:xfrm>
              <a:off x="3625670" y="2169437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23"/>
            <p:cNvSpPr/>
            <p:nvPr/>
          </p:nvSpPr>
          <p:spPr>
            <a:xfrm>
              <a:off x="3625670" y="2172591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23"/>
            <p:cNvSpPr/>
            <p:nvPr/>
          </p:nvSpPr>
          <p:spPr>
            <a:xfrm>
              <a:off x="3625670" y="2169437"/>
              <a:ext cx="225" cy="3379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14"/>
                  </a:moveTo>
                  <a:lnTo>
                    <a:pt x="0" y="14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23"/>
            <p:cNvSpPr/>
            <p:nvPr/>
          </p:nvSpPr>
          <p:spPr>
            <a:xfrm>
              <a:off x="3625670" y="2169437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23"/>
            <p:cNvSpPr/>
            <p:nvPr/>
          </p:nvSpPr>
          <p:spPr>
            <a:xfrm>
              <a:off x="3628824" y="2169437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23"/>
            <p:cNvSpPr/>
            <p:nvPr/>
          </p:nvSpPr>
          <p:spPr>
            <a:xfrm>
              <a:off x="3628824" y="2169437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23"/>
            <p:cNvSpPr/>
            <p:nvPr/>
          </p:nvSpPr>
          <p:spPr>
            <a:xfrm>
              <a:off x="3625670" y="2169437"/>
              <a:ext cx="3379" cy="225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0" y="0"/>
                  </a:move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23"/>
            <p:cNvSpPr/>
            <p:nvPr/>
          </p:nvSpPr>
          <p:spPr>
            <a:xfrm>
              <a:off x="3628824" y="2169437"/>
              <a:ext cx="225" cy="1802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23"/>
            <p:cNvSpPr/>
            <p:nvPr/>
          </p:nvSpPr>
          <p:spPr>
            <a:xfrm>
              <a:off x="3625670" y="2172591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23"/>
            <p:cNvSpPr/>
            <p:nvPr/>
          </p:nvSpPr>
          <p:spPr>
            <a:xfrm>
              <a:off x="3625670" y="2171014"/>
              <a:ext cx="225" cy="1802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7"/>
                  </a:moveTo>
                  <a:lnTo>
                    <a:pt x="0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23"/>
            <p:cNvSpPr/>
            <p:nvPr/>
          </p:nvSpPr>
          <p:spPr>
            <a:xfrm>
              <a:off x="3625670" y="2169437"/>
              <a:ext cx="225" cy="3379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7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3"/>
            <p:cNvSpPr/>
            <p:nvPr/>
          </p:nvSpPr>
          <p:spPr>
            <a:xfrm>
              <a:off x="3628824" y="2172591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3"/>
            <p:cNvSpPr/>
            <p:nvPr/>
          </p:nvSpPr>
          <p:spPr>
            <a:xfrm>
              <a:off x="3628824" y="2169437"/>
              <a:ext cx="225" cy="3379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3"/>
            <p:cNvSpPr/>
            <p:nvPr/>
          </p:nvSpPr>
          <p:spPr>
            <a:xfrm>
              <a:off x="3628824" y="2172591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3"/>
            <p:cNvSpPr/>
            <p:nvPr/>
          </p:nvSpPr>
          <p:spPr>
            <a:xfrm>
              <a:off x="3628824" y="2171014"/>
              <a:ext cx="225" cy="1802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7"/>
                  </a:move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3"/>
            <p:cNvSpPr/>
            <p:nvPr/>
          </p:nvSpPr>
          <p:spPr>
            <a:xfrm>
              <a:off x="3628824" y="2169437"/>
              <a:ext cx="225" cy="1802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3"/>
            <p:cNvSpPr/>
            <p:nvPr/>
          </p:nvSpPr>
          <p:spPr>
            <a:xfrm>
              <a:off x="3628824" y="2172591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3"/>
            <p:cNvSpPr/>
            <p:nvPr/>
          </p:nvSpPr>
          <p:spPr>
            <a:xfrm>
              <a:off x="3628824" y="2169437"/>
              <a:ext cx="225" cy="3379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0"/>
                  </a:moveTo>
                  <a:lnTo>
                    <a:pt x="0" y="14"/>
                  </a:lnTo>
                  <a:lnTo>
                    <a:pt x="0" y="1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3"/>
            <p:cNvSpPr/>
            <p:nvPr/>
          </p:nvSpPr>
          <p:spPr>
            <a:xfrm>
              <a:off x="3625670" y="2172591"/>
              <a:ext cx="3379" cy="225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0" y="0"/>
                  </a:move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3"/>
            <p:cNvSpPr/>
            <p:nvPr/>
          </p:nvSpPr>
          <p:spPr>
            <a:xfrm>
              <a:off x="3625670" y="2169437"/>
              <a:ext cx="3379" cy="3379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0" y="0"/>
                  </a:moveTo>
                  <a:lnTo>
                    <a:pt x="0" y="14"/>
                  </a:lnTo>
                  <a:lnTo>
                    <a:pt x="14" y="14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3"/>
            <p:cNvSpPr/>
            <p:nvPr/>
          </p:nvSpPr>
          <p:spPr>
            <a:xfrm>
              <a:off x="3583999" y="2212687"/>
              <a:ext cx="41896" cy="2253"/>
            </a:xfrm>
            <a:custGeom>
              <a:avLst/>
              <a:gdLst/>
              <a:ahLst/>
              <a:cxnLst/>
              <a:rect l="l" t="t" r="r" b="b"/>
              <a:pathLst>
                <a:path w="186" h="10" extrusionOk="0">
                  <a:moveTo>
                    <a:pt x="0" y="0"/>
                  </a:moveTo>
                  <a:lnTo>
                    <a:pt x="0" y="9"/>
                  </a:lnTo>
                  <a:lnTo>
                    <a:pt x="185" y="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3"/>
            <p:cNvSpPr/>
            <p:nvPr/>
          </p:nvSpPr>
          <p:spPr>
            <a:xfrm>
              <a:off x="3580620" y="2217868"/>
              <a:ext cx="3604" cy="40322"/>
            </a:xfrm>
            <a:custGeom>
              <a:avLst/>
              <a:gdLst/>
              <a:ahLst/>
              <a:cxnLst/>
              <a:rect l="l" t="t" r="r" b="b"/>
              <a:pathLst>
                <a:path w="16" h="179" extrusionOk="0">
                  <a:moveTo>
                    <a:pt x="1" y="0"/>
                  </a:moveTo>
                  <a:lnTo>
                    <a:pt x="1" y="178"/>
                  </a:lnTo>
                  <a:lnTo>
                    <a:pt x="15" y="178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3"/>
            <p:cNvSpPr/>
            <p:nvPr/>
          </p:nvSpPr>
          <p:spPr>
            <a:xfrm>
              <a:off x="3580620" y="2212687"/>
              <a:ext cx="45275" cy="5406"/>
            </a:xfrm>
            <a:custGeom>
              <a:avLst/>
              <a:gdLst/>
              <a:ahLst/>
              <a:cxnLst/>
              <a:rect l="l" t="t" r="r" b="b"/>
              <a:pathLst>
                <a:path w="201" h="24" extrusionOk="0">
                  <a:moveTo>
                    <a:pt x="1" y="0"/>
                  </a:moveTo>
                  <a:lnTo>
                    <a:pt x="1" y="23"/>
                  </a:lnTo>
                  <a:lnTo>
                    <a:pt x="15" y="23"/>
                  </a:lnTo>
                  <a:lnTo>
                    <a:pt x="15" y="16"/>
                  </a:lnTo>
                  <a:lnTo>
                    <a:pt x="200" y="16"/>
                  </a:lnTo>
                  <a:lnTo>
                    <a:pt x="200" y="9"/>
                  </a:lnTo>
                  <a:lnTo>
                    <a:pt x="15" y="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3"/>
            <p:cNvSpPr/>
            <p:nvPr/>
          </p:nvSpPr>
          <p:spPr>
            <a:xfrm>
              <a:off x="3628824" y="2212687"/>
              <a:ext cx="43924" cy="2253"/>
            </a:xfrm>
            <a:custGeom>
              <a:avLst/>
              <a:gdLst/>
              <a:ahLst/>
              <a:cxnLst/>
              <a:rect l="l" t="t" r="r" b="b"/>
              <a:pathLst>
                <a:path w="195" h="10" extrusionOk="0">
                  <a:moveTo>
                    <a:pt x="0" y="0"/>
                  </a:moveTo>
                  <a:lnTo>
                    <a:pt x="0" y="9"/>
                  </a:lnTo>
                  <a:lnTo>
                    <a:pt x="194" y="9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23"/>
            <p:cNvSpPr/>
            <p:nvPr/>
          </p:nvSpPr>
          <p:spPr>
            <a:xfrm>
              <a:off x="3670945" y="2217868"/>
              <a:ext cx="3379" cy="40322"/>
            </a:xfrm>
            <a:custGeom>
              <a:avLst/>
              <a:gdLst/>
              <a:ahLst/>
              <a:cxnLst/>
              <a:rect l="l" t="t" r="r" b="b"/>
              <a:pathLst>
                <a:path w="15" h="179" extrusionOk="0">
                  <a:moveTo>
                    <a:pt x="0" y="0"/>
                  </a:moveTo>
                  <a:lnTo>
                    <a:pt x="0" y="178"/>
                  </a:lnTo>
                  <a:lnTo>
                    <a:pt x="14" y="178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23"/>
            <p:cNvSpPr/>
            <p:nvPr/>
          </p:nvSpPr>
          <p:spPr>
            <a:xfrm>
              <a:off x="3628824" y="2212687"/>
              <a:ext cx="45500" cy="5406"/>
            </a:xfrm>
            <a:custGeom>
              <a:avLst/>
              <a:gdLst/>
              <a:ahLst/>
              <a:cxnLst/>
              <a:rect l="l" t="t" r="r" b="b"/>
              <a:pathLst>
                <a:path w="202" h="24" extrusionOk="0">
                  <a:moveTo>
                    <a:pt x="194" y="0"/>
                  </a:moveTo>
                  <a:lnTo>
                    <a:pt x="194" y="9"/>
                  </a:lnTo>
                  <a:lnTo>
                    <a:pt x="0" y="9"/>
                  </a:lnTo>
                  <a:lnTo>
                    <a:pt x="0" y="16"/>
                  </a:lnTo>
                  <a:lnTo>
                    <a:pt x="187" y="16"/>
                  </a:lnTo>
                  <a:lnTo>
                    <a:pt x="187" y="23"/>
                  </a:lnTo>
                  <a:lnTo>
                    <a:pt x="201" y="23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23"/>
            <p:cNvSpPr/>
            <p:nvPr/>
          </p:nvSpPr>
          <p:spPr>
            <a:xfrm>
              <a:off x="3628824" y="2212687"/>
              <a:ext cx="225" cy="3829"/>
            </a:xfrm>
            <a:custGeom>
              <a:avLst/>
              <a:gdLst/>
              <a:ahLst/>
              <a:cxnLst/>
              <a:rect l="l" t="t" r="r" b="b"/>
              <a:pathLst>
                <a:path w="1" h="17" extrusionOk="0">
                  <a:moveTo>
                    <a:pt x="0" y="0"/>
                  </a:moveTo>
                  <a:lnTo>
                    <a:pt x="0" y="9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23"/>
            <p:cNvSpPr/>
            <p:nvPr/>
          </p:nvSpPr>
          <p:spPr>
            <a:xfrm>
              <a:off x="3628824" y="2212687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23"/>
            <p:cNvSpPr/>
            <p:nvPr/>
          </p:nvSpPr>
          <p:spPr>
            <a:xfrm>
              <a:off x="3625670" y="2217868"/>
              <a:ext cx="225" cy="40322"/>
            </a:xfrm>
            <a:custGeom>
              <a:avLst/>
              <a:gdLst/>
              <a:ahLst/>
              <a:cxnLst/>
              <a:rect l="l" t="t" r="r" b="b"/>
              <a:pathLst>
                <a:path w="1" h="179" extrusionOk="0">
                  <a:moveTo>
                    <a:pt x="0" y="0"/>
                  </a:moveTo>
                  <a:lnTo>
                    <a:pt x="0" y="178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23"/>
            <p:cNvSpPr/>
            <p:nvPr/>
          </p:nvSpPr>
          <p:spPr>
            <a:xfrm>
              <a:off x="3625670" y="2212687"/>
              <a:ext cx="225" cy="2253"/>
            </a:xfrm>
            <a:custGeom>
              <a:avLst/>
              <a:gdLst/>
              <a:ahLst/>
              <a:cxnLst/>
              <a:rect l="l" t="t" r="r" b="b"/>
              <a:pathLst>
                <a:path w="1" h="10" extrusionOk="0">
                  <a:moveTo>
                    <a:pt x="0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23"/>
            <p:cNvSpPr/>
            <p:nvPr/>
          </p:nvSpPr>
          <p:spPr>
            <a:xfrm>
              <a:off x="3625670" y="2214715"/>
              <a:ext cx="225" cy="3379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7"/>
                  </a:moveTo>
                  <a:lnTo>
                    <a:pt x="0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23"/>
            <p:cNvSpPr/>
            <p:nvPr/>
          </p:nvSpPr>
          <p:spPr>
            <a:xfrm>
              <a:off x="3625670" y="2212687"/>
              <a:ext cx="225" cy="5406"/>
            </a:xfrm>
            <a:custGeom>
              <a:avLst/>
              <a:gdLst/>
              <a:ahLst/>
              <a:cxnLst/>
              <a:rect l="l" t="t" r="r" b="b"/>
              <a:pathLst>
                <a:path w="1" h="24" extrusionOk="0">
                  <a:moveTo>
                    <a:pt x="0" y="9"/>
                  </a:moveTo>
                  <a:lnTo>
                    <a:pt x="0" y="23"/>
                  </a:lnTo>
                  <a:lnTo>
                    <a:pt x="0" y="2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23"/>
            <p:cNvSpPr/>
            <p:nvPr/>
          </p:nvSpPr>
          <p:spPr>
            <a:xfrm>
              <a:off x="3628824" y="2217868"/>
              <a:ext cx="225" cy="40322"/>
            </a:xfrm>
            <a:custGeom>
              <a:avLst/>
              <a:gdLst/>
              <a:ahLst/>
              <a:cxnLst/>
              <a:rect l="l" t="t" r="r" b="b"/>
              <a:pathLst>
                <a:path w="1" h="179" extrusionOk="0">
                  <a:moveTo>
                    <a:pt x="0" y="0"/>
                  </a:moveTo>
                  <a:lnTo>
                    <a:pt x="0" y="178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23"/>
            <p:cNvSpPr/>
            <p:nvPr/>
          </p:nvSpPr>
          <p:spPr>
            <a:xfrm>
              <a:off x="3628824" y="2212687"/>
              <a:ext cx="225" cy="5406"/>
            </a:xfrm>
            <a:custGeom>
              <a:avLst/>
              <a:gdLst/>
              <a:ahLst/>
              <a:cxnLst/>
              <a:rect l="l" t="t" r="r" b="b"/>
              <a:pathLst>
                <a:path w="1" h="24" extrusionOk="0">
                  <a:moveTo>
                    <a:pt x="0" y="23"/>
                  </a:moveTo>
                  <a:lnTo>
                    <a:pt x="0" y="23"/>
                  </a:lnTo>
                  <a:lnTo>
                    <a:pt x="0" y="16"/>
                  </a:lnTo>
                  <a:lnTo>
                    <a:pt x="0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23"/>
            <p:cNvSpPr/>
            <p:nvPr/>
          </p:nvSpPr>
          <p:spPr>
            <a:xfrm>
              <a:off x="3628824" y="2212687"/>
              <a:ext cx="225" cy="5406"/>
            </a:xfrm>
            <a:custGeom>
              <a:avLst/>
              <a:gdLst/>
              <a:ahLst/>
              <a:cxnLst/>
              <a:rect l="l" t="t" r="r" b="b"/>
              <a:pathLst>
                <a:path w="1" h="24" extrusionOk="0">
                  <a:moveTo>
                    <a:pt x="0" y="23"/>
                  </a:moveTo>
                  <a:lnTo>
                    <a:pt x="0" y="2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23"/>
            <p:cNvSpPr/>
            <p:nvPr/>
          </p:nvSpPr>
          <p:spPr>
            <a:xfrm>
              <a:off x="3625670" y="2217868"/>
              <a:ext cx="3379" cy="40322"/>
            </a:xfrm>
            <a:custGeom>
              <a:avLst/>
              <a:gdLst/>
              <a:ahLst/>
              <a:cxnLst/>
              <a:rect l="l" t="t" r="r" b="b"/>
              <a:pathLst>
                <a:path w="15" h="179" extrusionOk="0">
                  <a:moveTo>
                    <a:pt x="0" y="0"/>
                  </a:moveTo>
                  <a:lnTo>
                    <a:pt x="0" y="178"/>
                  </a:lnTo>
                  <a:lnTo>
                    <a:pt x="14" y="178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23"/>
            <p:cNvSpPr/>
            <p:nvPr/>
          </p:nvSpPr>
          <p:spPr>
            <a:xfrm>
              <a:off x="3625670" y="2212687"/>
              <a:ext cx="225" cy="5406"/>
            </a:xfrm>
            <a:custGeom>
              <a:avLst/>
              <a:gdLst/>
              <a:ahLst/>
              <a:cxnLst/>
              <a:rect l="l" t="t" r="r" b="b"/>
              <a:pathLst>
                <a:path w="1" h="24" extrusionOk="0">
                  <a:moveTo>
                    <a:pt x="0" y="23"/>
                  </a:moveTo>
                  <a:lnTo>
                    <a:pt x="0" y="2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23"/>
            <p:cNvSpPr/>
            <p:nvPr/>
          </p:nvSpPr>
          <p:spPr>
            <a:xfrm>
              <a:off x="3625670" y="2212687"/>
              <a:ext cx="3379" cy="5406"/>
            </a:xfrm>
            <a:custGeom>
              <a:avLst/>
              <a:gdLst/>
              <a:ahLst/>
              <a:cxnLst/>
              <a:rect l="l" t="t" r="r" b="b"/>
              <a:pathLst>
                <a:path w="15" h="24" extrusionOk="0">
                  <a:moveTo>
                    <a:pt x="0" y="0"/>
                  </a:moveTo>
                  <a:lnTo>
                    <a:pt x="0" y="23"/>
                  </a:lnTo>
                  <a:lnTo>
                    <a:pt x="14" y="23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23"/>
            <p:cNvSpPr/>
            <p:nvPr/>
          </p:nvSpPr>
          <p:spPr>
            <a:xfrm>
              <a:off x="3580620" y="2302792"/>
              <a:ext cx="45275" cy="3829"/>
            </a:xfrm>
            <a:custGeom>
              <a:avLst/>
              <a:gdLst/>
              <a:ahLst/>
              <a:cxnLst/>
              <a:rect l="l" t="t" r="r" b="b"/>
              <a:pathLst>
                <a:path w="201" h="17" extrusionOk="0">
                  <a:moveTo>
                    <a:pt x="1" y="0"/>
                  </a:moveTo>
                  <a:lnTo>
                    <a:pt x="1" y="16"/>
                  </a:lnTo>
                  <a:lnTo>
                    <a:pt x="200" y="16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23"/>
            <p:cNvSpPr/>
            <p:nvPr/>
          </p:nvSpPr>
          <p:spPr>
            <a:xfrm>
              <a:off x="3580620" y="2261119"/>
              <a:ext cx="3604" cy="41898"/>
            </a:xfrm>
            <a:custGeom>
              <a:avLst/>
              <a:gdLst/>
              <a:ahLst/>
              <a:cxnLst/>
              <a:rect l="l" t="t" r="r" b="b"/>
              <a:pathLst>
                <a:path w="16" h="186" extrusionOk="0">
                  <a:moveTo>
                    <a:pt x="1" y="0"/>
                  </a:moveTo>
                  <a:lnTo>
                    <a:pt x="1" y="185"/>
                  </a:lnTo>
                  <a:lnTo>
                    <a:pt x="15" y="18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3"/>
            <p:cNvSpPr/>
            <p:nvPr/>
          </p:nvSpPr>
          <p:spPr>
            <a:xfrm>
              <a:off x="3580620" y="2257965"/>
              <a:ext cx="45275" cy="225"/>
            </a:xfrm>
            <a:custGeom>
              <a:avLst/>
              <a:gdLst/>
              <a:ahLst/>
              <a:cxnLst/>
              <a:rect l="l" t="t" r="r" b="b"/>
              <a:pathLst>
                <a:path w="201" h="1" extrusionOk="0">
                  <a:moveTo>
                    <a:pt x="1" y="0"/>
                  </a:moveTo>
                  <a:lnTo>
                    <a:pt x="1" y="0"/>
                  </a:lnTo>
                  <a:lnTo>
                    <a:pt x="200" y="0"/>
                  </a:lnTo>
                  <a:lnTo>
                    <a:pt x="200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23"/>
            <p:cNvSpPr/>
            <p:nvPr/>
          </p:nvSpPr>
          <p:spPr>
            <a:xfrm>
              <a:off x="3583999" y="2261119"/>
              <a:ext cx="41896" cy="225"/>
            </a:xfrm>
            <a:custGeom>
              <a:avLst/>
              <a:gdLst/>
              <a:ahLst/>
              <a:cxnLst/>
              <a:rect l="l" t="t" r="r" b="b"/>
              <a:pathLst>
                <a:path w="186" h="1" extrusionOk="0">
                  <a:moveTo>
                    <a:pt x="0" y="0"/>
                  </a:move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23"/>
            <p:cNvSpPr/>
            <p:nvPr/>
          </p:nvSpPr>
          <p:spPr>
            <a:xfrm>
              <a:off x="3580620" y="2257965"/>
              <a:ext cx="45275" cy="3379"/>
            </a:xfrm>
            <a:custGeom>
              <a:avLst/>
              <a:gdLst/>
              <a:ahLst/>
              <a:cxnLst/>
              <a:rect l="l" t="t" r="r" b="b"/>
              <a:pathLst>
                <a:path w="201" h="15" extrusionOk="0">
                  <a:moveTo>
                    <a:pt x="1" y="0"/>
                  </a:moveTo>
                  <a:lnTo>
                    <a:pt x="1" y="14"/>
                  </a:lnTo>
                  <a:lnTo>
                    <a:pt x="200" y="14"/>
                  </a:lnTo>
                  <a:lnTo>
                    <a:pt x="200" y="7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3"/>
            <p:cNvSpPr/>
            <p:nvPr/>
          </p:nvSpPr>
          <p:spPr>
            <a:xfrm>
              <a:off x="3625670" y="2257965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23"/>
            <p:cNvSpPr/>
            <p:nvPr/>
          </p:nvSpPr>
          <p:spPr>
            <a:xfrm>
              <a:off x="3625670" y="2261119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23"/>
            <p:cNvSpPr/>
            <p:nvPr/>
          </p:nvSpPr>
          <p:spPr>
            <a:xfrm>
              <a:off x="3625670" y="2259542"/>
              <a:ext cx="225" cy="1802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7"/>
                  </a:moveTo>
                  <a:lnTo>
                    <a:pt x="0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23"/>
            <p:cNvSpPr/>
            <p:nvPr/>
          </p:nvSpPr>
          <p:spPr>
            <a:xfrm>
              <a:off x="3625670" y="2257965"/>
              <a:ext cx="225" cy="3379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7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23"/>
            <p:cNvSpPr/>
            <p:nvPr/>
          </p:nvSpPr>
          <p:spPr>
            <a:xfrm>
              <a:off x="3628824" y="2302792"/>
              <a:ext cx="45500" cy="3829"/>
            </a:xfrm>
            <a:custGeom>
              <a:avLst/>
              <a:gdLst/>
              <a:ahLst/>
              <a:cxnLst/>
              <a:rect l="l" t="t" r="r" b="b"/>
              <a:pathLst>
                <a:path w="202" h="17" extrusionOk="0">
                  <a:moveTo>
                    <a:pt x="0" y="0"/>
                  </a:moveTo>
                  <a:lnTo>
                    <a:pt x="0" y="16"/>
                  </a:lnTo>
                  <a:lnTo>
                    <a:pt x="201" y="1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23"/>
            <p:cNvSpPr/>
            <p:nvPr/>
          </p:nvSpPr>
          <p:spPr>
            <a:xfrm>
              <a:off x="3672522" y="2261119"/>
              <a:ext cx="1802" cy="41898"/>
            </a:xfrm>
            <a:custGeom>
              <a:avLst/>
              <a:gdLst/>
              <a:ahLst/>
              <a:cxnLst/>
              <a:rect l="l" t="t" r="r" b="b"/>
              <a:pathLst>
                <a:path w="8" h="186" extrusionOk="0">
                  <a:moveTo>
                    <a:pt x="0" y="0"/>
                  </a:moveTo>
                  <a:lnTo>
                    <a:pt x="0" y="185"/>
                  </a:lnTo>
                  <a:lnTo>
                    <a:pt x="7" y="185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23"/>
            <p:cNvSpPr/>
            <p:nvPr/>
          </p:nvSpPr>
          <p:spPr>
            <a:xfrm>
              <a:off x="3628824" y="2257965"/>
              <a:ext cx="42347" cy="225"/>
            </a:xfrm>
            <a:custGeom>
              <a:avLst/>
              <a:gdLst/>
              <a:ahLst/>
              <a:cxnLst/>
              <a:rect l="l" t="t" r="r" b="b"/>
              <a:pathLst>
                <a:path w="188" h="1" extrusionOk="0">
                  <a:moveTo>
                    <a:pt x="0" y="0"/>
                  </a:moveTo>
                  <a:lnTo>
                    <a:pt x="187" y="0"/>
                  </a:lnTo>
                  <a:lnTo>
                    <a:pt x="187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23"/>
            <p:cNvSpPr/>
            <p:nvPr/>
          </p:nvSpPr>
          <p:spPr>
            <a:xfrm>
              <a:off x="3628824" y="2261119"/>
              <a:ext cx="45500" cy="225"/>
            </a:xfrm>
            <a:custGeom>
              <a:avLst/>
              <a:gdLst/>
              <a:ahLst/>
              <a:cxnLst/>
              <a:rect l="l" t="t" r="r" b="b"/>
              <a:pathLst>
                <a:path w="202" h="1" extrusionOk="0">
                  <a:moveTo>
                    <a:pt x="0" y="0"/>
                  </a:moveTo>
                  <a:lnTo>
                    <a:pt x="194" y="0"/>
                  </a:lnTo>
                  <a:lnTo>
                    <a:pt x="201" y="0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23"/>
            <p:cNvSpPr/>
            <p:nvPr/>
          </p:nvSpPr>
          <p:spPr>
            <a:xfrm>
              <a:off x="3628824" y="2257965"/>
              <a:ext cx="45500" cy="3379"/>
            </a:xfrm>
            <a:custGeom>
              <a:avLst/>
              <a:gdLst/>
              <a:ahLst/>
              <a:cxnLst/>
              <a:rect l="l" t="t" r="r" b="b"/>
              <a:pathLst>
                <a:path w="202" h="15" extrusionOk="0">
                  <a:moveTo>
                    <a:pt x="0" y="0"/>
                  </a:moveTo>
                  <a:lnTo>
                    <a:pt x="0" y="7"/>
                  </a:lnTo>
                  <a:lnTo>
                    <a:pt x="0" y="14"/>
                  </a:lnTo>
                  <a:lnTo>
                    <a:pt x="201" y="14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23"/>
            <p:cNvSpPr/>
            <p:nvPr/>
          </p:nvSpPr>
          <p:spPr>
            <a:xfrm>
              <a:off x="3625670" y="2302792"/>
              <a:ext cx="225" cy="3829"/>
            </a:xfrm>
            <a:custGeom>
              <a:avLst/>
              <a:gdLst/>
              <a:ahLst/>
              <a:cxnLst/>
              <a:rect l="l" t="t" r="r" b="b"/>
              <a:pathLst>
                <a:path w="1" h="17" extrusionOk="0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23"/>
            <p:cNvSpPr/>
            <p:nvPr/>
          </p:nvSpPr>
          <p:spPr>
            <a:xfrm>
              <a:off x="3625670" y="2261119"/>
              <a:ext cx="225" cy="41898"/>
            </a:xfrm>
            <a:custGeom>
              <a:avLst/>
              <a:gdLst/>
              <a:ahLst/>
              <a:cxnLst/>
              <a:rect l="l" t="t" r="r" b="b"/>
              <a:pathLst>
                <a:path w="1" h="186" extrusionOk="0">
                  <a:moveTo>
                    <a:pt x="0" y="0"/>
                  </a:moveTo>
                  <a:lnTo>
                    <a:pt x="0" y="185"/>
                  </a:lnTo>
                  <a:lnTo>
                    <a:pt x="0" y="185"/>
                  </a:lnTo>
                  <a:lnTo>
                    <a:pt x="0" y="1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23"/>
            <p:cNvSpPr/>
            <p:nvPr/>
          </p:nvSpPr>
          <p:spPr>
            <a:xfrm>
              <a:off x="3628824" y="2302792"/>
              <a:ext cx="225" cy="3829"/>
            </a:xfrm>
            <a:custGeom>
              <a:avLst/>
              <a:gdLst/>
              <a:ahLst/>
              <a:cxnLst/>
              <a:rect l="l" t="t" r="r" b="b"/>
              <a:pathLst>
                <a:path w="1" h="17" extrusionOk="0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23"/>
            <p:cNvSpPr/>
            <p:nvPr/>
          </p:nvSpPr>
          <p:spPr>
            <a:xfrm>
              <a:off x="3628824" y="2261119"/>
              <a:ext cx="225" cy="41898"/>
            </a:xfrm>
            <a:custGeom>
              <a:avLst/>
              <a:gdLst/>
              <a:ahLst/>
              <a:cxnLst/>
              <a:rect l="l" t="t" r="r" b="b"/>
              <a:pathLst>
                <a:path w="1" h="186" extrusionOk="0">
                  <a:moveTo>
                    <a:pt x="0" y="0"/>
                  </a:moveTo>
                  <a:lnTo>
                    <a:pt x="0" y="185"/>
                  </a:lnTo>
                  <a:lnTo>
                    <a:pt x="0" y="185"/>
                  </a:lnTo>
                  <a:lnTo>
                    <a:pt x="0" y="1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23"/>
            <p:cNvSpPr/>
            <p:nvPr/>
          </p:nvSpPr>
          <p:spPr>
            <a:xfrm>
              <a:off x="3625670" y="2302792"/>
              <a:ext cx="3379" cy="3829"/>
            </a:xfrm>
            <a:custGeom>
              <a:avLst/>
              <a:gdLst/>
              <a:ahLst/>
              <a:cxnLst/>
              <a:rect l="l" t="t" r="r" b="b"/>
              <a:pathLst>
                <a:path w="15" h="17" extrusionOk="0">
                  <a:moveTo>
                    <a:pt x="0" y="0"/>
                  </a:moveTo>
                  <a:lnTo>
                    <a:pt x="0" y="16"/>
                  </a:lnTo>
                  <a:lnTo>
                    <a:pt x="14" y="1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23"/>
            <p:cNvSpPr/>
            <p:nvPr/>
          </p:nvSpPr>
          <p:spPr>
            <a:xfrm>
              <a:off x="3625670" y="2261119"/>
              <a:ext cx="3379" cy="41898"/>
            </a:xfrm>
            <a:custGeom>
              <a:avLst/>
              <a:gdLst/>
              <a:ahLst/>
              <a:cxnLst/>
              <a:rect l="l" t="t" r="r" b="b"/>
              <a:pathLst>
                <a:path w="15" h="186" extrusionOk="0">
                  <a:moveTo>
                    <a:pt x="0" y="0"/>
                  </a:moveTo>
                  <a:lnTo>
                    <a:pt x="0" y="185"/>
                  </a:lnTo>
                  <a:lnTo>
                    <a:pt x="14" y="185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23"/>
            <p:cNvSpPr/>
            <p:nvPr/>
          </p:nvSpPr>
          <p:spPr>
            <a:xfrm>
              <a:off x="3628824" y="2261119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23"/>
            <p:cNvSpPr/>
            <p:nvPr/>
          </p:nvSpPr>
          <p:spPr>
            <a:xfrm>
              <a:off x="3628824" y="2259542"/>
              <a:ext cx="225" cy="1802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7"/>
                  </a:move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23"/>
            <p:cNvSpPr/>
            <p:nvPr/>
          </p:nvSpPr>
          <p:spPr>
            <a:xfrm>
              <a:off x="3628824" y="2257965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23"/>
            <p:cNvSpPr/>
            <p:nvPr/>
          </p:nvSpPr>
          <p:spPr>
            <a:xfrm>
              <a:off x="3628824" y="2257965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3"/>
            <p:cNvSpPr/>
            <p:nvPr/>
          </p:nvSpPr>
          <p:spPr>
            <a:xfrm>
              <a:off x="3628824" y="2257965"/>
              <a:ext cx="225" cy="1802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0"/>
                  </a:move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3"/>
            <p:cNvSpPr/>
            <p:nvPr/>
          </p:nvSpPr>
          <p:spPr>
            <a:xfrm>
              <a:off x="3628824" y="2257965"/>
              <a:ext cx="225" cy="1802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0"/>
                  </a:moveTo>
                  <a:lnTo>
                    <a:pt x="0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23"/>
            <p:cNvSpPr/>
            <p:nvPr/>
          </p:nvSpPr>
          <p:spPr>
            <a:xfrm>
              <a:off x="3628824" y="2261119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23"/>
            <p:cNvSpPr/>
            <p:nvPr/>
          </p:nvSpPr>
          <p:spPr>
            <a:xfrm>
              <a:off x="3628824" y="2259542"/>
              <a:ext cx="225" cy="1802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0"/>
                  </a:move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23"/>
            <p:cNvSpPr/>
            <p:nvPr/>
          </p:nvSpPr>
          <p:spPr>
            <a:xfrm>
              <a:off x="3628824" y="2257965"/>
              <a:ext cx="225" cy="3379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14"/>
                  </a:moveTo>
                  <a:lnTo>
                    <a:pt x="0" y="14"/>
                  </a:lnTo>
                  <a:lnTo>
                    <a:pt x="0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23"/>
            <p:cNvSpPr/>
            <p:nvPr/>
          </p:nvSpPr>
          <p:spPr>
            <a:xfrm>
              <a:off x="3625670" y="2257965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23"/>
            <p:cNvSpPr/>
            <p:nvPr/>
          </p:nvSpPr>
          <p:spPr>
            <a:xfrm>
              <a:off x="3625670" y="2261119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23"/>
            <p:cNvSpPr/>
            <p:nvPr/>
          </p:nvSpPr>
          <p:spPr>
            <a:xfrm>
              <a:off x="3625670" y="2257965"/>
              <a:ext cx="225" cy="3379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14"/>
                  </a:moveTo>
                  <a:lnTo>
                    <a:pt x="0" y="14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23"/>
            <p:cNvSpPr/>
            <p:nvPr/>
          </p:nvSpPr>
          <p:spPr>
            <a:xfrm>
              <a:off x="3625670" y="2257965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23"/>
            <p:cNvSpPr/>
            <p:nvPr/>
          </p:nvSpPr>
          <p:spPr>
            <a:xfrm>
              <a:off x="3628824" y="2257965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23"/>
            <p:cNvSpPr/>
            <p:nvPr/>
          </p:nvSpPr>
          <p:spPr>
            <a:xfrm>
              <a:off x="3628824" y="2257965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23"/>
            <p:cNvSpPr/>
            <p:nvPr/>
          </p:nvSpPr>
          <p:spPr>
            <a:xfrm>
              <a:off x="3625670" y="2257965"/>
              <a:ext cx="3379" cy="225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0" y="0"/>
                  </a:move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23"/>
            <p:cNvSpPr/>
            <p:nvPr/>
          </p:nvSpPr>
          <p:spPr>
            <a:xfrm>
              <a:off x="3628824" y="2257965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23"/>
            <p:cNvSpPr/>
            <p:nvPr/>
          </p:nvSpPr>
          <p:spPr>
            <a:xfrm>
              <a:off x="3625670" y="2261119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23"/>
            <p:cNvSpPr/>
            <p:nvPr/>
          </p:nvSpPr>
          <p:spPr>
            <a:xfrm>
              <a:off x="3625670" y="2259542"/>
              <a:ext cx="225" cy="1802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7"/>
                  </a:moveTo>
                  <a:lnTo>
                    <a:pt x="0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23"/>
            <p:cNvSpPr/>
            <p:nvPr/>
          </p:nvSpPr>
          <p:spPr>
            <a:xfrm>
              <a:off x="3625670" y="2257965"/>
              <a:ext cx="225" cy="3379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7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23"/>
            <p:cNvSpPr/>
            <p:nvPr/>
          </p:nvSpPr>
          <p:spPr>
            <a:xfrm>
              <a:off x="3628824" y="2261119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23"/>
            <p:cNvSpPr/>
            <p:nvPr/>
          </p:nvSpPr>
          <p:spPr>
            <a:xfrm>
              <a:off x="3628824" y="2257965"/>
              <a:ext cx="225" cy="3379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23"/>
            <p:cNvSpPr/>
            <p:nvPr/>
          </p:nvSpPr>
          <p:spPr>
            <a:xfrm>
              <a:off x="3628824" y="2261119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23"/>
            <p:cNvSpPr/>
            <p:nvPr/>
          </p:nvSpPr>
          <p:spPr>
            <a:xfrm>
              <a:off x="3628824" y="2259542"/>
              <a:ext cx="225" cy="1802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7"/>
                  </a:move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23"/>
            <p:cNvSpPr/>
            <p:nvPr/>
          </p:nvSpPr>
          <p:spPr>
            <a:xfrm>
              <a:off x="3628824" y="2257965"/>
              <a:ext cx="225" cy="1802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23"/>
            <p:cNvSpPr/>
            <p:nvPr/>
          </p:nvSpPr>
          <p:spPr>
            <a:xfrm>
              <a:off x="3628824" y="2261119"/>
              <a:ext cx="225" cy="2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23"/>
            <p:cNvSpPr/>
            <p:nvPr/>
          </p:nvSpPr>
          <p:spPr>
            <a:xfrm>
              <a:off x="3628824" y="2257965"/>
              <a:ext cx="225" cy="3379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0"/>
                  </a:moveTo>
                  <a:lnTo>
                    <a:pt x="0" y="14"/>
                  </a:lnTo>
                  <a:lnTo>
                    <a:pt x="0" y="1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23"/>
            <p:cNvSpPr/>
            <p:nvPr/>
          </p:nvSpPr>
          <p:spPr>
            <a:xfrm>
              <a:off x="3625670" y="2261119"/>
              <a:ext cx="3379" cy="225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0" y="0"/>
                  </a:move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23"/>
            <p:cNvSpPr/>
            <p:nvPr/>
          </p:nvSpPr>
          <p:spPr>
            <a:xfrm>
              <a:off x="3625670" y="2257965"/>
              <a:ext cx="3379" cy="3379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0" y="0"/>
                  </a:moveTo>
                  <a:lnTo>
                    <a:pt x="0" y="14"/>
                  </a:lnTo>
                  <a:lnTo>
                    <a:pt x="14" y="14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23"/>
            <p:cNvSpPr/>
            <p:nvPr/>
          </p:nvSpPr>
          <p:spPr>
            <a:xfrm>
              <a:off x="3578818" y="2164481"/>
              <a:ext cx="98660" cy="143716"/>
            </a:xfrm>
            <a:custGeom>
              <a:avLst/>
              <a:gdLst/>
              <a:ahLst/>
              <a:cxnLst/>
              <a:rect l="l" t="t" r="r" b="b"/>
              <a:pathLst>
                <a:path w="438" h="638" extrusionOk="0">
                  <a:moveTo>
                    <a:pt x="215" y="22"/>
                  </a:moveTo>
                  <a:cubicBezTo>
                    <a:pt x="327" y="22"/>
                    <a:pt x="416" y="111"/>
                    <a:pt x="416" y="223"/>
                  </a:cubicBezTo>
                  <a:lnTo>
                    <a:pt x="416" y="614"/>
                  </a:lnTo>
                  <a:lnTo>
                    <a:pt x="16" y="614"/>
                  </a:lnTo>
                  <a:lnTo>
                    <a:pt x="16" y="223"/>
                  </a:lnTo>
                  <a:cubicBezTo>
                    <a:pt x="16" y="111"/>
                    <a:pt x="105" y="22"/>
                    <a:pt x="215" y="22"/>
                  </a:cubicBezTo>
                  <a:close/>
                  <a:moveTo>
                    <a:pt x="215" y="1"/>
                  </a:moveTo>
                  <a:cubicBezTo>
                    <a:pt x="98" y="1"/>
                    <a:pt x="0" y="104"/>
                    <a:pt x="0" y="223"/>
                  </a:cubicBezTo>
                  <a:lnTo>
                    <a:pt x="0" y="637"/>
                  </a:lnTo>
                  <a:lnTo>
                    <a:pt x="438" y="637"/>
                  </a:lnTo>
                  <a:lnTo>
                    <a:pt x="438" y="223"/>
                  </a:lnTo>
                  <a:cubicBezTo>
                    <a:pt x="438" y="104"/>
                    <a:pt x="341" y="1"/>
                    <a:pt x="215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24"/>
          <p:cNvSpPr txBox="1">
            <a:spLocks noGrp="1"/>
          </p:cNvSpPr>
          <p:nvPr>
            <p:ph type="title"/>
          </p:nvPr>
        </p:nvSpPr>
        <p:spPr>
          <a:xfrm>
            <a:off x="1336200" y="445025"/>
            <a:ext cx="6471600" cy="10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49" name="Google Shape;1649;p24"/>
          <p:cNvSpPr txBox="1">
            <a:spLocks noGrp="1"/>
          </p:cNvSpPr>
          <p:nvPr>
            <p:ph type="subTitle" idx="1"/>
          </p:nvPr>
        </p:nvSpPr>
        <p:spPr>
          <a:xfrm>
            <a:off x="1109155" y="2490881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0" name="Google Shape;1650;p24"/>
          <p:cNvSpPr txBox="1">
            <a:spLocks noGrp="1"/>
          </p:cNvSpPr>
          <p:nvPr>
            <p:ph type="subTitle" idx="2"/>
          </p:nvPr>
        </p:nvSpPr>
        <p:spPr>
          <a:xfrm>
            <a:off x="3579000" y="2490881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1" name="Google Shape;1651;p24"/>
          <p:cNvSpPr txBox="1">
            <a:spLocks noGrp="1"/>
          </p:cNvSpPr>
          <p:nvPr>
            <p:ph type="subTitle" idx="3"/>
          </p:nvPr>
        </p:nvSpPr>
        <p:spPr>
          <a:xfrm>
            <a:off x="1109155" y="4119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2" name="Google Shape;1652;p24"/>
          <p:cNvSpPr txBox="1">
            <a:spLocks noGrp="1"/>
          </p:cNvSpPr>
          <p:nvPr>
            <p:ph type="subTitle" idx="4"/>
          </p:nvPr>
        </p:nvSpPr>
        <p:spPr>
          <a:xfrm>
            <a:off x="3579000" y="4119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3" name="Google Shape;1653;p24"/>
          <p:cNvSpPr txBox="1">
            <a:spLocks noGrp="1"/>
          </p:cNvSpPr>
          <p:nvPr>
            <p:ph type="subTitle" idx="5"/>
          </p:nvPr>
        </p:nvSpPr>
        <p:spPr>
          <a:xfrm>
            <a:off x="6048845" y="2490881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4" name="Google Shape;1654;p24"/>
          <p:cNvSpPr txBox="1">
            <a:spLocks noGrp="1"/>
          </p:cNvSpPr>
          <p:nvPr>
            <p:ph type="subTitle" idx="6"/>
          </p:nvPr>
        </p:nvSpPr>
        <p:spPr>
          <a:xfrm>
            <a:off x="6048845" y="4119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5" name="Google Shape;1655;p24"/>
          <p:cNvSpPr txBox="1">
            <a:spLocks noGrp="1"/>
          </p:cNvSpPr>
          <p:nvPr>
            <p:ph type="subTitle" idx="7"/>
          </p:nvPr>
        </p:nvSpPr>
        <p:spPr>
          <a:xfrm>
            <a:off x="1113055" y="2271594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56" name="Google Shape;1656;p24"/>
          <p:cNvSpPr txBox="1">
            <a:spLocks noGrp="1"/>
          </p:cNvSpPr>
          <p:nvPr>
            <p:ph type="subTitle" idx="8"/>
          </p:nvPr>
        </p:nvSpPr>
        <p:spPr>
          <a:xfrm>
            <a:off x="3582900" y="2271594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57" name="Google Shape;1657;p24"/>
          <p:cNvSpPr txBox="1">
            <a:spLocks noGrp="1"/>
          </p:cNvSpPr>
          <p:nvPr>
            <p:ph type="subTitle" idx="9"/>
          </p:nvPr>
        </p:nvSpPr>
        <p:spPr>
          <a:xfrm>
            <a:off x="6052745" y="2271594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58" name="Google Shape;1658;p24"/>
          <p:cNvSpPr txBox="1">
            <a:spLocks noGrp="1"/>
          </p:cNvSpPr>
          <p:nvPr>
            <p:ph type="subTitle" idx="13"/>
          </p:nvPr>
        </p:nvSpPr>
        <p:spPr>
          <a:xfrm>
            <a:off x="1113055" y="3910675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59" name="Google Shape;1659;p24"/>
          <p:cNvSpPr txBox="1">
            <a:spLocks noGrp="1"/>
          </p:cNvSpPr>
          <p:nvPr>
            <p:ph type="subTitle" idx="14"/>
          </p:nvPr>
        </p:nvSpPr>
        <p:spPr>
          <a:xfrm>
            <a:off x="3582900" y="3910675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60" name="Google Shape;1660;p24"/>
          <p:cNvSpPr txBox="1">
            <a:spLocks noGrp="1"/>
          </p:cNvSpPr>
          <p:nvPr>
            <p:ph type="subTitle" idx="15"/>
          </p:nvPr>
        </p:nvSpPr>
        <p:spPr>
          <a:xfrm>
            <a:off x="6052745" y="3910675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61" name="Google Shape;1661;p24"/>
          <p:cNvSpPr/>
          <p:nvPr/>
        </p:nvSpPr>
        <p:spPr>
          <a:xfrm>
            <a:off x="232740" y="335183"/>
            <a:ext cx="230824" cy="68683"/>
          </a:xfrm>
          <a:custGeom>
            <a:avLst/>
            <a:gdLst/>
            <a:ahLst/>
            <a:cxnLst/>
            <a:rect l="l" t="t" r="r" b="b"/>
            <a:pathLst>
              <a:path w="2944" h="876" extrusionOk="0">
                <a:moveTo>
                  <a:pt x="1490" y="1"/>
                </a:moveTo>
                <a:cubicBezTo>
                  <a:pt x="1156" y="1"/>
                  <a:pt x="889" y="275"/>
                  <a:pt x="889" y="600"/>
                </a:cubicBezTo>
                <a:lnTo>
                  <a:pt x="889" y="623"/>
                </a:lnTo>
                <a:cubicBezTo>
                  <a:pt x="852" y="613"/>
                  <a:pt x="815" y="606"/>
                  <a:pt x="775" y="606"/>
                </a:cubicBezTo>
                <a:cubicBezTo>
                  <a:pt x="759" y="606"/>
                  <a:pt x="744" y="607"/>
                  <a:pt x="727" y="609"/>
                </a:cubicBezTo>
                <a:cubicBezTo>
                  <a:pt x="623" y="616"/>
                  <a:pt x="526" y="661"/>
                  <a:pt x="454" y="734"/>
                </a:cubicBezTo>
                <a:cubicBezTo>
                  <a:pt x="421" y="723"/>
                  <a:pt x="384" y="717"/>
                  <a:pt x="346" y="717"/>
                </a:cubicBezTo>
                <a:cubicBezTo>
                  <a:pt x="332" y="717"/>
                  <a:pt x="318" y="718"/>
                  <a:pt x="304" y="719"/>
                </a:cubicBezTo>
                <a:cubicBezTo>
                  <a:pt x="178" y="727"/>
                  <a:pt x="75" y="787"/>
                  <a:pt x="0" y="876"/>
                </a:cubicBezTo>
                <a:lnTo>
                  <a:pt x="2934" y="876"/>
                </a:lnTo>
                <a:cubicBezTo>
                  <a:pt x="2934" y="867"/>
                  <a:pt x="2943" y="860"/>
                  <a:pt x="2943" y="846"/>
                </a:cubicBezTo>
                <a:cubicBezTo>
                  <a:pt x="2921" y="625"/>
                  <a:pt x="2736" y="452"/>
                  <a:pt x="2509" y="452"/>
                </a:cubicBezTo>
                <a:cubicBezTo>
                  <a:pt x="2501" y="452"/>
                  <a:pt x="2492" y="452"/>
                  <a:pt x="2483" y="453"/>
                </a:cubicBezTo>
                <a:cubicBezTo>
                  <a:pt x="2365" y="460"/>
                  <a:pt x="2253" y="527"/>
                  <a:pt x="2179" y="616"/>
                </a:cubicBezTo>
                <a:cubicBezTo>
                  <a:pt x="2150" y="609"/>
                  <a:pt x="2120" y="609"/>
                  <a:pt x="2090" y="609"/>
                </a:cubicBezTo>
                <a:lnTo>
                  <a:pt x="2090" y="600"/>
                </a:lnTo>
                <a:cubicBezTo>
                  <a:pt x="2090" y="275"/>
                  <a:pt x="1823" y="1"/>
                  <a:pt x="1490" y="1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2" name="Google Shape;1662;p24"/>
          <p:cNvSpPr/>
          <p:nvPr/>
        </p:nvSpPr>
        <p:spPr>
          <a:xfrm>
            <a:off x="510247" y="165154"/>
            <a:ext cx="246884" cy="246892"/>
          </a:xfrm>
          <a:custGeom>
            <a:avLst/>
            <a:gdLst/>
            <a:ahLst/>
            <a:cxnLst/>
            <a:rect l="l" t="t" r="r" b="b"/>
            <a:pathLst>
              <a:path w="3535" h="3536" extrusionOk="0">
                <a:moveTo>
                  <a:pt x="1763" y="0"/>
                </a:moveTo>
                <a:cubicBezTo>
                  <a:pt x="785" y="0"/>
                  <a:pt x="1" y="794"/>
                  <a:pt x="1" y="1772"/>
                </a:cubicBezTo>
                <a:cubicBezTo>
                  <a:pt x="1" y="2750"/>
                  <a:pt x="785" y="3536"/>
                  <a:pt x="1763" y="3536"/>
                </a:cubicBezTo>
                <a:cubicBezTo>
                  <a:pt x="2741" y="3536"/>
                  <a:pt x="3534" y="2750"/>
                  <a:pt x="3534" y="1772"/>
                </a:cubicBezTo>
                <a:cubicBezTo>
                  <a:pt x="3534" y="794"/>
                  <a:pt x="2741" y="0"/>
                  <a:pt x="1763" y="0"/>
                </a:cubicBezTo>
                <a:close/>
              </a:path>
            </a:pathLst>
          </a:custGeom>
          <a:solidFill>
            <a:srgbClr val="FFD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3" name="Google Shape;1663;p24"/>
          <p:cNvSpPr/>
          <p:nvPr/>
        </p:nvSpPr>
        <p:spPr>
          <a:xfrm>
            <a:off x="638447" y="165142"/>
            <a:ext cx="535741" cy="149440"/>
          </a:xfrm>
          <a:custGeom>
            <a:avLst/>
            <a:gdLst/>
            <a:ahLst/>
            <a:cxnLst/>
            <a:rect l="l" t="t" r="r" b="b"/>
            <a:pathLst>
              <a:path w="6833" h="1906" extrusionOk="0">
                <a:moveTo>
                  <a:pt x="3617" y="1"/>
                </a:moveTo>
                <a:cubicBezTo>
                  <a:pt x="2995" y="1"/>
                  <a:pt x="2490" y="518"/>
                  <a:pt x="2490" y="1164"/>
                </a:cubicBezTo>
                <a:lnTo>
                  <a:pt x="2490" y="1178"/>
                </a:lnTo>
                <a:cubicBezTo>
                  <a:pt x="2417" y="1157"/>
                  <a:pt x="2342" y="1134"/>
                  <a:pt x="2253" y="1134"/>
                </a:cubicBezTo>
                <a:cubicBezTo>
                  <a:pt x="2083" y="1134"/>
                  <a:pt x="1919" y="1201"/>
                  <a:pt x="1794" y="1304"/>
                </a:cubicBezTo>
                <a:cubicBezTo>
                  <a:pt x="1668" y="1141"/>
                  <a:pt x="1474" y="1030"/>
                  <a:pt x="1261" y="1030"/>
                </a:cubicBezTo>
                <a:cubicBezTo>
                  <a:pt x="950" y="1030"/>
                  <a:pt x="697" y="1246"/>
                  <a:pt x="608" y="1527"/>
                </a:cubicBezTo>
                <a:lnTo>
                  <a:pt x="557" y="1527"/>
                </a:lnTo>
                <a:cubicBezTo>
                  <a:pt x="311" y="1527"/>
                  <a:pt x="96" y="1683"/>
                  <a:pt x="0" y="1905"/>
                </a:cubicBezTo>
                <a:lnTo>
                  <a:pt x="6818" y="1905"/>
                </a:lnTo>
                <a:cubicBezTo>
                  <a:pt x="6825" y="1852"/>
                  <a:pt x="6833" y="1801"/>
                  <a:pt x="6833" y="1749"/>
                </a:cubicBezTo>
                <a:cubicBezTo>
                  <a:pt x="6833" y="1327"/>
                  <a:pt x="6498" y="986"/>
                  <a:pt x="6091" y="986"/>
                </a:cubicBezTo>
                <a:cubicBezTo>
                  <a:pt x="5876" y="986"/>
                  <a:pt x="5684" y="1075"/>
                  <a:pt x="5543" y="1230"/>
                </a:cubicBezTo>
                <a:cubicBezTo>
                  <a:pt x="5410" y="1075"/>
                  <a:pt x="5209" y="972"/>
                  <a:pt x="4987" y="972"/>
                </a:cubicBezTo>
                <a:cubicBezTo>
                  <a:pt x="4898" y="972"/>
                  <a:pt x="4809" y="993"/>
                  <a:pt x="4729" y="1023"/>
                </a:cubicBezTo>
                <a:cubicBezTo>
                  <a:pt x="4661" y="445"/>
                  <a:pt x="4195" y="1"/>
                  <a:pt x="3617" y="1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4" name="Google Shape;1664;p24"/>
          <p:cNvSpPr/>
          <p:nvPr/>
        </p:nvSpPr>
        <p:spPr>
          <a:xfrm>
            <a:off x="7781163" y="4730242"/>
            <a:ext cx="749552" cy="204402"/>
          </a:xfrm>
          <a:custGeom>
            <a:avLst/>
            <a:gdLst/>
            <a:ahLst/>
            <a:cxnLst/>
            <a:rect l="l" t="t" r="r" b="b"/>
            <a:pathLst>
              <a:path w="9560" h="2607" extrusionOk="0">
                <a:moveTo>
                  <a:pt x="6988" y="1"/>
                </a:moveTo>
                <a:cubicBezTo>
                  <a:pt x="6936" y="1"/>
                  <a:pt x="6884" y="17"/>
                  <a:pt x="6840" y="51"/>
                </a:cubicBezTo>
                <a:cubicBezTo>
                  <a:pt x="6758" y="110"/>
                  <a:pt x="6639" y="370"/>
                  <a:pt x="6522" y="718"/>
                </a:cubicBezTo>
                <a:cubicBezTo>
                  <a:pt x="6461" y="592"/>
                  <a:pt x="6403" y="503"/>
                  <a:pt x="6358" y="466"/>
                </a:cubicBezTo>
                <a:cubicBezTo>
                  <a:pt x="6314" y="432"/>
                  <a:pt x="6262" y="415"/>
                  <a:pt x="6210" y="415"/>
                </a:cubicBezTo>
                <a:cubicBezTo>
                  <a:pt x="6158" y="415"/>
                  <a:pt x="6106" y="432"/>
                  <a:pt x="6061" y="466"/>
                </a:cubicBezTo>
                <a:cubicBezTo>
                  <a:pt x="5965" y="547"/>
                  <a:pt x="5810" y="896"/>
                  <a:pt x="5677" y="1355"/>
                </a:cubicBezTo>
                <a:cubicBezTo>
                  <a:pt x="5640" y="1303"/>
                  <a:pt x="5609" y="1266"/>
                  <a:pt x="5581" y="1252"/>
                </a:cubicBezTo>
                <a:cubicBezTo>
                  <a:pt x="5536" y="1225"/>
                  <a:pt x="5484" y="1212"/>
                  <a:pt x="5432" y="1212"/>
                </a:cubicBezTo>
                <a:cubicBezTo>
                  <a:pt x="5380" y="1212"/>
                  <a:pt x="5328" y="1225"/>
                  <a:pt x="5284" y="1252"/>
                </a:cubicBezTo>
                <a:cubicBezTo>
                  <a:pt x="5209" y="1296"/>
                  <a:pt x="5106" y="1474"/>
                  <a:pt x="5003" y="1710"/>
                </a:cubicBezTo>
                <a:cubicBezTo>
                  <a:pt x="4928" y="1570"/>
                  <a:pt x="4854" y="1474"/>
                  <a:pt x="4802" y="1444"/>
                </a:cubicBezTo>
                <a:cubicBezTo>
                  <a:pt x="4758" y="1414"/>
                  <a:pt x="4706" y="1400"/>
                  <a:pt x="4653" y="1400"/>
                </a:cubicBezTo>
                <a:cubicBezTo>
                  <a:pt x="4601" y="1400"/>
                  <a:pt x="4549" y="1414"/>
                  <a:pt x="4505" y="1444"/>
                </a:cubicBezTo>
                <a:cubicBezTo>
                  <a:pt x="4402" y="1509"/>
                  <a:pt x="4217" y="1865"/>
                  <a:pt x="4076" y="2295"/>
                </a:cubicBezTo>
                <a:cubicBezTo>
                  <a:pt x="4039" y="2237"/>
                  <a:pt x="4009" y="2199"/>
                  <a:pt x="3987" y="2176"/>
                </a:cubicBezTo>
                <a:cubicBezTo>
                  <a:pt x="3957" y="2159"/>
                  <a:pt x="3922" y="2150"/>
                  <a:pt x="3887" y="2150"/>
                </a:cubicBezTo>
                <a:cubicBezTo>
                  <a:pt x="3852" y="2150"/>
                  <a:pt x="3817" y="2159"/>
                  <a:pt x="3787" y="2176"/>
                </a:cubicBezTo>
                <a:cubicBezTo>
                  <a:pt x="3749" y="2199"/>
                  <a:pt x="3714" y="2265"/>
                  <a:pt x="3669" y="2347"/>
                </a:cubicBezTo>
                <a:cubicBezTo>
                  <a:pt x="3616" y="1814"/>
                  <a:pt x="3358" y="1214"/>
                  <a:pt x="3239" y="1132"/>
                </a:cubicBezTo>
                <a:cubicBezTo>
                  <a:pt x="3209" y="1110"/>
                  <a:pt x="3174" y="1099"/>
                  <a:pt x="3139" y="1099"/>
                </a:cubicBezTo>
                <a:cubicBezTo>
                  <a:pt x="3104" y="1099"/>
                  <a:pt x="3068" y="1110"/>
                  <a:pt x="3038" y="1132"/>
                </a:cubicBezTo>
                <a:cubicBezTo>
                  <a:pt x="2972" y="1177"/>
                  <a:pt x="2869" y="1392"/>
                  <a:pt x="2780" y="1659"/>
                </a:cubicBezTo>
                <a:cubicBezTo>
                  <a:pt x="2623" y="1044"/>
                  <a:pt x="2364" y="496"/>
                  <a:pt x="2223" y="398"/>
                </a:cubicBezTo>
                <a:cubicBezTo>
                  <a:pt x="2175" y="365"/>
                  <a:pt x="2120" y="349"/>
                  <a:pt x="2065" y="349"/>
                </a:cubicBezTo>
                <a:cubicBezTo>
                  <a:pt x="2010" y="349"/>
                  <a:pt x="1957" y="365"/>
                  <a:pt x="1912" y="398"/>
                </a:cubicBezTo>
                <a:cubicBezTo>
                  <a:pt x="1779" y="487"/>
                  <a:pt x="1556" y="962"/>
                  <a:pt x="1409" y="1533"/>
                </a:cubicBezTo>
                <a:cubicBezTo>
                  <a:pt x="1409" y="1525"/>
                  <a:pt x="1402" y="1525"/>
                  <a:pt x="1402" y="1525"/>
                </a:cubicBezTo>
                <a:cubicBezTo>
                  <a:pt x="1353" y="1495"/>
                  <a:pt x="1297" y="1480"/>
                  <a:pt x="1242" y="1480"/>
                </a:cubicBezTo>
                <a:cubicBezTo>
                  <a:pt x="1186" y="1480"/>
                  <a:pt x="1131" y="1495"/>
                  <a:pt x="1082" y="1525"/>
                </a:cubicBezTo>
                <a:cubicBezTo>
                  <a:pt x="957" y="1591"/>
                  <a:pt x="749" y="1954"/>
                  <a:pt x="601" y="2392"/>
                </a:cubicBezTo>
                <a:cubicBezTo>
                  <a:pt x="548" y="2288"/>
                  <a:pt x="497" y="2214"/>
                  <a:pt x="459" y="2185"/>
                </a:cubicBezTo>
                <a:cubicBezTo>
                  <a:pt x="426" y="2163"/>
                  <a:pt x="386" y="2152"/>
                  <a:pt x="345" y="2152"/>
                </a:cubicBezTo>
                <a:cubicBezTo>
                  <a:pt x="304" y="2152"/>
                  <a:pt x="264" y="2163"/>
                  <a:pt x="230" y="2185"/>
                </a:cubicBezTo>
                <a:cubicBezTo>
                  <a:pt x="171" y="2230"/>
                  <a:pt x="82" y="2384"/>
                  <a:pt x="0" y="2607"/>
                </a:cubicBezTo>
                <a:lnTo>
                  <a:pt x="9559" y="2607"/>
                </a:lnTo>
                <a:lnTo>
                  <a:pt x="9559" y="1954"/>
                </a:lnTo>
                <a:cubicBezTo>
                  <a:pt x="9419" y="1465"/>
                  <a:pt x="9241" y="1074"/>
                  <a:pt x="9138" y="992"/>
                </a:cubicBezTo>
                <a:cubicBezTo>
                  <a:pt x="9093" y="958"/>
                  <a:pt x="9041" y="941"/>
                  <a:pt x="8989" y="941"/>
                </a:cubicBezTo>
                <a:cubicBezTo>
                  <a:pt x="8937" y="941"/>
                  <a:pt x="8885" y="958"/>
                  <a:pt x="8841" y="992"/>
                </a:cubicBezTo>
                <a:cubicBezTo>
                  <a:pt x="8752" y="1058"/>
                  <a:pt x="8618" y="1341"/>
                  <a:pt x="8499" y="1710"/>
                </a:cubicBezTo>
                <a:cubicBezTo>
                  <a:pt x="8441" y="1570"/>
                  <a:pt x="8382" y="1474"/>
                  <a:pt x="8337" y="1444"/>
                </a:cubicBezTo>
                <a:cubicBezTo>
                  <a:pt x="8300" y="1414"/>
                  <a:pt x="8256" y="1400"/>
                  <a:pt x="8211" y="1400"/>
                </a:cubicBezTo>
                <a:cubicBezTo>
                  <a:pt x="8167" y="1400"/>
                  <a:pt x="8122" y="1414"/>
                  <a:pt x="8085" y="1444"/>
                </a:cubicBezTo>
                <a:cubicBezTo>
                  <a:pt x="8055" y="1465"/>
                  <a:pt x="8026" y="1509"/>
                  <a:pt x="7989" y="1577"/>
                </a:cubicBezTo>
                <a:cubicBezTo>
                  <a:pt x="7877" y="1273"/>
                  <a:pt x="7759" y="1051"/>
                  <a:pt x="7685" y="992"/>
                </a:cubicBezTo>
                <a:cubicBezTo>
                  <a:pt x="7647" y="962"/>
                  <a:pt x="7596" y="947"/>
                  <a:pt x="7544" y="947"/>
                </a:cubicBezTo>
                <a:cubicBezTo>
                  <a:pt x="7411" y="487"/>
                  <a:pt x="7240" y="124"/>
                  <a:pt x="7137" y="51"/>
                </a:cubicBezTo>
                <a:cubicBezTo>
                  <a:pt x="7093" y="17"/>
                  <a:pt x="7041" y="1"/>
                  <a:pt x="6988" y="1"/>
                </a:cubicBezTo>
                <a:close/>
              </a:path>
            </a:pathLst>
          </a:custGeom>
          <a:solidFill>
            <a:srgbClr val="8AC9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5" name="Google Shape;1665;p24"/>
          <p:cNvSpPr/>
          <p:nvPr/>
        </p:nvSpPr>
        <p:spPr>
          <a:xfrm>
            <a:off x="7617200" y="4938650"/>
            <a:ext cx="2030700" cy="4617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66" name="Google Shape;1666;p24"/>
          <p:cNvGrpSpPr/>
          <p:nvPr/>
        </p:nvGrpSpPr>
        <p:grpSpPr>
          <a:xfrm>
            <a:off x="4746249" y="4938638"/>
            <a:ext cx="2749703" cy="122913"/>
            <a:chOff x="5024149" y="4918613"/>
            <a:chExt cx="2749703" cy="122913"/>
          </a:xfrm>
        </p:grpSpPr>
        <p:sp>
          <p:nvSpPr>
            <p:cNvPr id="1667" name="Google Shape;1667;p24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24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24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24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24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24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24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24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24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24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24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4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4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4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4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4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4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4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4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4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24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24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24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24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24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24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24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24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24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24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7" name="Google Shape;1697;p24"/>
          <p:cNvGrpSpPr/>
          <p:nvPr/>
        </p:nvGrpSpPr>
        <p:grpSpPr>
          <a:xfrm>
            <a:off x="8614955" y="4567658"/>
            <a:ext cx="332881" cy="370817"/>
            <a:chOff x="6354733" y="3914449"/>
            <a:chExt cx="375627" cy="418435"/>
          </a:xfrm>
        </p:grpSpPr>
        <p:sp>
          <p:nvSpPr>
            <p:cNvPr id="1698" name="Google Shape;1698;p24"/>
            <p:cNvSpPr/>
            <p:nvPr/>
          </p:nvSpPr>
          <p:spPr>
            <a:xfrm>
              <a:off x="6354733" y="3914449"/>
              <a:ext cx="375627" cy="365115"/>
            </a:xfrm>
            <a:custGeom>
              <a:avLst/>
              <a:gdLst/>
              <a:ahLst/>
              <a:cxnLst/>
              <a:rect l="l" t="t" r="r" b="b"/>
              <a:pathLst>
                <a:path w="4431" h="4307" extrusionOk="0">
                  <a:moveTo>
                    <a:pt x="2149" y="0"/>
                  </a:moveTo>
                  <a:cubicBezTo>
                    <a:pt x="2071" y="0"/>
                    <a:pt x="1994" y="21"/>
                    <a:pt x="1927" y="61"/>
                  </a:cubicBezTo>
                  <a:cubicBezTo>
                    <a:pt x="1438" y="366"/>
                    <a:pt x="1" y="4306"/>
                    <a:pt x="2149" y="4306"/>
                  </a:cubicBezTo>
                  <a:cubicBezTo>
                    <a:pt x="4431" y="4306"/>
                    <a:pt x="2868" y="366"/>
                    <a:pt x="2371" y="61"/>
                  </a:cubicBezTo>
                  <a:cubicBezTo>
                    <a:pt x="2305" y="21"/>
                    <a:pt x="2227" y="0"/>
                    <a:pt x="2149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24"/>
            <p:cNvSpPr/>
            <p:nvPr/>
          </p:nvSpPr>
          <p:spPr>
            <a:xfrm>
              <a:off x="6354733" y="3919536"/>
              <a:ext cx="182261" cy="360029"/>
            </a:xfrm>
            <a:custGeom>
              <a:avLst/>
              <a:gdLst/>
              <a:ahLst/>
              <a:cxnLst/>
              <a:rect l="l" t="t" r="r" b="b"/>
              <a:pathLst>
                <a:path w="2150" h="4247" extrusionOk="0">
                  <a:moveTo>
                    <a:pt x="1930" y="0"/>
                  </a:moveTo>
                  <a:lnTo>
                    <a:pt x="1930" y="0"/>
                  </a:lnTo>
                  <a:cubicBezTo>
                    <a:pt x="1929" y="0"/>
                    <a:pt x="1928" y="1"/>
                    <a:pt x="1927" y="1"/>
                  </a:cubicBezTo>
                  <a:cubicBezTo>
                    <a:pt x="1438" y="306"/>
                    <a:pt x="1" y="4246"/>
                    <a:pt x="2149" y="4246"/>
                  </a:cubicBezTo>
                  <a:cubicBezTo>
                    <a:pt x="2149" y="4246"/>
                    <a:pt x="1609" y="4202"/>
                    <a:pt x="1578" y="2662"/>
                  </a:cubicBezTo>
                  <a:cubicBezTo>
                    <a:pt x="1542" y="1142"/>
                    <a:pt x="1985" y="0"/>
                    <a:pt x="1930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24"/>
            <p:cNvSpPr/>
            <p:nvPr/>
          </p:nvSpPr>
          <p:spPr>
            <a:xfrm>
              <a:off x="6531143" y="4080262"/>
              <a:ext cx="26449" cy="252622"/>
            </a:xfrm>
            <a:custGeom>
              <a:avLst/>
              <a:gdLst/>
              <a:ahLst/>
              <a:cxnLst/>
              <a:rect l="l" t="t" r="r" b="b"/>
              <a:pathLst>
                <a:path w="312" h="2980" extrusionOk="0">
                  <a:moveTo>
                    <a:pt x="159" y="1"/>
                  </a:moveTo>
                  <a:cubicBezTo>
                    <a:pt x="158" y="1"/>
                    <a:pt x="157" y="5"/>
                    <a:pt x="157" y="17"/>
                  </a:cubicBezTo>
                  <a:lnTo>
                    <a:pt x="1" y="2980"/>
                  </a:lnTo>
                  <a:lnTo>
                    <a:pt x="312" y="2980"/>
                  </a:lnTo>
                  <a:cubicBezTo>
                    <a:pt x="305" y="1714"/>
                    <a:pt x="187" y="17"/>
                    <a:pt x="164" y="17"/>
                  </a:cubicBezTo>
                  <a:cubicBezTo>
                    <a:pt x="164" y="17"/>
                    <a:pt x="161" y="1"/>
                    <a:pt x="15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24"/>
            <p:cNvSpPr/>
            <p:nvPr/>
          </p:nvSpPr>
          <p:spPr>
            <a:xfrm>
              <a:off x="6473413" y="4169527"/>
              <a:ext cx="71124" cy="57900"/>
            </a:xfrm>
            <a:custGeom>
              <a:avLst/>
              <a:gdLst/>
              <a:ahLst/>
              <a:cxnLst/>
              <a:rect l="l" t="t" r="r" b="b"/>
              <a:pathLst>
                <a:path w="839" h="683" extrusionOk="0">
                  <a:moveTo>
                    <a:pt x="0" y="1"/>
                  </a:moveTo>
                  <a:lnTo>
                    <a:pt x="0" y="1"/>
                  </a:lnTo>
                  <a:cubicBezTo>
                    <a:pt x="404" y="662"/>
                    <a:pt x="782" y="682"/>
                    <a:pt x="826" y="682"/>
                  </a:cubicBezTo>
                  <a:cubicBezTo>
                    <a:pt x="829" y="682"/>
                    <a:pt x="831" y="682"/>
                    <a:pt x="831" y="682"/>
                  </a:cubicBezTo>
                  <a:lnTo>
                    <a:pt x="838" y="586"/>
                  </a:lnTo>
                  <a:lnTo>
                    <a:pt x="838" y="586"/>
                  </a:lnTo>
                  <a:cubicBezTo>
                    <a:pt x="838" y="586"/>
                    <a:pt x="830" y="592"/>
                    <a:pt x="807" y="592"/>
                  </a:cubicBezTo>
                  <a:cubicBezTo>
                    <a:pt x="757" y="592"/>
                    <a:pt x="639" y="564"/>
                    <a:pt x="386" y="387"/>
                  </a:cubicBezTo>
                  <a:cubicBezTo>
                    <a:pt x="164" y="230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24"/>
            <p:cNvSpPr/>
            <p:nvPr/>
          </p:nvSpPr>
          <p:spPr>
            <a:xfrm>
              <a:off x="6544452" y="4153929"/>
              <a:ext cx="60951" cy="49083"/>
            </a:xfrm>
            <a:custGeom>
              <a:avLst/>
              <a:gdLst/>
              <a:ahLst/>
              <a:cxnLst/>
              <a:rect l="l" t="t" r="r" b="b"/>
              <a:pathLst>
                <a:path w="719" h="579" extrusionOk="0">
                  <a:moveTo>
                    <a:pt x="719" y="0"/>
                  </a:moveTo>
                  <a:lnTo>
                    <a:pt x="719" y="0"/>
                  </a:lnTo>
                  <a:cubicBezTo>
                    <a:pt x="718" y="0"/>
                    <a:pt x="578" y="192"/>
                    <a:pt x="393" y="325"/>
                  </a:cubicBezTo>
                  <a:cubicBezTo>
                    <a:pt x="185" y="471"/>
                    <a:pt x="81" y="496"/>
                    <a:pt x="34" y="496"/>
                  </a:cubicBezTo>
                  <a:cubicBezTo>
                    <a:pt x="9" y="496"/>
                    <a:pt x="0" y="489"/>
                    <a:pt x="0" y="489"/>
                  </a:cubicBezTo>
                  <a:lnTo>
                    <a:pt x="0" y="489"/>
                  </a:lnTo>
                  <a:lnTo>
                    <a:pt x="7" y="578"/>
                  </a:lnTo>
                  <a:cubicBezTo>
                    <a:pt x="7" y="578"/>
                    <a:pt x="8" y="578"/>
                    <a:pt x="9" y="578"/>
                  </a:cubicBezTo>
                  <a:cubicBezTo>
                    <a:pt x="39" y="578"/>
                    <a:pt x="366" y="565"/>
                    <a:pt x="719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24"/>
            <p:cNvSpPr/>
            <p:nvPr/>
          </p:nvSpPr>
          <p:spPr>
            <a:xfrm>
              <a:off x="6495454" y="4118749"/>
              <a:ext cx="49083" cy="39589"/>
            </a:xfrm>
            <a:custGeom>
              <a:avLst/>
              <a:gdLst/>
              <a:ahLst/>
              <a:cxnLst/>
              <a:rect l="l" t="t" r="r" b="b"/>
              <a:pathLst>
                <a:path w="579" h="467" extrusionOk="0">
                  <a:moveTo>
                    <a:pt x="0" y="1"/>
                  </a:moveTo>
                  <a:lnTo>
                    <a:pt x="0" y="1"/>
                  </a:lnTo>
                  <a:cubicBezTo>
                    <a:pt x="295" y="460"/>
                    <a:pt x="562" y="467"/>
                    <a:pt x="577" y="467"/>
                  </a:cubicBezTo>
                  <a:cubicBezTo>
                    <a:pt x="578" y="467"/>
                    <a:pt x="578" y="467"/>
                    <a:pt x="578" y="467"/>
                  </a:cubicBezTo>
                  <a:lnTo>
                    <a:pt x="578" y="392"/>
                  </a:lnTo>
                  <a:cubicBezTo>
                    <a:pt x="578" y="392"/>
                    <a:pt x="572" y="397"/>
                    <a:pt x="555" y="397"/>
                  </a:cubicBezTo>
                  <a:cubicBezTo>
                    <a:pt x="521" y="397"/>
                    <a:pt x="440" y="377"/>
                    <a:pt x="267" y="259"/>
                  </a:cubicBezTo>
                  <a:cubicBezTo>
                    <a:pt x="119" y="155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4" name="Google Shape;1704;p24"/>
          <p:cNvGrpSpPr/>
          <p:nvPr/>
        </p:nvGrpSpPr>
        <p:grpSpPr>
          <a:xfrm>
            <a:off x="8412084" y="4567658"/>
            <a:ext cx="332881" cy="370817"/>
            <a:chOff x="6354733" y="3914449"/>
            <a:chExt cx="375627" cy="418435"/>
          </a:xfrm>
        </p:grpSpPr>
        <p:sp>
          <p:nvSpPr>
            <p:cNvPr id="1705" name="Google Shape;1705;p24"/>
            <p:cNvSpPr/>
            <p:nvPr/>
          </p:nvSpPr>
          <p:spPr>
            <a:xfrm>
              <a:off x="6354733" y="3914449"/>
              <a:ext cx="375627" cy="365115"/>
            </a:xfrm>
            <a:custGeom>
              <a:avLst/>
              <a:gdLst/>
              <a:ahLst/>
              <a:cxnLst/>
              <a:rect l="l" t="t" r="r" b="b"/>
              <a:pathLst>
                <a:path w="4431" h="4307" extrusionOk="0">
                  <a:moveTo>
                    <a:pt x="2149" y="0"/>
                  </a:moveTo>
                  <a:cubicBezTo>
                    <a:pt x="2071" y="0"/>
                    <a:pt x="1994" y="21"/>
                    <a:pt x="1927" y="61"/>
                  </a:cubicBezTo>
                  <a:cubicBezTo>
                    <a:pt x="1438" y="366"/>
                    <a:pt x="1" y="4306"/>
                    <a:pt x="2149" y="4306"/>
                  </a:cubicBezTo>
                  <a:cubicBezTo>
                    <a:pt x="4431" y="4306"/>
                    <a:pt x="2868" y="366"/>
                    <a:pt x="2371" y="61"/>
                  </a:cubicBezTo>
                  <a:cubicBezTo>
                    <a:pt x="2305" y="21"/>
                    <a:pt x="2227" y="0"/>
                    <a:pt x="2149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24"/>
            <p:cNvSpPr/>
            <p:nvPr/>
          </p:nvSpPr>
          <p:spPr>
            <a:xfrm>
              <a:off x="6354733" y="3919536"/>
              <a:ext cx="182261" cy="360029"/>
            </a:xfrm>
            <a:custGeom>
              <a:avLst/>
              <a:gdLst/>
              <a:ahLst/>
              <a:cxnLst/>
              <a:rect l="l" t="t" r="r" b="b"/>
              <a:pathLst>
                <a:path w="2150" h="4247" extrusionOk="0">
                  <a:moveTo>
                    <a:pt x="1930" y="0"/>
                  </a:moveTo>
                  <a:lnTo>
                    <a:pt x="1930" y="0"/>
                  </a:lnTo>
                  <a:cubicBezTo>
                    <a:pt x="1929" y="0"/>
                    <a:pt x="1928" y="1"/>
                    <a:pt x="1927" y="1"/>
                  </a:cubicBezTo>
                  <a:cubicBezTo>
                    <a:pt x="1438" y="306"/>
                    <a:pt x="1" y="4246"/>
                    <a:pt x="2149" y="4246"/>
                  </a:cubicBezTo>
                  <a:cubicBezTo>
                    <a:pt x="2149" y="4246"/>
                    <a:pt x="1609" y="4202"/>
                    <a:pt x="1578" y="2662"/>
                  </a:cubicBezTo>
                  <a:cubicBezTo>
                    <a:pt x="1542" y="1142"/>
                    <a:pt x="1985" y="0"/>
                    <a:pt x="1930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24"/>
            <p:cNvSpPr/>
            <p:nvPr/>
          </p:nvSpPr>
          <p:spPr>
            <a:xfrm>
              <a:off x="6531143" y="4080262"/>
              <a:ext cx="26449" cy="252622"/>
            </a:xfrm>
            <a:custGeom>
              <a:avLst/>
              <a:gdLst/>
              <a:ahLst/>
              <a:cxnLst/>
              <a:rect l="l" t="t" r="r" b="b"/>
              <a:pathLst>
                <a:path w="312" h="2980" extrusionOk="0">
                  <a:moveTo>
                    <a:pt x="159" y="1"/>
                  </a:moveTo>
                  <a:cubicBezTo>
                    <a:pt x="158" y="1"/>
                    <a:pt x="157" y="5"/>
                    <a:pt x="157" y="17"/>
                  </a:cubicBezTo>
                  <a:lnTo>
                    <a:pt x="1" y="2980"/>
                  </a:lnTo>
                  <a:lnTo>
                    <a:pt x="312" y="2980"/>
                  </a:lnTo>
                  <a:cubicBezTo>
                    <a:pt x="305" y="1714"/>
                    <a:pt x="187" y="17"/>
                    <a:pt x="164" y="17"/>
                  </a:cubicBezTo>
                  <a:cubicBezTo>
                    <a:pt x="164" y="17"/>
                    <a:pt x="161" y="1"/>
                    <a:pt x="15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24"/>
            <p:cNvSpPr/>
            <p:nvPr/>
          </p:nvSpPr>
          <p:spPr>
            <a:xfrm>
              <a:off x="6473413" y="4169527"/>
              <a:ext cx="71124" cy="57900"/>
            </a:xfrm>
            <a:custGeom>
              <a:avLst/>
              <a:gdLst/>
              <a:ahLst/>
              <a:cxnLst/>
              <a:rect l="l" t="t" r="r" b="b"/>
              <a:pathLst>
                <a:path w="839" h="683" extrusionOk="0">
                  <a:moveTo>
                    <a:pt x="0" y="1"/>
                  </a:moveTo>
                  <a:lnTo>
                    <a:pt x="0" y="1"/>
                  </a:lnTo>
                  <a:cubicBezTo>
                    <a:pt x="404" y="662"/>
                    <a:pt x="782" y="682"/>
                    <a:pt x="826" y="682"/>
                  </a:cubicBezTo>
                  <a:cubicBezTo>
                    <a:pt x="829" y="682"/>
                    <a:pt x="831" y="682"/>
                    <a:pt x="831" y="682"/>
                  </a:cubicBezTo>
                  <a:lnTo>
                    <a:pt x="838" y="586"/>
                  </a:lnTo>
                  <a:lnTo>
                    <a:pt x="838" y="586"/>
                  </a:lnTo>
                  <a:cubicBezTo>
                    <a:pt x="838" y="586"/>
                    <a:pt x="830" y="592"/>
                    <a:pt x="807" y="592"/>
                  </a:cubicBezTo>
                  <a:cubicBezTo>
                    <a:pt x="757" y="592"/>
                    <a:pt x="639" y="564"/>
                    <a:pt x="386" y="387"/>
                  </a:cubicBezTo>
                  <a:cubicBezTo>
                    <a:pt x="164" y="230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24"/>
            <p:cNvSpPr/>
            <p:nvPr/>
          </p:nvSpPr>
          <p:spPr>
            <a:xfrm>
              <a:off x="6544452" y="4153929"/>
              <a:ext cx="60951" cy="49083"/>
            </a:xfrm>
            <a:custGeom>
              <a:avLst/>
              <a:gdLst/>
              <a:ahLst/>
              <a:cxnLst/>
              <a:rect l="l" t="t" r="r" b="b"/>
              <a:pathLst>
                <a:path w="719" h="579" extrusionOk="0">
                  <a:moveTo>
                    <a:pt x="719" y="0"/>
                  </a:moveTo>
                  <a:lnTo>
                    <a:pt x="719" y="0"/>
                  </a:lnTo>
                  <a:cubicBezTo>
                    <a:pt x="718" y="0"/>
                    <a:pt x="578" y="192"/>
                    <a:pt x="393" y="325"/>
                  </a:cubicBezTo>
                  <a:cubicBezTo>
                    <a:pt x="185" y="471"/>
                    <a:pt x="81" y="496"/>
                    <a:pt x="34" y="496"/>
                  </a:cubicBezTo>
                  <a:cubicBezTo>
                    <a:pt x="9" y="496"/>
                    <a:pt x="0" y="489"/>
                    <a:pt x="0" y="489"/>
                  </a:cubicBezTo>
                  <a:lnTo>
                    <a:pt x="0" y="489"/>
                  </a:lnTo>
                  <a:lnTo>
                    <a:pt x="7" y="578"/>
                  </a:lnTo>
                  <a:cubicBezTo>
                    <a:pt x="7" y="578"/>
                    <a:pt x="8" y="578"/>
                    <a:pt x="9" y="578"/>
                  </a:cubicBezTo>
                  <a:cubicBezTo>
                    <a:pt x="39" y="578"/>
                    <a:pt x="366" y="565"/>
                    <a:pt x="719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24"/>
            <p:cNvSpPr/>
            <p:nvPr/>
          </p:nvSpPr>
          <p:spPr>
            <a:xfrm>
              <a:off x="6495454" y="4118749"/>
              <a:ext cx="49083" cy="39589"/>
            </a:xfrm>
            <a:custGeom>
              <a:avLst/>
              <a:gdLst/>
              <a:ahLst/>
              <a:cxnLst/>
              <a:rect l="l" t="t" r="r" b="b"/>
              <a:pathLst>
                <a:path w="579" h="467" extrusionOk="0">
                  <a:moveTo>
                    <a:pt x="0" y="1"/>
                  </a:moveTo>
                  <a:lnTo>
                    <a:pt x="0" y="1"/>
                  </a:lnTo>
                  <a:cubicBezTo>
                    <a:pt x="295" y="460"/>
                    <a:pt x="562" y="467"/>
                    <a:pt x="577" y="467"/>
                  </a:cubicBezTo>
                  <a:cubicBezTo>
                    <a:pt x="578" y="467"/>
                    <a:pt x="578" y="467"/>
                    <a:pt x="578" y="467"/>
                  </a:cubicBezTo>
                  <a:lnTo>
                    <a:pt x="578" y="392"/>
                  </a:lnTo>
                  <a:cubicBezTo>
                    <a:pt x="578" y="392"/>
                    <a:pt x="572" y="397"/>
                    <a:pt x="555" y="397"/>
                  </a:cubicBezTo>
                  <a:cubicBezTo>
                    <a:pt x="521" y="397"/>
                    <a:pt x="440" y="377"/>
                    <a:pt x="267" y="259"/>
                  </a:cubicBezTo>
                  <a:cubicBezTo>
                    <a:pt x="119" y="155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p26"/>
          <p:cNvSpPr txBox="1">
            <a:spLocks noGrp="1"/>
          </p:cNvSpPr>
          <p:nvPr>
            <p:ph type="title" hasCustomPrompt="1"/>
          </p:nvPr>
        </p:nvSpPr>
        <p:spPr>
          <a:xfrm>
            <a:off x="1325650" y="1231300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7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84" name="Google Shape;1784;p26"/>
          <p:cNvSpPr txBox="1">
            <a:spLocks noGrp="1"/>
          </p:cNvSpPr>
          <p:nvPr>
            <p:ph type="subTitle" idx="1"/>
          </p:nvPr>
        </p:nvSpPr>
        <p:spPr>
          <a:xfrm>
            <a:off x="882100" y="3562500"/>
            <a:ext cx="22860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785" name="Google Shape;1785;p26"/>
          <p:cNvSpPr txBox="1">
            <a:spLocks noGrp="1"/>
          </p:cNvSpPr>
          <p:nvPr>
            <p:ph type="subTitle" idx="2"/>
          </p:nvPr>
        </p:nvSpPr>
        <p:spPr>
          <a:xfrm>
            <a:off x="882100" y="3288600"/>
            <a:ext cx="22860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86" name="Google Shape;1786;p26"/>
          <p:cNvSpPr txBox="1">
            <a:spLocks noGrp="1"/>
          </p:cNvSpPr>
          <p:nvPr>
            <p:ph type="title" idx="3" hasCustomPrompt="1"/>
          </p:nvPr>
        </p:nvSpPr>
        <p:spPr>
          <a:xfrm>
            <a:off x="3873150" y="123130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7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87" name="Google Shape;1787;p26"/>
          <p:cNvSpPr txBox="1">
            <a:spLocks noGrp="1"/>
          </p:cNvSpPr>
          <p:nvPr>
            <p:ph type="subTitle" idx="4"/>
          </p:nvPr>
        </p:nvSpPr>
        <p:spPr>
          <a:xfrm>
            <a:off x="3429000" y="3562500"/>
            <a:ext cx="22860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788" name="Google Shape;1788;p26"/>
          <p:cNvSpPr txBox="1">
            <a:spLocks noGrp="1"/>
          </p:cNvSpPr>
          <p:nvPr>
            <p:ph type="subTitle" idx="5"/>
          </p:nvPr>
        </p:nvSpPr>
        <p:spPr>
          <a:xfrm>
            <a:off x="3429000" y="3288600"/>
            <a:ext cx="22860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89" name="Google Shape;1789;p26"/>
          <p:cNvSpPr txBox="1">
            <a:spLocks noGrp="1"/>
          </p:cNvSpPr>
          <p:nvPr>
            <p:ph type="title" idx="6" hasCustomPrompt="1"/>
          </p:nvPr>
        </p:nvSpPr>
        <p:spPr>
          <a:xfrm>
            <a:off x="6420050" y="123130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7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90" name="Google Shape;1790;p26"/>
          <p:cNvSpPr txBox="1">
            <a:spLocks noGrp="1"/>
          </p:cNvSpPr>
          <p:nvPr>
            <p:ph type="subTitle" idx="7"/>
          </p:nvPr>
        </p:nvSpPr>
        <p:spPr>
          <a:xfrm>
            <a:off x="5975900" y="3562500"/>
            <a:ext cx="22860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791" name="Google Shape;1791;p26"/>
          <p:cNvSpPr txBox="1">
            <a:spLocks noGrp="1"/>
          </p:cNvSpPr>
          <p:nvPr>
            <p:ph type="subTitle" idx="8"/>
          </p:nvPr>
        </p:nvSpPr>
        <p:spPr>
          <a:xfrm>
            <a:off x="5975900" y="3288600"/>
            <a:ext cx="22860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92" name="Google Shape;1792;p26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93" name="Google Shape;1793;p26"/>
          <p:cNvSpPr/>
          <p:nvPr/>
        </p:nvSpPr>
        <p:spPr>
          <a:xfrm>
            <a:off x="7812325" y="4938650"/>
            <a:ext cx="2030700" cy="4617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4" name="Google Shape;1794;p26"/>
          <p:cNvGrpSpPr/>
          <p:nvPr/>
        </p:nvGrpSpPr>
        <p:grpSpPr>
          <a:xfrm>
            <a:off x="4961549" y="4938638"/>
            <a:ext cx="2749703" cy="122913"/>
            <a:chOff x="5024149" y="4918613"/>
            <a:chExt cx="2749703" cy="122913"/>
          </a:xfrm>
        </p:grpSpPr>
        <p:sp>
          <p:nvSpPr>
            <p:cNvPr id="1795" name="Google Shape;1795;p26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26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26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26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26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26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26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26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26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26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26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26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26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26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26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26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26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26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26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26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26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26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26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26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26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26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26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26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26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26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5" name="Google Shape;1825;p26"/>
          <p:cNvGrpSpPr/>
          <p:nvPr/>
        </p:nvGrpSpPr>
        <p:grpSpPr>
          <a:xfrm>
            <a:off x="8082981" y="4324032"/>
            <a:ext cx="695586" cy="614618"/>
            <a:chOff x="1491900" y="512600"/>
            <a:chExt cx="971625" cy="858525"/>
          </a:xfrm>
        </p:grpSpPr>
        <p:sp>
          <p:nvSpPr>
            <p:cNvPr id="1826" name="Google Shape;1826;p26"/>
            <p:cNvSpPr/>
            <p:nvPr/>
          </p:nvSpPr>
          <p:spPr>
            <a:xfrm>
              <a:off x="1942500" y="938450"/>
              <a:ext cx="26200" cy="432675"/>
            </a:xfrm>
            <a:custGeom>
              <a:avLst/>
              <a:gdLst/>
              <a:ahLst/>
              <a:cxnLst/>
              <a:rect l="l" t="t" r="r" b="b"/>
              <a:pathLst>
                <a:path w="1048" h="17307" extrusionOk="0">
                  <a:moveTo>
                    <a:pt x="0" y="1"/>
                  </a:moveTo>
                  <a:lnTo>
                    <a:pt x="0" y="17306"/>
                  </a:lnTo>
                  <a:lnTo>
                    <a:pt x="1047" y="17306"/>
                  </a:lnTo>
                  <a:lnTo>
                    <a:pt x="1047" y="1"/>
                  </a:ln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26"/>
            <p:cNvSpPr/>
            <p:nvPr/>
          </p:nvSpPr>
          <p:spPr>
            <a:xfrm>
              <a:off x="1871750" y="770875"/>
              <a:ext cx="166375" cy="203175"/>
            </a:xfrm>
            <a:custGeom>
              <a:avLst/>
              <a:gdLst/>
              <a:ahLst/>
              <a:cxnLst/>
              <a:rect l="l" t="t" r="r" b="b"/>
              <a:pathLst>
                <a:path w="6655" h="8127" extrusionOk="0">
                  <a:moveTo>
                    <a:pt x="3343" y="1"/>
                  </a:moveTo>
                  <a:cubicBezTo>
                    <a:pt x="3205" y="1"/>
                    <a:pt x="3068" y="73"/>
                    <a:pt x="2995" y="214"/>
                  </a:cubicBezTo>
                  <a:lnTo>
                    <a:pt x="2147" y="1819"/>
                  </a:lnTo>
                  <a:lnTo>
                    <a:pt x="650" y="539"/>
                  </a:lnTo>
                  <a:cubicBezTo>
                    <a:pt x="569" y="474"/>
                    <a:pt x="479" y="444"/>
                    <a:pt x="391" y="444"/>
                  </a:cubicBezTo>
                  <a:cubicBezTo>
                    <a:pt x="187" y="444"/>
                    <a:pt x="1" y="604"/>
                    <a:pt x="1" y="846"/>
                  </a:cubicBezTo>
                  <a:lnTo>
                    <a:pt x="1" y="4791"/>
                  </a:lnTo>
                  <a:cubicBezTo>
                    <a:pt x="1" y="6630"/>
                    <a:pt x="1481" y="8127"/>
                    <a:pt x="3319" y="8127"/>
                  </a:cubicBezTo>
                  <a:cubicBezTo>
                    <a:pt x="5158" y="8127"/>
                    <a:pt x="6655" y="6630"/>
                    <a:pt x="6655" y="4791"/>
                  </a:cubicBezTo>
                  <a:lnTo>
                    <a:pt x="6655" y="716"/>
                  </a:lnTo>
                  <a:cubicBezTo>
                    <a:pt x="6655" y="485"/>
                    <a:pt x="6458" y="330"/>
                    <a:pt x="6252" y="330"/>
                  </a:cubicBezTo>
                  <a:cubicBezTo>
                    <a:pt x="6152" y="330"/>
                    <a:pt x="6050" y="366"/>
                    <a:pt x="5967" y="448"/>
                  </a:cubicBezTo>
                  <a:lnTo>
                    <a:pt x="4691" y="1819"/>
                  </a:lnTo>
                  <a:lnTo>
                    <a:pt x="3678" y="197"/>
                  </a:lnTo>
                  <a:cubicBezTo>
                    <a:pt x="3601" y="65"/>
                    <a:pt x="3472" y="1"/>
                    <a:pt x="3343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26"/>
            <p:cNvSpPr/>
            <p:nvPr/>
          </p:nvSpPr>
          <p:spPr>
            <a:xfrm>
              <a:off x="1881275" y="866750"/>
              <a:ext cx="48275" cy="83400"/>
            </a:xfrm>
            <a:custGeom>
              <a:avLst/>
              <a:gdLst/>
              <a:ahLst/>
              <a:cxnLst/>
              <a:rect l="l" t="t" r="r" b="b"/>
              <a:pathLst>
                <a:path w="1931" h="3336" extrusionOk="0">
                  <a:moveTo>
                    <a:pt x="394" y="0"/>
                  </a:moveTo>
                  <a:cubicBezTo>
                    <a:pt x="178" y="0"/>
                    <a:pt x="1" y="182"/>
                    <a:pt x="1" y="381"/>
                  </a:cubicBezTo>
                  <a:lnTo>
                    <a:pt x="1" y="814"/>
                  </a:lnTo>
                  <a:cubicBezTo>
                    <a:pt x="1" y="1770"/>
                    <a:pt x="468" y="2687"/>
                    <a:pt x="1260" y="3262"/>
                  </a:cubicBezTo>
                  <a:cubicBezTo>
                    <a:pt x="1333" y="3319"/>
                    <a:pt x="1407" y="3336"/>
                    <a:pt x="1476" y="3336"/>
                  </a:cubicBezTo>
                  <a:cubicBezTo>
                    <a:pt x="1606" y="3336"/>
                    <a:pt x="1731" y="3284"/>
                    <a:pt x="1800" y="3176"/>
                  </a:cubicBezTo>
                  <a:cubicBezTo>
                    <a:pt x="1930" y="2994"/>
                    <a:pt x="1891" y="2760"/>
                    <a:pt x="1714" y="2635"/>
                  </a:cubicBezTo>
                  <a:cubicBezTo>
                    <a:pt x="1134" y="2220"/>
                    <a:pt x="775" y="1532"/>
                    <a:pt x="775" y="814"/>
                  </a:cubicBezTo>
                  <a:lnTo>
                    <a:pt x="775" y="381"/>
                  </a:lnTo>
                  <a:cubicBezTo>
                    <a:pt x="775" y="182"/>
                    <a:pt x="611" y="0"/>
                    <a:pt x="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26"/>
            <p:cNvSpPr/>
            <p:nvPr/>
          </p:nvSpPr>
          <p:spPr>
            <a:xfrm>
              <a:off x="1881275" y="825325"/>
              <a:ext cx="19400" cy="32900"/>
            </a:xfrm>
            <a:custGeom>
              <a:avLst/>
              <a:gdLst/>
              <a:ahLst/>
              <a:cxnLst/>
              <a:rect l="l" t="t" r="r" b="b"/>
              <a:pathLst>
                <a:path w="776" h="1316" extrusionOk="0">
                  <a:moveTo>
                    <a:pt x="394" y="0"/>
                  </a:moveTo>
                  <a:cubicBezTo>
                    <a:pt x="178" y="0"/>
                    <a:pt x="1" y="182"/>
                    <a:pt x="1" y="377"/>
                  </a:cubicBezTo>
                  <a:lnTo>
                    <a:pt x="1" y="917"/>
                  </a:lnTo>
                  <a:cubicBezTo>
                    <a:pt x="1" y="1134"/>
                    <a:pt x="178" y="1315"/>
                    <a:pt x="394" y="1315"/>
                  </a:cubicBezTo>
                  <a:cubicBezTo>
                    <a:pt x="611" y="1315"/>
                    <a:pt x="775" y="1134"/>
                    <a:pt x="775" y="917"/>
                  </a:cubicBezTo>
                  <a:lnTo>
                    <a:pt x="775" y="377"/>
                  </a:lnTo>
                  <a:cubicBezTo>
                    <a:pt x="775" y="182"/>
                    <a:pt x="611" y="0"/>
                    <a:pt x="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26"/>
            <p:cNvSpPr/>
            <p:nvPr/>
          </p:nvSpPr>
          <p:spPr>
            <a:xfrm>
              <a:off x="1964675" y="984175"/>
              <a:ext cx="140075" cy="122775"/>
            </a:xfrm>
            <a:custGeom>
              <a:avLst/>
              <a:gdLst/>
              <a:ahLst/>
              <a:cxnLst/>
              <a:rect l="l" t="t" r="r" b="b"/>
              <a:pathLst>
                <a:path w="5603" h="4911" extrusionOk="0">
                  <a:moveTo>
                    <a:pt x="4357" y="0"/>
                  </a:moveTo>
                  <a:cubicBezTo>
                    <a:pt x="3621" y="0"/>
                    <a:pt x="2707" y="91"/>
                    <a:pt x="1982" y="443"/>
                  </a:cubicBezTo>
                  <a:cubicBezTo>
                    <a:pt x="576" y="1144"/>
                    <a:pt x="0" y="3130"/>
                    <a:pt x="866" y="4298"/>
                  </a:cubicBezTo>
                  <a:cubicBezTo>
                    <a:pt x="883" y="4319"/>
                    <a:pt x="900" y="4337"/>
                    <a:pt x="918" y="4354"/>
                  </a:cubicBezTo>
                  <a:cubicBezTo>
                    <a:pt x="1336" y="4731"/>
                    <a:pt x="1896" y="4911"/>
                    <a:pt x="2473" y="4911"/>
                  </a:cubicBezTo>
                  <a:cubicBezTo>
                    <a:pt x="3385" y="4911"/>
                    <a:pt x="4340" y="4461"/>
                    <a:pt x="4846" y="3632"/>
                  </a:cubicBezTo>
                  <a:cubicBezTo>
                    <a:pt x="5603" y="2442"/>
                    <a:pt x="5603" y="603"/>
                    <a:pt x="5603" y="136"/>
                  </a:cubicBezTo>
                  <a:lnTo>
                    <a:pt x="5603" y="80"/>
                  </a:lnTo>
                  <a:lnTo>
                    <a:pt x="5551" y="80"/>
                  </a:lnTo>
                  <a:cubicBezTo>
                    <a:pt x="5352" y="50"/>
                    <a:pt x="4903" y="0"/>
                    <a:pt x="4357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26"/>
            <p:cNvSpPr/>
            <p:nvPr/>
          </p:nvSpPr>
          <p:spPr>
            <a:xfrm>
              <a:off x="2016900" y="992975"/>
              <a:ext cx="57250" cy="17525"/>
            </a:xfrm>
            <a:custGeom>
              <a:avLst/>
              <a:gdLst/>
              <a:ahLst/>
              <a:cxnLst/>
              <a:rect l="l" t="t" r="r" b="b"/>
              <a:pathLst>
                <a:path w="2290" h="701" extrusionOk="0">
                  <a:moveTo>
                    <a:pt x="2000" y="0"/>
                  </a:moveTo>
                  <a:cubicBezTo>
                    <a:pt x="1822" y="0"/>
                    <a:pt x="1641" y="17"/>
                    <a:pt x="1481" y="35"/>
                  </a:cubicBezTo>
                  <a:cubicBezTo>
                    <a:pt x="940" y="74"/>
                    <a:pt x="486" y="182"/>
                    <a:pt x="126" y="359"/>
                  </a:cubicBezTo>
                  <a:cubicBezTo>
                    <a:pt x="36" y="415"/>
                    <a:pt x="1" y="524"/>
                    <a:pt x="36" y="614"/>
                  </a:cubicBezTo>
                  <a:cubicBezTo>
                    <a:pt x="75" y="666"/>
                    <a:pt x="126" y="701"/>
                    <a:pt x="200" y="701"/>
                  </a:cubicBezTo>
                  <a:lnTo>
                    <a:pt x="217" y="701"/>
                  </a:lnTo>
                  <a:cubicBezTo>
                    <a:pt x="235" y="701"/>
                    <a:pt x="252" y="701"/>
                    <a:pt x="291" y="684"/>
                  </a:cubicBezTo>
                  <a:cubicBezTo>
                    <a:pt x="615" y="541"/>
                    <a:pt x="1009" y="433"/>
                    <a:pt x="1498" y="398"/>
                  </a:cubicBezTo>
                  <a:cubicBezTo>
                    <a:pt x="1658" y="377"/>
                    <a:pt x="1822" y="377"/>
                    <a:pt x="2000" y="377"/>
                  </a:cubicBezTo>
                  <a:lnTo>
                    <a:pt x="2091" y="377"/>
                  </a:lnTo>
                  <a:cubicBezTo>
                    <a:pt x="2199" y="377"/>
                    <a:pt x="2290" y="290"/>
                    <a:pt x="2290" y="199"/>
                  </a:cubicBezTo>
                  <a:cubicBezTo>
                    <a:pt x="2290" y="91"/>
                    <a:pt x="2199" y="17"/>
                    <a:pt x="2108" y="0"/>
                  </a:cubicBezTo>
                  <a:close/>
                </a:path>
              </a:pathLst>
            </a:custGeom>
            <a:solidFill>
              <a:srgbClr val="00D2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26"/>
            <p:cNvSpPr/>
            <p:nvPr/>
          </p:nvSpPr>
          <p:spPr>
            <a:xfrm>
              <a:off x="1806425" y="984175"/>
              <a:ext cx="140650" cy="122775"/>
            </a:xfrm>
            <a:custGeom>
              <a:avLst/>
              <a:gdLst/>
              <a:ahLst/>
              <a:cxnLst/>
              <a:rect l="l" t="t" r="r" b="b"/>
              <a:pathLst>
                <a:path w="5626" h="4911" extrusionOk="0">
                  <a:moveTo>
                    <a:pt x="1252" y="0"/>
                  </a:moveTo>
                  <a:cubicBezTo>
                    <a:pt x="705" y="0"/>
                    <a:pt x="256" y="50"/>
                    <a:pt x="57" y="80"/>
                  </a:cubicBezTo>
                  <a:lnTo>
                    <a:pt x="18" y="80"/>
                  </a:lnTo>
                  <a:lnTo>
                    <a:pt x="18" y="136"/>
                  </a:lnTo>
                  <a:cubicBezTo>
                    <a:pt x="1" y="603"/>
                    <a:pt x="1" y="2442"/>
                    <a:pt x="758" y="3632"/>
                  </a:cubicBezTo>
                  <a:cubicBezTo>
                    <a:pt x="1267" y="4461"/>
                    <a:pt x="2221" y="4911"/>
                    <a:pt x="3137" y="4911"/>
                  </a:cubicBezTo>
                  <a:cubicBezTo>
                    <a:pt x="3716" y="4911"/>
                    <a:pt x="4281" y="4731"/>
                    <a:pt x="4708" y="4354"/>
                  </a:cubicBezTo>
                  <a:cubicBezTo>
                    <a:pt x="4708" y="4337"/>
                    <a:pt x="4743" y="4319"/>
                    <a:pt x="4743" y="4298"/>
                  </a:cubicBezTo>
                  <a:cubicBezTo>
                    <a:pt x="5625" y="3130"/>
                    <a:pt x="5050" y="1144"/>
                    <a:pt x="3626" y="443"/>
                  </a:cubicBezTo>
                  <a:cubicBezTo>
                    <a:pt x="2902" y="91"/>
                    <a:pt x="1988" y="0"/>
                    <a:pt x="1252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26"/>
            <p:cNvSpPr/>
            <p:nvPr/>
          </p:nvSpPr>
          <p:spPr>
            <a:xfrm>
              <a:off x="1837575" y="992975"/>
              <a:ext cx="57250" cy="17525"/>
            </a:xfrm>
            <a:custGeom>
              <a:avLst/>
              <a:gdLst/>
              <a:ahLst/>
              <a:cxnLst/>
              <a:rect l="l" t="t" r="r" b="b"/>
              <a:pathLst>
                <a:path w="2290" h="701" extrusionOk="0">
                  <a:moveTo>
                    <a:pt x="178" y="0"/>
                  </a:moveTo>
                  <a:cubicBezTo>
                    <a:pt x="70" y="17"/>
                    <a:pt x="1" y="91"/>
                    <a:pt x="1" y="199"/>
                  </a:cubicBezTo>
                  <a:cubicBezTo>
                    <a:pt x="1" y="290"/>
                    <a:pt x="70" y="377"/>
                    <a:pt x="178" y="377"/>
                  </a:cubicBezTo>
                  <a:lnTo>
                    <a:pt x="269" y="377"/>
                  </a:lnTo>
                  <a:cubicBezTo>
                    <a:pt x="451" y="377"/>
                    <a:pt x="611" y="377"/>
                    <a:pt x="775" y="398"/>
                  </a:cubicBezTo>
                  <a:cubicBezTo>
                    <a:pt x="1260" y="433"/>
                    <a:pt x="1675" y="541"/>
                    <a:pt x="2000" y="684"/>
                  </a:cubicBezTo>
                  <a:cubicBezTo>
                    <a:pt x="2017" y="701"/>
                    <a:pt x="2034" y="701"/>
                    <a:pt x="2073" y="701"/>
                  </a:cubicBezTo>
                  <a:cubicBezTo>
                    <a:pt x="2142" y="701"/>
                    <a:pt x="2216" y="666"/>
                    <a:pt x="2233" y="614"/>
                  </a:cubicBezTo>
                  <a:cubicBezTo>
                    <a:pt x="2289" y="524"/>
                    <a:pt x="2251" y="415"/>
                    <a:pt x="2164" y="359"/>
                  </a:cubicBezTo>
                  <a:cubicBezTo>
                    <a:pt x="1783" y="182"/>
                    <a:pt x="1333" y="74"/>
                    <a:pt x="810" y="35"/>
                  </a:cubicBezTo>
                  <a:cubicBezTo>
                    <a:pt x="628" y="17"/>
                    <a:pt x="451" y="0"/>
                    <a:pt x="269" y="0"/>
                  </a:cubicBezTo>
                  <a:close/>
                </a:path>
              </a:pathLst>
            </a:custGeom>
            <a:solidFill>
              <a:srgbClr val="00D2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26"/>
            <p:cNvSpPr/>
            <p:nvPr/>
          </p:nvSpPr>
          <p:spPr>
            <a:xfrm>
              <a:off x="2214725" y="680600"/>
              <a:ext cx="21675" cy="676025"/>
            </a:xfrm>
            <a:custGeom>
              <a:avLst/>
              <a:gdLst/>
              <a:ahLst/>
              <a:cxnLst/>
              <a:rect l="l" t="t" r="r" b="b"/>
              <a:pathLst>
                <a:path w="867" h="27041" extrusionOk="0">
                  <a:moveTo>
                    <a:pt x="1" y="1"/>
                  </a:moveTo>
                  <a:lnTo>
                    <a:pt x="1" y="27040"/>
                  </a:lnTo>
                  <a:lnTo>
                    <a:pt x="866" y="27040"/>
                  </a:lnTo>
                  <a:lnTo>
                    <a:pt x="866" y="1"/>
                  </a:ln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26"/>
            <p:cNvSpPr/>
            <p:nvPr/>
          </p:nvSpPr>
          <p:spPr>
            <a:xfrm>
              <a:off x="2205325" y="512600"/>
              <a:ext cx="89700" cy="131850"/>
            </a:xfrm>
            <a:custGeom>
              <a:avLst/>
              <a:gdLst/>
              <a:ahLst/>
              <a:cxnLst/>
              <a:rect l="l" t="t" r="r" b="b"/>
              <a:pathLst>
                <a:path w="3588" h="5274" extrusionOk="0">
                  <a:moveTo>
                    <a:pt x="2204" y="0"/>
                  </a:moveTo>
                  <a:cubicBezTo>
                    <a:pt x="1676" y="0"/>
                    <a:pt x="1189" y="349"/>
                    <a:pt x="1026" y="880"/>
                  </a:cubicBezTo>
                  <a:lnTo>
                    <a:pt x="178" y="3675"/>
                  </a:lnTo>
                  <a:cubicBezTo>
                    <a:pt x="1" y="4341"/>
                    <a:pt x="360" y="5029"/>
                    <a:pt x="1009" y="5228"/>
                  </a:cubicBezTo>
                  <a:cubicBezTo>
                    <a:pt x="1123" y="5258"/>
                    <a:pt x="1238" y="5273"/>
                    <a:pt x="1352" y="5273"/>
                  </a:cubicBezTo>
                  <a:cubicBezTo>
                    <a:pt x="1896" y="5273"/>
                    <a:pt x="2393" y="4934"/>
                    <a:pt x="2557" y="4397"/>
                  </a:cubicBezTo>
                  <a:lnTo>
                    <a:pt x="3388" y="1585"/>
                  </a:lnTo>
                  <a:cubicBezTo>
                    <a:pt x="3587" y="936"/>
                    <a:pt x="3206" y="253"/>
                    <a:pt x="2557" y="54"/>
                  </a:cubicBezTo>
                  <a:cubicBezTo>
                    <a:pt x="2440" y="17"/>
                    <a:pt x="2321" y="0"/>
                    <a:pt x="2204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26"/>
            <p:cNvSpPr/>
            <p:nvPr/>
          </p:nvSpPr>
          <p:spPr>
            <a:xfrm>
              <a:off x="2229125" y="555375"/>
              <a:ext cx="128075" cy="105950"/>
            </a:xfrm>
            <a:custGeom>
              <a:avLst/>
              <a:gdLst/>
              <a:ahLst/>
              <a:cxnLst/>
              <a:rect l="l" t="t" r="r" b="b"/>
              <a:pathLst>
                <a:path w="5123" h="4238" extrusionOk="0">
                  <a:moveTo>
                    <a:pt x="3719" y="1"/>
                  </a:moveTo>
                  <a:cubicBezTo>
                    <a:pt x="3459" y="1"/>
                    <a:pt x="3199" y="82"/>
                    <a:pt x="2977" y="250"/>
                  </a:cubicBezTo>
                  <a:lnTo>
                    <a:pt x="649" y="2020"/>
                  </a:lnTo>
                  <a:cubicBezTo>
                    <a:pt x="109" y="2435"/>
                    <a:pt x="0" y="3210"/>
                    <a:pt x="416" y="3751"/>
                  </a:cubicBezTo>
                  <a:cubicBezTo>
                    <a:pt x="660" y="4069"/>
                    <a:pt x="1029" y="4237"/>
                    <a:pt x="1401" y="4237"/>
                  </a:cubicBezTo>
                  <a:cubicBezTo>
                    <a:pt x="1662" y="4237"/>
                    <a:pt x="1924" y="4155"/>
                    <a:pt x="2146" y="3984"/>
                  </a:cubicBezTo>
                  <a:lnTo>
                    <a:pt x="4474" y="2219"/>
                  </a:lnTo>
                  <a:cubicBezTo>
                    <a:pt x="5015" y="1804"/>
                    <a:pt x="5123" y="1029"/>
                    <a:pt x="4707" y="488"/>
                  </a:cubicBezTo>
                  <a:cubicBezTo>
                    <a:pt x="4462" y="169"/>
                    <a:pt x="4092" y="1"/>
                    <a:pt x="3719" y="1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26"/>
            <p:cNvSpPr/>
            <p:nvPr/>
          </p:nvSpPr>
          <p:spPr>
            <a:xfrm>
              <a:off x="2242650" y="626075"/>
              <a:ext cx="135750" cy="63650"/>
            </a:xfrm>
            <a:custGeom>
              <a:avLst/>
              <a:gdLst/>
              <a:ahLst/>
              <a:cxnLst/>
              <a:rect l="l" t="t" r="r" b="b"/>
              <a:pathLst>
                <a:path w="5430" h="2546" extrusionOk="0">
                  <a:moveTo>
                    <a:pt x="4181" y="1"/>
                  </a:moveTo>
                  <a:cubicBezTo>
                    <a:pt x="4170" y="1"/>
                    <a:pt x="4160" y="1"/>
                    <a:pt x="4149" y="1"/>
                  </a:cubicBezTo>
                  <a:lnTo>
                    <a:pt x="1229" y="75"/>
                  </a:lnTo>
                  <a:cubicBezTo>
                    <a:pt x="541" y="92"/>
                    <a:pt x="0" y="650"/>
                    <a:pt x="22" y="1338"/>
                  </a:cubicBezTo>
                  <a:cubicBezTo>
                    <a:pt x="39" y="2011"/>
                    <a:pt x="597" y="2545"/>
                    <a:pt x="1266" y="2545"/>
                  </a:cubicBezTo>
                  <a:cubicBezTo>
                    <a:pt x="1277" y="2545"/>
                    <a:pt x="1287" y="2545"/>
                    <a:pt x="1298" y="2545"/>
                  </a:cubicBezTo>
                  <a:lnTo>
                    <a:pt x="4218" y="2471"/>
                  </a:lnTo>
                  <a:cubicBezTo>
                    <a:pt x="4906" y="2454"/>
                    <a:pt x="5430" y="1896"/>
                    <a:pt x="5430" y="1208"/>
                  </a:cubicBezTo>
                  <a:cubicBezTo>
                    <a:pt x="5408" y="535"/>
                    <a:pt x="4851" y="1"/>
                    <a:pt x="4181" y="1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26"/>
            <p:cNvSpPr/>
            <p:nvPr/>
          </p:nvSpPr>
          <p:spPr>
            <a:xfrm>
              <a:off x="2230525" y="656550"/>
              <a:ext cx="130250" cy="103625"/>
            </a:xfrm>
            <a:custGeom>
              <a:avLst/>
              <a:gdLst/>
              <a:ahLst/>
              <a:cxnLst/>
              <a:rect l="l" t="t" r="r" b="b"/>
              <a:pathLst>
                <a:path w="5210" h="4145" extrusionOk="0">
                  <a:moveTo>
                    <a:pt x="1400" y="1"/>
                  </a:moveTo>
                  <a:cubicBezTo>
                    <a:pt x="1009" y="1"/>
                    <a:pt x="622" y="187"/>
                    <a:pt x="377" y="530"/>
                  </a:cubicBezTo>
                  <a:cubicBezTo>
                    <a:pt x="1" y="1110"/>
                    <a:pt x="143" y="1867"/>
                    <a:pt x="701" y="2260"/>
                  </a:cubicBezTo>
                  <a:lnTo>
                    <a:pt x="3103" y="3922"/>
                  </a:lnTo>
                  <a:cubicBezTo>
                    <a:pt x="3317" y="4073"/>
                    <a:pt x="3563" y="4145"/>
                    <a:pt x="3807" y="4145"/>
                  </a:cubicBezTo>
                  <a:cubicBezTo>
                    <a:pt x="4199" y="4145"/>
                    <a:pt x="4588" y="3959"/>
                    <a:pt x="4833" y="3615"/>
                  </a:cubicBezTo>
                  <a:cubicBezTo>
                    <a:pt x="5210" y="3039"/>
                    <a:pt x="5067" y="2282"/>
                    <a:pt x="4509" y="1884"/>
                  </a:cubicBezTo>
                  <a:lnTo>
                    <a:pt x="2108" y="227"/>
                  </a:lnTo>
                  <a:cubicBezTo>
                    <a:pt x="1893" y="74"/>
                    <a:pt x="1645" y="1"/>
                    <a:pt x="1400" y="1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26"/>
            <p:cNvSpPr/>
            <p:nvPr/>
          </p:nvSpPr>
          <p:spPr>
            <a:xfrm>
              <a:off x="2207050" y="674925"/>
              <a:ext cx="93800" cy="130625"/>
            </a:xfrm>
            <a:custGeom>
              <a:avLst/>
              <a:gdLst/>
              <a:ahLst/>
              <a:cxnLst/>
              <a:rect l="l" t="t" r="r" b="b"/>
              <a:pathLst>
                <a:path w="3752" h="5225" extrusionOk="0">
                  <a:moveTo>
                    <a:pt x="1383" y="1"/>
                  </a:moveTo>
                  <a:cubicBezTo>
                    <a:pt x="1248" y="1"/>
                    <a:pt x="1110" y="22"/>
                    <a:pt x="974" y="67"/>
                  </a:cubicBezTo>
                  <a:cubicBezTo>
                    <a:pt x="325" y="301"/>
                    <a:pt x="1" y="1006"/>
                    <a:pt x="217" y="1655"/>
                  </a:cubicBezTo>
                  <a:lnTo>
                    <a:pt x="1191" y="4394"/>
                  </a:lnTo>
                  <a:cubicBezTo>
                    <a:pt x="1374" y="4904"/>
                    <a:pt x="1850" y="5224"/>
                    <a:pt x="2351" y="5224"/>
                  </a:cubicBezTo>
                  <a:cubicBezTo>
                    <a:pt x="2488" y="5224"/>
                    <a:pt x="2626" y="5201"/>
                    <a:pt x="2761" y="5151"/>
                  </a:cubicBezTo>
                  <a:cubicBezTo>
                    <a:pt x="3410" y="4935"/>
                    <a:pt x="3752" y="4229"/>
                    <a:pt x="3518" y="3580"/>
                  </a:cubicBezTo>
                  <a:lnTo>
                    <a:pt x="2562" y="825"/>
                  </a:lnTo>
                  <a:cubicBezTo>
                    <a:pt x="2377" y="311"/>
                    <a:pt x="1897" y="1"/>
                    <a:pt x="1383" y="1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26"/>
            <p:cNvSpPr/>
            <p:nvPr/>
          </p:nvSpPr>
          <p:spPr>
            <a:xfrm>
              <a:off x="2156125" y="675675"/>
              <a:ext cx="90225" cy="131675"/>
            </a:xfrm>
            <a:custGeom>
              <a:avLst/>
              <a:gdLst/>
              <a:ahLst/>
              <a:cxnLst/>
              <a:rect l="l" t="t" r="r" b="b"/>
              <a:pathLst>
                <a:path w="3609" h="5267" extrusionOk="0">
                  <a:moveTo>
                    <a:pt x="2217" y="0"/>
                  </a:moveTo>
                  <a:cubicBezTo>
                    <a:pt x="1688" y="0"/>
                    <a:pt x="1195" y="342"/>
                    <a:pt x="1047" y="885"/>
                  </a:cubicBezTo>
                  <a:lnTo>
                    <a:pt x="199" y="3680"/>
                  </a:lnTo>
                  <a:cubicBezTo>
                    <a:pt x="0" y="4329"/>
                    <a:pt x="381" y="5030"/>
                    <a:pt x="1030" y="5212"/>
                  </a:cubicBezTo>
                  <a:cubicBezTo>
                    <a:pt x="1153" y="5249"/>
                    <a:pt x="1277" y="5266"/>
                    <a:pt x="1398" y="5266"/>
                  </a:cubicBezTo>
                  <a:cubicBezTo>
                    <a:pt x="1932" y="5266"/>
                    <a:pt x="2416" y="4924"/>
                    <a:pt x="2579" y="4381"/>
                  </a:cubicBezTo>
                  <a:lnTo>
                    <a:pt x="3409" y="1586"/>
                  </a:lnTo>
                  <a:cubicBezTo>
                    <a:pt x="3608" y="937"/>
                    <a:pt x="3228" y="254"/>
                    <a:pt x="2579" y="55"/>
                  </a:cubicBezTo>
                  <a:cubicBezTo>
                    <a:pt x="2459" y="18"/>
                    <a:pt x="2337" y="0"/>
                    <a:pt x="2217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26"/>
            <p:cNvSpPr/>
            <p:nvPr/>
          </p:nvSpPr>
          <p:spPr>
            <a:xfrm>
              <a:off x="2093925" y="658600"/>
              <a:ext cx="128075" cy="106075"/>
            </a:xfrm>
            <a:custGeom>
              <a:avLst/>
              <a:gdLst/>
              <a:ahLst/>
              <a:cxnLst/>
              <a:rect l="l" t="t" r="r" b="b"/>
              <a:pathLst>
                <a:path w="5123" h="4243" extrusionOk="0">
                  <a:moveTo>
                    <a:pt x="3722" y="0"/>
                  </a:moveTo>
                  <a:cubicBezTo>
                    <a:pt x="3461" y="0"/>
                    <a:pt x="3199" y="82"/>
                    <a:pt x="2977" y="253"/>
                  </a:cubicBezTo>
                  <a:lnTo>
                    <a:pt x="649" y="2018"/>
                  </a:lnTo>
                  <a:cubicBezTo>
                    <a:pt x="109" y="2434"/>
                    <a:pt x="0" y="3208"/>
                    <a:pt x="416" y="3766"/>
                  </a:cubicBezTo>
                  <a:cubicBezTo>
                    <a:pt x="657" y="4080"/>
                    <a:pt x="1018" y="4242"/>
                    <a:pt x="1385" y="4242"/>
                  </a:cubicBezTo>
                  <a:cubicBezTo>
                    <a:pt x="1651" y="4242"/>
                    <a:pt x="1919" y="4157"/>
                    <a:pt x="2146" y="3983"/>
                  </a:cubicBezTo>
                  <a:lnTo>
                    <a:pt x="4474" y="2217"/>
                  </a:lnTo>
                  <a:cubicBezTo>
                    <a:pt x="5015" y="1802"/>
                    <a:pt x="5123" y="1028"/>
                    <a:pt x="4707" y="487"/>
                  </a:cubicBezTo>
                  <a:cubicBezTo>
                    <a:pt x="4463" y="168"/>
                    <a:pt x="4094" y="0"/>
                    <a:pt x="3722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26"/>
            <p:cNvSpPr/>
            <p:nvPr/>
          </p:nvSpPr>
          <p:spPr>
            <a:xfrm>
              <a:off x="2072825" y="630200"/>
              <a:ext cx="135675" cy="63525"/>
            </a:xfrm>
            <a:custGeom>
              <a:avLst/>
              <a:gdLst/>
              <a:ahLst/>
              <a:cxnLst/>
              <a:rect l="l" t="t" r="r" b="b"/>
              <a:pathLst>
                <a:path w="5427" h="2541" extrusionOk="0">
                  <a:moveTo>
                    <a:pt x="4177" y="0"/>
                  </a:moveTo>
                  <a:cubicBezTo>
                    <a:pt x="4167" y="0"/>
                    <a:pt x="4156" y="0"/>
                    <a:pt x="4145" y="0"/>
                  </a:cubicBezTo>
                  <a:lnTo>
                    <a:pt x="1225" y="70"/>
                  </a:lnTo>
                  <a:cubicBezTo>
                    <a:pt x="542" y="91"/>
                    <a:pt x="1" y="649"/>
                    <a:pt x="18" y="1333"/>
                  </a:cubicBezTo>
                  <a:cubicBezTo>
                    <a:pt x="35" y="2006"/>
                    <a:pt x="576" y="2540"/>
                    <a:pt x="1245" y="2540"/>
                  </a:cubicBezTo>
                  <a:cubicBezTo>
                    <a:pt x="1256" y="2540"/>
                    <a:pt x="1266" y="2540"/>
                    <a:pt x="1277" y="2540"/>
                  </a:cubicBezTo>
                  <a:lnTo>
                    <a:pt x="4197" y="2471"/>
                  </a:lnTo>
                  <a:cubicBezTo>
                    <a:pt x="4885" y="2449"/>
                    <a:pt x="5426" y="1891"/>
                    <a:pt x="5409" y="1207"/>
                  </a:cubicBezTo>
                  <a:cubicBezTo>
                    <a:pt x="5387" y="535"/>
                    <a:pt x="4846" y="0"/>
                    <a:pt x="4177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26"/>
            <p:cNvSpPr/>
            <p:nvPr/>
          </p:nvSpPr>
          <p:spPr>
            <a:xfrm>
              <a:off x="2090350" y="560000"/>
              <a:ext cx="130675" cy="103325"/>
            </a:xfrm>
            <a:custGeom>
              <a:avLst/>
              <a:gdLst/>
              <a:ahLst/>
              <a:cxnLst/>
              <a:rect l="l" t="t" r="r" b="b"/>
              <a:pathLst>
                <a:path w="5227" h="4133" extrusionOk="0">
                  <a:moveTo>
                    <a:pt x="1419" y="1"/>
                  </a:moveTo>
                  <a:cubicBezTo>
                    <a:pt x="1023" y="1"/>
                    <a:pt x="633" y="189"/>
                    <a:pt x="399" y="537"/>
                  </a:cubicBezTo>
                  <a:cubicBezTo>
                    <a:pt x="1" y="1095"/>
                    <a:pt x="143" y="1870"/>
                    <a:pt x="706" y="2250"/>
                  </a:cubicBezTo>
                  <a:lnTo>
                    <a:pt x="3120" y="3907"/>
                  </a:lnTo>
                  <a:cubicBezTo>
                    <a:pt x="3334" y="4060"/>
                    <a:pt x="3577" y="4132"/>
                    <a:pt x="3818" y="4132"/>
                  </a:cubicBezTo>
                  <a:cubicBezTo>
                    <a:pt x="4205" y="4132"/>
                    <a:pt x="4588" y="3944"/>
                    <a:pt x="4833" y="3600"/>
                  </a:cubicBezTo>
                  <a:cubicBezTo>
                    <a:pt x="5227" y="3042"/>
                    <a:pt x="5084" y="2268"/>
                    <a:pt x="4526" y="1870"/>
                  </a:cubicBezTo>
                  <a:lnTo>
                    <a:pt x="2112" y="213"/>
                  </a:lnTo>
                  <a:cubicBezTo>
                    <a:pt x="1900" y="69"/>
                    <a:pt x="1659" y="1"/>
                    <a:pt x="1419" y="1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26"/>
            <p:cNvSpPr/>
            <p:nvPr/>
          </p:nvSpPr>
          <p:spPr>
            <a:xfrm>
              <a:off x="2150275" y="514325"/>
              <a:ext cx="94225" cy="130825"/>
            </a:xfrm>
            <a:custGeom>
              <a:avLst/>
              <a:gdLst/>
              <a:ahLst/>
              <a:cxnLst/>
              <a:rect l="l" t="t" r="r" b="b"/>
              <a:pathLst>
                <a:path w="3769" h="5233" extrusionOk="0">
                  <a:moveTo>
                    <a:pt x="1412" y="0"/>
                  </a:moveTo>
                  <a:cubicBezTo>
                    <a:pt x="1273" y="0"/>
                    <a:pt x="1131" y="24"/>
                    <a:pt x="991" y="75"/>
                  </a:cubicBezTo>
                  <a:cubicBezTo>
                    <a:pt x="342" y="292"/>
                    <a:pt x="0" y="1010"/>
                    <a:pt x="234" y="1642"/>
                  </a:cubicBezTo>
                  <a:lnTo>
                    <a:pt x="1207" y="4402"/>
                  </a:lnTo>
                  <a:cubicBezTo>
                    <a:pt x="1378" y="4912"/>
                    <a:pt x="1850" y="5232"/>
                    <a:pt x="2360" y="5232"/>
                  </a:cubicBezTo>
                  <a:cubicBezTo>
                    <a:pt x="2498" y="5232"/>
                    <a:pt x="2639" y="5209"/>
                    <a:pt x="2778" y="5159"/>
                  </a:cubicBezTo>
                  <a:cubicBezTo>
                    <a:pt x="3427" y="4943"/>
                    <a:pt x="3769" y="4220"/>
                    <a:pt x="3535" y="3588"/>
                  </a:cubicBezTo>
                  <a:lnTo>
                    <a:pt x="2562" y="833"/>
                  </a:lnTo>
                  <a:cubicBezTo>
                    <a:pt x="2392" y="323"/>
                    <a:pt x="1921" y="0"/>
                    <a:pt x="1412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26"/>
            <p:cNvSpPr/>
            <p:nvPr/>
          </p:nvSpPr>
          <p:spPr>
            <a:xfrm>
              <a:off x="2205325" y="512600"/>
              <a:ext cx="89700" cy="131850"/>
            </a:xfrm>
            <a:custGeom>
              <a:avLst/>
              <a:gdLst/>
              <a:ahLst/>
              <a:cxnLst/>
              <a:rect l="l" t="t" r="r" b="b"/>
              <a:pathLst>
                <a:path w="3588" h="5274" extrusionOk="0">
                  <a:moveTo>
                    <a:pt x="2204" y="0"/>
                  </a:moveTo>
                  <a:cubicBezTo>
                    <a:pt x="1676" y="0"/>
                    <a:pt x="1189" y="349"/>
                    <a:pt x="1026" y="880"/>
                  </a:cubicBezTo>
                  <a:lnTo>
                    <a:pt x="178" y="3675"/>
                  </a:lnTo>
                  <a:cubicBezTo>
                    <a:pt x="1" y="4341"/>
                    <a:pt x="360" y="5029"/>
                    <a:pt x="1009" y="5228"/>
                  </a:cubicBezTo>
                  <a:cubicBezTo>
                    <a:pt x="1123" y="5258"/>
                    <a:pt x="1238" y="5273"/>
                    <a:pt x="1352" y="5273"/>
                  </a:cubicBezTo>
                  <a:cubicBezTo>
                    <a:pt x="1896" y="5273"/>
                    <a:pt x="2393" y="4934"/>
                    <a:pt x="2557" y="4397"/>
                  </a:cubicBezTo>
                  <a:lnTo>
                    <a:pt x="3388" y="1585"/>
                  </a:lnTo>
                  <a:cubicBezTo>
                    <a:pt x="3587" y="936"/>
                    <a:pt x="3206" y="253"/>
                    <a:pt x="2557" y="54"/>
                  </a:cubicBezTo>
                  <a:cubicBezTo>
                    <a:pt x="2440" y="17"/>
                    <a:pt x="2321" y="0"/>
                    <a:pt x="2204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26"/>
            <p:cNvSpPr/>
            <p:nvPr/>
          </p:nvSpPr>
          <p:spPr>
            <a:xfrm>
              <a:off x="2166925" y="607300"/>
              <a:ext cx="117275" cy="105200"/>
            </a:xfrm>
            <a:custGeom>
              <a:avLst/>
              <a:gdLst/>
              <a:ahLst/>
              <a:cxnLst/>
              <a:rect l="l" t="t" r="r" b="b"/>
              <a:pathLst>
                <a:path w="4691" h="4208" extrusionOk="0">
                  <a:moveTo>
                    <a:pt x="2364" y="1"/>
                  </a:moveTo>
                  <a:cubicBezTo>
                    <a:pt x="1451" y="1"/>
                    <a:pt x="614" y="591"/>
                    <a:pt x="347" y="1509"/>
                  </a:cubicBezTo>
                  <a:cubicBezTo>
                    <a:pt x="1" y="2608"/>
                    <a:pt x="632" y="3780"/>
                    <a:pt x="1753" y="4122"/>
                  </a:cubicBezTo>
                  <a:cubicBezTo>
                    <a:pt x="1952" y="4180"/>
                    <a:pt x="2152" y="4208"/>
                    <a:pt x="2349" y="4208"/>
                  </a:cubicBezTo>
                  <a:cubicBezTo>
                    <a:pt x="3255" y="4208"/>
                    <a:pt x="4085" y="3623"/>
                    <a:pt x="4366" y="2716"/>
                  </a:cubicBezTo>
                  <a:cubicBezTo>
                    <a:pt x="4690" y="1600"/>
                    <a:pt x="4059" y="428"/>
                    <a:pt x="2960" y="86"/>
                  </a:cubicBezTo>
                  <a:cubicBezTo>
                    <a:pt x="2761" y="28"/>
                    <a:pt x="2561" y="1"/>
                    <a:pt x="23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26"/>
            <p:cNvSpPr/>
            <p:nvPr/>
          </p:nvSpPr>
          <p:spPr>
            <a:xfrm>
              <a:off x="2227825" y="817125"/>
              <a:ext cx="231700" cy="176500"/>
            </a:xfrm>
            <a:custGeom>
              <a:avLst/>
              <a:gdLst/>
              <a:ahLst/>
              <a:cxnLst/>
              <a:rect l="l" t="t" r="r" b="b"/>
              <a:pathLst>
                <a:path w="9268" h="7060" extrusionOk="0">
                  <a:moveTo>
                    <a:pt x="7780" y="0"/>
                  </a:moveTo>
                  <a:cubicBezTo>
                    <a:pt x="6547" y="0"/>
                    <a:pt x="4745" y="205"/>
                    <a:pt x="2903" y="1137"/>
                  </a:cubicBezTo>
                  <a:cubicBezTo>
                    <a:pt x="0" y="2600"/>
                    <a:pt x="1424" y="5053"/>
                    <a:pt x="1805" y="5611"/>
                  </a:cubicBezTo>
                  <a:cubicBezTo>
                    <a:pt x="1805" y="5611"/>
                    <a:pt x="1822" y="5645"/>
                    <a:pt x="1839" y="5680"/>
                  </a:cubicBezTo>
                  <a:cubicBezTo>
                    <a:pt x="1874" y="5719"/>
                    <a:pt x="1891" y="5736"/>
                    <a:pt x="1891" y="5736"/>
                  </a:cubicBezTo>
                  <a:cubicBezTo>
                    <a:pt x="2172" y="6076"/>
                    <a:pt x="3099" y="7060"/>
                    <a:pt x="4320" y="7060"/>
                  </a:cubicBezTo>
                  <a:cubicBezTo>
                    <a:pt x="4981" y="7060"/>
                    <a:pt x="5729" y="6771"/>
                    <a:pt x="6507" y="5935"/>
                  </a:cubicBezTo>
                  <a:cubicBezTo>
                    <a:pt x="8653" y="3625"/>
                    <a:pt x="9159" y="960"/>
                    <a:pt x="9246" y="220"/>
                  </a:cubicBezTo>
                  <a:cubicBezTo>
                    <a:pt x="9246" y="220"/>
                    <a:pt x="9268" y="129"/>
                    <a:pt x="9268" y="112"/>
                  </a:cubicBezTo>
                  <a:lnTo>
                    <a:pt x="9177" y="95"/>
                  </a:lnTo>
                  <a:cubicBezTo>
                    <a:pt x="8921" y="57"/>
                    <a:pt x="8430" y="0"/>
                    <a:pt x="7780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26"/>
            <p:cNvSpPr/>
            <p:nvPr/>
          </p:nvSpPr>
          <p:spPr>
            <a:xfrm>
              <a:off x="2280500" y="835425"/>
              <a:ext cx="158250" cy="118850"/>
            </a:xfrm>
            <a:custGeom>
              <a:avLst/>
              <a:gdLst/>
              <a:ahLst/>
              <a:cxnLst/>
              <a:rect l="l" t="t" r="r" b="b"/>
              <a:pathLst>
                <a:path w="6330" h="4754" extrusionOk="0">
                  <a:moveTo>
                    <a:pt x="6231" y="0"/>
                  </a:moveTo>
                  <a:cubicBezTo>
                    <a:pt x="6211" y="0"/>
                    <a:pt x="6189" y="4"/>
                    <a:pt x="6166" y="12"/>
                  </a:cubicBezTo>
                  <a:lnTo>
                    <a:pt x="57" y="4606"/>
                  </a:lnTo>
                  <a:cubicBezTo>
                    <a:pt x="22" y="4623"/>
                    <a:pt x="0" y="4680"/>
                    <a:pt x="39" y="4714"/>
                  </a:cubicBezTo>
                  <a:cubicBezTo>
                    <a:pt x="57" y="4753"/>
                    <a:pt x="74" y="4753"/>
                    <a:pt x="109" y="4753"/>
                  </a:cubicBezTo>
                  <a:cubicBezTo>
                    <a:pt x="130" y="4753"/>
                    <a:pt x="147" y="4753"/>
                    <a:pt x="165" y="4732"/>
                  </a:cubicBezTo>
                  <a:lnTo>
                    <a:pt x="6274" y="154"/>
                  </a:lnTo>
                  <a:cubicBezTo>
                    <a:pt x="6313" y="120"/>
                    <a:pt x="6330" y="63"/>
                    <a:pt x="6295" y="29"/>
                  </a:cubicBezTo>
                  <a:cubicBezTo>
                    <a:pt x="6283" y="9"/>
                    <a:pt x="6260" y="0"/>
                    <a:pt x="6231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26"/>
            <p:cNvSpPr/>
            <p:nvPr/>
          </p:nvSpPr>
          <p:spPr>
            <a:xfrm>
              <a:off x="2345400" y="851500"/>
              <a:ext cx="5975" cy="54525"/>
            </a:xfrm>
            <a:custGeom>
              <a:avLst/>
              <a:gdLst/>
              <a:ahLst/>
              <a:cxnLst/>
              <a:rect l="l" t="t" r="r" b="b"/>
              <a:pathLst>
                <a:path w="239" h="2181" extrusionOk="0">
                  <a:moveTo>
                    <a:pt x="165" y="0"/>
                  </a:moveTo>
                  <a:cubicBezTo>
                    <a:pt x="108" y="0"/>
                    <a:pt x="74" y="35"/>
                    <a:pt x="74" y="87"/>
                  </a:cubicBezTo>
                  <a:lnTo>
                    <a:pt x="0" y="2090"/>
                  </a:lnTo>
                  <a:cubicBezTo>
                    <a:pt x="0" y="2142"/>
                    <a:pt x="39" y="2181"/>
                    <a:pt x="91" y="2181"/>
                  </a:cubicBezTo>
                  <a:cubicBezTo>
                    <a:pt x="147" y="2181"/>
                    <a:pt x="182" y="2142"/>
                    <a:pt x="182" y="2090"/>
                  </a:cubicBezTo>
                  <a:lnTo>
                    <a:pt x="238" y="87"/>
                  </a:lnTo>
                  <a:cubicBezTo>
                    <a:pt x="238" y="35"/>
                    <a:pt x="199" y="0"/>
                    <a:pt x="165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26"/>
            <p:cNvSpPr/>
            <p:nvPr/>
          </p:nvSpPr>
          <p:spPr>
            <a:xfrm>
              <a:off x="2301275" y="884800"/>
              <a:ext cx="5850" cy="54550"/>
            </a:xfrm>
            <a:custGeom>
              <a:avLst/>
              <a:gdLst/>
              <a:ahLst/>
              <a:cxnLst/>
              <a:rect l="l" t="t" r="r" b="b"/>
              <a:pathLst>
                <a:path w="234" h="2182" extrusionOk="0">
                  <a:moveTo>
                    <a:pt x="143" y="1"/>
                  </a:moveTo>
                  <a:cubicBezTo>
                    <a:pt x="108" y="1"/>
                    <a:pt x="74" y="35"/>
                    <a:pt x="56" y="74"/>
                  </a:cubicBezTo>
                  <a:lnTo>
                    <a:pt x="0" y="2090"/>
                  </a:lnTo>
                  <a:cubicBezTo>
                    <a:pt x="0" y="2129"/>
                    <a:pt x="35" y="2181"/>
                    <a:pt x="91" y="2181"/>
                  </a:cubicBezTo>
                  <a:cubicBezTo>
                    <a:pt x="126" y="2181"/>
                    <a:pt x="164" y="2147"/>
                    <a:pt x="164" y="2090"/>
                  </a:cubicBezTo>
                  <a:lnTo>
                    <a:pt x="234" y="92"/>
                  </a:lnTo>
                  <a:cubicBezTo>
                    <a:pt x="234" y="35"/>
                    <a:pt x="199" y="1"/>
                    <a:pt x="143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26"/>
            <p:cNvSpPr/>
            <p:nvPr/>
          </p:nvSpPr>
          <p:spPr>
            <a:xfrm>
              <a:off x="2345400" y="901900"/>
              <a:ext cx="53675" cy="16675"/>
            </a:xfrm>
            <a:custGeom>
              <a:avLst/>
              <a:gdLst/>
              <a:ahLst/>
              <a:cxnLst/>
              <a:rect l="l" t="t" r="r" b="b"/>
              <a:pathLst>
                <a:path w="2147" h="667" extrusionOk="0">
                  <a:moveTo>
                    <a:pt x="130" y="0"/>
                  </a:moveTo>
                  <a:cubicBezTo>
                    <a:pt x="74" y="0"/>
                    <a:pt x="39" y="18"/>
                    <a:pt x="22" y="74"/>
                  </a:cubicBezTo>
                  <a:cubicBezTo>
                    <a:pt x="0" y="108"/>
                    <a:pt x="39" y="165"/>
                    <a:pt x="74" y="165"/>
                  </a:cubicBezTo>
                  <a:lnTo>
                    <a:pt x="2021" y="667"/>
                  </a:lnTo>
                  <a:lnTo>
                    <a:pt x="2038" y="667"/>
                  </a:lnTo>
                  <a:cubicBezTo>
                    <a:pt x="2077" y="667"/>
                    <a:pt x="2112" y="649"/>
                    <a:pt x="2129" y="615"/>
                  </a:cubicBezTo>
                  <a:cubicBezTo>
                    <a:pt x="2146" y="558"/>
                    <a:pt x="2112" y="524"/>
                    <a:pt x="2055" y="506"/>
                  </a:cubicBezTo>
                  <a:lnTo>
                    <a:pt x="130" y="0"/>
                  </a:ln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26"/>
            <p:cNvSpPr/>
            <p:nvPr/>
          </p:nvSpPr>
          <p:spPr>
            <a:xfrm>
              <a:off x="2301275" y="935150"/>
              <a:ext cx="53225" cy="16850"/>
            </a:xfrm>
            <a:custGeom>
              <a:avLst/>
              <a:gdLst/>
              <a:ahLst/>
              <a:cxnLst/>
              <a:rect l="l" t="t" r="r" b="b"/>
              <a:pathLst>
                <a:path w="2129" h="674" extrusionOk="0">
                  <a:moveTo>
                    <a:pt x="85" y="1"/>
                  </a:moveTo>
                  <a:cubicBezTo>
                    <a:pt x="53" y="1"/>
                    <a:pt x="17" y="31"/>
                    <a:pt x="17" y="59"/>
                  </a:cubicBezTo>
                  <a:cubicBezTo>
                    <a:pt x="0" y="115"/>
                    <a:pt x="17" y="150"/>
                    <a:pt x="74" y="167"/>
                  </a:cubicBezTo>
                  <a:lnTo>
                    <a:pt x="2020" y="673"/>
                  </a:lnTo>
                  <a:lnTo>
                    <a:pt x="2038" y="673"/>
                  </a:lnTo>
                  <a:cubicBezTo>
                    <a:pt x="2072" y="673"/>
                    <a:pt x="2111" y="656"/>
                    <a:pt x="2129" y="617"/>
                  </a:cubicBezTo>
                  <a:cubicBezTo>
                    <a:pt x="2129" y="565"/>
                    <a:pt x="2111" y="509"/>
                    <a:pt x="2055" y="509"/>
                  </a:cubicBezTo>
                  <a:lnTo>
                    <a:pt x="108" y="7"/>
                  </a:lnTo>
                  <a:cubicBezTo>
                    <a:pt x="101" y="3"/>
                    <a:pt x="94" y="1"/>
                    <a:pt x="85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26"/>
            <p:cNvSpPr/>
            <p:nvPr/>
          </p:nvSpPr>
          <p:spPr>
            <a:xfrm>
              <a:off x="2353500" y="827600"/>
              <a:ext cx="64925" cy="20675"/>
            </a:xfrm>
            <a:custGeom>
              <a:avLst/>
              <a:gdLst/>
              <a:ahLst/>
              <a:cxnLst/>
              <a:rect l="l" t="t" r="r" b="b"/>
              <a:pathLst>
                <a:path w="2597" h="827" extrusionOk="0">
                  <a:moveTo>
                    <a:pt x="1" y="0"/>
                  </a:moveTo>
                  <a:lnTo>
                    <a:pt x="1" y="826"/>
                  </a:lnTo>
                  <a:lnTo>
                    <a:pt x="2597" y="826"/>
                  </a:lnTo>
                  <a:lnTo>
                    <a:pt x="2597" y="0"/>
                  </a:lnTo>
                  <a:close/>
                </a:path>
              </a:pathLst>
            </a:custGeom>
            <a:solidFill>
              <a:srgbClr val="00D2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26"/>
            <p:cNvSpPr/>
            <p:nvPr/>
          </p:nvSpPr>
          <p:spPr>
            <a:xfrm>
              <a:off x="2057050" y="1151150"/>
              <a:ext cx="156425" cy="104125"/>
            </a:xfrm>
            <a:custGeom>
              <a:avLst/>
              <a:gdLst/>
              <a:ahLst/>
              <a:cxnLst/>
              <a:rect l="l" t="t" r="r" b="b"/>
              <a:pathLst>
                <a:path w="6257" h="4165" extrusionOk="0">
                  <a:moveTo>
                    <a:pt x="2709" y="1"/>
                  </a:moveTo>
                  <a:cubicBezTo>
                    <a:pt x="1395" y="1"/>
                    <a:pt x="390" y="374"/>
                    <a:pt x="69" y="522"/>
                  </a:cubicBezTo>
                  <a:cubicBezTo>
                    <a:pt x="69" y="522"/>
                    <a:pt x="17" y="539"/>
                    <a:pt x="0" y="539"/>
                  </a:cubicBezTo>
                  <a:lnTo>
                    <a:pt x="35" y="613"/>
                  </a:lnTo>
                  <a:cubicBezTo>
                    <a:pt x="216" y="1063"/>
                    <a:pt x="973" y="2668"/>
                    <a:pt x="2704" y="3767"/>
                  </a:cubicBezTo>
                  <a:cubicBezTo>
                    <a:pt x="3153" y="4053"/>
                    <a:pt x="3546" y="4165"/>
                    <a:pt x="3886" y="4165"/>
                  </a:cubicBezTo>
                  <a:cubicBezTo>
                    <a:pt x="4896" y="4165"/>
                    <a:pt x="5435" y="3182"/>
                    <a:pt x="5568" y="2884"/>
                  </a:cubicBezTo>
                  <a:cubicBezTo>
                    <a:pt x="5568" y="2884"/>
                    <a:pt x="5585" y="2867"/>
                    <a:pt x="5585" y="2849"/>
                  </a:cubicBezTo>
                  <a:cubicBezTo>
                    <a:pt x="5607" y="2810"/>
                    <a:pt x="5607" y="2793"/>
                    <a:pt x="5607" y="2793"/>
                  </a:cubicBezTo>
                  <a:cubicBezTo>
                    <a:pt x="5750" y="2378"/>
                    <a:pt x="6256" y="595"/>
                    <a:pt x="4179" y="163"/>
                  </a:cubicBezTo>
                  <a:cubicBezTo>
                    <a:pt x="3662" y="46"/>
                    <a:pt x="3167" y="1"/>
                    <a:pt x="2709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26"/>
            <p:cNvSpPr/>
            <p:nvPr/>
          </p:nvSpPr>
          <p:spPr>
            <a:xfrm>
              <a:off x="2072300" y="1169850"/>
              <a:ext cx="119975" cy="51575"/>
            </a:xfrm>
            <a:custGeom>
              <a:avLst/>
              <a:gdLst/>
              <a:ahLst/>
              <a:cxnLst/>
              <a:rect l="l" t="t" r="r" b="b"/>
              <a:pathLst>
                <a:path w="4799" h="2063" extrusionOk="0">
                  <a:moveTo>
                    <a:pt x="99" y="1"/>
                  </a:moveTo>
                  <a:cubicBezTo>
                    <a:pt x="67" y="1"/>
                    <a:pt x="35" y="21"/>
                    <a:pt x="22" y="64"/>
                  </a:cubicBezTo>
                  <a:cubicBezTo>
                    <a:pt x="0" y="98"/>
                    <a:pt x="22" y="155"/>
                    <a:pt x="74" y="172"/>
                  </a:cubicBezTo>
                  <a:lnTo>
                    <a:pt x="4673" y="2062"/>
                  </a:lnTo>
                  <a:lnTo>
                    <a:pt x="4707" y="2062"/>
                  </a:lnTo>
                  <a:cubicBezTo>
                    <a:pt x="4742" y="2062"/>
                    <a:pt x="4781" y="2045"/>
                    <a:pt x="4781" y="2011"/>
                  </a:cubicBezTo>
                  <a:cubicBezTo>
                    <a:pt x="4798" y="1976"/>
                    <a:pt x="4781" y="1920"/>
                    <a:pt x="4742" y="1902"/>
                  </a:cubicBezTo>
                  <a:lnTo>
                    <a:pt x="130" y="7"/>
                  </a:lnTo>
                  <a:cubicBezTo>
                    <a:pt x="120" y="3"/>
                    <a:pt x="110" y="1"/>
                    <a:pt x="99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26"/>
            <p:cNvSpPr/>
            <p:nvPr/>
          </p:nvSpPr>
          <p:spPr>
            <a:xfrm>
              <a:off x="2110150" y="1197375"/>
              <a:ext cx="33875" cy="20050"/>
            </a:xfrm>
            <a:custGeom>
              <a:avLst/>
              <a:gdLst/>
              <a:ahLst/>
              <a:cxnLst/>
              <a:rect l="l" t="t" r="r" b="b"/>
              <a:pathLst>
                <a:path w="1355" h="802" extrusionOk="0">
                  <a:moveTo>
                    <a:pt x="1243" y="1"/>
                  </a:moveTo>
                  <a:cubicBezTo>
                    <a:pt x="1232" y="1"/>
                    <a:pt x="1221" y="4"/>
                    <a:pt x="1212" y="10"/>
                  </a:cubicBezTo>
                  <a:lnTo>
                    <a:pt x="57" y="637"/>
                  </a:lnTo>
                  <a:cubicBezTo>
                    <a:pt x="22" y="659"/>
                    <a:pt x="0" y="711"/>
                    <a:pt x="39" y="767"/>
                  </a:cubicBezTo>
                  <a:cubicBezTo>
                    <a:pt x="39" y="784"/>
                    <a:pt x="74" y="801"/>
                    <a:pt x="108" y="801"/>
                  </a:cubicBezTo>
                  <a:lnTo>
                    <a:pt x="147" y="801"/>
                  </a:lnTo>
                  <a:lnTo>
                    <a:pt x="1281" y="152"/>
                  </a:lnTo>
                  <a:cubicBezTo>
                    <a:pt x="1337" y="135"/>
                    <a:pt x="1354" y="79"/>
                    <a:pt x="1320" y="44"/>
                  </a:cubicBezTo>
                  <a:cubicBezTo>
                    <a:pt x="1304" y="19"/>
                    <a:pt x="1273" y="1"/>
                    <a:pt x="1243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6"/>
            <p:cNvSpPr/>
            <p:nvPr/>
          </p:nvSpPr>
          <p:spPr>
            <a:xfrm>
              <a:off x="2143575" y="1210900"/>
              <a:ext cx="33775" cy="20475"/>
            </a:xfrm>
            <a:custGeom>
              <a:avLst/>
              <a:gdLst/>
              <a:ahLst/>
              <a:cxnLst/>
              <a:rect l="l" t="t" r="r" b="b"/>
              <a:pathLst>
                <a:path w="1351" h="819" extrusionOk="0">
                  <a:moveTo>
                    <a:pt x="1240" y="1"/>
                  </a:moveTo>
                  <a:cubicBezTo>
                    <a:pt x="1228" y="1"/>
                    <a:pt x="1217" y="3"/>
                    <a:pt x="1207" y="9"/>
                  </a:cubicBezTo>
                  <a:lnTo>
                    <a:pt x="52" y="658"/>
                  </a:lnTo>
                  <a:cubicBezTo>
                    <a:pt x="17" y="676"/>
                    <a:pt x="0" y="728"/>
                    <a:pt x="35" y="767"/>
                  </a:cubicBezTo>
                  <a:cubicBezTo>
                    <a:pt x="35" y="801"/>
                    <a:pt x="69" y="818"/>
                    <a:pt x="108" y="818"/>
                  </a:cubicBezTo>
                  <a:cubicBezTo>
                    <a:pt x="126" y="818"/>
                    <a:pt x="126" y="801"/>
                    <a:pt x="143" y="801"/>
                  </a:cubicBezTo>
                  <a:lnTo>
                    <a:pt x="1281" y="170"/>
                  </a:lnTo>
                  <a:cubicBezTo>
                    <a:pt x="1333" y="152"/>
                    <a:pt x="1350" y="96"/>
                    <a:pt x="1315" y="44"/>
                  </a:cubicBezTo>
                  <a:cubicBezTo>
                    <a:pt x="1303" y="19"/>
                    <a:pt x="1270" y="1"/>
                    <a:pt x="1240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6"/>
            <p:cNvSpPr/>
            <p:nvPr/>
          </p:nvSpPr>
          <p:spPr>
            <a:xfrm>
              <a:off x="2130050" y="1165850"/>
              <a:ext cx="13975" cy="35775"/>
            </a:xfrm>
            <a:custGeom>
              <a:avLst/>
              <a:gdLst/>
              <a:ahLst/>
              <a:cxnLst/>
              <a:rect l="l" t="t" r="r" b="b"/>
              <a:pathLst>
                <a:path w="559" h="1431" extrusionOk="0">
                  <a:moveTo>
                    <a:pt x="100" y="1"/>
                  </a:moveTo>
                  <a:cubicBezTo>
                    <a:pt x="90" y="1"/>
                    <a:pt x="79" y="3"/>
                    <a:pt x="70" y="7"/>
                  </a:cubicBezTo>
                  <a:cubicBezTo>
                    <a:pt x="18" y="7"/>
                    <a:pt x="0" y="59"/>
                    <a:pt x="0" y="115"/>
                  </a:cubicBezTo>
                  <a:lnTo>
                    <a:pt x="377" y="1357"/>
                  </a:lnTo>
                  <a:cubicBezTo>
                    <a:pt x="377" y="1396"/>
                    <a:pt x="416" y="1431"/>
                    <a:pt x="450" y="1431"/>
                  </a:cubicBezTo>
                  <a:cubicBezTo>
                    <a:pt x="468" y="1431"/>
                    <a:pt x="468" y="1413"/>
                    <a:pt x="485" y="1413"/>
                  </a:cubicBezTo>
                  <a:cubicBezTo>
                    <a:pt x="524" y="1413"/>
                    <a:pt x="558" y="1357"/>
                    <a:pt x="541" y="1305"/>
                  </a:cubicBezTo>
                  <a:lnTo>
                    <a:pt x="178" y="59"/>
                  </a:lnTo>
                  <a:cubicBezTo>
                    <a:pt x="165" y="20"/>
                    <a:pt x="132" y="1"/>
                    <a:pt x="100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6"/>
            <p:cNvSpPr/>
            <p:nvPr/>
          </p:nvSpPr>
          <p:spPr>
            <a:xfrm>
              <a:off x="2163350" y="1179425"/>
              <a:ext cx="14000" cy="35725"/>
            </a:xfrm>
            <a:custGeom>
              <a:avLst/>
              <a:gdLst/>
              <a:ahLst/>
              <a:cxnLst/>
              <a:rect l="l" t="t" r="r" b="b"/>
              <a:pathLst>
                <a:path w="560" h="1429" extrusionOk="0">
                  <a:moveTo>
                    <a:pt x="95" y="1"/>
                  </a:moveTo>
                  <a:cubicBezTo>
                    <a:pt x="88" y="1"/>
                    <a:pt x="81" y="2"/>
                    <a:pt x="74" y="5"/>
                  </a:cubicBezTo>
                  <a:cubicBezTo>
                    <a:pt x="18" y="22"/>
                    <a:pt x="1" y="57"/>
                    <a:pt x="1" y="113"/>
                  </a:cubicBezTo>
                  <a:lnTo>
                    <a:pt x="382" y="1377"/>
                  </a:lnTo>
                  <a:cubicBezTo>
                    <a:pt x="382" y="1411"/>
                    <a:pt x="416" y="1429"/>
                    <a:pt x="451" y="1429"/>
                  </a:cubicBezTo>
                  <a:lnTo>
                    <a:pt x="490" y="1429"/>
                  </a:lnTo>
                  <a:cubicBezTo>
                    <a:pt x="524" y="1411"/>
                    <a:pt x="559" y="1355"/>
                    <a:pt x="542" y="1320"/>
                  </a:cubicBezTo>
                  <a:lnTo>
                    <a:pt x="183" y="57"/>
                  </a:lnTo>
                  <a:cubicBezTo>
                    <a:pt x="168" y="29"/>
                    <a:pt x="128" y="1"/>
                    <a:pt x="95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6"/>
            <p:cNvSpPr/>
            <p:nvPr/>
          </p:nvSpPr>
          <p:spPr>
            <a:xfrm>
              <a:off x="2076400" y="1181800"/>
              <a:ext cx="30200" cy="35625"/>
            </a:xfrm>
            <a:custGeom>
              <a:avLst/>
              <a:gdLst/>
              <a:ahLst/>
              <a:cxnLst/>
              <a:rect l="l" t="t" r="r" b="b"/>
              <a:pathLst>
                <a:path w="1208" h="1425" extrusionOk="0">
                  <a:moveTo>
                    <a:pt x="234" y="1"/>
                  </a:moveTo>
                  <a:cubicBezTo>
                    <a:pt x="199" y="1"/>
                    <a:pt x="161" y="18"/>
                    <a:pt x="126" y="36"/>
                  </a:cubicBezTo>
                  <a:cubicBezTo>
                    <a:pt x="35" y="92"/>
                    <a:pt x="0" y="217"/>
                    <a:pt x="52" y="308"/>
                  </a:cubicBezTo>
                  <a:cubicBezTo>
                    <a:pt x="269" y="685"/>
                    <a:pt x="541" y="1044"/>
                    <a:pt x="831" y="1368"/>
                  </a:cubicBezTo>
                  <a:cubicBezTo>
                    <a:pt x="883" y="1407"/>
                    <a:pt x="939" y="1424"/>
                    <a:pt x="991" y="1424"/>
                  </a:cubicBezTo>
                  <a:cubicBezTo>
                    <a:pt x="1026" y="1424"/>
                    <a:pt x="1082" y="1407"/>
                    <a:pt x="1117" y="1368"/>
                  </a:cubicBezTo>
                  <a:cubicBezTo>
                    <a:pt x="1156" y="1351"/>
                    <a:pt x="1173" y="1334"/>
                    <a:pt x="1173" y="1299"/>
                  </a:cubicBezTo>
                  <a:cubicBezTo>
                    <a:pt x="1208" y="1225"/>
                    <a:pt x="1190" y="1134"/>
                    <a:pt x="1134" y="1083"/>
                  </a:cubicBezTo>
                  <a:cubicBezTo>
                    <a:pt x="848" y="793"/>
                    <a:pt x="615" y="451"/>
                    <a:pt x="416" y="109"/>
                  </a:cubicBezTo>
                  <a:cubicBezTo>
                    <a:pt x="360" y="36"/>
                    <a:pt x="308" y="1"/>
                    <a:pt x="234" y="1"/>
                  </a:cubicBezTo>
                  <a:close/>
                </a:path>
              </a:pathLst>
            </a:custGeom>
            <a:solidFill>
              <a:srgbClr val="00D2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6"/>
            <p:cNvSpPr/>
            <p:nvPr/>
          </p:nvSpPr>
          <p:spPr>
            <a:xfrm>
              <a:off x="1671225" y="680600"/>
              <a:ext cx="21675" cy="676025"/>
            </a:xfrm>
            <a:custGeom>
              <a:avLst/>
              <a:gdLst/>
              <a:ahLst/>
              <a:cxnLst/>
              <a:rect l="l" t="t" r="r" b="b"/>
              <a:pathLst>
                <a:path w="867" h="27041" extrusionOk="0">
                  <a:moveTo>
                    <a:pt x="1" y="1"/>
                  </a:moveTo>
                  <a:lnTo>
                    <a:pt x="1" y="27040"/>
                  </a:lnTo>
                  <a:lnTo>
                    <a:pt x="866" y="27040"/>
                  </a:lnTo>
                  <a:lnTo>
                    <a:pt x="866" y="1"/>
                  </a:ln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6"/>
            <p:cNvSpPr/>
            <p:nvPr/>
          </p:nvSpPr>
          <p:spPr>
            <a:xfrm>
              <a:off x="1666250" y="635800"/>
              <a:ext cx="69050" cy="101225"/>
            </a:xfrm>
            <a:custGeom>
              <a:avLst/>
              <a:gdLst/>
              <a:ahLst/>
              <a:cxnLst/>
              <a:rect l="l" t="t" r="r" b="b"/>
              <a:pathLst>
                <a:path w="2762" h="4049" extrusionOk="0">
                  <a:moveTo>
                    <a:pt x="1688" y="0"/>
                  </a:moveTo>
                  <a:cubicBezTo>
                    <a:pt x="1291" y="0"/>
                    <a:pt x="913" y="266"/>
                    <a:pt x="797" y="676"/>
                  </a:cubicBezTo>
                  <a:lnTo>
                    <a:pt x="148" y="2822"/>
                  </a:lnTo>
                  <a:cubicBezTo>
                    <a:pt x="1" y="3328"/>
                    <a:pt x="291" y="3848"/>
                    <a:pt x="797" y="4012"/>
                  </a:cubicBezTo>
                  <a:cubicBezTo>
                    <a:pt x="881" y="4037"/>
                    <a:pt x="967" y="4049"/>
                    <a:pt x="1052" y="4049"/>
                  </a:cubicBezTo>
                  <a:cubicBezTo>
                    <a:pt x="1458" y="4049"/>
                    <a:pt x="1847" y="3781"/>
                    <a:pt x="1965" y="3363"/>
                  </a:cubicBezTo>
                  <a:lnTo>
                    <a:pt x="2614" y="1217"/>
                  </a:lnTo>
                  <a:cubicBezTo>
                    <a:pt x="2761" y="711"/>
                    <a:pt x="2471" y="192"/>
                    <a:pt x="1965" y="45"/>
                  </a:cubicBezTo>
                  <a:cubicBezTo>
                    <a:pt x="1874" y="14"/>
                    <a:pt x="1780" y="0"/>
                    <a:pt x="1688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6"/>
            <p:cNvSpPr/>
            <p:nvPr/>
          </p:nvSpPr>
          <p:spPr>
            <a:xfrm>
              <a:off x="1684750" y="668550"/>
              <a:ext cx="98225" cy="81450"/>
            </a:xfrm>
            <a:custGeom>
              <a:avLst/>
              <a:gdLst/>
              <a:ahLst/>
              <a:cxnLst/>
              <a:rect l="l" t="t" r="r" b="b"/>
              <a:pathLst>
                <a:path w="3929" h="3258" extrusionOk="0">
                  <a:moveTo>
                    <a:pt x="2859" y="1"/>
                  </a:moveTo>
                  <a:cubicBezTo>
                    <a:pt x="2660" y="1"/>
                    <a:pt x="2459" y="64"/>
                    <a:pt x="2289" y="197"/>
                  </a:cubicBezTo>
                  <a:lnTo>
                    <a:pt x="507" y="1564"/>
                  </a:lnTo>
                  <a:cubicBezTo>
                    <a:pt x="91" y="1871"/>
                    <a:pt x="1" y="2468"/>
                    <a:pt x="325" y="2884"/>
                  </a:cubicBezTo>
                  <a:cubicBezTo>
                    <a:pt x="506" y="3126"/>
                    <a:pt x="795" y="3257"/>
                    <a:pt x="1085" y="3257"/>
                  </a:cubicBezTo>
                  <a:cubicBezTo>
                    <a:pt x="1287" y="3257"/>
                    <a:pt x="1489" y="3194"/>
                    <a:pt x="1658" y="3061"/>
                  </a:cubicBezTo>
                  <a:lnTo>
                    <a:pt x="3444" y="1711"/>
                  </a:lnTo>
                  <a:cubicBezTo>
                    <a:pt x="3860" y="1387"/>
                    <a:pt x="3929" y="790"/>
                    <a:pt x="3604" y="374"/>
                  </a:cubicBezTo>
                  <a:cubicBezTo>
                    <a:pt x="3426" y="132"/>
                    <a:pt x="3145" y="1"/>
                    <a:pt x="285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6"/>
            <p:cNvSpPr/>
            <p:nvPr/>
          </p:nvSpPr>
          <p:spPr>
            <a:xfrm>
              <a:off x="1695125" y="722975"/>
              <a:ext cx="104075" cy="48725"/>
            </a:xfrm>
            <a:custGeom>
              <a:avLst/>
              <a:gdLst/>
              <a:ahLst/>
              <a:cxnLst/>
              <a:rect l="l" t="t" r="r" b="b"/>
              <a:pathLst>
                <a:path w="4163" h="1949" extrusionOk="0">
                  <a:moveTo>
                    <a:pt x="3221" y="1"/>
                  </a:moveTo>
                  <a:cubicBezTo>
                    <a:pt x="3211" y="1"/>
                    <a:pt x="3200" y="1"/>
                    <a:pt x="3189" y="1"/>
                  </a:cubicBezTo>
                  <a:lnTo>
                    <a:pt x="940" y="58"/>
                  </a:lnTo>
                  <a:cubicBezTo>
                    <a:pt x="416" y="75"/>
                    <a:pt x="1" y="508"/>
                    <a:pt x="18" y="1031"/>
                  </a:cubicBezTo>
                  <a:cubicBezTo>
                    <a:pt x="35" y="1540"/>
                    <a:pt x="451" y="1949"/>
                    <a:pt x="960" y="1949"/>
                  </a:cubicBezTo>
                  <a:cubicBezTo>
                    <a:pt x="971" y="1949"/>
                    <a:pt x="981" y="1949"/>
                    <a:pt x="992" y="1948"/>
                  </a:cubicBezTo>
                  <a:lnTo>
                    <a:pt x="3228" y="1896"/>
                  </a:lnTo>
                  <a:cubicBezTo>
                    <a:pt x="3752" y="1896"/>
                    <a:pt x="4163" y="1464"/>
                    <a:pt x="4163" y="923"/>
                  </a:cubicBezTo>
                  <a:cubicBezTo>
                    <a:pt x="4146" y="410"/>
                    <a:pt x="3730" y="1"/>
                    <a:pt x="322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6"/>
            <p:cNvSpPr/>
            <p:nvPr/>
          </p:nvSpPr>
          <p:spPr>
            <a:xfrm>
              <a:off x="1685625" y="746500"/>
              <a:ext cx="100075" cy="79250"/>
            </a:xfrm>
            <a:custGeom>
              <a:avLst/>
              <a:gdLst/>
              <a:ahLst/>
              <a:cxnLst/>
              <a:rect l="l" t="t" r="r" b="b"/>
              <a:pathLst>
                <a:path w="4003" h="3170" extrusionOk="0">
                  <a:moveTo>
                    <a:pt x="1093" y="1"/>
                  </a:moveTo>
                  <a:cubicBezTo>
                    <a:pt x="788" y="1"/>
                    <a:pt x="489" y="144"/>
                    <a:pt x="307" y="415"/>
                  </a:cubicBezTo>
                  <a:cubicBezTo>
                    <a:pt x="0" y="847"/>
                    <a:pt x="108" y="1423"/>
                    <a:pt x="541" y="1730"/>
                  </a:cubicBezTo>
                  <a:lnTo>
                    <a:pt x="2380" y="3010"/>
                  </a:lnTo>
                  <a:cubicBezTo>
                    <a:pt x="2542" y="3118"/>
                    <a:pt x="2727" y="3169"/>
                    <a:pt x="2912" y="3169"/>
                  </a:cubicBezTo>
                  <a:cubicBezTo>
                    <a:pt x="3219" y="3169"/>
                    <a:pt x="3525" y="3026"/>
                    <a:pt x="3717" y="2755"/>
                  </a:cubicBezTo>
                  <a:cubicBezTo>
                    <a:pt x="4002" y="2323"/>
                    <a:pt x="3894" y="1747"/>
                    <a:pt x="3461" y="1440"/>
                  </a:cubicBezTo>
                  <a:lnTo>
                    <a:pt x="1623" y="159"/>
                  </a:lnTo>
                  <a:cubicBezTo>
                    <a:pt x="1460" y="52"/>
                    <a:pt x="1276" y="1"/>
                    <a:pt x="1093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6"/>
            <p:cNvSpPr/>
            <p:nvPr/>
          </p:nvSpPr>
          <p:spPr>
            <a:xfrm>
              <a:off x="1667675" y="760350"/>
              <a:ext cx="72050" cy="100475"/>
            </a:xfrm>
            <a:custGeom>
              <a:avLst/>
              <a:gdLst/>
              <a:ahLst/>
              <a:cxnLst/>
              <a:rect l="l" t="t" r="r" b="b"/>
              <a:pathLst>
                <a:path w="2882" h="4019" extrusionOk="0">
                  <a:moveTo>
                    <a:pt x="1066" y="0"/>
                  </a:moveTo>
                  <a:cubicBezTo>
                    <a:pt x="963" y="0"/>
                    <a:pt x="859" y="18"/>
                    <a:pt x="757" y="55"/>
                  </a:cubicBezTo>
                  <a:cubicBezTo>
                    <a:pt x="251" y="237"/>
                    <a:pt x="0" y="778"/>
                    <a:pt x="177" y="1267"/>
                  </a:cubicBezTo>
                  <a:lnTo>
                    <a:pt x="917" y="3374"/>
                  </a:lnTo>
                  <a:cubicBezTo>
                    <a:pt x="1062" y="3777"/>
                    <a:pt x="1435" y="4019"/>
                    <a:pt x="1826" y="4019"/>
                  </a:cubicBezTo>
                  <a:cubicBezTo>
                    <a:pt x="1926" y="4019"/>
                    <a:pt x="2026" y="4003"/>
                    <a:pt x="2124" y="3971"/>
                  </a:cubicBezTo>
                  <a:cubicBezTo>
                    <a:pt x="2613" y="3789"/>
                    <a:pt x="2881" y="3248"/>
                    <a:pt x="2704" y="2759"/>
                  </a:cubicBezTo>
                  <a:lnTo>
                    <a:pt x="1964" y="635"/>
                  </a:lnTo>
                  <a:cubicBezTo>
                    <a:pt x="1821" y="249"/>
                    <a:pt x="1453" y="0"/>
                    <a:pt x="1066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6"/>
            <p:cNvSpPr/>
            <p:nvPr/>
          </p:nvSpPr>
          <p:spPr>
            <a:xfrm>
              <a:off x="1628825" y="760800"/>
              <a:ext cx="69050" cy="101525"/>
            </a:xfrm>
            <a:custGeom>
              <a:avLst/>
              <a:gdLst/>
              <a:ahLst/>
              <a:cxnLst/>
              <a:rect l="l" t="t" r="r" b="b"/>
              <a:pathLst>
                <a:path w="2762" h="4061" extrusionOk="0">
                  <a:moveTo>
                    <a:pt x="1708" y="1"/>
                  </a:moveTo>
                  <a:cubicBezTo>
                    <a:pt x="1294" y="1"/>
                    <a:pt x="915" y="271"/>
                    <a:pt x="797" y="686"/>
                  </a:cubicBezTo>
                  <a:lnTo>
                    <a:pt x="148" y="2832"/>
                  </a:lnTo>
                  <a:cubicBezTo>
                    <a:pt x="1" y="3338"/>
                    <a:pt x="291" y="3862"/>
                    <a:pt x="797" y="4022"/>
                  </a:cubicBezTo>
                  <a:cubicBezTo>
                    <a:pt x="882" y="4048"/>
                    <a:pt x="969" y="4060"/>
                    <a:pt x="1056" y="4060"/>
                  </a:cubicBezTo>
                  <a:cubicBezTo>
                    <a:pt x="1460" y="4060"/>
                    <a:pt x="1848" y="3790"/>
                    <a:pt x="1969" y="3373"/>
                  </a:cubicBezTo>
                  <a:lnTo>
                    <a:pt x="2618" y="1227"/>
                  </a:lnTo>
                  <a:cubicBezTo>
                    <a:pt x="2761" y="725"/>
                    <a:pt x="2471" y="202"/>
                    <a:pt x="1969" y="37"/>
                  </a:cubicBezTo>
                  <a:cubicBezTo>
                    <a:pt x="1882" y="13"/>
                    <a:pt x="1794" y="1"/>
                    <a:pt x="1708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6"/>
            <p:cNvSpPr/>
            <p:nvPr/>
          </p:nvSpPr>
          <p:spPr>
            <a:xfrm>
              <a:off x="1581125" y="747850"/>
              <a:ext cx="98250" cy="81525"/>
            </a:xfrm>
            <a:custGeom>
              <a:avLst/>
              <a:gdLst/>
              <a:ahLst/>
              <a:cxnLst/>
              <a:rect l="l" t="t" r="r" b="b"/>
              <a:pathLst>
                <a:path w="3930" h="3261" extrusionOk="0">
                  <a:moveTo>
                    <a:pt x="2840" y="0"/>
                  </a:moveTo>
                  <a:cubicBezTo>
                    <a:pt x="2642" y="0"/>
                    <a:pt x="2442" y="64"/>
                    <a:pt x="2272" y="196"/>
                  </a:cubicBezTo>
                  <a:lnTo>
                    <a:pt x="485" y="1550"/>
                  </a:lnTo>
                  <a:cubicBezTo>
                    <a:pt x="70" y="1875"/>
                    <a:pt x="1" y="2468"/>
                    <a:pt x="308" y="2883"/>
                  </a:cubicBezTo>
                  <a:cubicBezTo>
                    <a:pt x="500" y="3128"/>
                    <a:pt x="785" y="3261"/>
                    <a:pt x="1073" y="3261"/>
                  </a:cubicBezTo>
                  <a:cubicBezTo>
                    <a:pt x="1271" y="3261"/>
                    <a:pt x="1471" y="3197"/>
                    <a:pt x="1641" y="3065"/>
                  </a:cubicBezTo>
                  <a:lnTo>
                    <a:pt x="3423" y="1710"/>
                  </a:lnTo>
                  <a:cubicBezTo>
                    <a:pt x="3838" y="1386"/>
                    <a:pt x="3929" y="793"/>
                    <a:pt x="3605" y="378"/>
                  </a:cubicBezTo>
                  <a:cubicBezTo>
                    <a:pt x="3413" y="132"/>
                    <a:pt x="3127" y="0"/>
                    <a:pt x="284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6"/>
            <p:cNvSpPr/>
            <p:nvPr/>
          </p:nvSpPr>
          <p:spPr>
            <a:xfrm>
              <a:off x="1564900" y="726125"/>
              <a:ext cx="104075" cy="48725"/>
            </a:xfrm>
            <a:custGeom>
              <a:avLst/>
              <a:gdLst/>
              <a:ahLst/>
              <a:cxnLst/>
              <a:rect l="l" t="t" r="r" b="b"/>
              <a:pathLst>
                <a:path w="4163" h="1949" extrusionOk="0">
                  <a:moveTo>
                    <a:pt x="3204" y="0"/>
                  </a:moveTo>
                  <a:cubicBezTo>
                    <a:pt x="3193" y="0"/>
                    <a:pt x="3183" y="1"/>
                    <a:pt x="3172" y="1"/>
                  </a:cubicBezTo>
                  <a:lnTo>
                    <a:pt x="935" y="57"/>
                  </a:lnTo>
                  <a:cubicBezTo>
                    <a:pt x="416" y="74"/>
                    <a:pt x="1" y="507"/>
                    <a:pt x="1" y="1031"/>
                  </a:cubicBezTo>
                  <a:cubicBezTo>
                    <a:pt x="18" y="1543"/>
                    <a:pt x="433" y="1948"/>
                    <a:pt x="943" y="1948"/>
                  </a:cubicBezTo>
                  <a:cubicBezTo>
                    <a:pt x="953" y="1948"/>
                    <a:pt x="964" y="1948"/>
                    <a:pt x="974" y="1948"/>
                  </a:cubicBezTo>
                  <a:lnTo>
                    <a:pt x="3207" y="1896"/>
                  </a:lnTo>
                  <a:cubicBezTo>
                    <a:pt x="3748" y="1879"/>
                    <a:pt x="4163" y="1446"/>
                    <a:pt x="4146" y="922"/>
                  </a:cubicBezTo>
                  <a:cubicBezTo>
                    <a:pt x="4129" y="409"/>
                    <a:pt x="3713" y="0"/>
                    <a:pt x="3204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6"/>
            <p:cNvSpPr/>
            <p:nvPr/>
          </p:nvSpPr>
          <p:spPr>
            <a:xfrm>
              <a:off x="1578425" y="672225"/>
              <a:ext cx="100075" cy="79175"/>
            </a:xfrm>
            <a:custGeom>
              <a:avLst/>
              <a:gdLst/>
              <a:ahLst/>
              <a:cxnLst/>
              <a:rect l="l" t="t" r="r" b="b"/>
              <a:pathLst>
                <a:path w="4003" h="3167" extrusionOk="0">
                  <a:moveTo>
                    <a:pt x="1071" y="0"/>
                  </a:moveTo>
                  <a:cubicBezTo>
                    <a:pt x="773" y="0"/>
                    <a:pt x="475" y="143"/>
                    <a:pt x="286" y="409"/>
                  </a:cubicBezTo>
                  <a:cubicBezTo>
                    <a:pt x="1" y="842"/>
                    <a:pt x="109" y="1439"/>
                    <a:pt x="542" y="1724"/>
                  </a:cubicBezTo>
                  <a:lnTo>
                    <a:pt x="2380" y="3005"/>
                  </a:lnTo>
                  <a:cubicBezTo>
                    <a:pt x="2543" y="3114"/>
                    <a:pt x="2729" y="3167"/>
                    <a:pt x="2913" y="3167"/>
                  </a:cubicBezTo>
                  <a:cubicBezTo>
                    <a:pt x="3217" y="3167"/>
                    <a:pt x="3515" y="3023"/>
                    <a:pt x="3695" y="2754"/>
                  </a:cubicBezTo>
                  <a:cubicBezTo>
                    <a:pt x="4003" y="2339"/>
                    <a:pt x="3894" y="1742"/>
                    <a:pt x="3462" y="1439"/>
                  </a:cubicBezTo>
                  <a:lnTo>
                    <a:pt x="1606" y="175"/>
                  </a:lnTo>
                  <a:cubicBezTo>
                    <a:pt x="1445" y="57"/>
                    <a:pt x="1258" y="0"/>
                    <a:pt x="107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6"/>
            <p:cNvSpPr/>
            <p:nvPr/>
          </p:nvSpPr>
          <p:spPr>
            <a:xfrm>
              <a:off x="1624400" y="637075"/>
              <a:ext cx="72050" cy="100450"/>
            </a:xfrm>
            <a:custGeom>
              <a:avLst/>
              <a:gdLst/>
              <a:ahLst/>
              <a:cxnLst/>
              <a:rect l="l" t="t" r="r" b="b"/>
              <a:pathLst>
                <a:path w="2882" h="4018" extrusionOk="0">
                  <a:moveTo>
                    <a:pt x="1058" y="0"/>
                  </a:moveTo>
                  <a:cubicBezTo>
                    <a:pt x="958" y="0"/>
                    <a:pt x="857" y="16"/>
                    <a:pt x="758" y="50"/>
                  </a:cubicBezTo>
                  <a:cubicBezTo>
                    <a:pt x="251" y="227"/>
                    <a:pt x="0" y="768"/>
                    <a:pt x="178" y="1274"/>
                  </a:cubicBezTo>
                  <a:lnTo>
                    <a:pt x="918" y="3386"/>
                  </a:lnTo>
                  <a:cubicBezTo>
                    <a:pt x="1047" y="3767"/>
                    <a:pt x="1421" y="4018"/>
                    <a:pt x="1811" y="4018"/>
                  </a:cubicBezTo>
                  <a:cubicBezTo>
                    <a:pt x="1916" y="4018"/>
                    <a:pt x="2022" y="3999"/>
                    <a:pt x="2125" y="3961"/>
                  </a:cubicBezTo>
                  <a:cubicBezTo>
                    <a:pt x="2614" y="3797"/>
                    <a:pt x="2882" y="3256"/>
                    <a:pt x="2704" y="2754"/>
                  </a:cubicBezTo>
                  <a:lnTo>
                    <a:pt x="1965" y="643"/>
                  </a:lnTo>
                  <a:cubicBezTo>
                    <a:pt x="1820" y="243"/>
                    <a:pt x="1448" y="0"/>
                    <a:pt x="1058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26"/>
            <p:cNvSpPr/>
            <p:nvPr/>
          </p:nvSpPr>
          <p:spPr>
            <a:xfrm>
              <a:off x="1666250" y="635800"/>
              <a:ext cx="69050" cy="101225"/>
            </a:xfrm>
            <a:custGeom>
              <a:avLst/>
              <a:gdLst/>
              <a:ahLst/>
              <a:cxnLst/>
              <a:rect l="l" t="t" r="r" b="b"/>
              <a:pathLst>
                <a:path w="2762" h="4049" extrusionOk="0">
                  <a:moveTo>
                    <a:pt x="1688" y="0"/>
                  </a:moveTo>
                  <a:cubicBezTo>
                    <a:pt x="1291" y="0"/>
                    <a:pt x="913" y="266"/>
                    <a:pt x="797" y="676"/>
                  </a:cubicBezTo>
                  <a:lnTo>
                    <a:pt x="148" y="2822"/>
                  </a:lnTo>
                  <a:cubicBezTo>
                    <a:pt x="1" y="3328"/>
                    <a:pt x="291" y="3848"/>
                    <a:pt x="797" y="4012"/>
                  </a:cubicBezTo>
                  <a:cubicBezTo>
                    <a:pt x="881" y="4037"/>
                    <a:pt x="967" y="4049"/>
                    <a:pt x="1052" y="4049"/>
                  </a:cubicBezTo>
                  <a:cubicBezTo>
                    <a:pt x="1458" y="4049"/>
                    <a:pt x="1847" y="3781"/>
                    <a:pt x="1965" y="3363"/>
                  </a:cubicBezTo>
                  <a:lnTo>
                    <a:pt x="2614" y="1217"/>
                  </a:lnTo>
                  <a:cubicBezTo>
                    <a:pt x="2761" y="711"/>
                    <a:pt x="2471" y="192"/>
                    <a:pt x="1965" y="45"/>
                  </a:cubicBezTo>
                  <a:cubicBezTo>
                    <a:pt x="1874" y="14"/>
                    <a:pt x="1780" y="0"/>
                    <a:pt x="1688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26"/>
            <p:cNvSpPr/>
            <p:nvPr/>
          </p:nvSpPr>
          <p:spPr>
            <a:xfrm>
              <a:off x="1636950" y="708700"/>
              <a:ext cx="90225" cy="80475"/>
            </a:xfrm>
            <a:custGeom>
              <a:avLst/>
              <a:gdLst/>
              <a:ahLst/>
              <a:cxnLst/>
              <a:rect l="l" t="t" r="r" b="b"/>
              <a:pathLst>
                <a:path w="3609" h="3219" extrusionOk="0">
                  <a:moveTo>
                    <a:pt x="1811" y="0"/>
                  </a:moveTo>
                  <a:cubicBezTo>
                    <a:pt x="1107" y="0"/>
                    <a:pt x="462" y="454"/>
                    <a:pt x="256" y="1148"/>
                  </a:cubicBezTo>
                  <a:cubicBezTo>
                    <a:pt x="0" y="1996"/>
                    <a:pt x="489" y="2900"/>
                    <a:pt x="1337" y="3151"/>
                  </a:cubicBezTo>
                  <a:cubicBezTo>
                    <a:pt x="1495" y="3197"/>
                    <a:pt x="1653" y="3219"/>
                    <a:pt x="1809" y="3219"/>
                  </a:cubicBezTo>
                  <a:cubicBezTo>
                    <a:pt x="2509" y="3219"/>
                    <a:pt x="3148" y="2777"/>
                    <a:pt x="3353" y="2069"/>
                  </a:cubicBezTo>
                  <a:cubicBezTo>
                    <a:pt x="3609" y="1221"/>
                    <a:pt x="3120" y="322"/>
                    <a:pt x="2272" y="66"/>
                  </a:cubicBezTo>
                  <a:cubicBezTo>
                    <a:pt x="2118" y="22"/>
                    <a:pt x="1963" y="0"/>
                    <a:pt x="1811" y="0"/>
                  </a:cubicBezTo>
                  <a:close/>
                </a:path>
              </a:pathLst>
            </a:custGeom>
            <a:solidFill>
              <a:srgbClr val="FFD6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6"/>
            <p:cNvSpPr/>
            <p:nvPr/>
          </p:nvSpPr>
          <p:spPr>
            <a:xfrm>
              <a:off x="1491900" y="1060600"/>
              <a:ext cx="182050" cy="121175"/>
            </a:xfrm>
            <a:custGeom>
              <a:avLst/>
              <a:gdLst/>
              <a:ahLst/>
              <a:cxnLst/>
              <a:rect l="l" t="t" r="r" b="b"/>
              <a:pathLst>
                <a:path w="7282" h="4847" extrusionOk="0">
                  <a:moveTo>
                    <a:pt x="3169" y="1"/>
                  </a:moveTo>
                  <a:cubicBezTo>
                    <a:pt x="1629" y="1"/>
                    <a:pt x="460" y="431"/>
                    <a:pt x="70" y="592"/>
                  </a:cubicBezTo>
                  <a:cubicBezTo>
                    <a:pt x="70" y="592"/>
                    <a:pt x="18" y="631"/>
                    <a:pt x="1" y="631"/>
                  </a:cubicBezTo>
                  <a:lnTo>
                    <a:pt x="18" y="700"/>
                  </a:lnTo>
                  <a:cubicBezTo>
                    <a:pt x="234" y="1223"/>
                    <a:pt x="1117" y="3101"/>
                    <a:pt x="3137" y="4377"/>
                  </a:cubicBezTo>
                  <a:cubicBezTo>
                    <a:pt x="3661" y="4716"/>
                    <a:pt x="4120" y="4847"/>
                    <a:pt x="4516" y="4847"/>
                  </a:cubicBezTo>
                  <a:cubicBezTo>
                    <a:pt x="5686" y="4847"/>
                    <a:pt x="6311" y="3701"/>
                    <a:pt x="6473" y="3352"/>
                  </a:cubicBezTo>
                  <a:cubicBezTo>
                    <a:pt x="6473" y="3352"/>
                    <a:pt x="6490" y="3335"/>
                    <a:pt x="6508" y="3296"/>
                  </a:cubicBezTo>
                  <a:cubicBezTo>
                    <a:pt x="6508" y="3279"/>
                    <a:pt x="6525" y="3261"/>
                    <a:pt x="6525" y="3261"/>
                  </a:cubicBezTo>
                  <a:cubicBezTo>
                    <a:pt x="6689" y="2777"/>
                    <a:pt x="7282" y="700"/>
                    <a:pt x="4868" y="181"/>
                  </a:cubicBezTo>
                  <a:cubicBezTo>
                    <a:pt x="4269" y="52"/>
                    <a:pt x="3697" y="1"/>
                    <a:pt x="3169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6"/>
            <p:cNvSpPr/>
            <p:nvPr/>
          </p:nvSpPr>
          <p:spPr>
            <a:xfrm>
              <a:off x="1509850" y="1082525"/>
              <a:ext cx="138900" cy="59625"/>
            </a:xfrm>
            <a:custGeom>
              <a:avLst/>
              <a:gdLst/>
              <a:ahLst/>
              <a:cxnLst/>
              <a:rect l="l" t="t" r="r" b="b"/>
              <a:pathLst>
                <a:path w="5556" h="2385" extrusionOk="0">
                  <a:moveTo>
                    <a:pt x="108" y="0"/>
                  </a:moveTo>
                  <a:cubicBezTo>
                    <a:pt x="74" y="0"/>
                    <a:pt x="37" y="29"/>
                    <a:pt x="22" y="61"/>
                  </a:cubicBezTo>
                  <a:cubicBezTo>
                    <a:pt x="1" y="96"/>
                    <a:pt x="22" y="147"/>
                    <a:pt x="74" y="169"/>
                  </a:cubicBezTo>
                  <a:lnTo>
                    <a:pt x="5430" y="2367"/>
                  </a:lnTo>
                  <a:cubicBezTo>
                    <a:pt x="5430" y="2384"/>
                    <a:pt x="5448" y="2384"/>
                    <a:pt x="5465" y="2384"/>
                  </a:cubicBezTo>
                  <a:cubicBezTo>
                    <a:pt x="5500" y="2384"/>
                    <a:pt x="5517" y="2367"/>
                    <a:pt x="5539" y="2332"/>
                  </a:cubicBezTo>
                  <a:cubicBezTo>
                    <a:pt x="5556" y="2276"/>
                    <a:pt x="5539" y="2241"/>
                    <a:pt x="5500" y="2224"/>
                  </a:cubicBezTo>
                  <a:lnTo>
                    <a:pt x="131" y="5"/>
                  </a:lnTo>
                  <a:cubicBezTo>
                    <a:pt x="124" y="2"/>
                    <a:pt x="116" y="0"/>
                    <a:pt x="108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6"/>
            <p:cNvSpPr/>
            <p:nvPr/>
          </p:nvSpPr>
          <p:spPr>
            <a:xfrm>
              <a:off x="1554100" y="1114475"/>
              <a:ext cx="38300" cy="22700"/>
            </a:xfrm>
            <a:custGeom>
              <a:avLst/>
              <a:gdLst/>
              <a:ahLst/>
              <a:cxnLst/>
              <a:rect l="l" t="t" r="r" b="b"/>
              <a:pathLst>
                <a:path w="1532" h="908" extrusionOk="0">
                  <a:moveTo>
                    <a:pt x="1420" y="1"/>
                  </a:moveTo>
                  <a:cubicBezTo>
                    <a:pt x="1409" y="1"/>
                    <a:pt x="1398" y="3"/>
                    <a:pt x="1389" y="7"/>
                  </a:cubicBezTo>
                  <a:lnTo>
                    <a:pt x="52" y="747"/>
                  </a:lnTo>
                  <a:cubicBezTo>
                    <a:pt x="18" y="782"/>
                    <a:pt x="0" y="816"/>
                    <a:pt x="18" y="873"/>
                  </a:cubicBezTo>
                  <a:cubicBezTo>
                    <a:pt x="35" y="890"/>
                    <a:pt x="70" y="907"/>
                    <a:pt x="108" y="907"/>
                  </a:cubicBezTo>
                  <a:lnTo>
                    <a:pt x="143" y="907"/>
                  </a:lnTo>
                  <a:lnTo>
                    <a:pt x="1476" y="167"/>
                  </a:lnTo>
                  <a:cubicBezTo>
                    <a:pt x="1515" y="133"/>
                    <a:pt x="1532" y="98"/>
                    <a:pt x="1497" y="42"/>
                  </a:cubicBezTo>
                  <a:cubicBezTo>
                    <a:pt x="1481" y="17"/>
                    <a:pt x="1449" y="1"/>
                    <a:pt x="1420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6"/>
            <p:cNvSpPr/>
            <p:nvPr/>
          </p:nvSpPr>
          <p:spPr>
            <a:xfrm>
              <a:off x="1592825" y="1130425"/>
              <a:ext cx="38300" cy="22975"/>
            </a:xfrm>
            <a:custGeom>
              <a:avLst/>
              <a:gdLst/>
              <a:ahLst/>
              <a:cxnLst/>
              <a:rect l="l" t="t" r="r" b="b"/>
              <a:pathLst>
                <a:path w="1532" h="919" extrusionOk="0">
                  <a:moveTo>
                    <a:pt x="1432" y="0"/>
                  </a:moveTo>
                  <a:cubicBezTo>
                    <a:pt x="1416" y="0"/>
                    <a:pt x="1401" y="6"/>
                    <a:pt x="1389" y="18"/>
                  </a:cubicBezTo>
                  <a:lnTo>
                    <a:pt x="56" y="758"/>
                  </a:lnTo>
                  <a:cubicBezTo>
                    <a:pt x="17" y="775"/>
                    <a:pt x="0" y="827"/>
                    <a:pt x="17" y="866"/>
                  </a:cubicBezTo>
                  <a:cubicBezTo>
                    <a:pt x="35" y="901"/>
                    <a:pt x="74" y="918"/>
                    <a:pt x="108" y="918"/>
                  </a:cubicBezTo>
                  <a:cubicBezTo>
                    <a:pt x="108" y="918"/>
                    <a:pt x="126" y="901"/>
                    <a:pt x="143" y="901"/>
                  </a:cubicBezTo>
                  <a:lnTo>
                    <a:pt x="1480" y="161"/>
                  </a:lnTo>
                  <a:cubicBezTo>
                    <a:pt x="1514" y="144"/>
                    <a:pt x="1532" y="92"/>
                    <a:pt x="1514" y="53"/>
                  </a:cubicBezTo>
                  <a:cubicBezTo>
                    <a:pt x="1492" y="19"/>
                    <a:pt x="1461" y="0"/>
                    <a:pt x="1432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6"/>
            <p:cNvSpPr/>
            <p:nvPr/>
          </p:nvSpPr>
          <p:spPr>
            <a:xfrm>
              <a:off x="1577025" y="1077650"/>
              <a:ext cx="15375" cy="41025"/>
            </a:xfrm>
            <a:custGeom>
              <a:avLst/>
              <a:gdLst/>
              <a:ahLst/>
              <a:cxnLst/>
              <a:rect l="l" t="t" r="r" b="b"/>
              <a:pathLst>
                <a:path w="615" h="1641" extrusionOk="0">
                  <a:moveTo>
                    <a:pt x="57" y="1"/>
                  </a:moveTo>
                  <a:cubicBezTo>
                    <a:pt x="18" y="18"/>
                    <a:pt x="0" y="74"/>
                    <a:pt x="0" y="109"/>
                  </a:cubicBezTo>
                  <a:lnTo>
                    <a:pt x="433" y="1571"/>
                  </a:lnTo>
                  <a:cubicBezTo>
                    <a:pt x="450" y="1606"/>
                    <a:pt x="472" y="1640"/>
                    <a:pt x="524" y="1640"/>
                  </a:cubicBezTo>
                  <a:lnTo>
                    <a:pt x="541" y="1640"/>
                  </a:lnTo>
                  <a:cubicBezTo>
                    <a:pt x="580" y="1623"/>
                    <a:pt x="615" y="1571"/>
                    <a:pt x="598" y="1532"/>
                  </a:cubicBezTo>
                  <a:lnTo>
                    <a:pt x="165" y="74"/>
                  </a:lnTo>
                  <a:cubicBezTo>
                    <a:pt x="165" y="18"/>
                    <a:pt x="109" y="1"/>
                    <a:pt x="5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6"/>
            <p:cNvSpPr/>
            <p:nvPr/>
          </p:nvSpPr>
          <p:spPr>
            <a:xfrm>
              <a:off x="1615850" y="1093775"/>
              <a:ext cx="15275" cy="40700"/>
            </a:xfrm>
            <a:custGeom>
              <a:avLst/>
              <a:gdLst/>
              <a:ahLst/>
              <a:cxnLst/>
              <a:rect l="l" t="t" r="r" b="b"/>
              <a:pathLst>
                <a:path w="611" h="1628" extrusionOk="0">
                  <a:moveTo>
                    <a:pt x="92" y="0"/>
                  </a:moveTo>
                  <a:cubicBezTo>
                    <a:pt x="84" y="0"/>
                    <a:pt x="77" y="1"/>
                    <a:pt x="70" y="5"/>
                  </a:cubicBezTo>
                  <a:cubicBezTo>
                    <a:pt x="18" y="22"/>
                    <a:pt x="1" y="61"/>
                    <a:pt x="1" y="113"/>
                  </a:cubicBezTo>
                  <a:lnTo>
                    <a:pt x="433" y="1575"/>
                  </a:lnTo>
                  <a:cubicBezTo>
                    <a:pt x="451" y="1610"/>
                    <a:pt x="485" y="1627"/>
                    <a:pt x="520" y="1627"/>
                  </a:cubicBezTo>
                  <a:lnTo>
                    <a:pt x="541" y="1627"/>
                  </a:lnTo>
                  <a:cubicBezTo>
                    <a:pt x="576" y="1610"/>
                    <a:pt x="611" y="1575"/>
                    <a:pt x="593" y="1519"/>
                  </a:cubicBezTo>
                  <a:lnTo>
                    <a:pt x="161" y="61"/>
                  </a:lnTo>
                  <a:cubicBezTo>
                    <a:pt x="161" y="29"/>
                    <a:pt x="126" y="0"/>
                    <a:pt x="92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6"/>
            <p:cNvSpPr/>
            <p:nvPr/>
          </p:nvSpPr>
          <p:spPr>
            <a:xfrm>
              <a:off x="1513975" y="1096150"/>
              <a:ext cx="35175" cy="41450"/>
            </a:xfrm>
            <a:custGeom>
              <a:avLst/>
              <a:gdLst/>
              <a:ahLst/>
              <a:cxnLst/>
              <a:rect l="l" t="t" r="r" b="b"/>
              <a:pathLst>
                <a:path w="1407" h="1658" extrusionOk="0">
                  <a:moveTo>
                    <a:pt x="0" y="0"/>
                  </a:moveTo>
                  <a:lnTo>
                    <a:pt x="0" y="1657"/>
                  </a:lnTo>
                  <a:lnTo>
                    <a:pt x="1406" y="1657"/>
                  </a:lnTo>
                  <a:lnTo>
                    <a:pt x="1406" y="0"/>
                  </a:lnTo>
                  <a:close/>
                </a:path>
              </a:pathLst>
            </a:custGeom>
            <a:solidFill>
              <a:srgbClr val="00D2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6"/>
            <p:cNvSpPr/>
            <p:nvPr/>
          </p:nvSpPr>
          <p:spPr>
            <a:xfrm>
              <a:off x="1694700" y="866250"/>
              <a:ext cx="119425" cy="100650"/>
            </a:xfrm>
            <a:custGeom>
              <a:avLst/>
              <a:gdLst/>
              <a:ahLst/>
              <a:cxnLst/>
              <a:rect l="l" t="t" r="r" b="b"/>
              <a:pathLst>
                <a:path w="4777" h="4026" extrusionOk="0">
                  <a:moveTo>
                    <a:pt x="4582" y="0"/>
                  </a:moveTo>
                  <a:cubicBezTo>
                    <a:pt x="4052" y="0"/>
                    <a:pt x="2732" y="109"/>
                    <a:pt x="1459" y="959"/>
                  </a:cubicBezTo>
                  <a:cubicBezTo>
                    <a:pt x="1" y="1932"/>
                    <a:pt x="918" y="3140"/>
                    <a:pt x="1173" y="3412"/>
                  </a:cubicBezTo>
                  <a:cubicBezTo>
                    <a:pt x="1173" y="3412"/>
                    <a:pt x="1173" y="3429"/>
                    <a:pt x="1190" y="3447"/>
                  </a:cubicBezTo>
                  <a:cubicBezTo>
                    <a:pt x="1208" y="3464"/>
                    <a:pt x="1225" y="3464"/>
                    <a:pt x="1225" y="3464"/>
                  </a:cubicBezTo>
                  <a:cubicBezTo>
                    <a:pt x="1376" y="3615"/>
                    <a:pt x="1859" y="4026"/>
                    <a:pt x="2447" y="4026"/>
                  </a:cubicBezTo>
                  <a:cubicBezTo>
                    <a:pt x="2839" y="4026"/>
                    <a:pt x="3277" y="3844"/>
                    <a:pt x="3695" y="3282"/>
                  </a:cubicBezTo>
                  <a:cubicBezTo>
                    <a:pt x="4686" y="1915"/>
                    <a:pt x="4777" y="453"/>
                    <a:pt x="4777" y="59"/>
                  </a:cubicBezTo>
                  <a:lnTo>
                    <a:pt x="4777" y="3"/>
                  </a:lnTo>
                  <a:lnTo>
                    <a:pt x="4721" y="3"/>
                  </a:lnTo>
                  <a:cubicBezTo>
                    <a:pt x="4684" y="1"/>
                    <a:pt x="4637" y="0"/>
                    <a:pt x="4582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6"/>
            <p:cNvSpPr/>
            <p:nvPr/>
          </p:nvSpPr>
          <p:spPr>
            <a:xfrm>
              <a:off x="1726725" y="875100"/>
              <a:ext cx="78425" cy="75050"/>
            </a:xfrm>
            <a:custGeom>
              <a:avLst/>
              <a:gdLst/>
              <a:ahLst/>
              <a:cxnLst/>
              <a:rect l="l" t="t" r="r" b="b"/>
              <a:pathLst>
                <a:path w="3137" h="3002" extrusionOk="0">
                  <a:moveTo>
                    <a:pt x="3054" y="0"/>
                  </a:moveTo>
                  <a:cubicBezTo>
                    <a:pt x="3032" y="0"/>
                    <a:pt x="3009" y="10"/>
                    <a:pt x="2990" y="30"/>
                  </a:cubicBezTo>
                  <a:lnTo>
                    <a:pt x="35" y="2859"/>
                  </a:lnTo>
                  <a:cubicBezTo>
                    <a:pt x="0" y="2894"/>
                    <a:pt x="0" y="2950"/>
                    <a:pt x="18" y="2985"/>
                  </a:cubicBezTo>
                  <a:cubicBezTo>
                    <a:pt x="35" y="3002"/>
                    <a:pt x="69" y="3002"/>
                    <a:pt x="87" y="3002"/>
                  </a:cubicBezTo>
                  <a:cubicBezTo>
                    <a:pt x="108" y="3002"/>
                    <a:pt x="126" y="3002"/>
                    <a:pt x="143" y="2985"/>
                  </a:cubicBezTo>
                  <a:lnTo>
                    <a:pt x="3098" y="138"/>
                  </a:lnTo>
                  <a:cubicBezTo>
                    <a:pt x="3137" y="116"/>
                    <a:pt x="3137" y="64"/>
                    <a:pt x="3115" y="30"/>
                  </a:cubicBezTo>
                  <a:cubicBezTo>
                    <a:pt x="3098" y="10"/>
                    <a:pt x="3076" y="0"/>
                    <a:pt x="3054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6"/>
            <p:cNvSpPr/>
            <p:nvPr/>
          </p:nvSpPr>
          <p:spPr>
            <a:xfrm>
              <a:off x="1755500" y="889350"/>
              <a:ext cx="6825" cy="31075"/>
            </a:xfrm>
            <a:custGeom>
              <a:avLst/>
              <a:gdLst/>
              <a:ahLst/>
              <a:cxnLst/>
              <a:rect l="l" t="t" r="r" b="b"/>
              <a:pathLst>
                <a:path w="273" h="1243" extrusionOk="0">
                  <a:moveTo>
                    <a:pt x="74" y="0"/>
                  </a:moveTo>
                  <a:cubicBezTo>
                    <a:pt x="39" y="0"/>
                    <a:pt x="0" y="35"/>
                    <a:pt x="0" y="87"/>
                  </a:cubicBezTo>
                  <a:lnTo>
                    <a:pt x="91" y="1151"/>
                  </a:lnTo>
                  <a:cubicBezTo>
                    <a:pt x="108" y="1207"/>
                    <a:pt x="147" y="1242"/>
                    <a:pt x="182" y="1242"/>
                  </a:cubicBezTo>
                  <a:lnTo>
                    <a:pt x="199" y="1242"/>
                  </a:lnTo>
                  <a:cubicBezTo>
                    <a:pt x="234" y="1242"/>
                    <a:pt x="273" y="1190"/>
                    <a:pt x="273" y="1151"/>
                  </a:cubicBezTo>
                  <a:lnTo>
                    <a:pt x="182" y="70"/>
                  </a:lnTo>
                  <a:cubicBezTo>
                    <a:pt x="164" y="35"/>
                    <a:pt x="126" y="0"/>
                    <a:pt x="74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6"/>
            <p:cNvSpPr/>
            <p:nvPr/>
          </p:nvSpPr>
          <p:spPr>
            <a:xfrm>
              <a:off x="1733850" y="909575"/>
              <a:ext cx="7275" cy="31175"/>
            </a:xfrm>
            <a:custGeom>
              <a:avLst/>
              <a:gdLst/>
              <a:ahLst/>
              <a:cxnLst/>
              <a:rect l="l" t="t" r="r" b="b"/>
              <a:pathLst>
                <a:path w="291" h="1247" extrusionOk="0">
                  <a:moveTo>
                    <a:pt x="92" y="0"/>
                  </a:moveTo>
                  <a:cubicBezTo>
                    <a:pt x="40" y="18"/>
                    <a:pt x="1" y="57"/>
                    <a:pt x="1" y="109"/>
                  </a:cubicBezTo>
                  <a:lnTo>
                    <a:pt x="109" y="1173"/>
                  </a:lnTo>
                  <a:cubicBezTo>
                    <a:pt x="109" y="1225"/>
                    <a:pt x="148" y="1246"/>
                    <a:pt x="200" y="1246"/>
                  </a:cubicBezTo>
                  <a:cubicBezTo>
                    <a:pt x="256" y="1246"/>
                    <a:pt x="291" y="1208"/>
                    <a:pt x="273" y="1156"/>
                  </a:cubicBezTo>
                  <a:lnTo>
                    <a:pt x="182" y="91"/>
                  </a:lnTo>
                  <a:cubicBezTo>
                    <a:pt x="182" y="35"/>
                    <a:pt x="126" y="0"/>
                    <a:pt x="92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6"/>
            <p:cNvSpPr/>
            <p:nvPr/>
          </p:nvSpPr>
          <p:spPr>
            <a:xfrm>
              <a:off x="1757750" y="916225"/>
              <a:ext cx="31625" cy="7750"/>
            </a:xfrm>
            <a:custGeom>
              <a:avLst/>
              <a:gdLst/>
              <a:ahLst/>
              <a:cxnLst/>
              <a:rect l="l" t="t" r="r" b="b"/>
              <a:pathLst>
                <a:path w="1265" h="310" extrusionOk="0">
                  <a:moveTo>
                    <a:pt x="81" y="1"/>
                  </a:moveTo>
                  <a:cubicBezTo>
                    <a:pt x="44" y="1"/>
                    <a:pt x="18" y="34"/>
                    <a:pt x="18" y="76"/>
                  </a:cubicBezTo>
                  <a:cubicBezTo>
                    <a:pt x="1" y="115"/>
                    <a:pt x="36" y="167"/>
                    <a:pt x="92" y="167"/>
                  </a:cubicBezTo>
                  <a:lnTo>
                    <a:pt x="1156" y="310"/>
                  </a:lnTo>
                  <a:lnTo>
                    <a:pt x="1173" y="310"/>
                  </a:lnTo>
                  <a:cubicBezTo>
                    <a:pt x="1208" y="310"/>
                    <a:pt x="1247" y="275"/>
                    <a:pt x="1247" y="241"/>
                  </a:cubicBezTo>
                  <a:cubicBezTo>
                    <a:pt x="1264" y="184"/>
                    <a:pt x="1225" y="150"/>
                    <a:pt x="1173" y="150"/>
                  </a:cubicBezTo>
                  <a:lnTo>
                    <a:pt x="109" y="7"/>
                  </a:lnTo>
                  <a:cubicBezTo>
                    <a:pt x="99" y="3"/>
                    <a:pt x="89" y="1"/>
                    <a:pt x="81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6"/>
            <p:cNvSpPr/>
            <p:nvPr/>
          </p:nvSpPr>
          <p:spPr>
            <a:xfrm>
              <a:off x="1736550" y="936625"/>
              <a:ext cx="31175" cy="8125"/>
            </a:xfrm>
            <a:custGeom>
              <a:avLst/>
              <a:gdLst/>
              <a:ahLst/>
              <a:cxnLst/>
              <a:rect l="l" t="t" r="r" b="b"/>
              <a:pathLst>
                <a:path w="1247" h="325" extrusionOk="0">
                  <a:moveTo>
                    <a:pt x="92" y="0"/>
                  </a:moveTo>
                  <a:cubicBezTo>
                    <a:pt x="57" y="0"/>
                    <a:pt x="1" y="35"/>
                    <a:pt x="1" y="74"/>
                  </a:cubicBezTo>
                  <a:cubicBezTo>
                    <a:pt x="1" y="126"/>
                    <a:pt x="40" y="164"/>
                    <a:pt x="74" y="182"/>
                  </a:cubicBezTo>
                  <a:lnTo>
                    <a:pt x="1139" y="325"/>
                  </a:lnTo>
                  <a:lnTo>
                    <a:pt x="1156" y="325"/>
                  </a:lnTo>
                  <a:cubicBezTo>
                    <a:pt x="1191" y="325"/>
                    <a:pt x="1230" y="290"/>
                    <a:pt x="1247" y="234"/>
                  </a:cubicBezTo>
                  <a:cubicBezTo>
                    <a:pt x="1247" y="199"/>
                    <a:pt x="1208" y="143"/>
                    <a:pt x="1173" y="143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6"/>
            <p:cNvSpPr/>
            <p:nvPr/>
          </p:nvSpPr>
          <p:spPr>
            <a:xfrm>
              <a:off x="1759175" y="873550"/>
              <a:ext cx="34625" cy="13975"/>
            </a:xfrm>
            <a:custGeom>
              <a:avLst/>
              <a:gdLst/>
              <a:ahLst/>
              <a:cxnLst/>
              <a:rect l="l" t="t" r="r" b="b"/>
              <a:pathLst>
                <a:path w="1385" h="559" extrusionOk="0">
                  <a:moveTo>
                    <a:pt x="1190" y="1"/>
                  </a:moveTo>
                  <a:cubicBezTo>
                    <a:pt x="826" y="35"/>
                    <a:pt x="467" y="126"/>
                    <a:pt x="126" y="234"/>
                  </a:cubicBezTo>
                  <a:cubicBezTo>
                    <a:pt x="35" y="269"/>
                    <a:pt x="0" y="360"/>
                    <a:pt x="35" y="451"/>
                  </a:cubicBezTo>
                  <a:cubicBezTo>
                    <a:pt x="35" y="485"/>
                    <a:pt x="52" y="503"/>
                    <a:pt x="69" y="524"/>
                  </a:cubicBezTo>
                  <a:cubicBezTo>
                    <a:pt x="87" y="542"/>
                    <a:pt x="143" y="559"/>
                    <a:pt x="195" y="559"/>
                  </a:cubicBezTo>
                  <a:lnTo>
                    <a:pt x="251" y="559"/>
                  </a:lnTo>
                  <a:cubicBezTo>
                    <a:pt x="558" y="451"/>
                    <a:pt x="883" y="377"/>
                    <a:pt x="1225" y="343"/>
                  </a:cubicBezTo>
                  <a:cubicBezTo>
                    <a:pt x="1315" y="325"/>
                    <a:pt x="1385" y="234"/>
                    <a:pt x="1367" y="144"/>
                  </a:cubicBezTo>
                  <a:cubicBezTo>
                    <a:pt x="1367" y="53"/>
                    <a:pt x="1276" y="1"/>
                    <a:pt x="1207" y="1"/>
                  </a:cubicBezTo>
                  <a:close/>
                </a:path>
              </a:pathLst>
            </a:custGeom>
            <a:solidFill>
              <a:srgbClr val="00D2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26"/>
            <p:cNvSpPr/>
            <p:nvPr/>
          </p:nvSpPr>
          <p:spPr>
            <a:xfrm>
              <a:off x="2276925" y="1224100"/>
              <a:ext cx="186600" cy="132525"/>
            </a:xfrm>
            <a:custGeom>
              <a:avLst/>
              <a:gdLst/>
              <a:ahLst/>
              <a:cxnLst/>
              <a:rect l="l" t="t" r="r" b="b"/>
              <a:pathLst>
                <a:path w="7464" h="5301" extrusionOk="0">
                  <a:moveTo>
                    <a:pt x="3875" y="0"/>
                  </a:moveTo>
                  <a:cubicBezTo>
                    <a:pt x="3864" y="0"/>
                    <a:pt x="3853" y="0"/>
                    <a:pt x="3842" y="1"/>
                  </a:cubicBezTo>
                  <a:cubicBezTo>
                    <a:pt x="3211" y="22"/>
                    <a:pt x="2705" y="541"/>
                    <a:pt x="2722" y="1190"/>
                  </a:cubicBezTo>
                  <a:lnTo>
                    <a:pt x="2761" y="2705"/>
                  </a:lnTo>
                  <a:lnTo>
                    <a:pt x="2272" y="1986"/>
                  </a:lnTo>
                  <a:cubicBezTo>
                    <a:pt x="2058" y="1659"/>
                    <a:pt x="1696" y="1481"/>
                    <a:pt x="1326" y="1481"/>
                  </a:cubicBezTo>
                  <a:cubicBezTo>
                    <a:pt x="1104" y="1481"/>
                    <a:pt x="880" y="1545"/>
                    <a:pt x="684" y="1679"/>
                  </a:cubicBezTo>
                  <a:cubicBezTo>
                    <a:pt x="143" y="2021"/>
                    <a:pt x="1" y="2744"/>
                    <a:pt x="360" y="3267"/>
                  </a:cubicBezTo>
                  <a:lnTo>
                    <a:pt x="1731" y="5300"/>
                  </a:lnTo>
                  <a:lnTo>
                    <a:pt x="5227" y="5283"/>
                  </a:lnTo>
                  <a:lnTo>
                    <a:pt x="6940" y="3769"/>
                  </a:lnTo>
                  <a:cubicBezTo>
                    <a:pt x="7429" y="3354"/>
                    <a:pt x="7464" y="2635"/>
                    <a:pt x="7048" y="2146"/>
                  </a:cubicBezTo>
                  <a:cubicBezTo>
                    <a:pt x="6821" y="1891"/>
                    <a:pt x="6499" y="1759"/>
                    <a:pt x="6176" y="1759"/>
                  </a:cubicBezTo>
                  <a:cubicBezTo>
                    <a:pt x="5908" y="1759"/>
                    <a:pt x="5640" y="1850"/>
                    <a:pt x="5426" y="2038"/>
                  </a:cubicBezTo>
                  <a:lnTo>
                    <a:pt x="5067" y="2363"/>
                  </a:lnTo>
                  <a:lnTo>
                    <a:pt x="5032" y="1121"/>
                  </a:lnTo>
                  <a:cubicBezTo>
                    <a:pt x="5011" y="500"/>
                    <a:pt x="4509" y="0"/>
                    <a:pt x="3875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9" name="Google Shape;1889;p26"/>
          <p:cNvGrpSpPr/>
          <p:nvPr/>
        </p:nvGrpSpPr>
        <p:grpSpPr>
          <a:xfrm>
            <a:off x="378059" y="219277"/>
            <a:ext cx="246888" cy="246888"/>
            <a:chOff x="4396276" y="3156781"/>
            <a:chExt cx="367777" cy="369040"/>
          </a:xfrm>
        </p:grpSpPr>
        <p:sp>
          <p:nvSpPr>
            <p:cNvPr id="1890" name="Google Shape;1890;p26"/>
            <p:cNvSpPr/>
            <p:nvPr/>
          </p:nvSpPr>
          <p:spPr>
            <a:xfrm>
              <a:off x="4396276" y="3156781"/>
              <a:ext cx="367777" cy="369040"/>
            </a:xfrm>
            <a:custGeom>
              <a:avLst/>
              <a:gdLst/>
              <a:ahLst/>
              <a:cxnLst/>
              <a:rect l="l" t="t" r="r" b="b"/>
              <a:pathLst>
                <a:path w="2542" h="2551" extrusionOk="0">
                  <a:moveTo>
                    <a:pt x="1275" y="1"/>
                  </a:moveTo>
                  <a:cubicBezTo>
                    <a:pt x="571" y="1"/>
                    <a:pt x="0" y="572"/>
                    <a:pt x="0" y="1276"/>
                  </a:cubicBezTo>
                  <a:cubicBezTo>
                    <a:pt x="0" y="1980"/>
                    <a:pt x="571" y="2551"/>
                    <a:pt x="1275" y="2551"/>
                  </a:cubicBezTo>
                  <a:cubicBezTo>
                    <a:pt x="1972" y="2551"/>
                    <a:pt x="2541" y="1980"/>
                    <a:pt x="2541" y="1276"/>
                  </a:cubicBezTo>
                  <a:cubicBezTo>
                    <a:pt x="2541" y="572"/>
                    <a:pt x="1972" y="1"/>
                    <a:pt x="1275" y="1"/>
                  </a:cubicBezTo>
                  <a:close/>
                </a:path>
              </a:pathLst>
            </a:custGeom>
            <a:solidFill>
              <a:srgbClr val="FFD6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26"/>
            <p:cNvSpPr/>
            <p:nvPr/>
          </p:nvSpPr>
          <p:spPr>
            <a:xfrm>
              <a:off x="4396276" y="3156781"/>
              <a:ext cx="183599" cy="369040"/>
            </a:xfrm>
            <a:custGeom>
              <a:avLst/>
              <a:gdLst/>
              <a:ahLst/>
              <a:cxnLst/>
              <a:rect l="l" t="t" r="r" b="b"/>
              <a:pathLst>
                <a:path w="1269" h="2551" extrusionOk="0">
                  <a:moveTo>
                    <a:pt x="1268" y="1"/>
                  </a:moveTo>
                  <a:cubicBezTo>
                    <a:pt x="564" y="8"/>
                    <a:pt x="0" y="572"/>
                    <a:pt x="0" y="1276"/>
                  </a:cubicBezTo>
                  <a:cubicBezTo>
                    <a:pt x="0" y="1980"/>
                    <a:pt x="564" y="2542"/>
                    <a:pt x="1268" y="2551"/>
                  </a:cubicBezTo>
                  <a:cubicBezTo>
                    <a:pt x="1268" y="2542"/>
                    <a:pt x="578" y="1913"/>
                    <a:pt x="578" y="1276"/>
                  </a:cubicBezTo>
                  <a:cubicBezTo>
                    <a:pt x="578" y="639"/>
                    <a:pt x="1268" y="8"/>
                    <a:pt x="1268" y="1"/>
                  </a:cubicBezTo>
                  <a:close/>
                </a:path>
              </a:pathLst>
            </a:custGeom>
            <a:solidFill>
              <a:srgbClr val="FFE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2" name="Google Shape;1892;p26"/>
          <p:cNvSpPr/>
          <p:nvPr/>
        </p:nvSpPr>
        <p:spPr>
          <a:xfrm>
            <a:off x="146591" y="502625"/>
            <a:ext cx="428508" cy="155543"/>
          </a:xfrm>
          <a:custGeom>
            <a:avLst/>
            <a:gdLst/>
            <a:ahLst/>
            <a:cxnLst/>
            <a:rect l="l" t="t" r="r" b="b"/>
            <a:pathLst>
              <a:path w="7269" h="2639" extrusionOk="0">
                <a:moveTo>
                  <a:pt x="3113" y="1"/>
                </a:moveTo>
                <a:cubicBezTo>
                  <a:pt x="2305" y="1"/>
                  <a:pt x="1615" y="497"/>
                  <a:pt x="1334" y="1192"/>
                </a:cubicBezTo>
                <a:cubicBezTo>
                  <a:pt x="1283" y="1185"/>
                  <a:pt x="1238" y="1185"/>
                  <a:pt x="1187" y="1185"/>
                </a:cubicBezTo>
                <a:cubicBezTo>
                  <a:pt x="534" y="1185"/>
                  <a:pt x="1" y="1712"/>
                  <a:pt x="1" y="2371"/>
                </a:cubicBezTo>
                <a:cubicBezTo>
                  <a:pt x="1" y="2460"/>
                  <a:pt x="15" y="2549"/>
                  <a:pt x="38" y="2638"/>
                </a:cubicBezTo>
                <a:lnTo>
                  <a:pt x="5876" y="2638"/>
                </a:lnTo>
                <a:cubicBezTo>
                  <a:pt x="5891" y="2624"/>
                  <a:pt x="5907" y="2615"/>
                  <a:pt x="5921" y="2601"/>
                </a:cubicBezTo>
                <a:cubicBezTo>
                  <a:pt x="5921" y="2615"/>
                  <a:pt x="5928" y="2624"/>
                  <a:pt x="5935" y="2638"/>
                </a:cubicBezTo>
                <a:lnTo>
                  <a:pt x="7217" y="2638"/>
                </a:lnTo>
                <a:cubicBezTo>
                  <a:pt x="7248" y="2556"/>
                  <a:pt x="7269" y="2467"/>
                  <a:pt x="7269" y="2371"/>
                </a:cubicBezTo>
                <a:cubicBezTo>
                  <a:pt x="7269" y="1986"/>
                  <a:pt x="6958" y="1674"/>
                  <a:pt x="6573" y="1674"/>
                </a:cubicBezTo>
                <a:cubicBezTo>
                  <a:pt x="6440" y="1674"/>
                  <a:pt x="6314" y="1712"/>
                  <a:pt x="6202" y="1779"/>
                </a:cubicBezTo>
                <a:cubicBezTo>
                  <a:pt x="6136" y="1335"/>
                  <a:pt x="5750" y="993"/>
                  <a:pt x="5291" y="993"/>
                </a:cubicBezTo>
                <a:cubicBezTo>
                  <a:pt x="5128" y="993"/>
                  <a:pt x="4980" y="1038"/>
                  <a:pt x="4854" y="1103"/>
                </a:cubicBezTo>
                <a:cubicBezTo>
                  <a:pt x="4543" y="453"/>
                  <a:pt x="3883" y="1"/>
                  <a:pt x="3113" y="1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3" name="Google Shape;1893;p26"/>
          <p:cNvSpPr/>
          <p:nvPr/>
        </p:nvSpPr>
        <p:spPr>
          <a:xfrm>
            <a:off x="1167099" y="305853"/>
            <a:ext cx="152272" cy="73749"/>
          </a:xfrm>
          <a:custGeom>
            <a:avLst/>
            <a:gdLst/>
            <a:ahLst/>
            <a:cxnLst/>
            <a:rect l="l" t="t" r="r" b="b"/>
            <a:pathLst>
              <a:path w="993" h="481" extrusionOk="0">
                <a:moveTo>
                  <a:pt x="851" y="0"/>
                </a:moveTo>
                <a:cubicBezTo>
                  <a:pt x="787" y="0"/>
                  <a:pt x="715" y="30"/>
                  <a:pt x="644" y="89"/>
                </a:cubicBezTo>
                <a:cubicBezTo>
                  <a:pt x="578" y="141"/>
                  <a:pt x="534" y="207"/>
                  <a:pt x="511" y="267"/>
                </a:cubicBezTo>
                <a:cubicBezTo>
                  <a:pt x="459" y="230"/>
                  <a:pt x="394" y="192"/>
                  <a:pt x="312" y="178"/>
                </a:cubicBezTo>
                <a:cubicBezTo>
                  <a:pt x="281" y="173"/>
                  <a:pt x="251" y="170"/>
                  <a:pt x="224" y="170"/>
                </a:cubicBezTo>
                <a:cubicBezTo>
                  <a:pt x="93" y="170"/>
                  <a:pt x="6" y="227"/>
                  <a:pt x="1" y="326"/>
                </a:cubicBezTo>
                <a:cubicBezTo>
                  <a:pt x="1" y="326"/>
                  <a:pt x="33" y="251"/>
                  <a:pt x="203" y="251"/>
                </a:cubicBezTo>
                <a:cubicBezTo>
                  <a:pt x="233" y="251"/>
                  <a:pt x="266" y="253"/>
                  <a:pt x="305" y="258"/>
                </a:cubicBezTo>
                <a:cubicBezTo>
                  <a:pt x="386" y="274"/>
                  <a:pt x="445" y="303"/>
                  <a:pt x="490" y="333"/>
                </a:cubicBezTo>
                <a:lnTo>
                  <a:pt x="490" y="480"/>
                </a:lnTo>
                <a:lnTo>
                  <a:pt x="555" y="466"/>
                </a:lnTo>
                <a:lnTo>
                  <a:pt x="630" y="452"/>
                </a:lnTo>
                <a:lnTo>
                  <a:pt x="555" y="319"/>
                </a:lnTo>
                <a:cubicBezTo>
                  <a:pt x="586" y="274"/>
                  <a:pt x="623" y="214"/>
                  <a:pt x="689" y="162"/>
                </a:cubicBezTo>
                <a:cubicBezTo>
                  <a:pt x="782" y="77"/>
                  <a:pt x="862" y="57"/>
                  <a:pt x="916" y="57"/>
                </a:cubicBezTo>
                <a:cubicBezTo>
                  <a:pt x="964" y="57"/>
                  <a:pt x="993" y="73"/>
                  <a:pt x="993" y="73"/>
                </a:cubicBezTo>
                <a:cubicBezTo>
                  <a:pt x="958" y="24"/>
                  <a:pt x="908" y="0"/>
                  <a:pt x="851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4" name="Google Shape;1894;p26"/>
          <p:cNvSpPr/>
          <p:nvPr/>
        </p:nvSpPr>
        <p:spPr>
          <a:xfrm>
            <a:off x="761450" y="502625"/>
            <a:ext cx="152274" cy="73751"/>
          </a:xfrm>
          <a:custGeom>
            <a:avLst/>
            <a:gdLst/>
            <a:ahLst/>
            <a:cxnLst/>
            <a:rect l="l" t="t" r="r" b="b"/>
            <a:pathLst>
              <a:path w="993" h="481" extrusionOk="0">
                <a:moveTo>
                  <a:pt x="851" y="0"/>
                </a:moveTo>
                <a:cubicBezTo>
                  <a:pt x="787" y="0"/>
                  <a:pt x="715" y="30"/>
                  <a:pt x="644" y="89"/>
                </a:cubicBezTo>
                <a:cubicBezTo>
                  <a:pt x="578" y="141"/>
                  <a:pt x="534" y="207"/>
                  <a:pt x="511" y="267"/>
                </a:cubicBezTo>
                <a:cubicBezTo>
                  <a:pt x="459" y="230"/>
                  <a:pt x="394" y="192"/>
                  <a:pt x="312" y="178"/>
                </a:cubicBezTo>
                <a:cubicBezTo>
                  <a:pt x="281" y="173"/>
                  <a:pt x="251" y="170"/>
                  <a:pt x="224" y="170"/>
                </a:cubicBezTo>
                <a:cubicBezTo>
                  <a:pt x="93" y="170"/>
                  <a:pt x="6" y="227"/>
                  <a:pt x="1" y="326"/>
                </a:cubicBezTo>
                <a:cubicBezTo>
                  <a:pt x="1" y="326"/>
                  <a:pt x="33" y="251"/>
                  <a:pt x="203" y="251"/>
                </a:cubicBezTo>
                <a:cubicBezTo>
                  <a:pt x="233" y="251"/>
                  <a:pt x="266" y="253"/>
                  <a:pt x="305" y="258"/>
                </a:cubicBezTo>
                <a:cubicBezTo>
                  <a:pt x="386" y="274"/>
                  <a:pt x="445" y="303"/>
                  <a:pt x="490" y="333"/>
                </a:cubicBezTo>
                <a:lnTo>
                  <a:pt x="490" y="480"/>
                </a:lnTo>
                <a:lnTo>
                  <a:pt x="555" y="466"/>
                </a:lnTo>
                <a:lnTo>
                  <a:pt x="630" y="452"/>
                </a:lnTo>
                <a:lnTo>
                  <a:pt x="555" y="319"/>
                </a:lnTo>
                <a:cubicBezTo>
                  <a:pt x="586" y="274"/>
                  <a:pt x="623" y="214"/>
                  <a:pt x="689" y="162"/>
                </a:cubicBezTo>
                <a:cubicBezTo>
                  <a:pt x="782" y="77"/>
                  <a:pt x="862" y="57"/>
                  <a:pt x="916" y="57"/>
                </a:cubicBezTo>
                <a:cubicBezTo>
                  <a:pt x="964" y="57"/>
                  <a:pt x="993" y="73"/>
                  <a:pt x="993" y="73"/>
                </a:cubicBezTo>
                <a:cubicBezTo>
                  <a:pt x="958" y="24"/>
                  <a:pt x="908" y="0"/>
                  <a:pt x="851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5" name="Google Shape;1895;p26"/>
          <p:cNvSpPr/>
          <p:nvPr/>
        </p:nvSpPr>
        <p:spPr>
          <a:xfrm>
            <a:off x="575103" y="228775"/>
            <a:ext cx="428508" cy="155543"/>
          </a:xfrm>
          <a:custGeom>
            <a:avLst/>
            <a:gdLst/>
            <a:ahLst/>
            <a:cxnLst/>
            <a:rect l="l" t="t" r="r" b="b"/>
            <a:pathLst>
              <a:path w="7269" h="2639" extrusionOk="0">
                <a:moveTo>
                  <a:pt x="3113" y="1"/>
                </a:moveTo>
                <a:cubicBezTo>
                  <a:pt x="2305" y="1"/>
                  <a:pt x="1615" y="497"/>
                  <a:pt x="1334" y="1192"/>
                </a:cubicBezTo>
                <a:cubicBezTo>
                  <a:pt x="1283" y="1185"/>
                  <a:pt x="1238" y="1185"/>
                  <a:pt x="1187" y="1185"/>
                </a:cubicBezTo>
                <a:cubicBezTo>
                  <a:pt x="534" y="1185"/>
                  <a:pt x="1" y="1712"/>
                  <a:pt x="1" y="2371"/>
                </a:cubicBezTo>
                <a:cubicBezTo>
                  <a:pt x="1" y="2460"/>
                  <a:pt x="15" y="2549"/>
                  <a:pt x="38" y="2638"/>
                </a:cubicBezTo>
                <a:lnTo>
                  <a:pt x="5876" y="2638"/>
                </a:lnTo>
                <a:cubicBezTo>
                  <a:pt x="5891" y="2624"/>
                  <a:pt x="5907" y="2615"/>
                  <a:pt x="5921" y="2601"/>
                </a:cubicBezTo>
                <a:cubicBezTo>
                  <a:pt x="5921" y="2615"/>
                  <a:pt x="5928" y="2624"/>
                  <a:pt x="5935" y="2638"/>
                </a:cubicBezTo>
                <a:lnTo>
                  <a:pt x="7217" y="2638"/>
                </a:lnTo>
                <a:cubicBezTo>
                  <a:pt x="7248" y="2556"/>
                  <a:pt x="7269" y="2467"/>
                  <a:pt x="7269" y="2371"/>
                </a:cubicBezTo>
                <a:cubicBezTo>
                  <a:pt x="7269" y="1986"/>
                  <a:pt x="6958" y="1674"/>
                  <a:pt x="6573" y="1674"/>
                </a:cubicBezTo>
                <a:cubicBezTo>
                  <a:pt x="6440" y="1674"/>
                  <a:pt x="6314" y="1712"/>
                  <a:pt x="6202" y="1779"/>
                </a:cubicBezTo>
                <a:cubicBezTo>
                  <a:pt x="6136" y="1335"/>
                  <a:pt x="5750" y="993"/>
                  <a:pt x="5291" y="993"/>
                </a:cubicBezTo>
                <a:cubicBezTo>
                  <a:pt x="5128" y="993"/>
                  <a:pt x="4980" y="1038"/>
                  <a:pt x="4854" y="1103"/>
                </a:cubicBezTo>
                <a:cubicBezTo>
                  <a:pt x="4543" y="453"/>
                  <a:pt x="3883" y="1"/>
                  <a:pt x="3113" y="1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898" name="Google Shape;1898;p27"/>
          <p:cNvGrpSpPr/>
          <p:nvPr/>
        </p:nvGrpSpPr>
        <p:grpSpPr>
          <a:xfrm>
            <a:off x="1827974" y="4938638"/>
            <a:ext cx="2749703" cy="122913"/>
            <a:chOff x="5024149" y="4918613"/>
            <a:chExt cx="2749703" cy="122913"/>
          </a:xfrm>
        </p:grpSpPr>
        <p:sp>
          <p:nvSpPr>
            <p:cNvPr id="1899" name="Google Shape;1899;p27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27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27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27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27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27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27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27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27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27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27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7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7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7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7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7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27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27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27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27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27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27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27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27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27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27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27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27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27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27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29" name="Google Shape;1929;p27"/>
          <p:cNvSpPr/>
          <p:nvPr/>
        </p:nvSpPr>
        <p:spPr>
          <a:xfrm flipH="1">
            <a:off x="-311775" y="4938650"/>
            <a:ext cx="2016300" cy="3219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30" name="Google Shape;1930;p27"/>
          <p:cNvGrpSpPr/>
          <p:nvPr/>
        </p:nvGrpSpPr>
        <p:grpSpPr>
          <a:xfrm>
            <a:off x="8552883" y="201878"/>
            <a:ext cx="246888" cy="246888"/>
            <a:chOff x="4396276" y="3156781"/>
            <a:chExt cx="367777" cy="369040"/>
          </a:xfrm>
        </p:grpSpPr>
        <p:sp>
          <p:nvSpPr>
            <p:cNvPr id="1931" name="Google Shape;1931;p27"/>
            <p:cNvSpPr/>
            <p:nvPr/>
          </p:nvSpPr>
          <p:spPr>
            <a:xfrm>
              <a:off x="4396276" y="3156781"/>
              <a:ext cx="367777" cy="369040"/>
            </a:xfrm>
            <a:custGeom>
              <a:avLst/>
              <a:gdLst/>
              <a:ahLst/>
              <a:cxnLst/>
              <a:rect l="l" t="t" r="r" b="b"/>
              <a:pathLst>
                <a:path w="2542" h="2551" extrusionOk="0">
                  <a:moveTo>
                    <a:pt x="1275" y="1"/>
                  </a:moveTo>
                  <a:cubicBezTo>
                    <a:pt x="571" y="1"/>
                    <a:pt x="0" y="572"/>
                    <a:pt x="0" y="1276"/>
                  </a:cubicBezTo>
                  <a:cubicBezTo>
                    <a:pt x="0" y="1980"/>
                    <a:pt x="571" y="2551"/>
                    <a:pt x="1275" y="2551"/>
                  </a:cubicBezTo>
                  <a:cubicBezTo>
                    <a:pt x="1972" y="2551"/>
                    <a:pt x="2541" y="1980"/>
                    <a:pt x="2541" y="1276"/>
                  </a:cubicBezTo>
                  <a:cubicBezTo>
                    <a:pt x="2541" y="572"/>
                    <a:pt x="1972" y="1"/>
                    <a:pt x="1275" y="1"/>
                  </a:cubicBezTo>
                  <a:close/>
                </a:path>
              </a:pathLst>
            </a:custGeom>
            <a:solidFill>
              <a:srgbClr val="FFD6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27"/>
            <p:cNvSpPr/>
            <p:nvPr/>
          </p:nvSpPr>
          <p:spPr>
            <a:xfrm>
              <a:off x="4396276" y="3156781"/>
              <a:ext cx="183599" cy="369040"/>
            </a:xfrm>
            <a:custGeom>
              <a:avLst/>
              <a:gdLst/>
              <a:ahLst/>
              <a:cxnLst/>
              <a:rect l="l" t="t" r="r" b="b"/>
              <a:pathLst>
                <a:path w="1269" h="2551" extrusionOk="0">
                  <a:moveTo>
                    <a:pt x="1268" y="1"/>
                  </a:moveTo>
                  <a:cubicBezTo>
                    <a:pt x="564" y="8"/>
                    <a:pt x="0" y="572"/>
                    <a:pt x="0" y="1276"/>
                  </a:cubicBezTo>
                  <a:cubicBezTo>
                    <a:pt x="0" y="1980"/>
                    <a:pt x="564" y="2542"/>
                    <a:pt x="1268" y="2551"/>
                  </a:cubicBezTo>
                  <a:cubicBezTo>
                    <a:pt x="1268" y="2542"/>
                    <a:pt x="578" y="1913"/>
                    <a:pt x="578" y="1276"/>
                  </a:cubicBezTo>
                  <a:cubicBezTo>
                    <a:pt x="578" y="639"/>
                    <a:pt x="1268" y="8"/>
                    <a:pt x="1268" y="1"/>
                  </a:cubicBezTo>
                  <a:close/>
                </a:path>
              </a:pathLst>
            </a:custGeom>
            <a:solidFill>
              <a:srgbClr val="FFE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33" name="Google Shape;1933;p27"/>
          <p:cNvSpPr/>
          <p:nvPr/>
        </p:nvSpPr>
        <p:spPr>
          <a:xfrm>
            <a:off x="7862091" y="201875"/>
            <a:ext cx="428508" cy="155543"/>
          </a:xfrm>
          <a:custGeom>
            <a:avLst/>
            <a:gdLst/>
            <a:ahLst/>
            <a:cxnLst/>
            <a:rect l="l" t="t" r="r" b="b"/>
            <a:pathLst>
              <a:path w="7269" h="2639" extrusionOk="0">
                <a:moveTo>
                  <a:pt x="3113" y="1"/>
                </a:moveTo>
                <a:cubicBezTo>
                  <a:pt x="2305" y="1"/>
                  <a:pt x="1615" y="497"/>
                  <a:pt x="1334" y="1192"/>
                </a:cubicBezTo>
                <a:cubicBezTo>
                  <a:pt x="1283" y="1185"/>
                  <a:pt x="1238" y="1185"/>
                  <a:pt x="1187" y="1185"/>
                </a:cubicBezTo>
                <a:cubicBezTo>
                  <a:pt x="534" y="1185"/>
                  <a:pt x="1" y="1712"/>
                  <a:pt x="1" y="2371"/>
                </a:cubicBezTo>
                <a:cubicBezTo>
                  <a:pt x="1" y="2460"/>
                  <a:pt x="15" y="2549"/>
                  <a:pt x="38" y="2638"/>
                </a:cubicBezTo>
                <a:lnTo>
                  <a:pt x="5876" y="2638"/>
                </a:lnTo>
                <a:cubicBezTo>
                  <a:pt x="5891" y="2624"/>
                  <a:pt x="5907" y="2615"/>
                  <a:pt x="5921" y="2601"/>
                </a:cubicBezTo>
                <a:cubicBezTo>
                  <a:pt x="5921" y="2615"/>
                  <a:pt x="5928" y="2624"/>
                  <a:pt x="5935" y="2638"/>
                </a:cubicBezTo>
                <a:lnTo>
                  <a:pt x="7217" y="2638"/>
                </a:lnTo>
                <a:cubicBezTo>
                  <a:pt x="7248" y="2556"/>
                  <a:pt x="7269" y="2467"/>
                  <a:pt x="7269" y="2371"/>
                </a:cubicBezTo>
                <a:cubicBezTo>
                  <a:pt x="7269" y="1986"/>
                  <a:pt x="6958" y="1674"/>
                  <a:pt x="6573" y="1674"/>
                </a:cubicBezTo>
                <a:cubicBezTo>
                  <a:pt x="6440" y="1674"/>
                  <a:pt x="6314" y="1712"/>
                  <a:pt x="6202" y="1779"/>
                </a:cubicBezTo>
                <a:cubicBezTo>
                  <a:pt x="6136" y="1335"/>
                  <a:pt x="5750" y="993"/>
                  <a:pt x="5291" y="993"/>
                </a:cubicBezTo>
                <a:cubicBezTo>
                  <a:pt x="5128" y="993"/>
                  <a:pt x="4980" y="1038"/>
                  <a:pt x="4854" y="1103"/>
                </a:cubicBezTo>
                <a:cubicBezTo>
                  <a:pt x="4543" y="453"/>
                  <a:pt x="3883" y="1"/>
                  <a:pt x="3113" y="1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4" name="Google Shape;1934;p27"/>
          <p:cNvSpPr/>
          <p:nvPr/>
        </p:nvSpPr>
        <p:spPr>
          <a:xfrm>
            <a:off x="8799787" y="471334"/>
            <a:ext cx="94149" cy="45600"/>
          </a:xfrm>
          <a:custGeom>
            <a:avLst/>
            <a:gdLst/>
            <a:ahLst/>
            <a:cxnLst/>
            <a:rect l="l" t="t" r="r" b="b"/>
            <a:pathLst>
              <a:path w="993" h="481" extrusionOk="0">
                <a:moveTo>
                  <a:pt x="851" y="0"/>
                </a:moveTo>
                <a:cubicBezTo>
                  <a:pt x="787" y="0"/>
                  <a:pt x="715" y="30"/>
                  <a:pt x="644" y="89"/>
                </a:cubicBezTo>
                <a:cubicBezTo>
                  <a:pt x="578" y="141"/>
                  <a:pt x="534" y="207"/>
                  <a:pt x="511" y="267"/>
                </a:cubicBezTo>
                <a:cubicBezTo>
                  <a:pt x="459" y="230"/>
                  <a:pt x="394" y="192"/>
                  <a:pt x="312" y="178"/>
                </a:cubicBezTo>
                <a:cubicBezTo>
                  <a:pt x="281" y="173"/>
                  <a:pt x="251" y="170"/>
                  <a:pt x="224" y="170"/>
                </a:cubicBezTo>
                <a:cubicBezTo>
                  <a:pt x="93" y="170"/>
                  <a:pt x="6" y="227"/>
                  <a:pt x="1" y="326"/>
                </a:cubicBezTo>
                <a:cubicBezTo>
                  <a:pt x="1" y="326"/>
                  <a:pt x="33" y="251"/>
                  <a:pt x="203" y="251"/>
                </a:cubicBezTo>
                <a:cubicBezTo>
                  <a:pt x="233" y="251"/>
                  <a:pt x="266" y="253"/>
                  <a:pt x="305" y="258"/>
                </a:cubicBezTo>
                <a:cubicBezTo>
                  <a:pt x="386" y="274"/>
                  <a:pt x="445" y="303"/>
                  <a:pt x="490" y="333"/>
                </a:cubicBezTo>
                <a:lnTo>
                  <a:pt x="490" y="480"/>
                </a:lnTo>
                <a:lnTo>
                  <a:pt x="555" y="466"/>
                </a:lnTo>
                <a:lnTo>
                  <a:pt x="630" y="452"/>
                </a:lnTo>
                <a:lnTo>
                  <a:pt x="555" y="319"/>
                </a:lnTo>
                <a:cubicBezTo>
                  <a:pt x="586" y="274"/>
                  <a:pt x="623" y="214"/>
                  <a:pt x="689" y="162"/>
                </a:cubicBezTo>
                <a:cubicBezTo>
                  <a:pt x="782" y="77"/>
                  <a:pt x="862" y="57"/>
                  <a:pt x="916" y="57"/>
                </a:cubicBezTo>
                <a:cubicBezTo>
                  <a:pt x="964" y="57"/>
                  <a:pt x="993" y="73"/>
                  <a:pt x="993" y="73"/>
                </a:cubicBezTo>
                <a:cubicBezTo>
                  <a:pt x="958" y="24"/>
                  <a:pt x="908" y="0"/>
                  <a:pt x="851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5" name="Google Shape;1935;p27"/>
          <p:cNvSpPr/>
          <p:nvPr/>
        </p:nvSpPr>
        <p:spPr>
          <a:xfrm>
            <a:off x="8164075" y="397313"/>
            <a:ext cx="533399" cy="193630"/>
          </a:xfrm>
          <a:custGeom>
            <a:avLst/>
            <a:gdLst/>
            <a:ahLst/>
            <a:cxnLst/>
            <a:rect l="l" t="t" r="r" b="b"/>
            <a:pathLst>
              <a:path w="7269" h="2639" extrusionOk="0">
                <a:moveTo>
                  <a:pt x="3113" y="1"/>
                </a:moveTo>
                <a:cubicBezTo>
                  <a:pt x="2305" y="1"/>
                  <a:pt x="1615" y="497"/>
                  <a:pt x="1334" y="1192"/>
                </a:cubicBezTo>
                <a:cubicBezTo>
                  <a:pt x="1283" y="1185"/>
                  <a:pt x="1238" y="1185"/>
                  <a:pt x="1187" y="1185"/>
                </a:cubicBezTo>
                <a:cubicBezTo>
                  <a:pt x="534" y="1185"/>
                  <a:pt x="1" y="1712"/>
                  <a:pt x="1" y="2371"/>
                </a:cubicBezTo>
                <a:cubicBezTo>
                  <a:pt x="1" y="2460"/>
                  <a:pt x="15" y="2549"/>
                  <a:pt x="38" y="2638"/>
                </a:cubicBezTo>
                <a:lnTo>
                  <a:pt x="5876" y="2638"/>
                </a:lnTo>
                <a:cubicBezTo>
                  <a:pt x="5891" y="2624"/>
                  <a:pt x="5907" y="2615"/>
                  <a:pt x="5921" y="2601"/>
                </a:cubicBezTo>
                <a:cubicBezTo>
                  <a:pt x="5921" y="2615"/>
                  <a:pt x="5928" y="2624"/>
                  <a:pt x="5935" y="2638"/>
                </a:cubicBezTo>
                <a:lnTo>
                  <a:pt x="7217" y="2638"/>
                </a:lnTo>
                <a:cubicBezTo>
                  <a:pt x="7248" y="2556"/>
                  <a:pt x="7269" y="2467"/>
                  <a:pt x="7269" y="2371"/>
                </a:cubicBezTo>
                <a:cubicBezTo>
                  <a:pt x="7269" y="1986"/>
                  <a:pt x="6958" y="1674"/>
                  <a:pt x="6573" y="1674"/>
                </a:cubicBezTo>
                <a:cubicBezTo>
                  <a:pt x="6440" y="1674"/>
                  <a:pt x="6314" y="1712"/>
                  <a:pt x="6202" y="1779"/>
                </a:cubicBezTo>
                <a:cubicBezTo>
                  <a:pt x="6136" y="1335"/>
                  <a:pt x="5750" y="993"/>
                  <a:pt x="5291" y="993"/>
                </a:cubicBezTo>
                <a:cubicBezTo>
                  <a:pt x="5128" y="993"/>
                  <a:pt x="4980" y="1038"/>
                  <a:pt x="4854" y="1103"/>
                </a:cubicBezTo>
                <a:cubicBezTo>
                  <a:pt x="4543" y="453"/>
                  <a:pt x="3883" y="1"/>
                  <a:pt x="3113" y="1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6" name="Google Shape;1936;p27"/>
          <p:cNvSpPr/>
          <p:nvPr/>
        </p:nvSpPr>
        <p:spPr>
          <a:xfrm>
            <a:off x="364613" y="4773208"/>
            <a:ext cx="587030" cy="161246"/>
          </a:xfrm>
          <a:custGeom>
            <a:avLst/>
            <a:gdLst/>
            <a:ahLst/>
            <a:cxnLst/>
            <a:rect l="l" t="t" r="r" b="b"/>
            <a:pathLst>
              <a:path w="12418" h="3411" extrusionOk="0">
                <a:moveTo>
                  <a:pt x="6110" y="1"/>
                </a:moveTo>
                <a:cubicBezTo>
                  <a:pt x="5063" y="1"/>
                  <a:pt x="4128" y="615"/>
                  <a:pt x="3548" y="1589"/>
                </a:cubicBezTo>
                <a:cubicBezTo>
                  <a:pt x="3301" y="2001"/>
                  <a:pt x="2908" y="2234"/>
                  <a:pt x="2504" y="2234"/>
                </a:cubicBezTo>
                <a:cubicBezTo>
                  <a:pt x="2377" y="2234"/>
                  <a:pt x="2250" y="2212"/>
                  <a:pt x="2125" y="2164"/>
                </a:cubicBezTo>
                <a:cubicBezTo>
                  <a:pt x="1874" y="2073"/>
                  <a:pt x="1601" y="2021"/>
                  <a:pt x="1333" y="2021"/>
                </a:cubicBezTo>
                <a:lnTo>
                  <a:pt x="1151" y="2021"/>
                </a:lnTo>
                <a:cubicBezTo>
                  <a:pt x="433" y="2091"/>
                  <a:pt x="35" y="2722"/>
                  <a:pt x="1" y="3410"/>
                </a:cubicBezTo>
                <a:lnTo>
                  <a:pt x="12417" y="3410"/>
                </a:lnTo>
                <a:cubicBezTo>
                  <a:pt x="12365" y="2722"/>
                  <a:pt x="11985" y="2091"/>
                  <a:pt x="11249" y="2021"/>
                </a:cubicBezTo>
                <a:lnTo>
                  <a:pt x="11068" y="2021"/>
                </a:lnTo>
                <a:cubicBezTo>
                  <a:pt x="10760" y="2021"/>
                  <a:pt x="10471" y="2073"/>
                  <a:pt x="10202" y="2199"/>
                </a:cubicBezTo>
                <a:cubicBezTo>
                  <a:pt x="10052" y="2263"/>
                  <a:pt x="9899" y="2294"/>
                  <a:pt x="9749" y="2294"/>
                </a:cubicBezTo>
                <a:cubicBezTo>
                  <a:pt x="9341" y="2294"/>
                  <a:pt x="8955" y="2064"/>
                  <a:pt x="8705" y="1641"/>
                </a:cubicBezTo>
                <a:cubicBezTo>
                  <a:pt x="8130" y="650"/>
                  <a:pt x="7191" y="1"/>
                  <a:pt x="6110" y="1"/>
                </a:cubicBezTo>
                <a:close/>
              </a:path>
            </a:pathLst>
          </a:custGeom>
          <a:solidFill>
            <a:srgbClr val="8AC9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37" name="Google Shape;1937;p27"/>
          <p:cNvGrpSpPr/>
          <p:nvPr/>
        </p:nvGrpSpPr>
        <p:grpSpPr>
          <a:xfrm>
            <a:off x="790590" y="4549611"/>
            <a:ext cx="394464" cy="384889"/>
            <a:chOff x="3582125" y="860850"/>
            <a:chExt cx="259175" cy="252900"/>
          </a:xfrm>
        </p:grpSpPr>
        <p:sp>
          <p:nvSpPr>
            <p:cNvPr id="1938" name="Google Shape;1938;p27"/>
            <p:cNvSpPr/>
            <p:nvPr/>
          </p:nvSpPr>
          <p:spPr>
            <a:xfrm>
              <a:off x="3613700" y="887450"/>
              <a:ext cx="196450" cy="226300"/>
            </a:xfrm>
            <a:custGeom>
              <a:avLst/>
              <a:gdLst/>
              <a:ahLst/>
              <a:cxnLst/>
              <a:rect l="l" t="t" r="r" b="b"/>
              <a:pathLst>
                <a:path w="7858" h="9052" extrusionOk="0">
                  <a:moveTo>
                    <a:pt x="3877" y="1"/>
                  </a:moveTo>
                  <a:lnTo>
                    <a:pt x="1" y="3194"/>
                  </a:lnTo>
                  <a:lnTo>
                    <a:pt x="1" y="9052"/>
                  </a:lnTo>
                  <a:lnTo>
                    <a:pt x="7857" y="9052"/>
                  </a:lnTo>
                  <a:lnTo>
                    <a:pt x="7857" y="3280"/>
                  </a:lnTo>
                  <a:lnTo>
                    <a:pt x="38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27"/>
            <p:cNvSpPr/>
            <p:nvPr/>
          </p:nvSpPr>
          <p:spPr>
            <a:xfrm>
              <a:off x="3712775" y="1029900"/>
              <a:ext cx="25325" cy="23400"/>
            </a:xfrm>
            <a:custGeom>
              <a:avLst/>
              <a:gdLst/>
              <a:ahLst/>
              <a:cxnLst/>
              <a:rect l="l" t="t" r="r" b="b"/>
              <a:pathLst>
                <a:path w="1013" h="936" extrusionOk="0">
                  <a:moveTo>
                    <a:pt x="1" y="1"/>
                  </a:moveTo>
                  <a:lnTo>
                    <a:pt x="1" y="935"/>
                  </a:lnTo>
                  <a:lnTo>
                    <a:pt x="1013" y="935"/>
                  </a:lnTo>
                  <a:lnTo>
                    <a:pt x="1013" y="502"/>
                  </a:lnTo>
                  <a:cubicBezTo>
                    <a:pt x="939" y="286"/>
                    <a:pt x="797" y="109"/>
                    <a:pt x="598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27"/>
            <p:cNvSpPr/>
            <p:nvPr/>
          </p:nvSpPr>
          <p:spPr>
            <a:xfrm>
              <a:off x="3700225" y="1024925"/>
              <a:ext cx="10400" cy="2300"/>
            </a:xfrm>
            <a:custGeom>
              <a:avLst/>
              <a:gdLst/>
              <a:ahLst/>
              <a:cxnLst/>
              <a:rect l="l" t="t" r="r" b="b"/>
              <a:pathLst>
                <a:path w="416" h="92" extrusionOk="0">
                  <a:moveTo>
                    <a:pt x="416" y="1"/>
                  </a:moveTo>
                  <a:cubicBezTo>
                    <a:pt x="269" y="1"/>
                    <a:pt x="126" y="35"/>
                    <a:pt x="1" y="91"/>
                  </a:cubicBezTo>
                  <a:lnTo>
                    <a:pt x="416" y="91"/>
                  </a:lnTo>
                  <a:lnTo>
                    <a:pt x="416" y="1"/>
                  </a:ln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27"/>
            <p:cNvSpPr/>
            <p:nvPr/>
          </p:nvSpPr>
          <p:spPr>
            <a:xfrm>
              <a:off x="3712775" y="1082575"/>
              <a:ext cx="25325" cy="25325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1" y="1"/>
                  </a:moveTo>
                  <a:lnTo>
                    <a:pt x="1" y="1013"/>
                  </a:lnTo>
                  <a:lnTo>
                    <a:pt x="1013" y="1013"/>
                  </a:lnTo>
                  <a:lnTo>
                    <a:pt x="1013" y="1"/>
                  </a:ln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7"/>
            <p:cNvSpPr/>
            <p:nvPr/>
          </p:nvSpPr>
          <p:spPr>
            <a:xfrm>
              <a:off x="3685300" y="1082575"/>
              <a:ext cx="25775" cy="25325"/>
            </a:xfrm>
            <a:custGeom>
              <a:avLst/>
              <a:gdLst/>
              <a:ahLst/>
              <a:cxnLst/>
              <a:rect l="l" t="t" r="r" b="b"/>
              <a:pathLst>
                <a:path w="1031" h="1013" extrusionOk="0">
                  <a:moveTo>
                    <a:pt x="1" y="1"/>
                  </a:moveTo>
                  <a:lnTo>
                    <a:pt x="1" y="1013"/>
                  </a:lnTo>
                  <a:lnTo>
                    <a:pt x="1030" y="1013"/>
                  </a:lnTo>
                  <a:lnTo>
                    <a:pt x="1030" y="1"/>
                  </a:ln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7"/>
            <p:cNvSpPr/>
            <p:nvPr/>
          </p:nvSpPr>
          <p:spPr>
            <a:xfrm>
              <a:off x="3685300" y="1029900"/>
              <a:ext cx="25775" cy="23400"/>
            </a:xfrm>
            <a:custGeom>
              <a:avLst/>
              <a:gdLst/>
              <a:ahLst/>
              <a:cxnLst/>
              <a:rect l="l" t="t" r="r" b="b"/>
              <a:pathLst>
                <a:path w="1031" h="936" extrusionOk="0">
                  <a:moveTo>
                    <a:pt x="416" y="1"/>
                  </a:moveTo>
                  <a:cubicBezTo>
                    <a:pt x="234" y="109"/>
                    <a:pt x="91" y="286"/>
                    <a:pt x="1" y="485"/>
                  </a:cubicBezTo>
                  <a:lnTo>
                    <a:pt x="1" y="935"/>
                  </a:lnTo>
                  <a:lnTo>
                    <a:pt x="1030" y="935"/>
                  </a:lnTo>
                  <a:lnTo>
                    <a:pt x="1030" y="1"/>
                  </a:ln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7"/>
            <p:cNvSpPr/>
            <p:nvPr/>
          </p:nvSpPr>
          <p:spPr>
            <a:xfrm>
              <a:off x="3712775" y="1056500"/>
              <a:ext cx="25325" cy="23825"/>
            </a:xfrm>
            <a:custGeom>
              <a:avLst/>
              <a:gdLst/>
              <a:ahLst/>
              <a:cxnLst/>
              <a:rect l="l" t="t" r="r" b="b"/>
              <a:pathLst>
                <a:path w="1013" h="953" extrusionOk="0">
                  <a:moveTo>
                    <a:pt x="1" y="1"/>
                  </a:moveTo>
                  <a:lnTo>
                    <a:pt x="1" y="953"/>
                  </a:lnTo>
                  <a:lnTo>
                    <a:pt x="1013" y="953"/>
                  </a:lnTo>
                  <a:lnTo>
                    <a:pt x="1013" y="1"/>
                  </a:ln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7"/>
            <p:cNvSpPr/>
            <p:nvPr/>
          </p:nvSpPr>
          <p:spPr>
            <a:xfrm>
              <a:off x="3685300" y="1056500"/>
              <a:ext cx="25325" cy="23825"/>
            </a:xfrm>
            <a:custGeom>
              <a:avLst/>
              <a:gdLst/>
              <a:ahLst/>
              <a:cxnLst/>
              <a:rect l="l" t="t" r="r" b="b"/>
              <a:pathLst>
                <a:path w="1013" h="953" extrusionOk="0">
                  <a:moveTo>
                    <a:pt x="1" y="1"/>
                  </a:moveTo>
                  <a:lnTo>
                    <a:pt x="1" y="953"/>
                  </a:lnTo>
                  <a:lnTo>
                    <a:pt x="1013" y="953"/>
                  </a:lnTo>
                  <a:lnTo>
                    <a:pt x="1013" y="1"/>
                  </a:ln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27"/>
            <p:cNvSpPr/>
            <p:nvPr/>
          </p:nvSpPr>
          <p:spPr>
            <a:xfrm>
              <a:off x="3712775" y="1024925"/>
              <a:ext cx="10400" cy="2300"/>
            </a:xfrm>
            <a:custGeom>
              <a:avLst/>
              <a:gdLst/>
              <a:ahLst/>
              <a:cxnLst/>
              <a:rect l="l" t="t" r="r" b="b"/>
              <a:pathLst>
                <a:path w="416" h="92" extrusionOk="0">
                  <a:moveTo>
                    <a:pt x="1" y="1"/>
                  </a:moveTo>
                  <a:lnTo>
                    <a:pt x="1" y="91"/>
                  </a:lnTo>
                  <a:lnTo>
                    <a:pt x="416" y="91"/>
                  </a:lnTo>
                  <a:cubicBezTo>
                    <a:pt x="290" y="35"/>
                    <a:pt x="148" y="1"/>
                    <a:pt x="1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27"/>
            <p:cNvSpPr/>
            <p:nvPr/>
          </p:nvSpPr>
          <p:spPr>
            <a:xfrm>
              <a:off x="3683025" y="1049700"/>
              <a:ext cx="575" cy="58650"/>
            </a:xfrm>
            <a:custGeom>
              <a:avLst/>
              <a:gdLst/>
              <a:ahLst/>
              <a:cxnLst/>
              <a:rect l="l" t="t" r="r" b="b"/>
              <a:pathLst>
                <a:path w="23" h="2346" extrusionOk="0">
                  <a:moveTo>
                    <a:pt x="22" y="0"/>
                  </a:moveTo>
                  <a:cubicBezTo>
                    <a:pt x="1" y="57"/>
                    <a:pt x="1" y="108"/>
                    <a:pt x="1" y="165"/>
                  </a:cubicBezTo>
                  <a:lnTo>
                    <a:pt x="1" y="2345"/>
                  </a:lnTo>
                  <a:lnTo>
                    <a:pt x="22" y="2345"/>
                  </a:lnTo>
                  <a:lnTo>
                    <a:pt x="22" y="1333"/>
                  </a:lnTo>
                  <a:lnTo>
                    <a:pt x="22" y="165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7"/>
            <p:cNvSpPr/>
            <p:nvPr/>
          </p:nvSpPr>
          <p:spPr>
            <a:xfrm>
              <a:off x="3739825" y="1056950"/>
              <a:ext cx="550" cy="24775"/>
            </a:xfrm>
            <a:custGeom>
              <a:avLst/>
              <a:gdLst/>
              <a:ahLst/>
              <a:cxnLst/>
              <a:rect l="l" t="t" r="r" b="b"/>
              <a:pathLst>
                <a:path w="22" h="991" extrusionOk="0">
                  <a:moveTo>
                    <a:pt x="0" y="0"/>
                  </a:moveTo>
                  <a:lnTo>
                    <a:pt x="0" y="956"/>
                  </a:lnTo>
                  <a:lnTo>
                    <a:pt x="22" y="991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7"/>
            <p:cNvSpPr/>
            <p:nvPr/>
          </p:nvSpPr>
          <p:spPr>
            <a:xfrm>
              <a:off x="3710600" y="1025350"/>
              <a:ext cx="475" cy="2300"/>
            </a:xfrm>
            <a:custGeom>
              <a:avLst/>
              <a:gdLst/>
              <a:ahLst/>
              <a:cxnLst/>
              <a:rect l="l" t="t" r="r" b="b"/>
              <a:pathLst>
                <a:path w="19" h="92" extrusionOk="0">
                  <a:moveTo>
                    <a:pt x="1" y="1"/>
                  </a:moveTo>
                  <a:lnTo>
                    <a:pt x="1" y="92"/>
                  </a:lnTo>
                  <a:lnTo>
                    <a:pt x="18" y="92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7"/>
            <p:cNvSpPr/>
            <p:nvPr/>
          </p:nvSpPr>
          <p:spPr>
            <a:xfrm>
              <a:off x="3712775" y="1025350"/>
              <a:ext cx="25" cy="2300"/>
            </a:xfrm>
            <a:custGeom>
              <a:avLst/>
              <a:gdLst/>
              <a:ahLst/>
              <a:cxnLst/>
              <a:rect l="l" t="t" r="r" b="b"/>
              <a:pathLst>
                <a:path w="1" h="92" extrusionOk="0">
                  <a:moveTo>
                    <a:pt x="1" y="92"/>
                  </a:moveTo>
                  <a:lnTo>
                    <a:pt x="1" y="92"/>
                  </a:lnTo>
                  <a:lnTo>
                    <a:pt x="1" y="92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7"/>
            <p:cNvSpPr/>
            <p:nvPr/>
          </p:nvSpPr>
          <p:spPr>
            <a:xfrm>
              <a:off x="3711050" y="1024925"/>
              <a:ext cx="1750" cy="2725"/>
            </a:xfrm>
            <a:custGeom>
              <a:avLst/>
              <a:gdLst/>
              <a:ahLst/>
              <a:cxnLst/>
              <a:rect l="l" t="t" r="r" b="b"/>
              <a:pathLst>
                <a:path w="70" h="109" extrusionOk="0">
                  <a:moveTo>
                    <a:pt x="35" y="1"/>
                  </a:moveTo>
                  <a:cubicBezTo>
                    <a:pt x="18" y="1"/>
                    <a:pt x="0" y="1"/>
                    <a:pt x="0" y="18"/>
                  </a:cubicBezTo>
                  <a:lnTo>
                    <a:pt x="0" y="109"/>
                  </a:lnTo>
                  <a:lnTo>
                    <a:pt x="70" y="109"/>
                  </a:lnTo>
                  <a:lnTo>
                    <a:pt x="70" y="18"/>
                  </a:lnTo>
                  <a:cubicBezTo>
                    <a:pt x="52" y="1"/>
                    <a:pt x="35" y="1"/>
                    <a:pt x="35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27"/>
            <p:cNvSpPr/>
            <p:nvPr/>
          </p:nvSpPr>
          <p:spPr>
            <a:xfrm>
              <a:off x="3685300" y="1055525"/>
              <a:ext cx="25325" cy="1450"/>
            </a:xfrm>
            <a:custGeom>
              <a:avLst/>
              <a:gdLst/>
              <a:ahLst/>
              <a:cxnLst/>
              <a:rect l="l" t="t" r="r" b="b"/>
              <a:pathLst>
                <a:path w="1013" h="58" extrusionOk="0">
                  <a:moveTo>
                    <a:pt x="1" y="1"/>
                  </a:moveTo>
                  <a:lnTo>
                    <a:pt x="1" y="57"/>
                  </a:lnTo>
                  <a:lnTo>
                    <a:pt x="1013" y="57"/>
                  </a:lnTo>
                  <a:lnTo>
                    <a:pt x="1013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27"/>
            <p:cNvSpPr/>
            <p:nvPr/>
          </p:nvSpPr>
          <p:spPr>
            <a:xfrm>
              <a:off x="3683575" y="1042450"/>
              <a:ext cx="1750" cy="11375"/>
            </a:xfrm>
            <a:custGeom>
              <a:avLst/>
              <a:gdLst/>
              <a:ahLst/>
              <a:cxnLst/>
              <a:rect l="l" t="t" r="r" b="b"/>
              <a:pathLst>
                <a:path w="70" h="455" extrusionOk="0">
                  <a:moveTo>
                    <a:pt x="70" y="0"/>
                  </a:moveTo>
                  <a:cubicBezTo>
                    <a:pt x="35" y="91"/>
                    <a:pt x="18" y="199"/>
                    <a:pt x="0" y="290"/>
                  </a:cubicBezTo>
                  <a:lnTo>
                    <a:pt x="0" y="455"/>
                  </a:lnTo>
                  <a:lnTo>
                    <a:pt x="70" y="455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27"/>
            <p:cNvSpPr/>
            <p:nvPr/>
          </p:nvSpPr>
          <p:spPr>
            <a:xfrm>
              <a:off x="3699250" y="1027625"/>
              <a:ext cx="11375" cy="475"/>
            </a:xfrm>
            <a:custGeom>
              <a:avLst/>
              <a:gdLst/>
              <a:ahLst/>
              <a:cxnLst/>
              <a:rect l="l" t="t" r="r" b="b"/>
              <a:pathLst>
                <a:path w="455" h="19" extrusionOk="0">
                  <a:moveTo>
                    <a:pt x="40" y="1"/>
                  </a:moveTo>
                  <a:cubicBezTo>
                    <a:pt x="22" y="1"/>
                    <a:pt x="1" y="18"/>
                    <a:pt x="1" y="18"/>
                  </a:cubicBezTo>
                  <a:lnTo>
                    <a:pt x="455" y="18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27"/>
            <p:cNvSpPr/>
            <p:nvPr/>
          </p:nvSpPr>
          <p:spPr>
            <a:xfrm>
              <a:off x="3695675" y="1029475"/>
              <a:ext cx="14950" cy="450"/>
            </a:xfrm>
            <a:custGeom>
              <a:avLst/>
              <a:gdLst/>
              <a:ahLst/>
              <a:cxnLst/>
              <a:rect l="l" t="t" r="r" b="b"/>
              <a:pathLst>
                <a:path w="598" h="18" extrusionOk="0">
                  <a:moveTo>
                    <a:pt x="36" y="0"/>
                  </a:moveTo>
                  <a:cubicBezTo>
                    <a:pt x="18" y="18"/>
                    <a:pt x="18" y="18"/>
                    <a:pt x="1" y="18"/>
                  </a:cubicBezTo>
                  <a:lnTo>
                    <a:pt x="598" y="18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27"/>
            <p:cNvSpPr/>
            <p:nvPr/>
          </p:nvSpPr>
          <p:spPr>
            <a:xfrm>
              <a:off x="3696550" y="1028075"/>
              <a:ext cx="14075" cy="1425"/>
            </a:xfrm>
            <a:custGeom>
              <a:avLst/>
              <a:gdLst/>
              <a:ahLst/>
              <a:cxnLst/>
              <a:rect l="l" t="t" r="r" b="b"/>
              <a:pathLst>
                <a:path w="563" h="57" extrusionOk="0">
                  <a:moveTo>
                    <a:pt x="109" y="0"/>
                  </a:moveTo>
                  <a:cubicBezTo>
                    <a:pt x="74" y="17"/>
                    <a:pt x="39" y="35"/>
                    <a:pt x="1" y="56"/>
                  </a:cubicBezTo>
                  <a:lnTo>
                    <a:pt x="563" y="56"/>
                  </a:lnTo>
                  <a:lnTo>
                    <a:pt x="563" y="17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27"/>
            <p:cNvSpPr/>
            <p:nvPr/>
          </p:nvSpPr>
          <p:spPr>
            <a:xfrm>
              <a:off x="3710600" y="1027625"/>
              <a:ext cx="25" cy="475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1" y="18"/>
                  </a:moveTo>
                  <a:lnTo>
                    <a:pt x="1" y="18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27"/>
            <p:cNvSpPr/>
            <p:nvPr/>
          </p:nvSpPr>
          <p:spPr>
            <a:xfrm>
              <a:off x="3710600" y="10294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1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7"/>
            <p:cNvSpPr/>
            <p:nvPr/>
          </p:nvSpPr>
          <p:spPr>
            <a:xfrm>
              <a:off x="3710600" y="1028500"/>
              <a:ext cx="25" cy="1000"/>
            </a:xfrm>
            <a:custGeom>
              <a:avLst/>
              <a:gdLst/>
              <a:ahLst/>
              <a:cxnLst/>
              <a:rect l="l" t="t" r="r" b="b"/>
              <a:pathLst>
                <a:path w="1" h="40" extrusionOk="0">
                  <a:moveTo>
                    <a:pt x="1" y="39"/>
                  </a:moveTo>
                  <a:lnTo>
                    <a:pt x="1" y="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7"/>
            <p:cNvSpPr/>
            <p:nvPr/>
          </p:nvSpPr>
          <p:spPr>
            <a:xfrm>
              <a:off x="3710600" y="1028075"/>
              <a:ext cx="25" cy="1425"/>
            </a:xfrm>
            <a:custGeom>
              <a:avLst/>
              <a:gdLst/>
              <a:ahLst/>
              <a:cxnLst/>
              <a:rect l="l" t="t" r="r" b="b"/>
              <a:pathLst>
                <a:path w="1" h="57" extrusionOk="0">
                  <a:moveTo>
                    <a:pt x="1" y="17"/>
                  </a:moveTo>
                  <a:lnTo>
                    <a:pt x="1" y="56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27"/>
            <p:cNvSpPr/>
            <p:nvPr/>
          </p:nvSpPr>
          <p:spPr>
            <a:xfrm>
              <a:off x="3712775" y="1055525"/>
              <a:ext cx="25325" cy="1450"/>
            </a:xfrm>
            <a:custGeom>
              <a:avLst/>
              <a:gdLst/>
              <a:ahLst/>
              <a:cxnLst/>
              <a:rect l="l" t="t" r="r" b="b"/>
              <a:pathLst>
                <a:path w="1013" h="58" extrusionOk="0">
                  <a:moveTo>
                    <a:pt x="1" y="1"/>
                  </a:moveTo>
                  <a:lnTo>
                    <a:pt x="1" y="57"/>
                  </a:lnTo>
                  <a:lnTo>
                    <a:pt x="1013" y="57"/>
                  </a:lnTo>
                  <a:lnTo>
                    <a:pt x="1013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7"/>
            <p:cNvSpPr/>
            <p:nvPr/>
          </p:nvSpPr>
          <p:spPr>
            <a:xfrm>
              <a:off x="3738075" y="1042450"/>
              <a:ext cx="2300" cy="14525"/>
            </a:xfrm>
            <a:custGeom>
              <a:avLst/>
              <a:gdLst/>
              <a:ahLst/>
              <a:cxnLst/>
              <a:rect l="l" t="t" r="r" b="b"/>
              <a:pathLst>
                <a:path w="92" h="581" extrusionOk="0">
                  <a:moveTo>
                    <a:pt x="1" y="0"/>
                  </a:moveTo>
                  <a:lnTo>
                    <a:pt x="1" y="455"/>
                  </a:lnTo>
                  <a:lnTo>
                    <a:pt x="70" y="455"/>
                  </a:lnTo>
                  <a:lnTo>
                    <a:pt x="70" y="580"/>
                  </a:lnTo>
                  <a:lnTo>
                    <a:pt x="92" y="580"/>
                  </a:lnTo>
                  <a:lnTo>
                    <a:pt x="92" y="308"/>
                  </a:lnTo>
                  <a:cubicBezTo>
                    <a:pt x="70" y="199"/>
                    <a:pt x="36" y="109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27"/>
            <p:cNvSpPr/>
            <p:nvPr/>
          </p:nvSpPr>
          <p:spPr>
            <a:xfrm>
              <a:off x="3712775" y="1027625"/>
              <a:ext cx="11825" cy="475"/>
            </a:xfrm>
            <a:custGeom>
              <a:avLst/>
              <a:gdLst/>
              <a:ahLst/>
              <a:cxnLst/>
              <a:rect l="l" t="t" r="r" b="b"/>
              <a:pathLst>
                <a:path w="473" h="19" extrusionOk="0">
                  <a:moveTo>
                    <a:pt x="1" y="1"/>
                  </a:moveTo>
                  <a:lnTo>
                    <a:pt x="1" y="18"/>
                  </a:lnTo>
                  <a:lnTo>
                    <a:pt x="472" y="18"/>
                  </a:lnTo>
                  <a:cubicBezTo>
                    <a:pt x="455" y="18"/>
                    <a:pt x="433" y="1"/>
                    <a:pt x="416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27"/>
            <p:cNvSpPr/>
            <p:nvPr/>
          </p:nvSpPr>
          <p:spPr>
            <a:xfrm>
              <a:off x="3712775" y="1029475"/>
              <a:ext cx="14950" cy="450"/>
            </a:xfrm>
            <a:custGeom>
              <a:avLst/>
              <a:gdLst/>
              <a:ahLst/>
              <a:cxnLst/>
              <a:rect l="l" t="t" r="r" b="b"/>
              <a:pathLst>
                <a:path w="598" h="18" extrusionOk="0">
                  <a:moveTo>
                    <a:pt x="1" y="0"/>
                  </a:moveTo>
                  <a:lnTo>
                    <a:pt x="1" y="18"/>
                  </a:lnTo>
                  <a:lnTo>
                    <a:pt x="598" y="18"/>
                  </a:lnTo>
                  <a:cubicBezTo>
                    <a:pt x="598" y="18"/>
                    <a:pt x="580" y="18"/>
                    <a:pt x="563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7"/>
            <p:cNvSpPr/>
            <p:nvPr/>
          </p:nvSpPr>
          <p:spPr>
            <a:xfrm>
              <a:off x="3712775" y="1028075"/>
              <a:ext cx="14075" cy="1425"/>
            </a:xfrm>
            <a:custGeom>
              <a:avLst/>
              <a:gdLst/>
              <a:ahLst/>
              <a:cxnLst/>
              <a:rect l="l" t="t" r="r" b="b"/>
              <a:pathLst>
                <a:path w="563" h="57" extrusionOk="0">
                  <a:moveTo>
                    <a:pt x="1" y="0"/>
                  </a:moveTo>
                  <a:lnTo>
                    <a:pt x="1" y="35"/>
                  </a:lnTo>
                  <a:lnTo>
                    <a:pt x="1" y="56"/>
                  </a:lnTo>
                  <a:lnTo>
                    <a:pt x="563" y="56"/>
                  </a:lnTo>
                  <a:cubicBezTo>
                    <a:pt x="541" y="35"/>
                    <a:pt x="507" y="17"/>
                    <a:pt x="472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7"/>
            <p:cNvSpPr/>
            <p:nvPr/>
          </p:nvSpPr>
          <p:spPr>
            <a:xfrm>
              <a:off x="3710600" y="1029900"/>
              <a:ext cx="475" cy="23925"/>
            </a:xfrm>
            <a:custGeom>
              <a:avLst/>
              <a:gdLst/>
              <a:ahLst/>
              <a:cxnLst/>
              <a:rect l="l" t="t" r="r" b="b"/>
              <a:pathLst>
                <a:path w="19" h="957" extrusionOk="0">
                  <a:moveTo>
                    <a:pt x="1" y="1"/>
                  </a:moveTo>
                  <a:lnTo>
                    <a:pt x="1" y="957"/>
                  </a:lnTo>
                  <a:lnTo>
                    <a:pt x="18" y="957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7"/>
            <p:cNvSpPr/>
            <p:nvPr/>
          </p:nvSpPr>
          <p:spPr>
            <a:xfrm>
              <a:off x="3712775" y="1029900"/>
              <a:ext cx="25" cy="23925"/>
            </a:xfrm>
            <a:custGeom>
              <a:avLst/>
              <a:gdLst/>
              <a:ahLst/>
              <a:cxnLst/>
              <a:rect l="l" t="t" r="r" b="b"/>
              <a:pathLst>
                <a:path w="1" h="957" extrusionOk="0">
                  <a:moveTo>
                    <a:pt x="1" y="1"/>
                  </a:moveTo>
                  <a:lnTo>
                    <a:pt x="1" y="957"/>
                  </a:lnTo>
                  <a:lnTo>
                    <a:pt x="1" y="95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7"/>
            <p:cNvSpPr/>
            <p:nvPr/>
          </p:nvSpPr>
          <p:spPr>
            <a:xfrm>
              <a:off x="3712775" y="1055525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1" y="57"/>
                  </a:moveTo>
                  <a:lnTo>
                    <a:pt x="1" y="57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7"/>
            <p:cNvSpPr/>
            <p:nvPr/>
          </p:nvSpPr>
          <p:spPr>
            <a:xfrm>
              <a:off x="3711050" y="1029900"/>
              <a:ext cx="1750" cy="23925"/>
            </a:xfrm>
            <a:custGeom>
              <a:avLst/>
              <a:gdLst/>
              <a:ahLst/>
              <a:cxnLst/>
              <a:rect l="l" t="t" r="r" b="b"/>
              <a:pathLst>
                <a:path w="70" h="957" extrusionOk="0">
                  <a:moveTo>
                    <a:pt x="0" y="1"/>
                  </a:moveTo>
                  <a:lnTo>
                    <a:pt x="0" y="957"/>
                  </a:lnTo>
                  <a:lnTo>
                    <a:pt x="70" y="957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7"/>
            <p:cNvSpPr/>
            <p:nvPr/>
          </p:nvSpPr>
          <p:spPr>
            <a:xfrm>
              <a:off x="3712775" y="10294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7"/>
            <p:cNvSpPr/>
            <p:nvPr/>
          </p:nvSpPr>
          <p:spPr>
            <a:xfrm>
              <a:off x="3712775" y="1028925"/>
              <a:ext cx="25" cy="575"/>
            </a:xfrm>
            <a:custGeom>
              <a:avLst/>
              <a:gdLst/>
              <a:ahLst/>
              <a:cxnLst/>
              <a:rect l="l" t="t" r="r" b="b"/>
              <a:pathLst>
                <a:path w="1" h="23" extrusionOk="0">
                  <a:moveTo>
                    <a:pt x="1" y="22"/>
                  </a:moveTo>
                  <a:lnTo>
                    <a:pt x="1" y="22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7"/>
            <p:cNvSpPr/>
            <p:nvPr/>
          </p:nvSpPr>
          <p:spPr>
            <a:xfrm>
              <a:off x="3712775" y="1027625"/>
              <a:ext cx="25" cy="475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1" y="18"/>
                  </a:moveTo>
                  <a:lnTo>
                    <a:pt x="1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7"/>
            <p:cNvSpPr/>
            <p:nvPr/>
          </p:nvSpPr>
          <p:spPr>
            <a:xfrm>
              <a:off x="3712775" y="1027625"/>
              <a:ext cx="25" cy="475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1" y="18"/>
                  </a:moveTo>
                  <a:lnTo>
                    <a:pt x="1" y="18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7"/>
            <p:cNvSpPr/>
            <p:nvPr/>
          </p:nvSpPr>
          <p:spPr>
            <a:xfrm>
              <a:off x="3712775" y="1028075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0"/>
                  </a:moveTo>
                  <a:lnTo>
                    <a:pt x="1" y="17"/>
                  </a:lnTo>
                  <a:lnTo>
                    <a:pt x="1" y="35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7"/>
            <p:cNvSpPr/>
            <p:nvPr/>
          </p:nvSpPr>
          <p:spPr>
            <a:xfrm>
              <a:off x="3712775" y="10280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0"/>
                  </a:moveTo>
                  <a:lnTo>
                    <a:pt x="1" y="1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7"/>
            <p:cNvSpPr/>
            <p:nvPr/>
          </p:nvSpPr>
          <p:spPr>
            <a:xfrm>
              <a:off x="3712775" y="10294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0"/>
                  </a:moveTo>
                  <a:lnTo>
                    <a:pt x="1" y="0"/>
                  </a:ln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7"/>
            <p:cNvSpPr/>
            <p:nvPr/>
          </p:nvSpPr>
          <p:spPr>
            <a:xfrm>
              <a:off x="3712775" y="1028500"/>
              <a:ext cx="25" cy="1000"/>
            </a:xfrm>
            <a:custGeom>
              <a:avLst/>
              <a:gdLst/>
              <a:ahLst/>
              <a:cxnLst/>
              <a:rect l="l" t="t" r="r" b="b"/>
              <a:pathLst>
                <a:path w="1" h="40" extrusionOk="0">
                  <a:moveTo>
                    <a:pt x="1" y="0"/>
                  </a:moveTo>
                  <a:lnTo>
                    <a:pt x="1" y="39"/>
                  </a:lnTo>
                  <a:lnTo>
                    <a:pt x="1" y="39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27"/>
            <p:cNvSpPr/>
            <p:nvPr/>
          </p:nvSpPr>
          <p:spPr>
            <a:xfrm>
              <a:off x="3712775" y="1028075"/>
              <a:ext cx="25" cy="1425"/>
            </a:xfrm>
            <a:custGeom>
              <a:avLst/>
              <a:gdLst/>
              <a:ahLst/>
              <a:cxnLst/>
              <a:rect l="l" t="t" r="r" b="b"/>
              <a:pathLst>
                <a:path w="1" h="57" extrusionOk="0">
                  <a:moveTo>
                    <a:pt x="1" y="56"/>
                  </a:moveTo>
                  <a:lnTo>
                    <a:pt x="1" y="56"/>
                  </a:lnTo>
                  <a:lnTo>
                    <a:pt x="1" y="1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27"/>
            <p:cNvSpPr/>
            <p:nvPr/>
          </p:nvSpPr>
          <p:spPr>
            <a:xfrm>
              <a:off x="3710600" y="1027625"/>
              <a:ext cx="475" cy="475"/>
            </a:xfrm>
            <a:custGeom>
              <a:avLst/>
              <a:gdLst/>
              <a:ahLst/>
              <a:cxnLst/>
              <a:rect l="l" t="t" r="r" b="b"/>
              <a:pathLst>
                <a:path w="19" h="19" extrusionOk="0">
                  <a:moveTo>
                    <a:pt x="1" y="1"/>
                  </a:moveTo>
                  <a:lnTo>
                    <a:pt x="1" y="18"/>
                  </a:lnTo>
                  <a:lnTo>
                    <a:pt x="18" y="18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27"/>
            <p:cNvSpPr/>
            <p:nvPr/>
          </p:nvSpPr>
          <p:spPr>
            <a:xfrm>
              <a:off x="3710600" y="1029475"/>
              <a:ext cx="475" cy="450"/>
            </a:xfrm>
            <a:custGeom>
              <a:avLst/>
              <a:gdLst/>
              <a:ahLst/>
              <a:cxnLst/>
              <a:rect l="l" t="t" r="r" b="b"/>
              <a:pathLst>
                <a:path w="19" h="18" extrusionOk="0">
                  <a:moveTo>
                    <a:pt x="1" y="0"/>
                  </a:moveTo>
                  <a:lnTo>
                    <a:pt x="1" y="18"/>
                  </a:lnTo>
                  <a:lnTo>
                    <a:pt x="18" y="18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7"/>
            <p:cNvSpPr/>
            <p:nvPr/>
          </p:nvSpPr>
          <p:spPr>
            <a:xfrm>
              <a:off x="3710600" y="1028075"/>
              <a:ext cx="475" cy="1425"/>
            </a:xfrm>
            <a:custGeom>
              <a:avLst/>
              <a:gdLst/>
              <a:ahLst/>
              <a:cxnLst/>
              <a:rect l="l" t="t" r="r" b="b"/>
              <a:pathLst>
                <a:path w="19" h="57" extrusionOk="0">
                  <a:moveTo>
                    <a:pt x="1" y="0"/>
                  </a:moveTo>
                  <a:lnTo>
                    <a:pt x="1" y="56"/>
                  </a:lnTo>
                  <a:lnTo>
                    <a:pt x="18" y="56"/>
                  </a:lnTo>
                  <a:lnTo>
                    <a:pt x="18" y="17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7"/>
            <p:cNvSpPr/>
            <p:nvPr/>
          </p:nvSpPr>
          <p:spPr>
            <a:xfrm>
              <a:off x="3711050" y="1027625"/>
              <a:ext cx="25" cy="475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0" y="18"/>
                  </a:moveTo>
                  <a:lnTo>
                    <a:pt x="0" y="18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7"/>
            <p:cNvSpPr/>
            <p:nvPr/>
          </p:nvSpPr>
          <p:spPr>
            <a:xfrm>
              <a:off x="3712775" y="1027625"/>
              <a:ext cx="25" cy="475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1" y="1"/>
                  </a:moveTo>
                  <a:lnTo>
                    <a:pt x="1" y="18"/>
                  </a:ln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7"/>
            <p:cNvSpPr/>
            <p:nvPr/>
          </p:nvSpPr>
          <p:spPr>
            <a:xfrm>
              <a:off x="3712775" y="1027625"/>
              <a:ext cx="25" cy="475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1" y="18"/>
                  </a:moveTo>
                  <a:lnTo>
                    <a:pt x="1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27"/>
            <p:cNvSpPr/>
            <p:nvPr/>
          </p:nvSpPr>
          <p:spPr>
            <a:xfrm>
              <a:off x="3711050" y="1027625"/>
              <a:ext cx="1750" cy="475"/>
            </a:xfrm>
            <a:custGeom>
              <a:avLst/>
              <a:gdLst/>
              <a:ahLst/>
              <a:cxnLst/>
              <a:rect l="l" t="t" r="r" b="b"/>
              <a:pathLst>
                <a:path w="70" h="19" extrusionOk="0">
                  <a:moveTo>
                    <a:pt x="0" y="1"/>
                  </a:moveTo>
                  <a:lnTo>
                    <a:pt x="0" y="18"/>
                  </a:lnTo>
                  <a:lnTo>
                    <a:pt x="70" y="18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7"/>
            <p:cNvSpPr/>
            <p:nvPr/>
          </p:nvSpPr>
          <p:spPr>
            <a:xfrm>
              <a:off x="3712775" y="10280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7"/>
            <p:cNvSpPr/>
            <p:nvPr/>
          </p:nvSpPr>
          <p:spPr>
            <a:xfrm>
              <a:off x="3711050" y="10294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0" y="18"/>
                  </a:moveTo>
                  <a:lnTo>
                    <a:pt x="0" y="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7"/>
            <p:cNvSpPr/>
            <p:nvPr/>
          </p:nvSpPr>
          <p:spPr>
            <a:xfrm>
              <a:off x="3711050" y="1028500"/>
              <a:ext cx="25" cy="1000"/>
            </a:xfrm>
            <a:custGeom>
              <a:avLst/>
              <a:gdLst/>
              <a:ahLst/>
              <a:cxnLst/>
              <a:rect l="l" t="t" r="r" b="b"/>
              <a:pathLst>
                <a:path w="1" h="40" extrusionOk="0">
                  <a:moveTo>
                    <a:pt x="0" y="39"/>
                  </a:moveTo>
                  <a:lnTo>
                    <a:pt x="0" y="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7"/>
            <p:cNvSpPr/>
            <p:nvPr/>
          </p:nvSpPr>
          <p:spPr>
            <a:xfrm>
              <a:off x="3711050" y="1028075"/>
              <a:ext cx="25" cy="1425"/>
            </a:xfrm>
            <a:custGeom>
              <a:avLst/>
              <a:gdLst/>
              <a:ahLst/>
              <a:cxnLst/>
              <a:rect l="l" t="t" r="r" b="b"/>
              <a:pathLst>
                <a:path w="1" h="57" extrusionOk="0">
                  <a:moveTo>
                    <a:pt x="0" y="17"/>
                  </a:moveTo>
                  <a:lnTo>
                    <a:pt x="0" y="5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7"/>
            <p:cNvSpPr/>
            <p:nvPr/>
          </p:nvSpPr>
          <p:spPr>
            <a:xfrm>
              <a:off x="3712775" y="10294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0"/>
                  </a:move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7"/>
            <p:cNvSpPr/>
            <p:nvPr/>
          </p:nvSpPr>
          <p:spPr>
            <a:xfrm>
              <a:off x="3712775" y="1028075"/>
              <a:ext cx="25" cy="1425"/>
            </a:xfrm>
            <a:custGeom>
              <a:avLst/>
              <a:gdLst/>
              <a:ahLst/>
              <a:cxnLst/>
              <a:rect l="l" t="t" r="r" b="b"/>
              <a:pathLst>
                <a:path w="1" h="57" extrusionOk="0">
                  <a:moveTo>
                    <a:pt x="1" y="0"/>
                  </a:moveTo>
                  <a:lnTo>
                    <a:pt x="1" y="0"/>
                  </a:lnTo>
                  <a:lnTo>
                    <a:pt x="1" y="17"/>
                  </a:lnTo>
                  <a:lnTo>
                    <a:pt x="1" y="35"/>
                  </a:lnTo>
                  <a:lnTo>
                    <a:pt x="1" y="56"/>
                  </a:lnTo>
                  <a:lnTo>
                    <a:pt x="1" y="56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7"/>
            <p:cNvSpPr/>
            <p:nvPr/>
          </p:nvSpPr>
          <p:spPr>
            <a:xfrm>
              <a:off x="3712775" y="10294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7"/>
            <p:cNvSpPr/>
            <p:nvPr/>
          </p:nvSpPr>
          <p:spPr>
            <a:xfrm>
              <a:off x="3712775" y="1028500"/>
              <a:ext cx="25" cy="1000"/>
            </a:xfrm>
            <a:custGeom>
              <a:avLst/>
              <a:gdLst/>
              <a:ahLst/>
              <a:cxnLst/>
              <a:rect l="l" t="t" r="r" b="b"/>
              <a:pathLst>
                <a:path w="1" h="40" extrusionOk="0">
                  <a:moveTo>
                    <a:pt x="1" y="39"/>
                  </a:moveTo>
                  <a:lnTo>
                    <a:pt x="1" y="39"/>
                  </a:lnTo>
                  <a:lnTo>
                    <a:pt x="1" y="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7"/>
            <p:cNvSpPr/>
            <p:nvPr/>
          </p:nvSpPr>
          <p:spPr>
            <a:xfrm>
              <a:off x="3712775" y="10280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0"/>
                  </a:moveTo>
                  <a:lnTo>
                    <a:pt x="1" y="17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7"/>
            <p:cNvSpPr/>
            <p:nvPr/>
          </p:nvSpPr>
          <p:spPr>
            <a:xfrm>
              <a:off x="3712775" y="10294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0"/>
                  </a:move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7"/>
            <p:cNvSpPr/>
            <p:nvPr/>
          </p:nvSpPr>
          <p:spPr>
            <a:xfrm>
              <a:off x="3712775" y="1028075"/>
              <a:ext cx="25" cy="1425"/>
            </a:xfrm>
            <a:custGeom>
              <a:avLst/>
              <a:gdLst/>
              <a:ahLst/>
              <a:cxnLst/>
              <a:rect l="l" t="t" r="r" b="b"/>
              <a:pathLst>
                <a:path w="1" h="57" extrusionOk="0">
                  <a:moveTo>
                    <a:pt x="1" y="0"/>
                  </a:moveTo>
                  <a:lnTo>
                    <a:pt x="1" y="56"/>
                  </a:lnTo>
                  <a:lnTo>
                    <a:pt x="1" y="56"/>
                  </a:lnTo>
                  <a:lnTo>
                    <a:pt x="1" y="17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7"/>
            <p:cNvSpPr/>
            <p:nvPr/>
          </p:nvSpPr>
          <p:spPr>
            <a:xfrm>
              <a:off x="3711050" y="1029475"/>
              <a:ext cx="1750" cy="450"/>
            </a:xfrm>
            <a:custGeom>
              <a:avLst/>
              <a:gdLst/>
              <a:ahLst/>
              <a:cxnLst/>
              <a:rect l="l" t="t" r="r" b="b"/>
              <a:pathLst>
                <a:path w="70" h="18" extrusionOk="0">
                  <a:moveTo>
                    <a:pt x="0" y="0"/>
                  </a:moveTo>
                  <a:lnTo>
                    <a:pt x="0" y="18"/>
                  </a:lnTo>
                  <a:lnTo>
                    <a:pt x="70" y="18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7"/>
            <p:cNvSpPr/>
            <p:nvPr/>
          </p:nvSpPr>
          <p:spPr>
            <a:xfrm>
              <a:off x="3711050" y="1028075"/>
              <a:ext cx="1750" cy="1425"/>
            </a:xfrm>
            <a:custGeom>
              <a:avLst/>
              <a:gdLst/>
              <a:ahLst/>
              <a:cxnLst/>
              <a:rect l="l" t="t" r="r" b="b"/>
              <a:pathLst>
                <a:path w="70" h="57" extrusionOk="0">
                  <a:moveTo>
                    <a:pt x="0" y="0"/>
                  </a:moveTo>
                  <a:lnTo>
                    <a:pt x="0" y="56"/>
                  </a:lnTo>
                  <a:lnTo>
                    <a:pt x="70" y="56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7"/>
            <p:cNvSpPr/>
            <p:nvPr/>
          </p:nvSpPr>
          <p:spPr>
            <a:xfrm>
              <a:off x="3685300" y="1053800"/>
              <a:ext cx="25325" cy="1325"/>
            </a:xfrm>
            <a:custGeom>
              <a:avLst/>
              <a:gdLst/>
              <a:ahLst/>
              <a:cxnLst/>
              <a:rect l="l" t="t" r="r" b="b"/>
              <a:pathLst>
                <a:path w="1013" h="53" extrusionOk="0">
                  <a:moveTo>
                    <a:pt x="1" y="1"/>
                  </a:moveTo>
                  <a:lnTo>
                    <a:pt x="1" y="53"/>
                  </a:lnTo>
                  <a:lnTo>
                    <a:pt x="1013" y="53"/>
                  </a:lnTo>
                  <a:lnTo>
                    <a:pt x="1013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7"/>
            <p:cNvSpPr/>
            <p:nvPr/>
          </p:nvSpPr>
          <p:spPr>
            <a:xfrm>
              <a:off x="3683575" y="1056950"/>
              <a:ext cx="1750" cy="23925"/>
            </a:xfrm>
            <a:custGeom>
              <a:avLst/>
              <a:gdLst/>
              <a:ahLst/>
              <a:cxnLst/>
              <a:rect l="l" t="t" r="r" b="b"/>
              <a:pathLst>
                <a:path w="70" h="957" extrusionOk="0">
                  <a:moveTo>
                    <a:pt x="0" y="0"/>
                  </a:moveTo>
                  <a:lnTo>
                    <a:pt x="0" y="956"/>
                  </a:lnTo>
                  <a:lnTo>
                    <a:pt x="70" y="956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7"/>
            <p:cNvSpPr/>
            <p:nvPr/>
          </p:nvSpPr>
          <p:spPr>
            <a:xfrm>
              <a:off x="3683575" y="1053800"/>
              <a:ext cx="27050" cy="3175"/>
            </a:xfrm>
            <a:custGeom>
              <a:avLst/>
              <a:gdLst/>
              <a:ahLst/>
              <a:cxnLst/>
              <a:rect l="l" t="t" r="r" b="b"/>
              <a:pathLst>
                <a:path w="1082" h="127" extrusionOk="0">
                  <a:moveTo>
                    <a:pt x="0" y="1"/>
                  </a:moveTo>
                  <a:lnTo>
                    <a:pt x="0" y="126"/>
                  </a:lnTo>
                  <a:lnTo>
                    <a:pt x="70" y="126"/>
                  </a:lnTo>
                  <a:lnTo>
                    <a:pt x="70" y="70"/>
                  </a:lnTo>
                  <a:lnTo>
                    <a:pt x="1082" y="70"/>
                  </a:lnTo>
                  <a:lnTo>
                    <a:pt x="1082" y="53"/>
                  </a:lnTo>
                  <a:lnTo>
                    <a:pt x="70" y="53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7"/>
            <p:cNvSpPr/>
            <p:nvPr/>
          </p:nvSpPr>
          <p:spPr>
            <a:xfrm>
              <a:off x="3712775" y="1053800"/>
              <a:ext cx="25325" cy="1325"/>
            </a:xfrm>
            <a:custGeom>
              <a:avLst/>
              <a:gdLst/>
              <a:ahLst/>
              <a:cxnLst/>
              <a:rect l="l" t="t" r="r" b="b"/>
              <a:pathLst>
                <a:path w="1013" h="53" extrusionOk="0">
                  <a:moveTo>
                    <a:pt x="1" y="1"/>
                  </a:moveTo>
                  <a:lnTo>
                    <a:pt x="1" y="53"/>
                  </a:lnTo>
                  <a:lnTo>
                    <a:pt x="1013" y="53"/>
                  </a:lnTo>
                  <a:lnTo>
                    <a:pt x="1013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7"/>
            <p:cNvSpPr/>
            <p:nvPr/>
          </p:nvSpPr>
          <p:spPr>
            <a:xfrm>
              <a:off x="3738075" y="1056950"/>
              <a:ext cx="1775" cy="23925"/>
            </a:xfrm>
            <a:custGeom>
              <a:avLst/>
              <a:gdLst/>
              <a:ahLst/>
              <a:cxnLst/>
              <a:rect l="l" t="t" r="r" b="b"/>
              <a:pathLst>
                <a:path w="71" h="957" extrusionOk="0">
                  <a:moveTo>
                    <a:pt x="1" y="0"/>
                  </a:moveTo>
                  <a:lnTo>
                    <a:pt x="1" y="956"/>
                  </a:lnTo>
                  <a:lnTo>
                    <a:pt x="70" y="956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7"/>
            <p:cNvSpPr/>
            <p:nvPr/>
          </p:nvSpPr>
          <p:spPr>
            <a:xfrm>
              <a:off x="3712775" y="1053800"/>
              <a:ext cx="27075" cy="3175"/>
            </a:xfrm>
            <a:custGeom>
              <a:avLst/>
              <a:gdLst/>
              <a:ahLst/>
              <a:cxnLst/>
              <a:rect l="l" t="t" r="r" b="b"/>
              <a:pathLst>
                <a:path w="1083" h="127" extrusionOk="0">
                  <a:moveTo>
                    <a:pt x="1013" y="1"/>
                  </a:moveTo>
                  <a:lnTo>
                    <a:pt x="1013" y="53"/>
                  </a:lnTo>
                  <a:lnTo>
                    <a:pt x="1" y="53"/>
                  </a:lnTo>
                  <a:lnTo>
                    <a:pt x="1" y="70"/>
                  </a:lnTo>
                  <a:lnTo>
                    <a:pt x="1013" y="70"/>
                  </a:lnTo>
                  <a:lnTo>
                    <a:pt x="1013" y="126"/>
                  </a:lnTo>
                  <a:lnTo>
                    <a:pt x="1082" y="126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7"/>
            <p:cNvSpPr/>
            <p:nvPr/>
          </p:nvSpPr>
          <p:spPr>
            <a:xfrm>
              <a:off x="3712775" y="1053800"/>
              <a:ext cx="25" cy="1750"/>
            </a:xfrm>
            <a:custGeom>
              <a:avLst/>
              <a:gdLst/>
              <a:ahLst/>
              <a:cxnLst/>
              <a:rect l="l" t="t" r="r" b="b"/>
              <a:pathLst>
                <a:path w="1" h="70" extrusionOk="0">
                  <a:moveTo>
                    <a:pt x="1" y="18"/>
                  </a:moveTo>
                  <a:lnTo>
                    <a:pt x="1" y="35"/>
                  </a:lnTo>
                  <a:lnTo>
                    <a:pt x="1" y="70"/>
                  </a:lnTo>
                  <a:lnTo>
                    <a:pt x="1" y="70"/>
                  </a:lnTo>
                  <a:lnTo>
                    <a:pt x="1" y="53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7"/>
            <p:cNvSpPr/>
            <p:nvPr/>
          </p:nvSpPr>
          <p:spPr>
            <a:xfrm>
              <a:off x="3712775" y="1053800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7"/>
            <p:cNvSpPr/>
            <p:nvPr/>
          </p:nvSpPr>
          <p:spPr>
            <a:xfrm>
              <a:off x="3710600" y="1056950"/>
              <a:ext cx="475" cy="23925"/>
            </a:xfrm>
            <a:custGeom>
              <a:avLst/>
              <a:gdLst/>
              <a:ahLst/>
              <a:cxnLst/>
              <a:rect l="l" t="t" r="r" b="b"/>
              <a:pathLst>
                <a:path w="19" h="957" extrusionOk="0">
                  <a:moveTo>
                    <a:pt x="1" y="0"/>
                  </a:moveTo>
                  <a:lnTo>
                    <a:pt x="1" y="956"/>
                  </a:lnTo>
                  <a:lnTo>
                    <a:pt x="18" y="956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7"/>
            <p:cNvSpPr/>
            <p:nvPr/>
          </p:nvSpPr>
          <p:spPr>
            <a:xfrm>
              <a:off x="3710600" y="1053800"/>
              <a:ext cx="25" cy="1325"/>
            </a:xfrm>
            <a:custGeom>
              <a:avLst/>
              <a:gdLst/>
              <a:ahLst/>
              <a:cxnLst/>
              <a:rect l="l" t="t" r="r" b="b"/>
              <a:pathLst>
                <a:path w="1" h="53" extrusionOk="0">
                  <a:moveTo>
                    <a:pt x="1" y="53"/>
                  </a:moveTo>
                  <a:lnTo>
                    <a:pt x="1" y="53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7"/>
            <p:cNvSpPr/>
            <p:nvPr/>
          </p:nvSpPr>
          <p:spPr>
            <a:xfrm>
              <a:off x="3710600" y="1055100"/>
              <a:ext cx="25" cy="1875"/>
            </a:xfrm>
            <a:custGeom>
              <a:avLst/>
              <a:gdLst/>
              <a:ahLst/>
              <a:cxnLst/>
              <a:rect l="l" t="t" r="r" b="b"/>
              <a:pathLst>
                <a:path w="1" h="75" extrusionOk="0">
                  <a:moveTo>
                    <a:pt x="1" y="18"/>
                  </a:moveTo>
                  <a:lnTo>
                    <a:pt x="1" y="74"/>
                  </a:lnTo>
                  <a:lnTo>
                    <a:pt x="1" y="74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7"/>
            <p:cNvSpPr/>
            <p:nvPr/>
          </p:nvSpPr>
          <p:spPr>
            <a:xfrm>
              <a:off x="3710600" y="1053800"/>
              <a:ext cx="475" cy="3175"/>
            </a:xfrm>
            <a:custGeom>
              <a:avLst/>
              <a:gdLst/>
              <a:ahLst/>
              <a:cxnLst/>
              <a:rect l="l" t="t" r="r" b="b"/>
              <a:pathLst>
                <a:path w="19" h="127" extrusionOk="0">
                  <a:moveTo>
                    <a:pt x="1" y="1"/>
                  </a:moveTo>
                  <a:lnTo>
                    <a:pt x="1" y="53"/>
                  </a:lnTo>
                  <a:lnTo>
                    <a:pt x="1" y="126"/>
                  </a:lnTo>
                  <a:lnTo>
                    <a:pt x="18" y="126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7"/>
            <p:cNvSpPr/>
            <p:nvPr/>
          </p:nvSpPr>
          <p:spPr>
            <a:xfrm>
              <a:off x="3712775" y="1056950"/>
              <a:ext cx="25" cy="23925"/>
            </a:xfrm>
            <a:custGeom>
              <a:avLst/>
              <a:gdLst/>
              <a:ahLst/>
              <a:cxnLst/>
              <a:rect l="l" t="t" r="r" b="b"/>
              <a:pathLst>
                <a:path w="1" h="957" extrusionOk="0">
                  <a:moveTo>
                    <a:pt x="1" y="0"/>
                  </a:moveTo>
                  <a:lnTo>
                    <a:pt x="1" y="956"/>
                  </a:lnTo>
                  <a:lnTo>
                    <a:pt x="1" y="956"/>
                  </a:lnTo>
                  <a:lnTo>
                    <a:pt x="1" y="95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7"/>
            <p:cNvSpPr/>
            <p:nvPr/>
          </p:nvSpPr>
          <p:spPr>
            <a:xfrm>
              <a:off x="3712775" y="1054250"/>
              <a:ext cx="25" cy="2725"/>
            </a:xfrm>
            <a:custGeom>
              <a:avLst/>
              <a:gdLst/>
              <a:ahLst/>
              <a:cxnLst/>
              <a:rect l="l" t="t" r="r" b="b"/>
              <a:pathLst>
                <a:path w="1" h="109" extrusionOk="0">
                  <a:moveTo>
                    <a:pt x="1" y="108"/>
                  </a:moveTo>
                  <a:lnTo>
                    <a:pt x="1" y="108"/>
                  </a:lnTo>
                  <a:lnTo>
                    <a:pt x="1" y="52"/>
                  </a:lnTo>
                  <a:lnTo>
                    <a:pt x="1" y="1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7"/>
            <p:cNvSpPr/>
            <p:nvPr/>
          </p:nvSpPr>
          <p:spPr>
            <a:xfrm>
              <a:off x="3712775" y="1053800"/>
              <a:ext cx="25" cy="3175"/>
            </a:xfrm>
            <a:custGeom>
              <a:avLst/>
              <a:gdLst/>
              <a:ahLst/>
              <a:cxnLst/>
              <a:rect l="l" t="t" r="r" b="b"/>
              <a:pathLst>
                <a:path w="1" h="127" extrusionOk="0">
                  <a:moveTo>
                    <a:pt x="1" y="126"/>
                  </a:moveTo>
                  <a:lnTo>
                    <a:pt x="1" y="126"/>
                  </a:lnTo>
                  <a:lnTo>
                    <a:pt x="1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7"/>
            <p:cNvSpPr/>
            <p:nvPr/>
          </p:nvSpPr>
          <p:spPr>
            <a:xfrm>
              <a:off x="3711050" y="1056950"/>
              <a:ext cx="1750" cy="23925"/>
            </a:xfrm>
            <a:custGeom>
              <a:avLst/>
              <a:gdLst/>
              <a:ahLst/>
              <a:cxnLst/>
              <a:rect l="l" t="t" r="r" b="b"/>
              <a:pathLst>
                <a:path w="70" h="957" extrusionOk="0">
                  <a:moveTo>
                    <a:pt x="0" y="0"/>
                  </a:moveTo>
                  <a:lnTo>
                    <a:pt x="0" y="956"/>
                  </a:lnTo>
                  <a:lnTo>
                    <a:pt x="70" y="956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7"/>
            <p:cNvSpPr/>
            <p:nvPr/>
          </p:nvSpPr>
          <p:spPr>
            <a:xfrm>
              <a:off x="3711050" y="1053800"/>
              <a:ext cx="25" cy="3175"/>
            </a:xfrm>
            <a:custGeom>
              <a:avLst/>
              <a:gdLst/>
              <a:ahLst/>
              <a:cxnLst/>
              <a:rect l="l" t="t" r="r" b="b"/>
              <a:pathLst>
                <a:path w="1" h="127" extrusionOk="0">
                  <a:moveTo>
                    <a:pt x="0" y="126"/>
                  </a:moveTo>
                  <a:lnTo>
                    <a:pt x="0" y="126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7"/>
            <p:cNvSpPr/>
            <p:nvPr/>
          </p:nvSpPr>
          <p:spPr>
            <a:xfrm>
              <a:off x="3711050" y="1053800"/>
              <a:ext cx="1750" cy="3175"/>
            </a:xfrm>
            <a:custGeom>
              <a:avLst/>
              <a:gdLst/>
              <a:ahLst/>
              <a:cxnLst/>
              <a:rect l="l" t="t" r="r" b="b"/>
              <a:pathLst>
                <a:path w="70" h="127" extrusionOk="0">
                  <a:moveTo>
                    <a:pt x="0" y="1"/>
                  </a:moveTo>
                  <a:lnTo>
                    <a:pt x="0" y="126"/>
                  </a:lnTo>
                  <a:lnTo>
                    <a:pt x="70" y="126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7"/>
            <p:cNvSpPr/>
            <p:nvPr/>
          </p:nvSpPr>
          <p:spPr>
            <a:xfrm>
              <a:off x="3683575" y="1108325"/>
              <a:ext cx="27050" cy="1750"/>
            </a:xfrm>
            <a:custGeom>
              <a:avLst/>
              <a:gdLst/>
              <a:ahLst/>
              <a:cxnLst/>
              <a:rect l="l" t="t" r="r" b="b"/>
              <a:pathLst>
                <a:path w="1082" h="70" extrusionOk="0">
                  <a:moveTo>
                    <a:pt x="0" y="0"/>
                  </a:moveTo>
                  <a:lnTo>
                    <a:pt x="0" y="69"/>
                  </a:lnTo>
                  <a:lnTo>
                    <a:pt x="1082" y="69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27"/>
            <p:cNvSpPr/>
            <p:nvPr/>
          </p:nvSpPr>
          <p:spPr>
            <a:xfrm>
              <a:off x="3683575" y="1083000"/>
              <a:ext cx="1750" cy="25350"/>
            </a:xfrm>
            <a:custGeom>
              <a:avLst/>
              <a:gdLst/>
              <a:ahLst/>
              <a:cxnLst/>
              <a:rect l="l" t="t" r="r" b="b"/>
              <a:pathLst>
                <a:path w="70" h="1014" extrusionOk="0">
                  <a:moveTo>
                    <a:pt x="0" y="1"/>
                  </a:moveTo>
                  <a:lnTo>
                    <a:pt x="0" y="1013"/>
                  </a:lnTo>
                  <a:lnTo>
                    <a:pt x="70" y="1013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27"/>
            <p:cNvSpPr/>
            <p:nvPr/>
          </p:nvSpPr>
          <p:spPr>
            <a:xfrm>
              <a:off x="3683575" y="1080850"/>
              <a:ext cx="27050" cy="450"/>
            </a:xfrm>
            <a:custGeom>
              <a:avLst/>
              <a:gdLst/>
              <a:ahLst/>
              <a:cxnLst/>
              <a:rect l="l" t="t" r="r" b="b"/>
              <a:pathLst>
                <a:path w="1082" h="18" extrusionOk="0">
                  <a:moveTo>
                    <a:pt x="0" y="0"/>
                  </a:moveTo>
                  <a:lnTo>
                    <a:pt x="0" y="18"/>
                  </a:lnTo>
                  <a:lnTo>
                    <a:pt x="1082" y="18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7"/>
            <p:cNvSpPr/>
            <p:nvPr/>
          </p:nvSpPr>
          <p:spPr>
            <a:xfrm>
              <a:off x="3685300" y="1082575"/>
              <a:ext cx="25325" cy="450"/>
            </a:xfrm>
            <a:custGeom>
              <a:avLst/>
              <a:gdLst/>
              <a:ahLst/>
              <a:cxnLst/>
              <a:rect l="l" t="t" r="r" b="b"/>
              <a:pathLst>
                <a:path w="1013" h="18" extrusionOk="0">
                  <a:moveTo>
                    <a:pt x="1" y="1"/>
                  </a:moveTo>
                  <a:lnTo>
                    <a:pt x="1" y="18"/>
                  </a:lnTo>
                  <a:lnTo>
                    <a:pt x="1013" y="18"/>
                  </a:lnTo>
                  <a:lnTo>
                    <a:pt x="1013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7"/>
            <p:cNvSpPr/>
            <p:nvPr/>
          </p:nvSpPr>
          <p:spPr>
            <a:xfrm>
              <a:off x="3683575" y="1081275"/>
              <a:ext cx="27050" cy="1750"/>
            </a:xfrm>
            <a:custGeom>
              <a:avLst/>
              <a:gdLst/>
              <a:ahLst/>
              <a:cxnLst/>
              <a:rect l="l" t="t" r="r" b="b"/>
              <a:pathLst>
                <a:path w="1082" h="70" extrusionOk="0">
                  <a:moveTo>
                    <a:pt x="0" y="1"/>
                  </a:moveTo>
                  <a:lnTo>
                    <a:pt x="0" y="70"/>
                  </a:lnTo>
                  <a:lnTo>
                    <a:pt x="70" y="70"/>
                  </a:lnTo>
                  <a:lnTo>
                    <a:pt x="70" y="53"/>
                  </a:lnTo>
                  <a:lnTo>
                    <a:pt x="1082" y="53"/>
                  </a:lnTo>
                  <a:lnTo>
                    <a:pt x="1082" y="18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7"/>
            <p:cNvSpPr/>
            <p:nvPr/>
          </p:nvSpPr>
          <p:spPr>
            <a:xfrm>
              <a:off x="3710600" y="1080850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1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7"/>
            <p:cNvSpPr/>
            <p:nvPr/>
          </p:nvSpPr>
          <p:spPr>
            <a:xfrm>
              <a:off x="3710600" y="10825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18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27"/>
            <p:cNvSpPr/>
            <p:nvPr/>
          </p:nvSpPr>
          <p:spPr>
            <a:xfrm>
              <a:off x="3710600" y="1081700"/>
              <a:ext cx="25" cy="900"/>
            </a:xfrm>
            <a:custGeom>
              <a:avLst/>
              <a:gdLst/>
              <a:ahLst/>
              <a:cxnLst/>
              <a:rect l="l" t="t" r="r" b="b"/>
              <a:pathLst>
                <a:path w="1" h="36" extrusionOk="0">
                  <a:moveTo>
                    <a:pt x="1" y="36"/>
                  </a:moveTo>
                  <a:lnTo>
                    <a:pt x="1" y="3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27"/>
            <p:cNvSpPr/>
            <p:nvPr/>
          </p:nvSpPr>
          <p:spPr>
            <a:xfrm>
              <a:off x="3710600" y="1081275"/>
              <a:ext cx="25" cy="1325"/>
            </a:xfrm>
            <a:custGeom>
              <a:avLst/>
              <a:gdLst/>
              <a:ahLst/>
              <a:cxnLst/>
              <a:rect l="l" t="t" r="r" b="b"/>
              <a:pathLst>
                <a:path w="1" h="53" extrusionOk="0">
                  <a:moveTo>
                    <a:pt x="1" y="18"/>
                  </a:moveTo>
                  <a:lnTo>
                    <a:pt x="1" y="53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7"/>
            <p:cNvSpPr/>
            <p:nvPr/>
          </p:nvSpPr>
          <p:spPr>
            <a:xfrm>
              <a:off x="3712775" y="1108325"/>
              <a:ext cx="27600" cy="1750"/>
            </a:xfrm>
            <a:custGeom>
              <a:avLst/>
              <a:gdLst/>
              <a:ahLst/>
              <a:cxnLst/>
              <a:rect l="l" t="t" r="r" b="b"/>
              <a:pathLst>
                <a:path w="1104" h="70" extrusionOk="0">
                  <a:moveTo>
                    <a:pt x="1" y="0"/>
                  </a:moveTo>
                  <a:lnTo>
                    <a:pt x="1" y="69"/>
                  </a:lnTo>
                  <a:lnTo>
                    <a:pt x="1104" y="69"/>
                  </a:lnTo>
                  <a:lnTo>
                    <a:pt x="110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7"/>
            <p:cNvSpPr/>
            <p:nvPr/>
          </p:nvSpPr>
          <p:spPr>
            <a:xfrm>
              <a:off x="3738075" y="1080850"/>
              <a:ext cx="2300" cy="27500"/>
            </a:xfrm>
            <a:custGeom>
              <a:avLst/>
              <a:gdLst/>
              <a:ahLst/>
              <a:cxnLst/>
              <a:rect l="l" t="t" r="r" b="b"/>
              <a:pathLst>
                <a:path w="92" h="1100" extrusionOk="0">
                  <a:moveTo>
                    <a:pt x="70" y="0"/>
                  </a:moveTo>
                  <a:lnTo>
                    <a:pt x="70" y="70"/>
                  </a:lnTo>
                  <a:lnTo>
                    <a:pt x="70" y="87"/>
                  </a:lnTo>
                  <a:lnTo>
                    <a:pt x="1" y="87"/>
                  </a:lnTo>
                  <a:lnTo>
                    <a:pt x="1" y="1099"/>
                  </a:lnTo>
                  <a:lnTo>
                    <a:pt x="92" y="1099"/>
                  </a:lnTo>
                  <a:lnTo>
                    <a:pt x="92" y="35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7"/>
            <p:cNvSpPr/>
            <p:nvPr/>
          </p:nvSpPr>
          <p:spPr>
            <a:xfrm>
              <a:off x="3712775" y="1080850"/>
              <a:ext cx="25325" cy="450"/>
            </a:xfrm>
            <a:custGeom>
              <a:avLst/>
              <a:gdLst/>
              <a:ahLst/>
              <a:cxnLst/>
              <a:rect l="l" t="t" r="r" b="b"/>
              <a:pathLst>
                <a:path w="1013" h="18" extrusionOk="0">
                  <a:moveTo>
                    <a:pt x="1" y="0"/>
                  </a:moveTo>
                  <a:lnTo>
                    <a:pt x="1" y="18"/>
                  </a:lnTo>
                  <a:lnTo>
                    <a:pt x="1013" y="18"/>
                  </a:lnTo>
                  <a:lnTo>
                    <a:pt x="1013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7"/>
            <p:cNvSpPr/>
            <p:nvPr/>
          </p:nvSpPr>
          <p:spPr>
            <a:xfrm>
              <a:off x="3712775" y="1082575"/>
              <a:ext cx="27075" cy="450"/>
            </a:xfrm>
            <a:custGeom>
              <a:avLst/>
              <a:gdLst/>
              <a:ahLst/>
              <a:cxnLst/>
              <a:rect l="l" t="t" r="r" b="b"/>
              <a:pathLst>
                <a:path w="1083" h="18" extrusionOk="0">
                  <a:moveTo>
                    <a:pt x="1" y="1"/>
                  </a:moveTo>
                  <a:lnTo>
                    <a:pt x="1" y="18"/>
                  </a:lnTo>
                  <a:lnTo>
                    <a:pt x="1082" y="18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27"/>
            <p:cNvSpPr/>
            <p:nvPr/>
          </p:nvSpPr>
          <p:spPr>
            <a:xfrm>
              <a:off x="3712775" y="1080850"/>
              <a:ext cx="27075" cy="1750"/>
            </a:xfrm>
            <a:custGeom>
              <a:avLst/>
              <a:gdLst/>
              <a:ahLst/>
              <a:cxnLst/>
              <a:rect l="l" t="t" r="r" b="b"/>
              <a:pathLst>
                <a:path w="1083" h="70" extrusionOk="0">
                  <a:moveTo>
                    <a:pt x="1013" y="0"/>
                  </a:moveTo>
                  <a:lnTo>
                    <a:pt x="1013" y="18"/>
                  </a:lnTo>
                  <a:lnTo>
                    <a:pt x="1" y="18"/>
                  </a:lnTo>
                  <a:lnTo>
                    <a:pt x="1" y="35"/>
                  </a:lnTo>
                  <a:lnTo>
                    <a:pt x="1" y="52"/>
                  </a:lnTo>
                  <a:lnTo>
                    <a:pt x="1" y="70"/>
                  </a:lnTo>
                  <a:lnTo>
                    <a:pt x="1082" y="70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27"/>
            <p:cNvSpPr/>
            <p:nvPr/>
          </p:nvSpPr>
          <p:spPr>
            <a:xfrm>
              <a:off x="3710600" y="1108325"/>
              <a:ext cx="475" cy="1750"/>
            </a:xfrm>
            <a:custGeom>
              <a:avLst/>
              <a:gdLst/>
              <a:ahLst/>
              <a:cxnLst/>
              <a:rect l="l" t="t" r="r" b="b"/>
              <a:pathLst>
                <a:path w="19" h="70" extrusionOk="0">
                  <a:moveTo>
                    <a:pt x="1" y="0"/>
                  </a:moveTo>
                  <a:lnTo>
                    <a:pt x="1" y="69"/>
                  </a:lnTo>
                  <a:lnTo>
                    <a:pt x="18" y="69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7"/>
            <p:cNvSpPr/>
            <p:nvPr/>
          </p:nvSpPr>
          <p:spPr>
            <a:xfrm>
              <a:off x="3710600" y="1083000"/>
              <a:ext cx="475" cy="25350"/>
            </a:xfrm>
            <a:custGeom>
              <a:avLst/>
              <a:gdLst/>
              <a:ahLst/>
              <a:cxnLst/>
              <a:rect l="l" t="t" r="r" b="b"/>
              <a:pathLst>
                <a:path w="19" h="1014" extrusionOk="0">
                  <a:moveTo>
                    <a:pt x="1" y="1"/>
                  </a:moveTo>
                  <a:lnTo>
                    <a:pt x="1" y="1013"/>
                  </a:lnTo>
                  <a:lnTo>
                    <a:pt x="18" y="1013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27"/>
            <p:cNvSpPr/>
            <p:nvPr/>
          </p:nvSpPr>
          <p:spPr>
            <a:xfrm>
              <a:off x="3712775" y="1108325"/>
              <a:ext cx="25" cy="1750"/>
            </a:xfrm>
            <a:custGeom>
              <a:avLst/>
              <a:gdLst/>
              <a:ahLst/>
              <a:cxnLst/>
              <a:rect l="l" t="t" r="r" b="b"/>
              <a:pathLst>
                <a:path w="1" h="70" extrusionOk="0">
                  <a:moveTo>
                    <a:pt x="1" y="69"/>
                  </a:moveTo>
                  <a:lnTo>
                    <a:pt x="1" y="6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27"/>
            <p:cNvSpPr/>
            <p:nvPr/>
          </p:nvSpPr>
          <p:spPr>
            <a:xfrm>
              <a:off x="3712775" y="1083000"/>
              <a:ext cx="25" cy="25350"/>
            </a:xfrm>
            <a:custGeom>
              <a:avLst/>
              <a:gdLst/>
              <a:ahLst/>
              <a:cxnLst/>
              <a:rect l="l" t="t" r="r" b="b"/>
              <a:pathLst>
                <a:path w="1" h="1014" extrusionOk="0">
                  <a:moveTo>
                    <a:pt x="1" y="1"/>
                  </a:moveTo>
                  <a:lnTo>
                    <a:pt x="1" y="1013"/>
                  </a:lnTo>
                  <a:lnTo>
                    <a:pt x="1" y="1013"/>
                  </a:lnTo>
                  <a:lnTo>
                    <a:pt x="1" y="101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27"/>
            <p:cNvSpPr/>
            <p:nvPr/>
          </p:nvSpPr>
          <p:spPr>
            <a:xfrm>
              <a:off x="3711050" y="1108325"/>
              <a:ext cx="1750" cy="1750"/>
            </a:xfrm>
            <a:custGeom>
              <a:avLst/>
              <a:gdLst/>
              <a:ahLst/>
              <a:cxnLst/>
              <a:rect l="l" t="t" r="r" b="b"/>
              <a:pathLst>
                <a:path w="70" h="70" extrusionOk="0">
                  <a:moveTo>
                    <a:pt x="0" y="0"/>
                  </a:moveTo>
                  <a:lnTo>
                    <a:pt x="0" y="69"/>
                  </a:lnTo>
                  <a:lnTo>
                    <a:pt x="70" y="69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27"/>
            <p:cNvSpPr/>
            <p:nvPr/>
          </p:nvSpPr>
          <p:spPr>
            <a:xfrm>
              <a:off x="3711050" y="1083000"/>
              <a:ext cx="1750" cy="25350"/>
            </a:xfrm>
            <a:custGeom>
              <a:avLst/>
              <a:gdLst/>
              <a:ahLst/>
              <a:cxnLst/>
              <a:rect l="l" t="t" r="r" b="b"/>
              <a:pathLst>
                <a:path w="70" h="1014" extrusionOk="0">
                  <a:moveTo>
                    <a:pt x="0" y="1"/>
                  </a:moveTo>
                  <a:lnTo>
                    <a:pt x="0" y="1013"/>
                  </a:lnTo>
                  <a:lnTo>
                    <a:pt x="70" y="1013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27"/>
            <p:cNvSpPr/>
            <p:nvPr/>
          </p:nvSpPr>
          <p:spPr>
            <a:xfrm>
              <a:off x="3712775" y="10825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27"/>
            <p:cNvSpPr/>
            <p:nvPr/>
          </p:nvSpPr>
          <p:spPr>
            <a:xfrm>
              <a:off x="3712775" y="1081700"/>
              <a:ext cx="25" cy="900"/>
            </a:xfrm>
            <a:custGeom>
              <a:avLst/>
              <a:gdLst/>
              <a:ahLst/>
              <a:cxnLst/>
              <a:rect l="l" t="t" r="r" b="b"/>
              <a:pathLst>
                <a:path w="1" h="36" extrusionOk="0">
                  <a:moveTo>
                    <a:pt x="1" y="36"/>
                  </a:moveTo>
                  <a:lnTo>
                    <a:pt x="1" y="36"/>
                  </a:lnTo>
                  <a:lnTo>
                    <a:pt x="1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27"/>
            <p:cNvSpPr/>
            <p:nvPr/>
          </p:nvSpPr>
          <p:spPr>
            <a:xfrm>
              <a:off x="3712775" y="1080850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27"/>
            <p:cNvSpPr/>
            <p:nvPr/>
          </p:nvSpPr>
          <p:spPr>
            <a:xfrm>
              <a:off x="3712775" y="1080850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1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27"/>
            <p:cNvSpPr/>
            <p:nvPr/>
          </p:nvSpPr>
          <p:spPr>
            <a:xfrm>
              <a:off x="3712775" y="10812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"/>
                  </a:move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27"/>
            <p:cNvSpPr/>
            <p:nvPr/>
          </p:nvSpPr>
          <p:spPr>
            <a:xfrm>
              <a:off x="3712775" y="10812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"/>
                  </a:moveTo>
                  <a:lnTo>
                    <a:pt x="1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27"/>
            <p:cNvSpPr/>
            <p:nvPr/>
          </p:nvSpPr>
          <p:spPr>
            <a:xfrm>
              <a:off x="3712775" y="10825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"/>
                  </a:moveTo>
                  <a:lnTo>
                    <a:pt x="1" y="1"/>
                  </a:ln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27"/>
            <p:cNvSpPr/>
            <p:nvPr/>
          </p:nvSpPr>
          <p:spPr>
            <a:xfrm>
              <a:off x="3712775" y="1081700"/>
              <a:ext cx="25" cy="900"/>
            </a:xfrm>
            <a:custGeom>
              <a:avLst/>
              <a:gdLst/>
              <a:ahLst/>
              <a:cxnLst/>
              <a:rect l="l" t="t" r="r" b="b"/>
              <a:pathLst>
                <a:path w="1" h="36" extrusionOk="0">
                  <a:moveTo>
                    <a:pt x="1" y="1"/>
                  </a:moveTo>
                  <a:lnTo>
                    <a:pt x="1" y="36"/>
                  </a:lnTo>
                  <a:lnTo>
                    <a:pt x="1" y="36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27"/>
            <p:cNvSpPr/>
            <p:nvPr/>
          </p:nvSpPr>
          <p:spPr>
            <a:xfrm>
              <a:off x="3712775" y="1081275"/>
              <a:ext cx="25" cy="1325"/>
            </a:xfrm>
            <a:custGeom>
              <a:avLst/>
              <a:gdLst/>
              <a:ahLst/>
              <a:cxnLst/>
              <a:rect l="l" t="t" r="r" b="b"/>
              <a:pathLst>
                <a:path w="1" h="53" extrusionOk="0">
                  <a:moveTo>
                    <a:pt x="1" y="53"/>
                  </a:moveTo>
                  <a:lnTo>
                    <a:pt x="1" y="53"/>
                  </a:lnTo>
                  <a:lnTo>
                    <a:pt x="1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27"/>
            <p:cNvSpPr/>
            <p:nvPr/>
          </p:nvSpPr>
          <p:spPr>
            <a:xfrm>
              <a:off x="3710600" y="1080850"/>
              <a:ext cx="475" cy="450"/>
            </a:xfrm>
            <a:custGeom>
              <a:avLst/>
              <a:gdLst/>
              <a:ahLst/>
              <a:cxnLst/>
              <a:rect l="l" t="t" r="r" b="b"/>
              <a:pathLst>
                <a:path w="19" h="18" extrusionOk="0">
                  <a:moveTo>
                    <a:pt x="1" y="0"/>
                  </a:moveTo>
                  <a:lnTo>
                    <a:pt x="1" y="18"/>
                  </a:lnTo>
                  <a:lnTo>
                    <a:pt x="18" y="18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27"/>
            <p:cNvSpPr/>
            <p:nvPr/>
          </p:nvSpPr>
          <p:spPr>
            <a:xfrm>
              <a:off x="3710600" y="1082575"/>
              <a:ext cx="475" cy="450"/>
            </a:xfrm>
            <a:custGeom>
              <a:avLst/>
              <a:gdLst/>
              <a:ahLst/>
              <a:cxnLst/>
              <a:rect l="l" t="t" r="r" b="b"/>
              <a:pathLst>
                <a:path w="19" h="18" extrusionOk="0">
                  <a:moveTo>
                    <a:pt x="1" y="1"/>
                  </a:moveTo>
                  <a:lnTo>
                    <a:pt x="1" y="18"/>
                  </a:lnTo>
                  <a:lnTo>
                    <a:pt x="18" y="18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27"/>
            <p:cNvSpPr/>
            <p:nvPr/>
          </p:nvSpPr>
          <p:spPr>
            <a:xfrm>
              <a:off x="3710600" y="1081275"/>
              <a:ext cx="475" cy="1325"/>
            </a:xfrm>
            <a:custGeom>
              <a:avLst/>
              <a:gdLst/>
              <a:ahLst/>
              <a:cxnLst/>
              <a:rect l="l" t="t" r="r" b="b"/>
              <a:pathLst>
                <a:path w="19" h="53" extrusionOk="0">
                  <a:moveTo>
                    <a:pt x="1" y="1"/>
                  </a:moveTo>
                  <a:lnTo>
                    <a:pt x="1" y="53"/>
                  </a:lnTo>
                  <a:lnTo>
                    <a:pt x="18" y="53"/>
                  </a:lnTo>
                  <a:lnTo>
                    <a:pt x="18" y="18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27"/>
            <p:cNvSpPr/>
            <p:nvPr/>
          </p:nvSpPr>
          <p:spPr>
            <a:xfrm>
              <a:off x="3711050" y="1080850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0" y="18"/>
                  </a:moveTo>
                  <a:lnTo>
                    <a:pt x="0" y="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27"/>
            <p:cNvSpPr/>
            <p:nvPr/>
          </p:nvSpPr>
          <p:spPr>
            <a:xfrm>
              <a:off x="3712775" y="1080850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0"/>
                  </a:moveTo>
                  <a:lnTo>
                    <a:pt x="1" y="18"/>
                  </a:ln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27"/>
            <p:cNvSpPr/>
            <p:nvPr/>
          </p:nvSpPr>
          <p:spPr>
            <a:xfrm>
              <a:off x="3712775" y="1080850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27"/>
            <p:cNvSpPr/>
            <p:nvPr/>
          </p:nvSpPr>
          <p:spPr>
            <a:xfrm>
              <a:off x="3711050" y="1080850"/>
              <a:ext cx="1750" cy="450"/>
            </a:xfrm>
            <a:custGeom>
              <a:avLst/>
              <a:gdLst/>
              <a:ahLst/>
              <a:cxnLst/>
              <a:rect l="l" t="t" r="r" b="b"/>
              <a:pathLst>
                <a:path w="70" h="18" extrusionOk="0">
                  <a:moveTo>
                    <a:pt x="0" y="0"/>
                  </a:moveTo>
                  <a:lnTo>
                    <a:pt x="0" y="18"/>
                  </a:lnTo>
                  <a:lnTo>
                    <a:pt x="70" y="18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27"/>
            <p:cNvSpPr/>
            <p:nvPr/>
          </p:nvSpPr>
          <p:spPr>
            <a:xfrm>
              <a:off x="3712775" y="1081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27"/>
            <p:cNvSpPr/>
            <p:nvPr/>
          </p:nvSpPr>
          <p:spPr>
            <a:xfrm>
              <a:off x="3711050" y="10825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0" y="18"/>
                  </a:moveTo>
                  <a:lnTo>
                    <a:pt x="0" y="18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27"/>
            <p:cNvSpPr/>
            <p:nvPr/>
          </p:nvSpPr>
          <p:spPr>
            <a:xfrm>
              <a:off x="3711050" y="1081700"/>
              <a:ext cx="25" cy="900"/>
            </a:xfrm>
            <a:custGeom>
              <a:avLst/>
              <a:gdLst/>
              <a:ahLst/>
              <a:cxnLst/>
              <a:rect l="l" t="t" r="r" b="b"/>
              <a:pathLst>
                <a:path w="1" h="36" extrusionOk="0">
                  <a:moveTo>
                    <a:pt x="0" y="36"/>
                  </a:moveTo>
                  <a:lnTo>
                    <a:pt x="0" y="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27"/>
            <p:cNvSpPr/>
            <p:nvPr/>
          </p:nvSpPr>
          <p:spPr>
            <a:xfrm>
              <a:off x="3711050" y="1081275"/>
              <a:ext cx="25" cy="1325"/>
            </a:xfrm>
            <a:custGeom>
              <a:avLst/>
              <a:gdLst/>
              <a:ahLst/>
              <a:cxnLst/>
              <a:rect l="l" t="t" r="r" b="b"/>
              <a:pathLst>
                <a:path w="1" h="53" extrusionOk="0">
                  <a:moveTo>
                    <a:pt x="0" y="18"/>
                  </a:moveTo>
                  <a:lnTo>
                    <a:pt x="0" y="5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27"/>
            <p:cNvSpPr/>
            <p:nvPr/>
          </p:nvSpPr>
          <p:spPr>
            <a:xfrm>
              <a:off x="3712775" y="10825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"/>
                  </a:move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27"/>
            <p:cNvSpPr/>
            <p:nvPr/>
          </p:nvSpPr>
          <p:spPr>
            <a:xfrm>
              <a:off x="3712775" y="1081275"/>
              <a:ext cx="25" cy="1325"/>
            </a:xfrm>
            <a:custGeom>
              <a:avLst/>
              <a:gdLst/>
              <a:ahLst/>
              <a:cxnLst/>
              <a:rect l="l" t="t" r="r" b="b"/>
              <a:pathLst>
                <a:path w="1" h="53" extrusionOk="0">
                  <a:moveTo>
                    <a:pt x="1" y="1"/>
                  </a:moveTo>
                  <a:lnTo>
                    <a:pt x="1" y="1"/>
                  </a:lnTo>
                  <a:lnTo>
                    <a:pt x="1" y="18"/>
                  </a:lnTo>
                  <a:lnTo>
                    <a:pt x="1" y="35"/>
                  </a:lnTo>
                  <a:lnTo>
                    <a:pt x="1" y="53"/>
                  </a:lnTo>
                  <a:lnTo>
                    <a:pt x="1" y="53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27"/>
            <p:cNvSpPr/>
            <p:nvPr/>
          </p:nvSpPr>
          <p:spPr>
            <a:xfrm>
              <a:off x="3712775" y="10825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27"/>
            <p:cNvSpPr/>
            <p:nvPr/>
          </p:nvSpPr>
          <p:spPr>
            <a:xfrm>
              <a:off x="3712775" y="1081700"/>
              <a:ext cx="25" cy="900"/>
            </a:xfrm>
            <a:custGeom>
              <a:avLst/>
              <a:gdLst/>
              <a:ahLst/>
              <a:cxnLst/>
              <a:rect l="l" t="t" r="r" b="b"/>
              <a:pathLst>
                <a:path w="1" h="36" extrusionOk="0">
                  <a:moveTo>
                    <a:pt x="1" y="36"/>
                  </a:moveTo>
                  <a:lnTo>
                    <a:pt x="1" y="36"/>
                  </a:lnTo>
                  <a:lnTo>
                    <a:pt x="1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27"/>
            <p:cNvSpPr/>
            <p:nvPr/>
          </p:nvSpPr>
          <p:spPr>
            <a:xfrm>
              <a:off x="3712775" y="10812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7"/>
            <p:cNvSpPr/>
            <p:nvPr/>
          </p:nvSpPr>
          <p:spPr>
            <a:xfrm>
              <a:off x="3712775" y="1082575"/>
              <a:ext cx="25" cy="450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"/>
                  </a:move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7"/>
            <p:cNvSpPr/>
            <p:nvPr/>
          </p:nvSpPr>
          <p:spPr>
            <a:xfrm>
              <a:off x="3712775" y="1081275"/>
              <a:ext cx="25" cy="1325"/>
            </a:xfrm>
            <a:custGeom>
              <a:avLst/>
              <a:gdLst/>
              <a:ahLst/>
              <a:cxnLst/>
              <a:rect l="l" t="t" r="r" b="b"/>
              <a:pathLst>
                <a:path w="1" h="53" extrusionOk="0">
                  <a:moveTo>
                    <a:pt x="1" y="1"/>
                  </a:moveTo>
                  <a:lnTo>
                    <a:pt x="1" y="53"/>
                  </a:lnTo>
                  <a:lnTo>
                    <a:pt x="1" y="53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7"/>
            <p:cNvSpPr/>
            <p:nvPr/>
          </p:nvSpPr>
          <p:spPr>
            <a:xfrm>
              <a:off x="3711050" y="1082575"/>
              <a:ext cx="1750" cy="450"/>
            </a:xfrm>
            <a:custGeom>
              <a:avLst/>
              <a:gdLst/>
              <a:ahLst/>
              <a:cxnLst/>
              <a:rect l="l" t="t" r="r" b="b"/>
              <a:pathLst>
                <a:path w="70" h="18" extrusionOk="0">
                  <a:moveTo>
                    <a:pt x="0" y="1"/>
                  </a:moveTo>
                  <a:lnTo>
                    <a:pt x="0" y="18"/>
                  </a:lnTo>
                  <a:lnTo>
                    <a:pt x="70" y="18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7"/>
            <p:cNvSpPr/>
            <p:nvPr/>
          </p:nvSpPr>
          <p:spPr>
            <a:xfrm>
              <a:off x="3711050" y="1081275"/>
              <a:ext cx="1750" cy="1325"/>
            </a:xfrm>
            <a:custGeom>
              <a:avLst/>
              <a:gdLst/>
              <a:ahLst/>
              <a:cxnLst/>
              <a:rect l="l" t="t" r="r" b="b"/>
              <a:pathLst>
                <a:path w="70" h="53" extrusionOk="0">
                  <a:moveTo>
                    <a:pt x="0" y="1"/>
                  </a:moveTo>
                  <a:lnTo>
                    <a:pt x="0" y="53"/>
                  </a:lnTo>
                  <a:lnTo>
                    <a:pt x="70" y="53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27"/>
            <p:cNvSpPr/>
            <p:nvPr/>
          </p:nvSpPr>
          <p:spPr>
            <a:xfrm>
              <a:off x="3681725" y="1024925"/>
              <a:ext cx="59950" cy="85700"/>
            </a:xfrm>
            <a:custGeom>
              <a:avLst/>
              <a:gdLst/>
              <a:ahLst/>
              <a:cxnLst/>
              <a:rect l="l" t="t" r="r" b="b"/>
              <a:pathLst>
                <a:path w="2398" h="3428" extrusionOk="0">
                  <a:moveTo>
                    <a:pt x="1208" y="109"/>
                  </a:moveTo>
                  <a:cubicBezTo>
                    <a:pt x="1805" y="109"/>
                    <a:pt x="2290" y="593"/>
                    <a:pt x="2290" y="1208"/>
                  </a:cubicBezTo>
                  <a:lnTo>
                    <a:pt x="2290" y="3336"/>
                  </a:lnTo>
                  <a:lnTo>
                    <a:pt x="109" y="3336"/>
                  </a:lnTo>
                  <a:lnTo>
                    <a:pt x="109" y="1208"/>
                  </a:lnTo>
                  <a:cubicBezTo>
                    <a:pt x="109" y="593"/>
                    <a:pt x="594" y="109"/>
                    <a:pt x="1208" y="109"/>
                  </a:cubicBezTo>
                  <a:close/>
                  <a:moveTo>
                    <a:pt x="1208" y="1"/>
                  </a:moveTo>
                  <a:cubicBezTo>
                    <a:pt x="542" y="1"/>
                    <a:pt x="1" y="541"/>
                    <a:pt x="1" y="1208"/>
                  </a:cubicBezTo>
                  <a:lnTo>
                    <a:pt x="1" y="3427"/>
                  </a:lnTo>
                  <a:lnTo>
                    <a:pt x="2398" y="3427"/>
                  </a:lnTo>
                  <a:lnTo>
                    <a:pt x="2398" y="1208"/>
                  </a:lnTo>
                  <a:cubicBezTo>
                    <a:pt x="2398" y="541"/>
                    <a:pt x="1857" y="1"/>
                    <a:pt x="1208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27"/>
            <p:cNvSpPr/>
            <p:nvPr/>
          </p:nvSpPr>
          <p:spPr>
            <a:xfrm>
              <a:off x="3582125" y="860850"/>
              <a:ext cx="259175" cy="109600"/>
            </a:xfrm>
            <a:custGeom>
              <a:avLst/>
              <a:gdLst/>
              <a:ahLst/>
              <a:cxnLst/>
              <a:rect l="l" t="t" r="r" b="b"/>
              <a:pathLst>
                <a:path w="10367" h="4384" extrusionOk="0">
                  <a:moveTo>
                    <a:pt x="5157" y="0"/>
                  </a:moveTo>
                  <a:lnTo>
                    <a:pt x="4526" y="541"/>
                  </a:lnTo>
                  <a:lnTo>
                    <a:pt x="0" y="4344"/>
                  </a:lnTo>
                  <a:lnTo>
                    <a:pt x="1190" y="4383"/>
                  </a:lnTo>
                  <a:lnTo>
                    <a:pt x="5192" y="1082"/>
                  </a:lnTo>
                  <a:lnTo>
                    <a:pt x="9194" y="4383"/>
                  </a:lnTo>
                  <a:lnTo>
                    <a:pt x="10366" y="4344"/>
                  </a:lnTo>
                  <a:lnTo>
                    <a:pt x="5841" y="541"/>
                  </a:lnTo>
                  <a:lnTo>
                    <a:pt x="5209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8" name="Google Shape;2068;p27"/>
          <p:cNvGrpSpPr/>
          <p:nvPr/>
        </p:nvGrpSpPr>
        <p:grpSpPr>
          <a:xfrm>
            <a:off x="1251513" y="4496825"/>
            <a:ext cx="224475" cy="437625"/>
            <a:chOff x="4276600" y="1069100"/>
            <a:chExt cx="224475" cy="437625"/>
          </a:xfrm>
        </p:grpSpPr>
        <p:sp>
          <p:nvSpPr>
            <p:cNvPr id="2069" name="Google Shape;2069;p27"/>
            <p:cNvSpPr/>
            <p:nvPr/>
          </p:nvSpPr>
          <p:spPr>
            <a:xfrm>
              <a:off x="4276600" y="1069100"/>
              <a:ext cx="224475" cy="384850"/>
            </a:xfrm>
            <a:custGeom>
              <a:avLst/>
              <a:gdLst/>
              <a:ahLst/>
              <a:cxnLst/>
              <a:rect l="l" t="t" r="r" b="b"/>
              <a:pathLst>
                <a:path w="8979" h="15394" extrusionOk="0">
                  <a:moveTo>
                    <a:pt x="4436" y="165"/>
                  </a:moveTo>
                  <a:cubicBezTo>
                    <a:pt x="2597" y="0"/>
                    <a:pt x="1623" y="4794"/>
                    <a:pt x="935" y="7645"/>
                  </a:cubicBezTo>
                  <a:cubicBezTo>
                    <a:pt x="1" y="11664"/>
                    <a:pt x="36" y="15394"/>
                    <a:pt x="3678" y="15285"/>
                  </a:cubicBezTo>
                  <a:cubicBezTo>
                    <a:pt x="5911" y="15216"/>
                    <a:pt x="8978" y="15268"/>
                    <a:pt x="7390" y="7896"/>
                  </a:cubicBezTo>
                  <a:cubicBezTo>
                    <a:pt x="6724" y="4759"/>
                    <a:pt x="6326" y="325"/>
                    <a:pt x="4436" y="165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7"/>
            <p:cNvSpPr/>
            <p:nvPr/>
          </p:nvSpPr>
          <p:spPr>
            <a:xfrm>
              <a:off x="4295975" y="1079925"/>
              <a:ext cx="137500" cy="307825"/>
            </a:xfrm>
            <a:custGeom>
              <a:avLst/>
              <a:gdLst/>
              <a:ahLst/>
              <a:cxnLst/>
              <a:rect l="l" t="t" r="r" b="b"/>
              <a:pathLst>
                <a:path w="5500" h="12313" extrusionOk="0">
                  <a:moveTo>
                    <a:pt x="3712" y="0"/>
                  </a:moveTo>
                  <a:cubicBezTo>
                    <a:pt x="3695" y="0"/>
                    <a:pt x="3678" y="17"/>
                    <a:pt x="3678" y="17"/>
                  </a:cubicBezTo>
                  <a:cubicBezTo>
                    <a:pt x="3678" y="17"/>
                    <a:pt x="3661" y="35"/>
                    <a:pt x="3639" y="108"/>
                  </a:cubicBezTo>
                  <a:cubicBezTo>
                    <a:pt x="3604" y="307"/>
                    <a:pt x="3622" y="216"/>
                    <a:pt x="3622" y="415"/>
                  </a:cubicBezTo>
                  <a:lnTo>
                    <a:pt x="3661" y="632"/>
                  </a:lnTo>
                  <a:lnTo>
                    <a:pt x="3695" y="597"/>
                  </a:lnTo>
                  <a:lnTo>
                    <a:pt x="3730" y="415"/>
                  </a:lnTo>
                  <a:cubicBezTo>
                    <a:pt x="3747" y="359"/>
                    <a:pt x="3747" y="381"/>
                    <a:pt x="3786" y="125"/>
                  </a:cubicBezTo>
                  <a:lnTo>
                    <a:pt x="3730" y="0"/>
                  </a:lnTo>
                  <a:close/>
                  <a:moveTo>
                    <a:pt x="3245" y="506"/>
                  </a:moveTo>
                  <a:cubicBezTo>
                    <a:pt x="3206" y="506"/>
                    <a:pt x="3154" y="541"/>
                    <a:pt x="3154" y="541"/>
                  </a:cubicBezTo>
                  <a:cubicBezTo>
                    <a:pt x="3154" y="541"/>
                    <a:pt x="3098" y="723"/>
                    <a:pt x="3046" y="883"/>
                  </a:cubicBezTo>
                  <a:cubicBezTo>
                    <a:pt x="3029" y="939"/>
                    <a:pt x="3012" y="922"/>
                    <a:pt x="3029" y="1008"/>
                  </a:cubicBezTo>
                  <a:lnTo>
                    <a:pt x="3081" y="1099"/>
                  </a:lnTo>
                  <a:lnTo>
                    <a:pt x="3172" y="1008"/>
                  </a:lnTo>
                  <a:cubicBezTo>
                    <a:pt x="3245" y="813"/>
                    <a:pt x="3263" y="524"/>
                    <a:pt x="3263" y="524"/>
                  </a:cubicBezTo>
                  <a:lnTo>
                    <a:pt x="3245" y="506"/>
                  </a:lnTo>
                  <a:close/>
                  <a:moveTo>
                    <a:pt x="2471" y="956"/>
                  </a:moveTo>
                  <a:cubicBezTo>
                    <a:pt x="2432" y="956"/>
                    <a:pt x="2415" y="991"/>
                    <a:pt x="2415" y="991"/>
                  </a:cubicBezTo>
                  <a:cubicBezTo>
                    <a:pt x="2397" y="991"/>
                    <a:pt x="2397" y="991"/>
                    <a:pt x="2363" y="1064"/>
                  </a:cubicBezTo>
                  <a:lnTo>
                    <a:pt x="2254" y="1354"/>
                  </a:lnTo>
                  <a:cubicBezTo>
                    <a:pt x="2216" y="1497"/>
                    <a:pt x="2254" y="1588"/>
                    <a:pt x="2254" y="1588"/>
                  </a:cubicBezTo>
                  <a:lnTo>
                    <a:pt x="2341" y="1532"/>
                  </a:lnTo>
                  <a:cubicBezTo>
                    <a:pt x="2432" y="1354"/>
                    <a:pt x="2449" y="1281"/>
                    <a:pt x="2505" y="1116"/>
                  </a:cubicBezTo>
                  <a:lnTo>
                    <a:pt x="2488" y="973"/>
                  </a:lnTo>
                  <a:lnTo>
                    <a:pt x="2471" y="956"/>
                  </a:lnTo>
                  <a:close/>
                  <a:moveTo>
                    <a:pt x="4162" y="1030"/>
                  </a:moveTo>
                  <a:cubicBezTo>
                    <a:pt x="4110" y="1030"/>
                    <a:pt x="4054" y="1281"/>
                    <a:pt x="4054" y="1281"/>
                  </a:cubicBezTo>
                  <a:cubicBezTo>
                    <a:pt x="4037" y="1441"/>
                    <a:pt x="4002" y="1497"/>
                    <a:pt x="4037" y="1679"/>
                  </a:cubicBezTo>
                  <a:lnTo>
                    <a:pt x="4180" y="1713"/>
                  </a:lnTo>
                  <a:lnTo>
                    <a:pt x="4219" y="1657"/>
                  </a:lnTo>
                  <a:cubicBezTo>
                    <a:pt x="4201" y="1462"/>
                    <a:pt x="4219" y="1207"/>
                    <a:pt x="4219" y="1207"/>
                  </a:cubicBezTo>
                  <a:cubicBezTo>
                    <a:pt x="4219" y="1207"/>
                    <a:pt x="4236" y="1207"/>
                    <a:pt x="4219" y="1155"/>
                  </a:cubicBezTo>
                  <a:lnTo>
                    <a:pt x="4162" y="1047"/>
                  </a:lnTo>
                  <a:lnTo>
                    <a:pt x="4162" y="1030"/>
                  </a:lnTo>
                  <a:close/>
                  <a:moveTo>
                    <a:pt x="3120" y="1964"/>
                  </a:moveTo>
                  <a:cubicBezTo>
                    <a:pt x="3081" y="1964"/>
                    <a:pt x="3029" y="2038"/>
                    <a:pt x="3029" y="2038"/>
                  </a:cubicBezTo>
                  <a:cubicBezTo>
                    <a:pt x="3029" y="2038"/>
                    <a:pt x="2973" y="2055"/>
                    <a:pt x="2973" y="2414"/>
                  </a:cubicBezTo>
                  <a:lnTo>
                    <a:pt x="3046" y="2652"/>
                  </a:lnTo>
                  <a:lnTo>
                    <a:pt x="3120" y="2579"/>
                  </a:lnTo>
                  <a:cubicBezTo>
                    <a:pt x="3120" y="2579"/>
                    <a:pt x="3154" y="2488"/>
                    <a:pt x="3172" y="2436"/>
                  </a:cubicBezTo>
                  <a:cubicBezTo>
                    <a:pt x="3263" y="2038"/>
                    <a:pt x="3263" y="2038"/>
                    <a:pt x="3228" y="2038"/>
                  </a:cubicBezTo>
                  <a:cubicBezTo>
                    <a:pt x="3206" y="2038"/>
                    <a:pt x="3172" y="2038"/>
                    <a:pt x="3137" y="1982"/>
                  </a:cubicBezTo>
                  <a:cubicBezTo>
                    <a:pt x="3137" y="1964"/>
                    <a:pt x="3120" y="1964"/>
                    <a:pt x="3120" y="1964"/>
                  </a:cubicBezTo>
                  <a:close/>
                  <a:moveTo>
                    <a:pt x="2038" y="2271"/>
                  </a:moveTo>
                  <a:lnTo>
                    <a:pt x="2017" y="2289"/>
                  </a:lnTo>
                  <a:cubicBezTo>
                    <a:pt x="1965" y="2345"/>
                    <a:pt x="1982" y="2271"/>
                    <a:pt x="1947" y="2380"/>
                  </a:cubicBezTo>
                  <a:cubicBezTo>
                    <a:pt x="1947" y="2380"/>
                    <a:pt x="1891" y="2579"/>
                    <a:pt x="1874" y="2704"/>
                  </a:cubicBezTo>
                  <a:cubicBezTo>
                    <a:pt x="1874" y="2721"/>
                    <a:pt x="1908" y="2955"/>
                    <a:pt x="1908" y="2955"/>
                  </a:cubicBezTo>
                  <a:lnTo>
                    <a:pt x="1982" y="2903"/>
                  </a:lnTo>
                  <a:cubicBezTo>
                    <a:pt x="1982" y="2903"/>
                    <a:pt x="1999" y="2812"/>
                    <a:pt x="2055" y="2669"/>
                  </a:cubicBezTo>
                  <a:lnTo>
                    <a:pt x="2073" y="2522"/>
                  </a:lnTo>
                  <a:cubicBezTo>
                    <a:pt x="2107" y="2362"/>
                    <a:pt x="2055" y="2289"/>
                    <a:pt x="2055" y="2289"/>
                  </a:cubicBezTo>
                  <a:cubicBezTo>
                    <a:pt x="2055" y="2271"/>
                    <a:pt x="2038" y="2271"/>
                    <a:pt x="2038" y="2271"/>
                  </a:cubicBezTo>
                  <a:close/>
                  <a:moveTo>
                    <a:pt x="4054" y="2470"/>
                  </a:moveTo>
                  <a:cubicBezTo>
                    <a:pt x="4020" y="2470"/>
                    <a:pt x="4002" y="2579"/>
                    <a:pt x="4002" y="2579"/>
                  </a:cubicBezTo>
                  <a:cubicBezTo>
                    <a:pt x="4002" y="2579"/>
                    <a:pt x="3985" y="2579"/>
                    <a:pt x="3985" y="2630"/>
                  </a:cubicBezTo>
                  <a:cubicBezTo>
                    <a:pt x="3985" y="2630"/>
                    <a:pt x="3963" y="2829"/>
                    <a:pt x="3963" y="3011"/>
                  </a:cubicBezTo>
                  <a:lnTo>
                    <a:pt x="4037" y="3171"/>
                  </a:lnTo>
                  <a:cubicBezTo>
                    <a:pt x="4093" y="3102"/>
                    <a:pt x="4110" y="3046"/>
                    <a:pt x="4110" y="3046"/>
                  </a:cubicBezTo>
                  <a:cubicBezTo>
                    <a:pt x="4180" y="2868"/>
                    <a:pt x="4162" y="2778"/>
                    <a:pt x="4145" y="2630"/>
                  </a:cubicBezTo>
                  <a:lnTo>
                    <a:pt x="4072" y="2470"/>
                  </a:lnTo>
                  <a:close/>
                  <a:moveTo>
                    <a:pt x="4794" y="2886"/>
                  </a:moveTo>
                  <a:lnTo>
                    <a:pt x="4703" y="2977"/>
                  </a:lnTo>
                  <a:cubicBezTo>
                    <a:pt x="4721" y="3119"/>
                    <a:pt x="4721" y="3228"/>
                    <a:pt x="4742" y="3478"/>
                  </a:cubicBezTo>
                  <a:lnTo>
                    <a:pt x="4829" y="3643"/>
                  </a:lnTo>
                  <a:cubicBezTo>
                    <a:pt x="4868" y="3604"/>
                    <a:pt x="4885" y="3552"/>
                    <a:pt x="4902" y="3496"/>
                  </a:cubicBezTo>
                  <a:lnTo>
                    <a:pt x="4850" y="2920"/>
                  </a:lnTo>
                  <a:cubicBezTo>
                    <a:pt x="4829" y="2903"/>
                    <a:pt x="4811" y="2903"/>
                    <a:pt x="4794" y="2886"/>
                  </a:cubicBezTo>
                  <a:close/>
                  <a:moveTo>
                    <a:pt x="3314" y="3318"/>
                  </a:moveTo>
                  <a:cubicBezTo>
                    <a:pt x="3280" y="3318"/>
                    <a:pt x="3263" y="3336"/>
                    <a:pt x="3263" y="3336"/>
                  </a:cubicBezTo>
                  <a:cubicBezTo>
                    <a:pt x="3263" y="3336"/>
                    <a:pt x="3245" y="3496"/>
                    <a:pt x="3228" y="3751"/>
                  </a:cubicBezTo>
                  <a:cubicBezTo>
                    <a:pt x="3228" y="3751"/>
                    <a:pt x="3228" y="3928"/>
                    <a:pt x="3280" y="3928"/>
                  </a:cubicBezTo>
                  <a:cubicBezTo>
                    <a:pt x="3297" y="3928"/>
                    <a:pt x="3336" y="3894"/>
                    <a:pt x="3388" y="3786"/>
                  </a:cubicBezTo>
                  <a:lnTo>
                    <a:pt x="3405" y="3677"/>
                  </a:lnTo>
                  <a:lnTo>
                    <a:pt x="3405" y="3427"/>
                  </a:lnTo>
                  <a:lnTo>
                    <a:pt x="3353" y="3318"/>
                  </a:lnTo>
                  <a:close/>
                  <a:moveTo>
                    <a:pt x="2324" y="3478"/>
                  </a:moveTo>
                  <a:lnTo>
                    <a:pt x="2233" y="3587"/>
                  </a:lnTo>
                  <a:cubicBezTo>
                    <a:pt x="2216" y="3734"/>
                    <a:pt x="2216" y="3677"/>
                    <a:pt x="2216" y="3820"/>
                  </a:cubicBezTo>
                  <a:lnTo>
                    <a:pt x="2289" y="3950"/>
                  </a:lnTo>
                  <a:lnTo>
                    <a:pt x="2341" y="3894"/>
                  </a:lnTo>
                  <a:cubicBezTo>
                    <a:pt x="2341" y="3894"/>
                    <a:pt x="2363" y="3876"/>
                    <a:pt x="2380" y="3842"/>
                  </a:cubicBezTo>
                  <a:cubicBezTo>
                    <a:pt x="2380" y="3842"/>
                    <a:pt x="2415" y="3677"/>
                    <a:pt x="2415" y="3552"/>
                  </a:cubicBezTo>
                  <a:lnTo>
                    <a:pt x="2341" y="3478"/>
                  </a:lnTo>
                  <a:close/>
                  <a:moveTo>
                    <a:pt x="1368" y="3734"/>
                  </a:moveTo>
                  <a:cubicBezTo>
                    <a:pt x="1333" y="3734"/>
                    <a:pt x="1316" y="3786"/>
                    <a:pt x="1316" y="3786"/>
                  </a:cubicBezTo>
                  <a:cubicBezTo>
                    <a:pt x="1281" y="4019"/>
                    <a:pt x="1225" y="4253"/>
                    <a:pt x="1225" y="4491"/>
                  </a:cubicBezTo>
                  <a:lnTo>
                    <a:pt x="1281" y="4543"/>
                  </a:lnTo>
                  <a:lnTo>
                    <a:pt x="1333" y="4491"/>
                  </a:lnTo>
                  <a:lnTo>
                    <a:pt x="1368" y="4326"/>
                  </a:lnTo>
                  <a:cubicBezTo>
                    <a:pt x="1424" y="4058"/>
                    <a:pt x="1424" y="3768"/>
                    <a:pt x="1424" y="3768"/>
                  </a:cubicBezTo>
                  <a:cubicBezTo>
                    <a:pt x="1406" y="3734"/>
                    <a:pt x="1389" y="3734"/>
                    <a:pt x="1368" y="3734"/>
                  </a:cubicBezTo>
                  <a:close/>
                  <a:moveTo>
                    <a:pt x="4180" y="3911"/>
                  </a:moveTo>
                  <a:cubicBezTo>
                    <a:pt x="4128" y="3911"/>
                    <a:pt x="4093" y="3928"/>
                    <a:pt x="4093" y="3928"/>
                  </a:cubicBezTo>
                  <a:lnTo>
                    <a:pt x="4072" y="3967"/>
                  </a:lnTo>
                  <a:lnTo>
                    <a:pt x="4054" y="4292"/>
                  </a:lnTo>
                  <a:cubicBezTo>
                    <a:pt x="4037" y="4560"/>
                    <a:pt x="4037" y="4344"/>
                    <a:pt x="4072" y="4599"/>
                  </a:cubicBezTo>
                  <a:lnTo>
                    <a:pt x="4128" y="4651"/>
                  </a:lnTo>
                  <a:lnTo>
                    <a:pt x="4180" y="4599"/>
                  </a:lnTo>
                  <a:cubicBezTo>
                    <a:pt x="4180" y="4599"/>
                    <a:pt x="4236" y="4491"/>
                    <a:pt x="4253" y="4292"/>
                  </a:cubicBezTo>
                  <a:lnTo>
                    <a:pt x="4253" y="3985"/>
                  </a:lnTo>
                  <a:cubicBezTo>
                    <a:pt x="4253" y="3985"/>
                    <a:pt x="4271" y="3950"/>
                    <a:pt x="4180" y="3911"/>
                  </a:cubicBezTo>
                  <a:close/>
                  <a:moveTo>
                    <a:pt x="2648" y="4417"/>
                  </a:moveTo>
                  <a:cubicBezTo>
                    <a:pt x="2614" y="4417"/>
                    <a:pt x="2540" y="4543"/>
                    <a:pt x="2540" y="4685"/>
                  </a:cubicBezTo>
                  <a:cubicBezTo>
                    <a:pt x="2505" y="4923"/>
                    <a:pt x="2505" y="4815"/>
                    <a:pt x="2523" y="4923"/>
                  </a:cubicBezTo>
                  <a:lnTo>
                    <a:pt x="2596" y="5084"/>
                  </a:lnTo>
                  <a:lnTo>
                    <a:pt x="2665" y="5032"/>
                  </a:lnTo>
                  <a:cubicBezTo>
                    <a:pt x="2665" y="5032"/>
                    <a:pt x="2687" y="4958"/>
                    <a:pt x="2704" y="4902"/>
                  </a:cubicBezTo>
                  <a:lnTo>
                    <a:pt x="2722" y="4742"/>
                  </a:lnTo>
                  <a:cubicBezTo>
                    <a:pt x="2739" y="4616"/>
                    <a:pt x="2739" y="4685"/>
                    <a:pt x="2722" y="4599"/>
                  </a:cubicBezTo>
                  <a:lnTo>
                    <a:pt x="2687" y="4435"/>
                  </a:lnTo>
                  <a:cubicBezTo>
                    <a:pt x="2665" y="4417"/>
                    <a:pt x="2665" y="4417"/>
                    <a:pt x="2648" y="4417"/>
                  </a:cubicBezTo>
                  <a:close/>
                  <a:moveTo>
                    <a:pt x="4902" y="4742"/>
                  </a:moveTo>
                  <a:cubicBezTo>
                    <a:pt x="4742" y="4742"/>
                    <a:pt x="4829" y="4794"/>
                    <a:pt x="4829" y="4794"/>
                  </a:cubicBezTo>
                  <a:cubicBezTo>
                    <a:pt x="4850" y="5032"/>
                    <a:pt x="4885" y="5334"/>
                    <a:pt x="4885" y="5334"/>
                  </a:cubicBezTo>
                  <a:lnTo>
                    <a:pt x="5028" y="5373"/>
                  </a:lnTo>
                  <a:lnTo>
                    <a:pt x="5067" y="5334"/>
                  </a:lnTo>
                  <a:lnTo>
                    <a:pt x="5067" y="5140"/>
                  </a:lnTo>
                  <a:cubicBezTo>
                    <a:pt x="5045" y="5049"/>
                    <a:pt x="5067" y="5032"/>
                    <a:pt x="5028" y="4759"/>
                  </a:cubicBezTo>
                  <a:cubicBezTo>
                    <a:pt x="4976" y="4742"/>
                    <a:pt x="4920" y="4742"/>
                    <a:pt x="4902" y="4742"/>
                  </a:cubicBezTo>
                  <a:close/>
                  <a:moveTo>
                    <a:pt x="3678" y="5157"/>
                  </a:moveTo>
                  <a:cubicBezTo>
                    <a:pt x="3639" y="5157"/>
                    <a:pt x="3604" y="5174"/>
                    <a:pt x="3604" y="5174"/>
                  </a:cubicBezTo>
                  <a:lnTo>
                    <a:pt x="3570" y="5174"/>
                  </a:lnTo>
                  <a:cubicBezTo>
                    <a:pt x="3552" y="5174"/>
                    <a:pt x="3570" y="5192"/>
                    <a:pt x="3570" y="5551"/>
                  </a:cubicBezTo>
                  <a:lnTo>
                    <a:pt x="3622" y="5698"/>
                  </a:lnTo>
                  <a:lnTo>
                    <a:pt x="3730" y="5698"/>
                  </a:lnTo>
                  <a:cubicBezTo>
                    <a:pt x="3730" y="5698"/>
                    <a:pt x="3747" y="5659"/>
                    <a:pt x="3769" y="5607"/>
                  </a:cubicBezTo>
                  <a:lnTo>
                    <a:pt x="3786" y="5482"/>
                  </a:lnTo>
                  <a:cubicBezTo>
                    <a:pt x="3769" y="5101"/>
                    <a:pt x="3855" y="5192"/>
                    <a:pt x="3695" y="5157"/>
                  </a:cubicBezTo>
                  <a:close/>
                  <a:moveTo>
                    <a:pt x="1640" y="5265"/>
                  </a:moveTo>
                  <a:cubicBezTo>
                    <a:pt x="1606" y="5265"/>
                    <a:pt x="1549" y="5356"/>
                    <a:pt x="1515" y="5750"/>
                  </a:cubicBezTo>
                  <a:lnTo>
                    <a:pt x="1549" y="6040"/>
                  </a:lnTo>
                  <a:lnTo>
                    <a:pt x="1640" y="5897"/>
                  </a:lnTo>
                  <a:lnTo>
                    <a:pt x="1692" y="5681"/>
                  </a:lnTo>
                  <a:cubicBezTo>
                    <a:pt x="1714" y="5443"/>
                    <a:pt x="1657" y="5283"/>
                    <a:pt x="1657" y="5283"/>
                  </a:cubicBezTo>
                  <a:cubicBezTo>
                    <a:pt x="1657" y="5265"/>
                    <a:pt x="1640" y="5265"/>
                    <a:pt x="1640" y="5265"/>
                  </a:cubicBezTo>
                  <a:close/>
                  <a:moveTo>
                    <a:pt x="4595" y="5897"/>
                  </a:moveTo>
                  <a:cubicBezTo>
                    <a:pt x="4578" y="5897"/>
                    <a:pt x="4578" y="5914"/>
                    <a:pt x="4560" y="5949"/>
                  </a:cubicBezTo>
                  <a:lnTo>
                    <a:pt x="4504" y="6040"/>
                  </a:lnTo>
                  <a:cubicBezTo>
                    <a:pt x="4487" y="6221"/>
                    <a:pt x="4504" y="6256"/>
                    <a:pt x="4526" y="6347"/>
                  </a:cubicBezTo>
                  <a:lnTo>
                    <a:pt x="4612" y="6524"/>
                  </a:lnTo>
                  <a:lnTo>
                    <a:pt x="4686" y="6438"/>
                  </a:lnTo>
                  <a:cubicBezTo>
                    <a:pt x="4686" y="6438"/>
                    <a:pt x="4686" y="6399"/>
                    <a:pt x="4703" y="6347"/>
                  </a:cubicBezTo>
                  <a:lnTo>
                    <a:pt x="4703" y="5983"/>
                  </a:lnTo>
                  <a:cubicBezTo>
                    <a:pt x="4686" y="5983"/>
                    <a:pt x="4686" y="5983"/>
                    <a:pt x="4612" y="5914"/>
                  </a:cubicBezTo>
                  <a:cubicBezTo>
                    <a:pt x="4612" y="5897"/>
                    <a:pt x="4595" y="5897"/>
                    <a:pt x="4595" y="5897"/>
                  </a:cubicBezTo>
                  <a:close/>
                  <a:moveTo>
                    <a:pt x="883" y="5983"/>
                  </a:moveTo>
                  <a:cubicBezTo>
                    <a:pt x="848" y="5983"/>
                    <a:pt x="827" y="6057"/>
                    <a:pt x="827" y="6057"/>
                  </a:cubicBezTo>
                  <a:cubicBezTo>
                    <a:pt x="827" y="6057"/>
                    <a:pt x="809" y="6057"/>
                    <a:pt x="809" y="6200"/>
                  </a:cubicBezTo>
                  <a:cubicBezTo>
                    <a:pt x="848" y="6524"/>
                    <a:pt x="883" y="6563"/>
                    <a:pt x="883" y="6563"/>
                  </a:cubicBezTo>
                  <a:lnTo>
                    <a:pt x="957" y="6507"/>
                  </a:lnTo>
                  <a:cubicBezTo>
                    <a:pt x="957" y="6507"/>
                    <a:pt x="974" y="6399"/>
                    <a:pt x="974" y="6330"/>
                  </a:cubicBezTo>
                  <a:cubicBezTo>
                    <a:pt x="974" y="6330"/>
                    <a:pt x="991" y="6273"/>
                    <a:pt x="974" y="6113"/>
                  </a:cubicBezTo>
                  <a:lnTo>
                    <a:pt x="900" y="5983"/>
                  </a:lnTo>
                  <a:close/>
                  <a:moveTo>
                    <a:pt x="2938" y="6200"/>
                  </a:moveTo>
                  <a:cubicBezTo>
                    <a:pt x="2921" y="6200"/>
                    <a:pt x="2921" y="6221"/>
                    <a:pt x="2921" y="6221"/>
                  </a:cubicBezTo>
                  <a:lnTo>
                    <a:pt x="2864" y="6273"/>
                  </a:lnTo>
                  <a:lnTo>
                    <a:pt x="2813" y="6364"/>
                  </a:lnTo>
                  <a:cubicBezTo>
                    <a:pt x="2739" y="6671"/>
                    <a:pt x="2665" y="6490"/>
                    <a:pt x="2921" y="6689"/>
                  </a:cubicBezTo>
                  <a:lnTo>
                    <a:pt x="2973" y="6615"/>
                  </a:lnTo>
                  <a:cubicBezTo>
                    <a:pt x="2973" y="6615"/>
                    <a:pt x="2990" y="6615"/>
                    <a:pt x="2990" y="6598"/>
                  </a:cubicBezTo>
                  <a:lnTo>
                    <a:pt x="3029" y="6330"/>
                  </a:lnTo>
                  <a:cubicBezTo>
                    <a:pt x="2973" y="6256"/>
                    <a:pt x="2990" y="6291"/>
                    <a:pt x="2955" y="6221"/>
                  </a:cubicBezTo>
                  <a:lnTo>
                    <a:pt x="2938" y="6200"/>
                  </a:lnTo>
                  <a:close/>
                  <a:moveTo>
                    <a:pt x="1891" y="6689"/>
                  </a:moveTo>
                  <a:cubicBezTo>
                    <a:pt x="1839" y="6689"/>
                    <a:pt x="1783" y="6723"/>
                    <a:pt x="1783" y="6723"/>
                  </a:cubicBezTo>
                  <a:cubicBezTo>
                    <a:pt x="1748" y="6870"/>
                    <a:pt x="1692" y="6957"/>
                    <a:pt x="1714" y="7156"/>
                  </a:cubicBezTo>
                  <a:lnTo>
                    <a:pt x="1822" y="7212"/>
                  </a:lnTo>
                  <a:lnTo>
                    <a:pt x="1891" y="7087"/>
                  </a:lnTo>
                  <a:cubicBezTo>
                    <a:pt x="1947" y="6849"/>
                    <a:pt x="1908" y="6689"/>
                    <a:pt x="1908" y="6689"/>
                  </a:cubicBezTo>
                  <a:close/>
                  <a:moveTo>
                    <a:pt x="5318" y="6689"/>
                  </a:moveTo>
                  <a:cubicBezTo>
                    <a:pt x="5227" y="6689"/>
                    <a:pt x="5209" y="6741"/>
                    <a:pt x="5209" y="6831"/>
                  </a:cubicBezTo>
                  <a:cubicBezTo>
                    <a:pt x="5209" y="6831"/>
                    <a:pt x="5209" y="7065"/>
                    <a:pt x="5227" y="7229"/>
                  </a:cubicBezTo>
                  <a:cubicBezTo>
                    <a:pt x="5227" y="7229"/>
                    <a:pt x="5244" y="7264"/>
                    <a:pt x="5283" y="7355"/>
                  </a:cubicBezTo>
                  <a:lnTo>
                    <a:pt x="5352" y="7428"/>
                  </a:lnTo>
                  <a:lnTo>
                    <a:pt x="5426" y="7338"/>
                  </a:lnTo>
                  <a:cubicBezTo>
                    <a:pt x="5426" y="7338"/>
                    <a:pt x="5426" y="7281"/>
                    <a:pt x="5443" y="7229"/>
                  </a:cubicBezTo>
                  <a:cubicBezTo>
                    <a:pt x="5443" y="7229"/>
                    <a:pt x="5443" y="6957"/>
                    <a:pt x="5426" y="6741"/>
                  </a:cubicBezTo>
                  <a:lnTo>
                    <a:pt x="5352" y="6706"/>
                  </a:lnTo>
                  <a:cubicBezTo>
                    <a:pt x="5335" y="6689"/>
                    <a:pt x="5318" y="6689"/>
                    <a:pt x="5318" y="6689"/>
                  </a:cubicBezTo>
                  <a:close/>
                  <a:moveTo>
                    <a:pt x="3946" y="6870"/>
                  </a:moveTo>
                  <a:cubicBezTo>
                    <a:pt x="3929" y="6870"/>
                    <a:pt x="3911" y="6922"/>
                    <a:pt x="3911" y="6922"/>
                  </a:cubicBezTo>
                  <a:cubicBezTo>
                    <a:pt x="3855" y="6978"/>
                    <a:pt x="3838" y="7264"/>
                    <a:pt x="3877" y="7428"/>
                  </a:cubicBezTo>
                  <a:lnTo>
                    <a:pt x="3946" y="7571"/>
                  </a:lnTo>
                  <a:lnTo>
                    <a:pt x="4002" y="7498"/>
                  </a:lnTo>
                  <a:cubicBezTo>
                    <a:pt x="4037" y="7389"/>
                    <a:pt x="4054" y="7229"/>
                    <a:pt x="4054" y="7173"/>
                  </a:cubicBezTo>
                  <a:cubicBezTo>
                    <a:pt x="4054" y="7013"/>
                    <a:pt x="3963" y="6888"/>
                    <a:pt x="3963" y="6888"/>
                  </a:cubicBezTo>
                  <a:cubicBezTo>
                    <a:pt x="3963" y="6870"/>
                    <a:pt x="3963" y="6870"/>
                    <a:pt x="3946" y="6870"/>
                  </a:cubicBezTo>
                  <a:close/>
                  <a:moveTo>
                    <a:pt x="866" y="7104"/>
                  </a:moveTo>
                  <a:cubicBezTo>
                    <a:pt x="848" y="7104"/>
                    <a:pt x="792" y="7156"/>
                    <a:pt x="792" y="7156"/>
                  </a:cubicBezTo>
                  <a:cubicBezTo>
                    <a:pt x="792" y="7156"/>
                    <a:pt x="758" y="7281"/>
                    <a:pt x="719" y="7428"/>
                  </a:cubicBezTo>
                  <a:lnTo>
                    <a:pt x="719" y="7519"/>
                  </a:lnTo>
                  <a:cubicBezTo>
                    <a:pt x="701" y="7554"/>
                    <a:pt x="758" y="7714"/>
                    <a:pt x="758" y="7714"/>
                  </a:cubicBezTo>
                  <a:lnTo>
                    <a:pt x="827" y="7662"/>
                  </a:lnTo>
                  <a:cubicBezTo>
                    <a:pt x="827" y="7662"/>
                    <a:pt x="883" y="7428"/>
                    <a:pt x="918" y="7229"/>
                  </a:cubicBezTo>
                  <a:lnTo>
                    <a:pt x="883" y="7121"/>
                  </a:lnTo>
                  <a:cubicBezTo>
                    <a:pt x="883" y="7104"/>
                    <a:pt x="866" y="7104"/>
                    <a:pt x="866" y="7104"/>
                  </a:cubicBezTo>
                  <a:close/>
                  <a:moveTo>
                    <a:pt x="2955" y="7645"/>
                  </a:moveTo>
                  <a:cubicBezTo>
                    <a:pt x="2903" y="7645"/>
                    <a:pt x="2847" y="7753"/>
                    <a:pt x="2847" y="7753"/>
                  </a:cubicBezTo>
                  <a:cubicBezTo>
                    <a:pt x="2795" y="7952"/>
                    <a:pt x="2795" y="8038"/>
                    <a:pt x="2795" y="8168"/>
                  </a:cubicBezTo>
                  <a:cubicBezTo>
                    <a:pt x="2795" y="8168"/>
                    <a:pt x="2795" y="8186"/>
                    <a:pt x="2830" y="8255"/>
                  </a:cubicBezTo>
                  <a:lnTo>
                    <a:pt x="2864" y="8328"/>
                  </a:lnTo>
                  <a:lnTo>
                    <a:pt x="2955" y="8237"/>
                  </a:lnTo>
                  <a:cubicBezTo>
                    <a:pt x="2990" y="8168"/>
                    <a:pt x="2973" y="8276"/>
                    <a:pt x="3029" y="7861"/>
                  </a:cubicBezTo>
                  <a:lnTo>
                    <a:pt x="2973" y="7645"/>
                  </a:lnTo>
                  <a:close/>
                  <a:moveTo>
                    <a:pt x="4742" y="7844"/>
                  </a:moveTo>
                  <a:cubicBezTo>
                    <a:pt x="4703" y="7844"/>
                    <a:pt x="4686" y="7844"/>
                    <a:pt x="4651" y="7878"/>
                  </a:cubicBezTo>
                  <a:cubicBezTo>
                    <a:pt x="4651" y="7878"/>
                    <a:pt x="4634" y="8112"/>
                    <a:pt x="4634" y="8294"/>
                  </a:cubicBezTo>
                  <a:lnTo>
                    <a:pt x="4651" y="8419"/>
                  </a:lnTo>
                  <a:cubicBezTo>
                    <a:pt x="4651" y="8419"/>
                    <a:pt x="4669" y="8436"/>
                    <a:pt x="4759" y="8562"/>
                  </a:cubicBezTo>
                  <a:lnTo>
                    <a:pt x="4850" y="8385"/>
                  </a:lnTo>
                  <a:lnTo>
                    <a:pt x="4829" y="7861"/>
                  </a:lnTo>
                  <a:lnTo>
                    <a:pt x="4777" y="7844"/>
                  </a:lnTo>
                  <a:close/>
                  <a:moveTo>
                    <a:pt x="1999" y="8112"/>
                  </a:moveTo>
                  <a:cubicBezTo>
                    <a:pt x="1965" y="8112"/>
                    <a:pt x="1930" y="8168"/>
                    <a:pt x="1930" y="8168"/>
                  </a:cubicBezTo>
                  <a:cubicBezTo>
                    <a:pt x="1930" y="8168"/>
                    <a:pt x="1908" y="8436"/>
                    <a:pt x="1874" y="8635"/>
                  </a:cubicBezTo>
                  <a:lnTo>
                    <a:pt x="1891" y="8778"/>
                  </a:lnTo>
                  <a:lnTo>
                    <a:pt x="1982" y="8796"/>
                  </a:lnTo>
                  <a:lnTo>
                    <a:pt x="2017" y="8761"/>
                  </a:lnTo>
                  <a:cubicBezTo>
                    <a:pt x="2017" y="8761"/>
                    <a:pt x="2038" y="8744"/>
                    <a:pt x="2038" y="8653"/>
                  </a:cubicBezTo>
                  <a:cubicBezTo>
                    <a:pt x="2038" y="8653"/>
                    <a:pt x="2073" y="8436"/>
                    <a:pt x="2073" y="8276"/>
                  </a:cubicBezTo>
                  <a:cubicBezTo>
                    <a:pt x="2073" y="8255"/>
                    <a:pt x="2017" y="8129"/>
                    <a:pt x="2017" y="8129"/>
                  </a:cubicBezTo>
                  <a:cubicBezTo>
                    <a:pt x="1999" y="8129"/>
                    <a:pt x="1999" y="8112"/>
                    <a:pt x="1999" y="8112"/>
                  </a:cubicBezTo>
                  <a:close/>
                  <a:moveTo>
                    <a:pt x="974" y="8527"/>
                  </a:moveTo>
                  <a:cubicBezTo>
                    <a:pt x="957" y="8527"/>
                    <a:pt x="957" y="8545"/>
                    <a:pt x="957" y="8545"/>
                  </a:cubicBezTo>
                  <a:lnTo>
                    <a:pt x="935" y="8545"/>
                  </a:lnTo>
                  <a:cubicBezTo>
                    <a:pt x="918" y="8545"/>
                    <a:pt x="900" y="8579"/>
                    <a:pt x="866" y="8852"/>
                  </a:cubicBezTo>
                  <a:cubicBezTo>
                    <a:pt x="848" y="8904"/>
                    <a:pt x="848" y="8960"/>
                    <a:pt x="848" y="9012"/>
                  </a:cubicBezTo>
                  <a:cubicBezTo>
                    <a:pt x="848" y="9012"/>
                    <a:pt x="827" y="9142"/>
                    <a:pt x="883" y="9142"/>
                  </a:cubicBezTo>
                  <a:cubicBezTo>
                    <a:pt x="900" y="9142"/>
                    <a:pt x="935" y="9120"/>
                    <a:pt x="991" y="9034"/>
                  </a:cubicBezTo>
                  <a:cubicBezTo>
                    <a:pt x="991" y="9034"/>
                    <a:pt x="1008" y="8925"/>
                    <a:pt x="1026" y="8834"/>
                  </a:cubicBezTo>
                  <a:lnTo>
                    <a:pt x="991" y="8545"/>
                  </a:lnTo>
                  <a:cubicBezTo>
                    <a:pt x="991" y="8527"/>
                    <a:pt x="974" y="8527"/>
                    <a:pt x="974" y="8527"/>
                  </a:cubicBezTo>
                  <a:close/>
                  <a:moveTo>
                    <a:pt x="4162" y="8778"/>
                  </a:moveTo>
                  <a:cubicBezTo>
                    <a:pt x="4145" y="8778"/>
                    <a:pt x="4128" y="8834"/>
                    <a:pt x="4093" y="9034"/>
                  </a:cubicBezTo>
                  <a:lnTo>
                    <a:pt x="4093" y="9284"/>
                  </a:lnTo>
                  <a:cubicBezTo>
                    <a:pt x="4093" y="9410"/>
                    <a:pt x="4093" y="9336"/>
                    <a:pt x="4128" y="9410"/>
                  </a:cubicBezTo>
                  <a:cubicBezTo>
                    <a:pt x="4128" y="9410"/>
                    <a:pt x="4128" y="9445"/>
                    <a:pt x="4162" y="9445"/>
                  </a:cubicBezTo>
                  <a:cubicBezTo>
                    <a:pt x="4180" y="9445"/>
                    <a:pt x="4201" y="9445"/>
                    <a:pt x="4236" y="9393"/>
                  </a:cubicBezTo>
                  <a:cubicBezTo>
                    <a:pt x="4236" y="9393"/>
                    <a:pt x="4288" y="8960"/>
                    <a:pt x="4310" y="8869"/>
                  </a:cubicBezTo>
                  <a:cubicBezTo>
                    <a:pt x="4310" y="8869"/>
                    <a:pt x="4288" y="8834"/>
                    <a:pt x="4236" y="8817"/>
                  </a:cubicBezTo>
                  <a:cubicBezTo>
                    <a:pt x="4201" y="8796"/>
                    <a:pt x="4180" y="8778"/>
                    <a:pt x="4162" y="8778"/>
                  </a:cubicBezTo>
                  <a:close/>
                  <a:moveTo>
                    <a:pt x="5352" y="8869"/>
                  </a:moveTo>
                  <a:cubicBezTo>
                    <a:pt x="5300" y="8869"/>
                    <a:pt x="5244" y="9012"/>
                    <a:pt x="5244" y="9012"/>
                  </a:cubicBezTo>
                  <a:cubicBezTo>
                    <a:pt x="5244" y="9085"/>
                    <a:pt x="5244" y="9012"/>
                    <a:pt x="5261" y="9319"/>
                  </a:cubicBezTo>
                  <a:lnTo>
                    <a:pt x="5300" y="9393"/>
                  </a:lnTo>
                  <a:lnTo>
                    <a:pt x="5369" y="9466"/>
                  </a:lnTo>
                  <a:lnTo>
                    <a:pt x="5443" y="9393"/>
                  </a:lnTo>
                  <a:lnTo>
                    <a:pt x="5478" y="9142"/>
                  </a:lnTo>
                  <a:cubicBezTo>
                    <a:pt x="5478" y="8852"/>
                    <a:pt x="5499" y="9034"/>
                    <a:pt x="5369" y="8886"/>
                  </a:cubicBezTo>
                  <a:cubicBezTo>
                    <a:pt x="5369" y="8869"/>
                    <a:pt x="5352" y="8869"/>
                    <a:pt x="5352" y="8869"/>
                  </a:cubicBezTo>
                  <a:close/>
                  <a:moveTo>
                    <a:pt x="178" y="8943"/>
                  </a:moveTo>
                  <a:cubicBezTo>
                    <a:pt x="160" y="8943"/>
                    <a:pt x="143" y="8977"/>
                    <a:pt x="143" y="8977"/>
                  </a:cubicBezTo>
                  <a:cubicBezTo>
                    <a:pt x="143" y="8977"/>
                    <a:pt x="126" y="8977"/>
                    <a:pt x="109" y="9051"/>
                  </a:cubicBezTo>
                  <a:cubicBezTo>
                    <a:pt x="109" y="9051"/>
                    <a:pt x="52" y="9284"/>
                    <a:pt x="52" y="9445"/>
                  </a:cubicBezTo>
                  <a:lnTo>
                    <a:pt x="91" y="9592"/>
                  </a:lnTo>
                  <a:lnTo>
                    <a:pt x="143" y="9553"/>
                  </a:lnTo>
                  <a:cubicBezTo>
                    <a:pt x="143" y="9553"/>
                    <a:pt x="160" y="9518"/>
                    <a:pt x="178" y="9483"/>
                  </a:cubicBezTo>
                  <a:lnTo>
                    <a:pt x="199" y="8943"/>
                  </a:lnTo>
                  <a:close/>
                  <a:moveTo>
                    <a:pt x="3137" y="9176"/>
                  </a:moveTo>
                  <a:cubicBezTo>
                    <a:pt x="3081" y="9176"/>
                    <a:pt x="3046" y="9250"/>
                    <a:pt x="3046" y="9250"/>
                  </a:cubicBezTo>
                  <a:cubicBezTo>
                    <a:pt x="3029" y="9427"/>
                    <a:pt x="2990" y="9592"/>
                    <a:pt x="3012" y="9752"/>
                  </a:cubicBezTo>
                  <a:lnTo>
                    <a:pt x="3063" y="9860"/>
                  </a:lnTo>
                  <a:lnTo>
                    <a:pt x="3120" y="9808"/>
                  </a:lnTo>
                  <a:cubicBezTo>
                    <a:pt x="3120" y="9808"/>
                    <a:pt x="3154" y="9791"/>
                    <a:pt x="3172" y="9717"/>
                  </a:cubicBezTo>
                  <a:cubicBezTo>
                    <a:pt x="3172" y="9717"/>
                    <a:pt x="3189" y="9518"/>
                    <a:pt x="3189" y="9250"/>
                  </a:cubicBezTo>
                  <a:lnTo>
                    <a:pt x="3137" y="9176"/>
                  </a:lnTo>
                  <a:close/>
                  <a:moveTo>
                    <a:pt x="1584" y="9427"/>
                  </a:moveTo>
                  <a:cubicBezTo>
                    <a:pt x="1584" y="9427"/>
                    <a:pt x="1584" y="9445"/>
                    <a:pt x="1549" y="9501"/>
                  </a:cubicBezTo>
                  <a:cubicBezTo>
                    <a:pt x="1549" y="9501"/>
                    <a:pt x="1515" y="9661"/>
                    <a:pt x="1497" y="9769"/>
                  </a:cubicBezTo>
                  <a:cubicBezTo>
                    <a:pt x="1497" y="9769"/>
                    <a:pt x="1458" y="9985"/>
                    <a:pt x="1458" y="10132"/>
                  </a:cubicBezTo>
                  <a:cubicBezTo>
                    <a:pt x="1458" y="10132"/>
                    <a:pt x="1476" y="10184"/>
                    <a:pt x="1515" y="10184"/>
                  </a:cubicBezTo>
                  <a:cubicBezTo>
                    <a:pt x="1549" y="10184"/>
                    <a:pt x="1584" y="10167"/>
                    <a:pt x="1623" y="10059"/>
                  </a:cubicBezTo>
                  <a:cubicBezTo>
                    <a:pt x="1623" y="10059"/>
                    <a:pt x="1640" y="9808"/>
                    <a:pt x="1657" y="9626"/>
                  </a:cubicBezTo>
                  <a:cubicBezTo>
                    <a:pt x="1675" y="9592"/>
                    <a:pt x="1675" y="9553"/>
                    <a:pt x="1675" y="9518"/>
                  </a:cubicBezTo>
                  <a:cubicBezTo>
                    <a:pt x="1675" y="9518"/>
                    <a:pt x="1714" y="9483"/>
                    <a:pt x="1640" y="9445"/>
                  </a:cubicBezTo>
                  <a:cubicBezTo>
                    <a:pt x="1606" y="9427"/>
                    <a:pt x="1606" y="9427"/>
                    <a:pt x="1584" y="9427"/>
                  </a:cubicBezTo>
                  <a:close/>
                  <a:moveTo>
                    <a:pt x="4777" y="9752"/>
                  </a:moveTo>
                  <a:cubicBezTo>
                    <a:pt x="4742" y="9752"/>
                    <a:pt x="4686" y="9825"/>
                    <a:pt x="4686" y="9825"/>
                  </a:cubicBezTo>
                  <a:cubicBezTo>
                    <a:pt x="4669" y="10007"/>
                    <a:pt x="4651" y="10241"/>
                    <a:pt x="4651" y="10241"/>
                  </a:cubicBezTo>
                  <a:cubicBezTo>
                    <a:pt x="4634" y="10457"/>
                    <a:pt x="4651" y="10310"/>
                    <a:pt x="4686" y="10474"/>
                  </a:cubicBezTo>
                  <a:lnTo>
                    <a:pt x="4721" y="10548"/>
                  </a:lnTo>
                  <a:cubicBezTo>
                    <a:pt x="4811" y="10440"/>
                    <a:pt x="4829" y="10331"/>
                    <a:pt x="4850" y="10241"/>
                  </a:cubicBezTo>
                  <a:lnTo>
                    <a:pt x="4850" y="10076"/>
                  </a:lnTo>
                  <a:cubicBezTo>
                    <a:pt x="4850" y="9899"/>
                    <a:pt x="4777" y="9769"/>
                    <a:pt x="4777" y="9769"/>
                  </a:cubicBezTo>
                  <a:lnTo>
                    <a:pt x="4777" y="9752"/>
                  </a:lnTo>
                  <a:close/>
                  <a:moveTo>
                    <a:pt x="632" y="10167"/>
                  </a:moveTo>
                  <a:cubicBezTo>
                    <a:pt x="593" y="10167"/>
                    <a:pt x="576" y="10184"/>
                    <a:pt x="576" y="10184"/>
                  </a:cubicBezTo>
                  <a:cubicBezTo>
                    <a:pt x="576" y="10184"/>
                    <a:pt x="559" y="10202"/>
                    <a:pt x="541" y="10331"/>
                  </a:cubicBezTo>
                  <a:lnTo>
                    <a:pt x="541" y="10418"/>
                  </a:lnTo>
                  <a:cubicBezTo>
                    <a:pt x="541" y="10418"/>
                    <a:pt x="524" y="10565"/>
                    <a:pt x="524" y="10656"/>
                  </a:cubicBezTo>
                  <a:lnTo>
                    <a:pt x="559" y="10872"/>
                  </a:lnTo>
                  <a:lnTo>
                    <a:pt x="632" y="10816"/>
                  </a:lnTo>
                  <a:cubicBezTo>
                    <a:pt x="649" y="10725"/>
                    <a:pt x="667" y="10656"/>
                    <a:pt x="667" y="10526"/>
                  </a:cubicBezTo>
                  <a:cubicBezTo>
                    <a:pt x="684" y="10474"/>
                    <a:pt x="684" y="10418"/>
                    <a:pt x="684" y="10366"/>
                  </a:cubicBezTo>
                  <a:lnTo>
                    <a:pt x="684" y="10258"/>
                  </a:lnTo>
                  <a:lnTo>
                    <a:pt x="632" y="10167"/>
                  </a:lnTo>
                  <a:close/>
                  <a:moveTo>
                    <a:pt x="3929" y="10223"/>
                  </a:moveTo>
                  <a:cubicBezTo>
                    <a:pt x="3877" y="10223"/>
                    <a:pt x="3855" y="10258"/>
                    <a:pt x="3855" y="10258"/>
                  </a:cubicBezTo>
                  <a:cubicBezTo>
                    <a:pt x="3855" y="10258"/>
                    <a:pt x="3803" y="10509"/>
                    <a:pt x="3786" y="10742"/>
                  </a:cubicBezTo>
                  <a:lnTo>
                    <a:pt x="3821" y="10781"/>
                  </a:lnTo>
                  <a:lnTo>
                    <a:pt x="3877" y="10872"/>
                  </a:lnTo>
                  <a:lnTo>
                    <a:pt x="3946" y="10799"/>
                  </a:lnTo>
                  <a:cubicBezTo>
                    <a:pt x="3946" y="10799"/>
                    <a:pt x="3985" y="10526"/>
                    <a:pt x="3985" y="10292"/>
                  </a:cubicBezTo>
                  <a:lnTo>
                    <a:pt x="3929" y="10223"/>
                  </a:lnTo>
                  <a:close/>
                  <a:moveTo>
                    <a:pt x="2488" y="10401"/>
                  </a:moveTo>
                  <a:cubicBezTo>
                    <a:pt x="2471" y="10401"/>
                    <a:pt x="2449" y="10418"/>
                    <a:pt x="2449" y="10418"/>
                  </a:cubicBezTo>
                  <a:cubicBezTo>
                    <a:pt x="2449" y="10418"/>
                    <a:pt x="2432" y="10634"/>
                    <a:pt x="2415" y="10764"/>
                  </a:cubicBezTo>
                  <a:lnTo>
                    <a:pt x="2488" y="11032"/>
                  </a:lnTo>
                  <a:lnTo>
                    <a:pt x="2557" y="10907"/>
                  </a:lnTo>
                  <a:cubicBezTo>
                    <a:pt x="2557" y="10907"/>
                    <a:pt x="2596" y="10872"/>
                    <a:pt x="2614" y="10600"/>
                  </a:cubicBezTo>
                  <a:lnTo>
                    <a:pt x="2596" y="10401"/>
                  </a:lnTo>
                  <a:close/>
                  <a:moveTo>
                    <a:pt x="91" y="11089"/>
                  </a:moveTo>
                  <a:cubicBezTo>
                    <a:pt x="52" y="11089"/>
                    <a:pt x="35" y="11140"/>
                    <a:pt x="35" y="11140"/>
                  </a:cubicBezTo>
                  <a:cubicBezTo>
                    <a:pt x="18" y="11214"/>
                    <a:pt x="18" y="11175"/>
                    <a:pt x="18" y="11214"/>
                  </a:cubicBezTo>
                  <a:cubicBezTo>
                    <a:pt x="0" y="11249"/>
                    <a:pt x="0" y="11521"/>
                    <a:pt x="91" y="11807"/>
                  </a:cubicBezTo>
                  <a:cubicBezTo>
                    <a:pt x="109" y="11824"/>
                    <a:pt x="160" y="11863"/>
                    <a:pt x="160" y="11863"/>
                  </a:cubicBezTo>
                  <a:lnTo>
                    <a:pt x="217" y="11789"/>
                  </a:lnTo>
                  <a:cubicBezTo>
                    <a:pt x="178" y="11590"/>
                    <a:pt x="160" y="11413"/>
                    <a:pt x="160" y="11214"/>
                  </a:cubicBezTo>
                  <a:lnTo>
                    <a:pt x="109" y="11106"/>
                  </a:lnTo>
                  <a:cubicBezTo>
                    <a:pt x="91" y="11106"/>
                    <a:pt x="91" y="11089"/>
                    <a:pt x="91" y="11089"/>
                  </a:cubicBezTo>
                  <a:close/>
                  <a:moveTo>
                    <a:pt x="1549" y="11266"/>
                  </a:moveTo>
                  <a:cubicBezTo>
                    <a:pt x="1532" y="11266"/>
                    <a:pt x="1515" y="11305"/>
                    <a:pt x="1515" y="11305"/>
                  </a:cubicBezTo>
                  <a:cubicBezTo>
                    <a:pt x="1476" y="11448"/>
                    <a:pt x="1476" y="11305"/>
                    <a:pt x="1458" y="11824"/>
                  </a:cubicBezTo>
                  <a:lnTo>
                    <a:pt x="1515" y="11880"/>
                  </a:lnTo>
                  <a:lnTo>
                    <a:pt x="1584" y="11824"/>
                  </a:lnTo>
                  <a:lnTo>
                    <a:pt x="1584" y="11664"/>
                  </a:lnTo>
                  <a:cubicBezTo>
                    <a:pt x="1606" y="11590"/>
                    <a:pt x="1606" y="11500"/>
                    <a:pt x="1606" y="11430"/>
                  </a:cubicBezTo>
                  <a:lnTo>
                    <a:pt x="1567" y="11266"/>
                  </a:lnTo>
                  <a:close/>
                  <a:moveTo>
                    <a:pt x="4703" y="11322"/>
                  </a:moveTo>
                  <a:lnTo>
                    <a:pt x="4634" y="11413"/>
                  </a:lnTo>
                  <a:cubicBezTo>
                    <a:pt x="4595" y="11699"/>
                    <a:pt x="4543" y="11898"/>
                    <a:pt x="4578" y="12131"/>
                  </a:cubicBezTo>
                  <a:lnTo>
                    <a:pt x="4634" y="12239"/>
                  </a:lnTo>
                  <a:lnTo>
                    <a:pt x="4703" y="12187"/>
                  </a:lnTo>
                  <a:cubicBezTo>
                    <a:pt x="4703" y="12187"/>
                    <a:pt x="4742" y="12097"/>
                    <a:pt x="4759" y="12040"/>
                  </a:cubicBezTo>
                  <a:cubicBezTo>
                    <a:pt x="4759" y="12040"/>
                    <a:pt x="4777" y="11863"/>
                    <a:pt x="4794" y="11699"/>
                  </a:cubicBezTo>
                  <a:cubicBezTo>
                    <a:pt x="4794" y="11699"/>
                    <a:pt x="4794" y="11538"/>
                    <a:pt x="4811" y="11413"/>
                  </a:cubicBezTo>
                  <a:lnTo>
                    <a:pt x="4742" y="11322"/>
                  </a:lnTo>
                  <a:close/>
                  <a:moveTo>
                    <a:pt x="3336" y="11538"/>
                  </a:moveTo>
                  <a:cubicBezTo>
                    <a:pt x="3297" y="11538"/>
                    <a:pt x="3245" y="11629"/>
                    <a:pt x="3228" y="12062"/>
                  </a:cubicBezTo>
                  <a:lnTo>
                    <a:pt x="3336" y="12313"/>
                  </a:lnTo>
                  <a:lnTo>
                    <a:pt x="3405" y="12187"/>
                  </a:lnTo>
                  <a:cubicBezTo>
                    <a:pt x="3444" y="12023"/>
                    <a:pt x="3444" y="12205"/>
                    <a:pt x="3423" y="11664"/>
                  </a:cubicBezTo>
                  <a:lnTo>
                    <a:pt x="3371" y="11573"/>
                  </a:lnTo>
                  <a:cubicBezTo>
                    <a:pt x="3353" y="11556"/>
                    <a:pt x="3353" y="11538"/>
                    <a:pt x="3336" y="11538"/>
                  </a:cubicBezTo>
                  <a:close/>
                </a:path>
              </a:pathLst>
            </a:custGeom>
            <a:solidFill>
              <a:srgbClr val="80DA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7"/>
            <p:cNvSpPr/>
            <p:nvPr/>
          </p:nvSpPr>
          <p:spPr>
            <a:xfrm>
              <a:off x="4372975" y="1432850"/>
              <a:ext cx="30200" cy="73875"/>
            </a:xfrm>
            <a:custGeom>
              <a:avLst/>
              <a:gdLst/>
              <a:ahLst/>
              <a:cxnLst/>
              <a:rect l="l" t="t" r="r" b="b"/>
              <a:pathLst>
                <a:path w="1208" h="2955" extrusionOk="0">
                  <a:moveTo>
                    <a:pt x="1" y="2955"/>
                  </a:moveTo>
                  <a:lnTo>
                    <a:pt x="1" y="610"/>
                  </a:lnTo>
                  <a:cubicBezTo>
                    <a:pt x="1" y="268"/>
                    <a:pt x="273" y="0"/>
                    <a:pt x="615" y="0"/>
                  </a:cubicBezTo>
                  <a:cubicBezTo>
                    <a:pt x="940" y="0"/>
                    <a:pt x="1208" y="268"/>
                    <a:pt x="1208" y="610"/>
                  </a:cubicBezTo>
                  <a:lnTo>
                    <a:pt x="1208" y="2864"/>
                  </a:lnTo>
                  <a:lnTo>
                    <a:pt x="1100" y="2864"/>
                  </a:lnTo>
                  <a:cubicBezTo>
                    <a:pt x="797" y="2864"/>
                    <a:pt x="451" y="2881"/>
                    <a:pt x="148" y="2938"/>
                  </a:cubicBezTo>
                  <a:cubicBezTo>
                    <a:pt x="92" y="2938"/>
                    <a:pt x="57" y="2938"/>
                    <a:pt x="1" y="2955"/>
                  </a:cubicBezTo>
                  <a:close/>
                </a:path>
              </a:pathLst>
            </a:custGeom>
            <a:solidFill>
              <a:srgbClr val="FFD6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7"/>
            <p:cNvSpPr/>
            <p:nvPr/>
          </p:nvSpPr>
          <p:spPr>
            <a:xfrm>
              <a:off x="4361725" y="1429150"/>
              <a:ext cx="42425" cy="22650"/>
            </a:xfrm>
            <a:custGeom>
              <a:avLst/>
              <a:gdLst/>
              <a:ahLst/>
              <a:cxnLst/>
              <a:rect l="l" t="t" r="r" b="b"/>
              <a:pathLst>
                <a:path w="1697" h="906" extrusionOk="0">
                  <a:moveTo>
                    <a:pt x="200" y="472"/>
                  </a:moveTo>
                  <a:cubicBezTo>
                    <a:pt x="126" y="542"/>
                    <a:pt x="74" y="615"/>
                    <a:pt x="35" y="689"/>
                  </a:cubicBezTo>
                  <a:cubicBezTo>
                    <a:pt x="35" y="706"/>
                    <a:pt x="1" y="758"/>
                    <a:pt x="1" y="758"/>
                  </a:cubicBezTo>
                  <a:cubicBezTo>
                    <a:pt x="126" y="814"/>
                    <a:pt x="308" y="689"/>
                    <a:pt x="382" y="633"/>
                  </a:cubicBezTo>
                  <a:cubicBezTo>
                    <a:pt x="416" y="598"/>
                    <a:pt x="433" y="581"/>
                    <a:pt x="468" y="559"/>
                  </a:cubicBezTo>
                  <a:cubicBezTo>
                    <a:pt x="490" y="542"/>
                    <a:pt x="524" y="490"/>
                    <a:pt x="507" y="507"/>
                  </a:cubicBezTo>
                  <a:cubicBezTo>
                    <a:pt x="490" y="559"/>
                    <a:pt x="451" y="598"/>
                    <a:pt x="433" y="650"/>
                  </a:cubicBezTo>
                  <a:cubicBezTo>
                    <a:pt x="399" y="689"/>
                    <a:pt x="325" y="849"/>
                    <a:pt x="433" y="849"/>
                  </a:cubicBezTo>
                  <a:cubicBezTo>
                    <a:pt x="524" y="849"/>
                    <a:pt x="615" y="775"/>
                    <a:pt x="667" y="706"/>
                  </a:cubicBezTo>
                  <a:cubicBezTo>
                    <a:pt x="706" y="689"/>
                    <a:pt x="723" y="667"/>
                    <a:pt x="741" y="633"/>
                  </a:cubicBezTo>
                  <a:cubicBezTo>
                    <a:pt x="758" y="633"/>
                    <a:pt x="758" y="598"/>
                    <a:pt x="775" y="598"/>
                  </a:cubicBezTo>
                  <a:cubicBezTo>
                    <a:pt x="849" y="650"/>
                    <a:pt x="992" y="905"/>
                    <a:pt x="1082" y="741"/>
                  </a:cubicBezTo>
                  <a:cubicBezTo>
                    <a:pt x="1100" y="723"/>
                    <a:pt x="1100" y="706"/>
                    <a:pt x="1100" y="689"/>
                  </a:cubicBezTo>
                  <a:lnTo>
                    <a:pt x="1100" y="581"/>
                  </a:lnTo>
                  <a:lnTo>
                    <a:pt x="1117" y="598"/>
                  </a:lnTo>
                  <a:cubicBezTo>
                    <a:pt x="1139" y="615"/>
                    <a:pt x="1156" y="633"/>
                    <a:pt x="1156" y="650"/>
                  </a:cubicBezTo>
                  <a:cubicBezTo>
                    <a:pt x="1191" y="689"/>
                    <a:pt x="1225" y="706"/>
                    <a:pt x="1281" y="741"/>
                  </a:cubicBezTo>
                  <a:cubicBezTo>
                    <a:pt x="1407" y="814"/>
                    <a:pt x="1550" y="814"/>
                    <a:pt x="1641" y="706"/>
                  </a:cubicBezTo>
                  <a:cubicBezTo>
                    <a:pt x="1697" y="633"/>
                    <a:pt x="1658" y="542"/>
                    <a:pt x="1641" y="472"/>
                  </a:cubicBezTo>
                  <a:cubicBezTo>
                    <a:pt x="1550" y="291"/>
                    <a:pt x="1333" y="183"/>
                    <a:pt x="1139" y="126"/>
                  </a:cubicBezTo>
                  <a:cubicBezTo>
                    <a:pt x="723" y="1"/>
                    <a:pt x="343" y="200"/>
                    <a:pt x="126" y="472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2">
    <p:spTree>
      <p:nvGrpSpPr>
        <p:cNvPr id="1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Google Shape;2074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9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75" name="Google Shape;2075;p28"/>
          <p:cNvSpPr/>
          <p:nvPr/>
        </p:nvSpPr>
        <p:spPr>
          <a:xfrm>
            <a:off x="7839250" y="4938650"/>
            <a:ext cx="2030700" cy="4617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76" name="Google Shape;2076;p28"/>
          <p:cNvGrpSpPr/>
          <p:nvPr/>
        </p:nvGrpSpPr>
        <p:grpSpPr>
          <a:xfrm>
            <a:off x="4907699" y="4938638"/>
            <a:ext cx="2749703" cy="122913"/>
            <a:chOff x="5024149" y="4918613"/>
            <a:chExt cx="2749703" cy="122913"/>
          </a:xfrm>
        </p:grpSpPr>
        <p:sp>
          <p:nvSpPr>
            <p:cNvPr id="2077" name="Google Shape;2077;p28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28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28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28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28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28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28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28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28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28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28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28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28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28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28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28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28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28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28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28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28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8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28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28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28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28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28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28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28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28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7" name="Google Shape;2107;p28"/>
          <p:cNvGrpSpPr/>
          <p:nvPr/>
        </p:nvGrpSpPr>
        <p:grpSpPr>
          <a:xfrm>
            <a:off x="297309" y="228915"/>
            <a:ext cx="246888" cy="246888"/>
            <a:chOff x="4396276" y="3156781"/>
            <a:chExt cx="367777" cy="369040"/>
          </a:xfrm>
        </p:grpSpPr>
        <p:sp>
          <p:nvSpPr>
            <p:cNvPr id="2108" name="Google Shape;2108;p28"/>
            <p:cNvSpPr/>
            <p:nvPr/>
          </p:nvSpPr>
          <p:spPr>
            <a:xfrm>
              <a:off x="4396276" y="3156781"/>
              <a:ext cx="367777" cy="369040"/>
            </a:xfrm>
            <a:custGeom>
              <a:avLst/>
              <a:gdLst/>
              <a:ahLst/>
              <a:cxnLst/>
              <a:rect l="l" t="t" r="r" b="b"/>
              <a:pathLst>
                <a:path w="2542" h="2551" extrusionOk="0">
                  <a:moveTo>
                    <a:pt x="1275" y="1"/>
                  </a:moveTo>
                  <a:cubicBezTo>
                    <a:pt x="571" y="1"/>
                    <a:pt x="0" y="572"/>
                    <a:pt x="0" y="1276"/>
                  </a:cubicBezTo>
                  <a:cubicBezTo>
                    <a:pt x="0" y="1980"/>
                    <a:pt x="571" y="2551"/>
                    <a:pt x="1275" y="2551"/>
                  </a:cubicBezTo>
                  <a:cubicBezTo>
                    <a:pt x="1972" y="2551"/>
                    <a:pt x="2541" y="1980"/>
                    <a:pt x="2541" y="1276"/>
                  </a:cubicBezTo>
                  <a:cubicBezTo>
                    <a:pt x="2541" y="572"/>
                    <a:pt x="1972" y="1"/>
                    <a:pt x="1275" y="1"/>
                  </a:cubicBezTo>
                  <a:close/>
                </a:path>
              </a:pathLst>
            </a:custGeom>
            <a:solidFill>
              <a:srgbClr val="FFD6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8"/>
            <p:cNvSpPr/>
            <p:nvPr/>
          </p:nvSpPr>
          <p:spPr>
            <a:xfrm>
              <a:off x="4396276" y="3156781"/>
              <a:ext cx="183599" cy="369040"/>
            </a:xfrm>
            <a:custGeom>
              <a:avLst/>
              <a:gdLst/>
              <a:ahLst/>
              <a:cxnLst/>
              <a:rect l="l" t="t" r="r" b="b"/>
              <a:pathLst>
                <a:path w="1269" h="2551" extrusionOk="0">
                  <a:moveTo>
                    <a:pt x="1268" y="1"/>
                  </a:moveTo>
                  <a:cubicBezTo>
                    <a:pt x="564" y="8"/>
                    <a:pt x="0" y="572"/>
                    <a:pt x="0" y="1276"/>
                  </a:cubicBezTo>
                  <a:cubicBezTo>
                    <a:pt x="0" y="1980"/>
                    <a:pt x="564" y="2542"/>
                    <a:pt x="1268" y="2551"/>
                  </a:cubicBezTo>
                  <a:cubicBezTo>
                    <a:pt x="1268" y="2542"/>
                    <a:pt x="578" y="1913"/>
                    <a:pt x="578" y="1276"/>
                  </a:cubicBezTo>
                  <a:cubicBezTo>
                    <a:pt x="578" y="639"/>
                    <a:pt x="1268" y="8"/>
                    <a:pt x="1268" y="1"/>
                  </a:cubicBezTo>
                  <a:close/>
                </a:path>
              </a:pathLst>
            </a:custGeom>
            <a:solidFill>
              <a:srgbClr val="FFE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0" name="Google Shape;2110;p28"/>
          <p:cNvSpPr/>
          <p:nvPr/>
        </p:nvSpPr>
        <p:spPr>
          <a:xfrm>
            <a:off x="575116" y="264962"/>
            <a:ext cx="428508" cy="155543"/>
          </a:xfrm>
          <a:custGeom>
            <a:avLst/>
            <a:gdLst/>
            <a:ahLst/>
            <a:cxnLst/>
            <a:rect l="l" t="t" r="r" b="b"/>
            <a:pathLst>
              <a:path w="7269" h="2639" extrusionOk="0">
                <a:moveTo>
                  <a:pt x="3113" y="1"/>
                </a:moveTo>
                <a:cubicBezTo>
                  <a:pt x="2305" y="1"/>
                  <a:pt x="1615" y="497"/>
                  <a:pt x="1334" y="1192"/>
                </a:cubicBezTo>
                <a:cubicBezTo>
                  <a:pt x="1283" y="1185"/>
                  <a:pt x="1238" y="1185"/>
                  <a:pt x="1187" y="1185"/>
                </a:cubicBezTo>
                <a:cubicBezTo>
                  <a:pt x="534" y="1185"/>
                  <a:pt x="1" y="1712"/>
                  <a:pt x="1" y="2371"/>
                </a:cubicBezTo>
                <a:cubicBezTo>
                  <a:pt x="1" y="2460"/>
                  <a:pt x="15" y="2549"/>
                  <a:pt x="38" y="2638"/>
                </a:cubicBezTo>
                <a:lnTo>
                  <a:pt x="5876" y="2638"/>
                </a:lnTo>
                <a:cubicBezTo>
                  <a:pt x="5891" y="2624"/>
                  <a:pt x="5907" y="2615"/>
                  <a:pt x="5921" y="2601"/>
                </a:cubicBezTo>
                <a:cubicBezTo>
                  <a:pt x="5921" y="2615"/>
                  <a:pt x="5928" y="2624"/>
                  <a:pt x="5935" y="2638"/>
                </a:cubicBezTo>
                <a:lnTo>
                  <a:pt x="7217" y="2638"/>
                </a:lnTo>
                <a:cubicBezTo>
                  <a:pt x="7248" y="2556"/>
                  <a:pt x="7269" y="2467"/>
                  <a:pt x="7269" y="2371"/>
                </a:cubicBezTo>
                <a:cubicBezTo>
                  <a:pt x="7269" y="1986"/>
                  <a:pt x="6958" y="1674"/>
                  <a:pt x="6573" y="1674"/>
                </a:cubicBezTo>
                <a:cubicBezTo>
                  <a:pt x="6440" y="1674"/>
                  <a:pt x="6314" y="1712"/>
                  <a:pt x="6202" y="1779"/>
                </a:cubicBezTo>
                <a:cubicBezTo>
                  <a:pt x="6136" y="1335"/>
                  <a:pt x="5750" y="993"/>
                  <a:pt x="5291" y="993"/>
                </a:cubicBezTo>
                <a:cubicBezTo>
                  <a:pt x="5128" y="993"/>
                  <a:pt x="4980" y="1038"/>
                  <a:pt x="4854" y="1103"/>
                </a:cubicBezTo>
                <a:cubicBezTo>
                  <a:pt x="4543" y="453"/>
                  <a:pt x="3883" y="1"/>
                  <a:pt x="311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1" name="Google Shape;2111;p28"/>
          <p:cNvSpPr/>
          <p:nvPr/>
        </p:nvSpPr>
        <p:spPr>
          <a:xfrm>
            <a:off x="1155899" y="371278"/>
            <a:ext cx="152272" cy="73749"/>
          </a:xfrm>
          <a:custGeom>
            <a:avLst/>
            <a:gdLst/>
            <a:ahLst/>
            <a:cxnLst/>
            <a:rect l="l" t="t" r="r" b="b"/>
            <a:pathLst>
              <a:path w="993" h="481" extrusionOk="0">
                <a:moveTo>
                  <a:pt x="851" y="0"/>
                </a:moveTo>
                <a:cubicBezTo>
                  <a:pt x="787" y="0"/>
                  <a:pt x="715" y="30"/>
                  <a:pt x="644" y="89"/>
                </a:cubicBezTo>
                <a:cubicBezTo>
                  <a:pt x="578" y="141"/>
                  <a:pt x="534" y="207"/>
                  <a:pt x="511" y="267"/>
                </a:cubicBezTo>
                <a:cubicBezTo>
                  <a:pt x="459" y="230"/>
                  <a:pt x="394" y="192"/>
                  <a:pt x="312" y="178"/>
                </a:cubicBezTo>
                <a:cubicBezTo>
                  <a:pt x="281" y="173"/>
                  <a:pt x="251" y="170"/>
                  <a:pt x="224" y="170"/>
                </a:cubicBezTo>
                <a:cubicBezTo>
                  <a:pt x="93" y="170"/>
                  <a:pt x="6" y="227"/>
                  <a:pt x="1" y="326"/>
                </a:cubicBezTo>
                <a:cubicBezTo>
                  <a:pt x="1" y="326"/>
                  <a:pt x="33" y="251"/>
                  <a:pt x="203" y="251"/>
                </a:cubicBezTo>
                <a:cubicBezTo>
                  <a:pt x="233" y="251"/>
                  <a:pt x="266" y="253"/>
                  <a:pt x="305" y="258"/>
                </a:cubicBezTo>
                <a:cubicBezTo>
                  <a:pt x="386" y="274"/>
                  <a:pt x="445" y="303"/>
                  <a:pt x="490" y="333"/>
                </a:cubicBezTo>
                <a:lnTo>
                  <a:pt x="490" y="480"/>
                </a:lnTo>
                <a:lnTo>
                  <a:pt x="555" y="466"/>
                </a:lnTo>
                <a:lnTo>
                  <a:pt x="630" y="452"/>
                </a:lnTo>
                <a:lnTo>
                  <a:pt x="555" y="319"/>
                </a:lnTo>
                <a:cubicBezTo>
                  <a:pt x="586" y="274"/>
                  <a:pt x="623" y="214"/>
                  <a:pt x="689" y="162"/>
                </a:cubicBezTo>
                <a:cubicBezTo>
                  <a:pt x="782" y="77"/>
                  <a:pt x="862" y="57"/>
                  <a:pt x="916" y="57"/>
                </a:cubicBezTo>
                <a:cubicBezTo>
                  <a:pt x="964" y="57"/>
                  <a:pt x="993" y="73"/>
                  <a:pt x="993" y="73"/>
                </a:cubicBezTo>
                <a:cubicBezTo>
                  <a:pt x="958" y="24"/>
                  <a:pt x="908" y="0"/>
                  <a:pt x="851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2" name="Google Shape;2112;p28"/>
          <p:cNvSpPr/>
          <p:nvPr/>
        </p:nvSpPr>
        <p:spPr>
          <a:xfrm>
            <a:off x="1003625" y="228925"/>
            <a:ext cx="152274" cy="73751"/>
          </a:xfrm>
          <a:custGeom>
            <a:avLst/>
            <a:gdLst/>
            <a:ahLst/>
            <a:cxnLst/>
            <a:rect l="l" t="t" r="r" b="b"/>
            <a:pathLst>
              <a:path w="993" h="481" extrusionOk="0">
                <a:moveTo>
                  <a:pt x="851" y="0"/>
                </a:moveTo>
                <a:cubicBezTo>
                  <a:pt x="787" y="0"/>
                  <a:pt x="715" y="30"/>
                  <a:pt x="644" y="89"/>
                </a:cubicBezTo>
                <a:cubicBezTo>
                  <a:pt x="578" y="141"/>
                  <a:pt x="534" y="207"/>
                  <a:pt x="511" y="267"/>
                </a:cubicBezTo>
                <a:cubicBezTo>
                  <a:pt x="459" y="230"/>
                  <a:pt x="394" y="192"/>
                  <a:pt x="312" y="178"/>
                </a:cubicBezTo>
                <a:cubicBezTo>
                  <a:pt x="281" y="173"/>
                  <a:pt x="251" y="170"/>
                  <a:pt x="224" y="170"/>
                </a:cubicBezTo>
                <a:cubicBezTo>
                  <a:pt x="93" y="170"/>
                  <a:pt x="6" y="227"/>
                  <a:pt x="1" y="326"/>
                </a:cubicBezTo>
                <a:cubicBezTo>
                  <a:pt x="1" y="326"/>
                  <a:pt x="33" y="251"/>
                  <a:pt x="203" y="251"/>
                </a:cubicBezTo>
                <a:cubicBezTo>
                  <a:pt x="233" y="251"/>
                  <a:pt x="266" y="253"/>
                  <a:pt x="305" y="258"/>
                </a:cubicBezTo>
                <a:cubicBezTo>
                  <a:pt x="386" y="274"/>
                  <a:pt x="445" y="303"/>
                  <a:pt x="490" y="333"/>
                </a:cubicBezTo>
                <a:lnTo>
                  <a:pt x="490" y="480"/>
                </a:lnTo>
                <a:lnTo>
                  <a:pt x="555" y="466"/>
                </a:lnTo>
                <a:lnTo>
                  <a:pt x="630" y="452"/>
                </a:lnTo>
                <a:lnTo>
                  <a:pt x="555" y="319"/>
                </a:lnTo>
                <a:cubicBezTo>
                  <a:pt x="586" y="274"/>
                  <a:pt x="623" y="214"/>
                  <a:pt x="689" y="162"/>
                </a:cubicBezTo>
                <a:cubicBezTo>
                  <a:pt x="782" y="77"/>
                  <a:pt x="862" y="57"/>
                  <a:pt x="916" y="57"/>
                </a:cubicBezTo>
                <a:cubicBezTo>
                  <a:pt x="964" y="57"/>
                  <a:pt x="993" y="73"/>
                  <a:pt x="993" y="73"/>
                </a:cubicBezTo>
                <a:cubicBezTo>
                  <a:pt x="958" y="24"/>
                  <a:pt x="908" y="0"/>
                  <a:pt x="851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3" name="Google Shape;2113;p28"/>
          <p:cNvSpPr/>
          <p:nvPr/>
        </p:nvSpPr>
        <p:spPr>
          <a:xfrm>
            <a:off x="206503" y="475812"/>
            <a:ext cx="428508" cy="155543"/>
          </a:xfrm>
          <a:custGeom>
            <a:avLst/>
            <a:gdLst/>
            <a:ahLst/>
            <a:cxnLst/>
            <a:rect l="l" t="t" r="r" b="b"/>
            <a:pathLst>
              <a:path w="7269" h="2639" extrusionOk="0">
                <a:moveTo>
                  <a:pt x="3113" y="1"/>
                </a:moveTo>
                <a:cubicBezTo>
                  <a:pt x="2305" y="1"/>
                  <a:pt x="1615" y="497"/>
                  <a:pt x="1334" y="1192"/>
                </a:cubicBezTo>
                <a:cubicBezTo>
                  <a:pt x="1283" y="1185"/>
                  <a:pt x="1238" y="1185"/>
                  <a:pt x="1187" y="1185"/>
                </a:cubicBezTo>
                <a:cubicBezTo>
                  <a:pt x="534" y="1185"/>
                  <a:pt x="1" y="1712"/>
                  <a:pt x="1" y="2371"/>
                </a:cubicBezTo>
                <a:cubicBezTo>
                  <a:pt x="1" y="2460"/>
                  <a:pt x="15" y="2549"/>
                  <a:pt x="38" y="2638"/>
                </a:cubicBezTo>
                <a:lnTo>
                  <a:pt x="5876" y="2638"/>
                </a:lnTo>
                <a:cubicBezTo>
                  <a:pt x="5891" y="2624"/>
                  <a:pt x="5907" y="2615"/>
                  <a:pt x="5921" y="2601"/>
                </a:cubicBezTo>
                <a:cubicBezTo>
                  <a:pt x="5921" y="2615"/>
                  <a:pt x="5928" y="2624"/>
                  <a:pt x="5935" y="2638"/>
                </a:cubicBezTo>
                <a:lnTo>
                  <a:pt x="7217" y="2638"/>
                </a:lnTo>
                <a:cubicBezTo>
                  <a:pt x="7248" y="2556"/>
                  <a:pt x="7269" y="2467"/>
                  <a:pt x="7269" y="2371"/>
                </a:cubicBezTo>
                <a:cubicBezTo>
                  <a:pt x="7269" y="1986"/>
                  <a:pt x="6958" y="1674"/>
                  <a:pt x="6573" y="1674"/>
                </a:cubicBezTo>
                <a:cubicBezTo>
                  <a:pt x="6440" y="1674"/>
                  <a:pt x="6314" y="1712"/>
                  <a:pt x="6202" y="1779"/>
                </a:cubicBezTo>
                <a:cubicBezTo>
                  <a:pt x="6136" y="1335"/>
                  <a:pt x="5750" y="993"/>
                  <a:pt x="5291" y="993"/>
                </a:cubicBezTo>
                <a:cubicBezTo>
                  <a:pt x="5128" y="993"/>
                  <a:pt x="4980" y="1038"/>
                  <a:pt x="4854" y="1103"/>
                </a:cubicBezTo>
                <a:cubicBezTo>
                  <a:pt x="4543" y="453"/>
                  <a:pt x="3883" y="1"/>
                  <a:pt x="311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4" name="Google Shape;2114;p28"/>
          <p:cNvSpPr/>
          <p:nvPr/>
        </p:nvSpPr>
        <p:spPr>
          <a:xfrm>
            <a:off x="8122300" y="4507654"/>
            <a:ext cx="292656" cy="428264"/>
          </a:xfrm>
          <a:custGeom>
            <a:avLst/>
            <a:gdLst/>
            <a:ahLst/>
            <a:cxnLst/>
            <a:rect l="l" t="t" r="r" b="b"/>
            <a:pathLst>
              <a:path w="5460" h="7990" extrusionOk="0">
                <a:moveTo>
                  <a:pt x="1089" y="1"/>
                </a:moveTo>
                <a:cubicBezTo>
                  <a:pt x="1089" y="1"/>
                  <a:pt x="747" y="7100"/>
                  <a:pt x="0" y="7989"/>
                </a:cubicBezTo>
                <a:lnTo>
                  <a:pt x="5460" y="7989"/>
                </a:lnTo>
                <a:cubicBezTo>
                  <a:pt x="5460" y="7989"/>
                  <a:pt x="4341" y="5574"/>
                  <a:pt x="4156" y="1"/>
                </a:cubicBezTo>
                <a:close/>
              </a:path>
            </a:pathLst>
          </a:custGeom>
          <a:solidFill>
            <a:srgbClr val="B576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5" name="Google Shape;2115;p28"/>
          <p:cNvSpPr/>
          <p:nvPr/>
        </p:nvSpPr>
        <p:spPr>
          <a:xfrm>
            <a:off x="8268786" y="4507654"/>
            <a:ext cx="146167" cy="428264"/>
          </a:xfrm>
          <a:custGeom>
            <a:avLst/>
            <a:gdLst/>
            <a:ahLst/>
            <a:cxnLst/>
            <a:rect l="l" t="t" r="r" b="b"/>
            <a:pathLst>
              <a:path w="2727" h="7990" extrusionOk="0">
                <a:moveTo>
                  <a:pt x="1" y="1"/>
                </a:moveTo>
                <a:lnTo>
                  <a:pt x="1" y="7989"/>
                </a:lnTo>
                <a:lnTo>
                  <a:pt x="2727" y="7989"/>
                </a:lnTo>
                <a:cubicBezTo>
                  <a:pt x="2727" y="7989"/>
                  <a:pt x="1608" y="5574"/>
                  <a:pt x="1423" y="1"/>
                </a:cubicBezTo>
                <a:close/>
              </a:path>
            </a:pathLst>
          </a:custGeom>
          <a:solidFill>
            <a:srgbClr val="9E5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6" name="Google Shape;2116;p28"/>
          <p:cNvSpPr/>
          <p:nvPr/>
        </p:nvSpPr>
        <p:spPr>
          <a:xfrm>
            <a:off x="8171450" y="4626056"/>
            <a:ext cx="182830" cy="21494"/>
          </a:xfrm>
          <a:custGeom>
            <a:avLst/>
            <a:gdLst/>
            <a:ahLst/>
            <a:cxnLst/>
            <a:rect l="l" t="t" r="r" b="b"/>
            <a:pathLst>
              <a:path w="3411" h="401" extrusionOk="0">
                <a:moveTo>
                  <a:pt x="31" y="0"/>
                </a:moveTo>
                <a:lnTo>
                  <a:pt x="1" y="401"/>
                </a:lnTo>
                <a:lnTo>
                  <a:pt x="3410" y="401"/>
                </a:lnTo>
                <a:lnTo>
                  <a:pt x="3373" y="0"/>
                </a:lnTo>
                <a:close/>
              </a:path>
            </a:pathLst>
          </a:custGeom>
          <a:solidFill>
            <a:srgbClr val="9E5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7" name="Google Shape;2117;p28"/>
          <p:cNvSpPr/>
          <p:nvPr/>
        </p:nvSpPr>
        <p:spPr>
          <a:xfrm>
            <a:off x="8163571" y="4710583"/>
            <a:ext cx="201375" cy="21976"/>
          </a:xfrm>
          <a:custGeom>
            <a:avLst/>
            <a:gdLst/>
            <a:ahLst/>
            <a:cxnLst/>
            <a:rect l="l" t="t" r="r" b="b"/>
            <a:pathLst>
              <a:path w="3757" h="410" extrusionOk="0">
                <a:moveTo>
                  <a:pt x="38" y="1"/>
                </a:moveTo>
                <a:lnTo>
                  <a:pt x="0" y="410"/>
                </a:lnTo>
                <a:lnTo>
                  <a:pt x="3756" y="410"/>
                </a:lnTo>
                <a:lnTo>
                  <a:pt x="3698" y="1"/>
                </a:lnTo>
                <a:close/>
              </a:path>
            </a:pathLst>
          </a:custGeom>
          <a:solidFill>
            <a:srgbClr val="9E5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8" name="Google Shape;2118;p28"/>
          <p:cNvSpPr/>
          <p:nvPr/>
        </p:nvSpPr>
        <p:spPr>
          <a:xfrm>
            <a:off x="8180991" y="4507654"/>
            <a:ext cx="165356" cy="24281"/>
          </a:xfrm>
          <a:custGeom>
            <a:avLst/>
            <a:gdLst/>
            <a:ahLst/>
            <a:cxnLst/>
            <a:rect l="l" t="t" r="r" b="b"/>
            <a:pathLst>
              <a:path w="3085" h="453" extrusionOk="0">
                <a:moveTo>
                  <a:pt x="24" y="1"/>
                </a:moveTo>
                <a:lnTo>
                  <a:pt x="1" y="445"/>
                </a:lnTo>
                <a:lnTo>
                  <a:pt x="3084" y="452"/>
                </a:lnTo>
                <a:lnTo>
                  <a:pt x="3061" y="1"/>
                </a:lnTo>
                <a:close/>
              </a:path>
            </a:pathLst>
          </a:custGeom>
          <a:solidFill>
            <a:srgbClr val="9E5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9" name="Google Shape;2119;p28"/>
          <p:cNvSpPr/>
          <p:nvPr/>
        </p:nvSpPr>
        <p:spPr>
          <a:xfrm>
            <a:off x="8401872" y="4580389"/>
            <a:ext cx="137484" cy="358262"/>
          </a:xfrm>
          <a:custGeom>
            <a:avLst/>
            <a:gdLst/>
            <a:ahLst/>
            <a:cxnLst/>
            <a:rect l="l" t="t" r="r" b="b"/>
            <a:pathLst>
              <a:path w="2565" h="6684" extrusionOk="0">
                <a:moveTo>
                  <a:pt x="0" y="1"/>
                </a:moveTo>
                <a:lnTo>
                  <a:pt x="0" y="6684"/>
                </a:lnTo>
                <a:lnTo>
                  <a:pt x="2565" y="6684"/>
                </a:lnTo>
                <a:lnTo>
                  <a:pt x="2565" y="1"/>
                </a:ln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0" name="Google Shape;2120;p28"/>
          <p:cNvSpPr/>
          <p:nvPr/>
        </p:nvSpPr>
        <p:spPr>
          <a:xfrm>
            <a:off x="8426045" y="4609762"/>
            <a:ext cx="13614" cy="16723"/>
          </a:xfrm>
          <a:custGeom>
            <a:avLst/>
            <a:gdLst/>
            <a:ahLst/>
            <a:cxnLst/>
            <a:rect l="l" t="t" r="r" b="b"/>
            <a:pathLst>
              <a:path w="254" h="312" extrusionOk="0">
                <a:moveTo>
                  <a:pt x="1" y="0"/>
                </a:moveTo>
                <a:lnTo>
                  <a:pt x="1" y="312"/>
                </a:lnTo>
                <a:lnTo>
                  <a:pt x="253" y="312"/>
                </a:lnTo>
                <a:lnTo>
                  <a:pt x="253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1" name="Google Shape;2121;p28"/>
          <p:cNvSpPr/>
          <p:nvPr/>
        </p:nvSpPr>
        <p:spPr>
          <a:xfrm>
            <a:off x="8451129" y="4609762"/>
            <a:ext cx="13882" cy="16723"/>
          </a:xfrm>
          <a:custGeom>
            <a:avLst/>
            <a:gdLst/>
            <a:ahLst/>
            <a:cxnLst/>
            <a:rect l="l" t="t" r="r" b="b"/>
            <a:pathLst>
              <a:path w="259" h="312" extrusionOk="0">
                <a:moveTo>
                  <a:pt x="1" y="0"/>
                </a:moveTo>
                <a:lnTo>
                  <a:pt x="1" y="312"/>
                </a:lnTo>
                <a:lnTo>
                  <a:pt x="258" y="312"/>
                </a:lnTo>
                <a:lnTo>
                  <a:pt x="258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2" name="Google Shape;2122;p28"/>
          <p:cNvSpPr/>
          <p:nvPr/>
        </p:nvSpPr>
        <p:spPr>
          <a:xfrm>
            <a:off x="8476106" y="4609762"/>
            <a:ext cx="13990" cy="16723"/>
          </a:xfrm>
          <a:custGeom>
            <a:avLst/>
            <a:gdLst/>
            <a:ahLst/>
            <a:cxnLst/>
            <a:rect l="l" t="t" r="r" b="b"/>
            <a:pathLst>
              <a:path w="261" h="312" extrusionOk="0">
                <a:moveTo>
                  <a:pt x="1" y="0"/>
                </a:moveTo>
                <a:lnTo>
                  <a:pt x="1" y="312"/>
                </a:lnTo>
                <a:lnTo>
                  <a:pt x="260" y="312"/>
                </a:lnTo>
                <a:lnTo>
                  <a:pt x="260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3" name="Google Shape;2123;p28"/>
          <p:cNvSpPr/>
          <p:nvPr/>
        </p:nvSpPr>
        <p:spPr>
          <a:xfrm>
            <a:off x="8501566" y="4609762"/>
            <a:ext cx="13507" cy="16723"/>
          </a:xfrm>
          <a:custGeom>
            <a:avLst/>
            <a:gdLst/>
            <a:ahLst/>
            <a:cxnLst/>
            <a:rect l="l" t="t" r="r" b="b"/>
            <a:pathLst>
              <a:path w="252" h="312" extrusionOk="0">
                <a:moveTo>
                  <a:pt x="0" y="0"/>
                </a:moveTo>
                <a:lnTo>
                  <a:pt x="0" y="312"/>
                </a:lnTo>
                <a:lnTo>
                  <a:pt x="251" y="312"/>
                </a:lnTo>
                <a:lnTo>
                  <a:pt x="251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4" name="Google Shape;2124;p28"/>
          <p:cNvSpPr/>
          <p:nvPr/>
        </p:nvSpPr>
        <p:spPr>
          <a:xfrm>
            <a:off x="8420149" y="4625681"/>
            <a:ext cx="100929" cy="2787"/>
          </a:xfrm>
          <a:custGeom>
            <a:avLst/>
            <a:gdLst/>
            <a:ahLst/>
            <a:cxnLst/>
            <a:rect l="l" t="t" r="r" b="b"/>
            <a:pathLst>
              <a:path w="1883" h="52" extrusionOk="0">
                <a:moveTo>
                  <a:pt x="1" y="0"/>
                </a:moveTo>
                <a:lnTo>
                  <a:pt x="1" y="52"/>
                </a:lnTo>
                <a:lnTo>
                  <a:pt x="1882" y="52"/>
                </a:lnTo>
                <a:lnTo>
                  <a:pt x="1882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5" name="Google Shape;2125;p28"/>
          <p:cNvSpPr/>
          <p:nvPr/>
        </p:nvSpPr>
        <p:spPr>
          <a:xfrm>
            <a:off x="8426045" y="4659395"/>
            <a:ext cx="13614" cy="16777"/>
          </a:xfrm>
          <a:custGeom>
            <a:avLst/>
            <a:gdLst/>
            <a:ahLst/>
            <a:cxnLst/>
            <a:rect l="l" t="t" r="r" b="b"/>
            <a:pathLst>
              <a:path w="254" h="313" extrusionOk="0">
                <a:moveTo>
                  <a:pt x="1" y="1"/>
                </a:moveTo>
                <a:lnTo>
                  <a:pt x="1" y="312"/>
                </a:lnTo>
                <a:lnTo>
                  <a:pt x="253" y="312"/>
                </a:lnTo>
                <a:lnTo>
                  <a:pt x="253" y="1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6" name="Google Shape;2126;p28"/>
          <p:cNvSpPr/>
          <p:nvPr/>
        </p:nvSpPr>
        <p:spPr>
          <a:xfrm>
            <a:off x="8451129" y="4659395"/>
            <a:ext cx="13882" cy="16777"/>
          </a:xfrm>
          <a:custGeom>
            <a:avLst/>
            <a:gdLst/>
            <a:ahLst/>
            <a:cxnLst/>
            <a:rect l="l" t="t" r="r" b="b"/>
            <a:pathLst>
              <a:path w="259" h="313" extrusionOk="0">
                <a:moveTo>
                  <a:pt x="1" y="1"/>
                </a:moveTo>
                <a:lnTo>
                  <a:pt x="1" y="312"/>
                </a:lnTo>
                <a:lnTo>
                  <a:pt x="258" y="312"/>
                </a:lnTo>
                <a:lnTo>
                  <a:pt x="258" y="1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7" name="Google Shape;2127;p28"/>
          <p:cNvSpPr/>
          <p:nvPr/>
        </p:nvSpPr>
        <p:spPr>
          <a:xfrm>
            <a:off x="8476106" y="4659395"/>
            <a:ext cx="13990" cy="16777"/>
          </a:xfrm>
          <a:custGeom>
            <a:avLst/>
            <a:gdLst/>
            <a:ahLst/>
            <a:cxnLst/>
            <a:rect l="l" t="t" r="r" b="b"/>
            <a:pathLst>
              <a:path w="261" h="313" extrusionOk="0">
                <a:moveTo>
                  <a:pt x="1" y="1"/>
                </a:moveTo>
                <a:lnTo>
                  <a:pt x="1" y="312"/>
                </a:lnTo>
                <a:lnTo>
                  <a:pt x="260" y="312"/>
                </a:lnTo>
                <a:lnTo>
                  <a:pt x="260" y="1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8" name="Google Shape;2128;p28"/>
          <p:cNvSpPr/>
          <p:nvPr/>
        </p:nvSpPr>
        <p:spPr>
          <a:xfrm>
            <a:off x="8501566" y="4659395"/>
            <a:ext cx="13507" cy="16777"/>
          </a:xfrm>
          <a:custGeom>
            <a:avLst/>
            <a:gdLst/>
            <a:ahLst/>
            <a:cxnLst/>
            <a:rect l="l" t="t" r="r" b="b"/>
            <a:pathLst>
              <a:path w="252" h="313" extrusionOk="0">
                <a:moveTo>
                  <a:pt x="0" y="1"/>
                </a:moveTo>
                <a:lnTo>
                  <a:pt x="0" y="312"/>
                </a:lnTo>
                <a:lnTo>
                  <a:pt x="251" y="312"/>
                </a:lnTo>
                <a:lnTo>
                  <a:pt x="251" y="1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9" name="Google Shape;2129;p28"/>
          <p:cNvSpPr/>
          <p:nvPr/>
        </p:nvSpPr>
        <p:spPr>
          <a:xfrm>
            <a:off x="8420149" y="4675314"/>
            <a:ext cx="100929" cy="2841"/>
          </a:xfrm>
          <a:custGeom>
            <a:avLst/>
            <a:gdLst/>
            <a:ahLst/>
            <a:cxnLst/>
            <a:rect l="l" t="t" r="r" b="b"/>
            <a:pathLst>
              <a:path w="1883" h="53" extrusionOk="0">
                <a:moveTo>
                  <a:pt x="1" y="1"/>
                </a:moveTo>
                <a:lnTo>
                  <a:pt x="1" y="52"/>
                </a:lnTo>
                <a:lnTo>
                  <a:pt x="1882" y="52"/>
                </a:lnTo>
                <a:lnTo>
                  <a:pt x="1882" y="1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0" name="Google Shape;2130;p28"/>
          <p:cNvSpPr/>
          <p:nvPr/>
        </p:nvSpPr>
        <p:spPr>
          <a:xfrm>
            <a:off x="8426045" y="4709082"/>
            <a:ext cx="13614" cy="16723"/>
          </a:xfrm>
          <a:custGeom>
            <a:avLst/>
            <a:gdLst/>
            <a:ahLst/>
            <a:cxnLst/>
            <a:rect l="l" t="t" r="r" b="b"/>
            <a:pathLst>
              <a:path w="254" h="312" extrusionOk="0">
                <a:moveTo>
                  <a:pt x="1" y="0"/>
                </a:moveTo>
                <a:lnTo>
                  <a:pt x="1" y="312"/>
                </a:lnTo>
                <a:lnTo>
                  <a:pt x="253" y="312"/>
                </a:lnTo>
                <a:lnTo>
                  <a:pt x="253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1" name="Google Shape;2131;p28"/>
          <p:cNvSpPr/>
          <p:nvPr/>
        </p:nvSpPr>
        <p:spPr>
          <a:xfrm>
            <a:off x="8451129" y="4709082"/>
            <a:ext cx="13882" cy="16723"/>
          </a:xfrm>
          <a:custGeom>
            <a:avLst/>
            <a:gdLst/>
            <a:ahLst/>
            <a:cxnLst/>
            <a:rect l="l" t="t" r="r" b="b"/>
            <a:pathLst>
              <a:path w="259" h="312" extrusionOk="0">
                <a:moveTo>
                  <a:pt x="1" y="0"/>
                </a:moveTo>
                <a:lnTo>
                  <a:pt x="1" y="312"/>
                </a:lnTo>
                <a:lnTo>
                  <a:pt x="258" y="312"/>
                </a:lnTo>
                <a:lnTo>
                  <a:pt x="258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2" name="Google Shape;2132;p28"/>
          <p:cNvSpPr/>
          <p:nvPr/>
        </p:nvSpPr>
        <p:spPr>
          <a:xfrm>
            <a:off x="8476106" y="4709082"/>
            <a:ext cx="13990" cy="16723"/>
          </a:xfrm>
          <a:custGeom>
            <a:avLst/>
            <a:gdLst/>
            <a:ahLst/>
            <a:cxnLst/>
            <a:rect l="l" t="t" r="r" b="b"/>
            <a:pathLst>
              <a:path w="261" h="312" extrusionOk="0">
                <a:moveTo>
                  <a:pt x="1" y="0"/>
                </a:moveTo>
                <a:lnTo>
                  <a:pt x="1" y="312"/>
                </a:lnTo>
                <a:lnTo>
                  <a:pt x="260" y="312"/>
                </a:lnTo>
                <a:lnTo>
                  <a:pt x="260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3" name="Google Shape;2133;p28"/>
          <p:cNvSpPr/>
          <p:nvPr/>
        </p:nvSpPr>
        <p:spPr>
          <a:xfrm>
            <a:off x="8501566" y="4709082"/>
            <a:ext cx="13507" cy="16723"/>
          </a:xfrm>
          <a:custGeom>
            <a:avLst/>
            <a:gdLst/>
            <a:ahLst/>
            <a:cxnLst/>
            <a:rect l="l" t="t" r="r" b="b"/>
            <a:pathLst>
              <a:path w="252" h="312" extrusionOk="0">
                <a:moveTo>
                  <a:pt x="0" y="0"/>
                </a:moveTo>
                <a:lnTo>
                  <a:pt x="0" y="312"/>
                </a:lnTo>
                <a:lnTo>
                  <a:pt x="251" y="312"/>
                </a:lnTo>
                <a:lnTo>
                  <a:pt x="251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4" name="Google Shape;2134;p28"/>
          <p:cNvSpPr/>
          <p:nvPr/>
        </p:nvSpPr>
        <p:spPr>
          <a:xfrm>
            <a:off x="8420149" y="4724894"/>
            <a:ext cx="100929" cy="3323"/>
          </a:xfrm>
          <a:custGeom>
            <a:avLst/>
            <a:gdLst/>
            <a:ahLst/>
            <a:cxnLst/>
            <a:rect l="l" t="t" r="r" b="b"/>
            <a:pathLst>
              <a:path w="1883" h="62" extrusionOk="0">
                <a:moveTo>
                  <a:pt x="1" y="1"/>
                </a:moveTo>
                <a:lnTo>
                  <a:pt x="1" y="61"/>
                </a:lnTo>
                <a:lnTo>
                  <a:pt x="1882" y="61"/>
                </a:lnTo>
                <a:lnTo>
                  <a:pt x="1882" y="1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5" name="Google Shape;2135;p28"/>
          <p:cNvSpPr/>
          <p:nvPr/>
        </p:nvSpPr>
        <p:spPr>
          <a:xfrm>
            <a:off x="8426045" y="4759144"/>
            <a:ext cx="13614" cy="16348"/>
          </a:xfrm>
          <a:custGeom>
            <a:avLst/>
            <a:gdLst/>
            <a:ahLst/>
            <a:cxnLst/>
            <a:rect l="l" t="t" r="r" b="b"/>
            <a:pathLst>
              <a:path w="254" h="305" extrusionOk="0">
                <a:moveTo>
                  <a:pt x="1" y="0"/>
                </a:moveTo>
                <a:lnTo>
                  <a:pt x="1" y="304"/>
                </a:lnTo>
                <a:lnTo>
                  <a:pt x="253" y="304"/>
                </a:lnTo>
                <a:lnTo>
                  <a:pt x="253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6" name="Google Shape;2136;p28"/>
          <p:cNvSpPr/>
          <p:nvPr/>
        </p:nvSpPr>
        <p:spPr>
          <a:xfrm>
            <a:off x="8451129" y="4759144"/>
            <a:ext cx="13882" cy="16348"/>
          </a:xfrm>
          <a:custGeom>
            <a:avLst/>
            <a:gdLst/>
            <a:ahLst/>
            <a:cxnLst/>
            <a:rect l="l" t="t" r="r" b="b"/>
            <a:pathLst>
              <a:path w="259" h="305" extrusionOk="0">
                <a:moveTo>
                  <a:pt x="1" y="0"/>
                </a:moveTo>
                <a:lnTo>
                  <a:pt x="1" y="304"/>
                </a:lnTo>
                <a:lnTo>
                  <a:pt x="258" y="304"/>
                </a:lnTo>
                <a:lnTo>
                  <a:pt x="258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7" name="Google Shape;2137;p28"/>
          <p:cNvSpPr/>
          <p:nvPr/>
        </p:nvSpPr>
        <p:spPr>
          <a:xfrm>
            <a:off x="8476106" y="4759144"/>
            <a:ext cx="13990" cy="16348"/>
          </a:xfrm>
          <a:custGeom>
            <a:avLst/>
            <a:gdLst/>
            <a:ahLst/>
            <a:cxnLst/>
            <a:rect l="l" t="t" r="r" b="b"/>
            <a:pathLst>
              <a:path w="261" h="305" extrusionOk="0">
                <a:moveTo>
                  <a:pt x="1" y="0"/>
                </a:moveTo>
                <a:lnTo>
                  <a:pt x="1" y="304"/>
                </a:lnTo>
                <a:lnTo>
                  <a:pt x="260" y="304"/>
                </a:lnTo>
                <a:lnTo>
                  <a:pt x="260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8" name="Google Shape;2138;p28"/>
          <p:cNvSpPr/>
          <p:nvPr/>
        </p:nvSpPr>
        <p:spPr>
          <a:xfrm>
            <a:off x="8501566" y="4759144"/>
            <a:ext cx="13507" cy="16348"/>
          </a:xfrm>
          <a:custGeom>
            <a:avLst/>
            <a:gdLst/>
            <a:ahLst/>
            <a:cxnLst/>
            <a:rect l="l" t="t" r="r" b="b"/>
            <a:pathLst>
              <a:path w="252" h="305" extrusionOk="0">
                <a:moveTo>
                  <a:pt x="0" y="0"/>
                </a:moveTo>
                <a:lnTo>
                  <a:pt x="0" y="304"/>
                </a:lnTo>
                <a:lnTo>
                  <a:pt x="251" y="304"/>
                </a:lnTo>
                <a:lnTo>
                  <a:pt x="251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9" name="Google Shape;2139;p28"/>
          <p:cNvSpPr/>
          <p:nvPr/>
        </p:nvSpPr>
        <p:spPr>
          <a:xfrm>
            <a:off x="8420149" y="4774581"/>
            <a:ext cx="100929" cy="3270"/>
          </a:xfrm>
          <a:custGeom>
            <a:avLst/>
            <a:gdLst/>
            <a:ahLst/>
            <a:cxnLst/>
            <a:rect l="l" t="t" r="r" b="b"/>
            <a:pathLst>
              <a:path w="1883" h="61" extrusionOk="0">
                <a:moveTo>
                  <a:pt x="1" y="0"/>
                </a:moveTo>
                <a:lnTo>
                  <a:pt x="1" y="61"/>
                </a:lnTo>
                <a:lnTo>
                  <a:pt x="1882" y="61"/>
                </a:lnTo>
                <a:lnTo>
                  <a:pt x="1882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0" name="Google Shape;2140;p28"/>
          <p:cNvSpPr/>
          <p:nvPr/>
        </p:nvSpPr>
        <p:spPr>
          <a:xfrm>
            <a:off x="8426045" y="4808777"/>
            <a:ext cx="13614" cy="16241"/>
          </a:xfrm>
          <a:custGeom>
            <a:avLst/>
            <a:gdLst/>
            <a:ahLst/>
            <a:cxnLst/>
            <a:rect l="l" t="t" r="r" b="b"/>
            <a:pathLst>
              <a:path w="254" h="303" extrusionOk="0">
                <a:moveTo>
                  <a:pt x="1" y="1"/>
                </a:moveTo>
                <a:lnTo>
                  <a:pt x="1" y="303"/>
                </a:lnTo>
                <a:lnTo>
                  <a:pt x="253" y="303"/>
                </a:lnTo>
                <a:lnTo>
                  <a:pt x="253" y="1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1" name="Google Shape;2141;p28"/>
          <p:cNvSpPr/>
          <p:nvPr/>
        </p:nvSpPr>
        <p:spPr>
          <a:xfrm>
            <a:off x="8451129" y="4808777"/>
            <a:ext cx="13882" cy="16241"/>
          </a:xfrm>
          <a:custGeom>
            <a:avLst/>
            <a:gdLst/>
            <a:ahLst/>
            <a:cxnLst/>
            <a:rect l="l" t="t" r="r" b="b"/>
            <a:pathLst>
              <a:path w="259" h="303" extrusionOk="0">
                <a:moveTo>
                  <a:pt x="1" y="1"/>
                </a:moveTo>
                <a:lnTo>
                  <a:pt x="1" y="303"/>
                </a:lnTo>
                <a:lnTo>
                  <a:pt x="258" y="303"/>
                </a:lnTo>
                <a:lnTo>
                  <a:pt x="258" y="1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2" name="Google Shape;2142;p28"/>
          <p:cNvSpPr/>
          <p:nvPr/>
        </p:nvSpPr>
        <p:spPr>
          <a:xfrm>
            <a:off x="8476106" y="4808777"/>
            <a:ext cx="13990" cy="16241"/>
          </a:xfrm>
          <a:custGeom>
            <a:avLst/>
            <a:gdLst/>
            <a:ahLst/>
            <a:cxnLst/>
            <a:rect l="l" t="t" r="r" b="b"/>
            <a:pathLst>
              <a:path w="261" h="303" extrusionOk="0">
                <a:moveTo>
                  <a:pt x="1" y="1"/>
                </a:moveTo>
                <a:lnTo>
                  <a:pt x="1" y="303"/>
                </a:lnTo>
                <a:lnTo>
                  <a:pt x="260" y="303"/>
                </a:lnTo>
                <a:lnTo>
                  <a:pt x="260" y="1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3" name="Google Shape;2143;p28"/>
          <p:cNvSpPr/>
          <p:nvPr/>
        </p:nvSpPr>
        <p:spPr>
          <a:xfrm>
            <a:off x="8501566" y="4808777"/>
            <a:ext cx="13507" cy="16241"/>
          </a:xfrm>
          <a:custGeom>
            <a:avLst/>
            <a:gdLst/>
            <a:ahLst/>
            <a:cxnLst/>
            <a:rect l="l" t="t" r="r" b="b"/>
            <a:pathLst>
              <a:path w="252" h="303" extrusionOk="0">
                <a:moveTo>
                  <a:pt x="0" y="1"/>
                </a:moveTo>
                <a:lnTo>
                  <a:pt x="0" y="303"/>
                </a:lnTo>
                <a:lnTo>
                  <a:pt x="251" y="303"/>
                </a:lnTo>
                <a:lnTo>
                  <a:pt x="251" y="1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4" name="Google Shape;2144;p28"/>
          <p:cNvSpPr/>
          <p:nvPr/>
        </p:nvSpPr>
        <p:spPr>
          <a:xfrm>
            <a:off x="8420149" y="4824214"/>
            <a:ext cx="100929" cy="3216"/>
          </a:xfrm>
          <a:custGeom>
            <a:avLst/>
            <a:gdLst/>
            <a:ahLst/>
            <a:cxnLst/>
            <a:rect l="l" t="t" r="r" b="b"/>
            <a:pathLst>
              <a:path w="1883" h="60" extrusionOk="0">
                <a:moveTo>
                  <a:pt x="1" y="1"/>
                </a:moveTo>
                <a:lnTo>
                  <a:pt x="1" y="59"/>
                </a:lnTo>
                <a:lnTo>
                  <a:pt x="1882" y="59"/>
                </a:lnTo>
                <a:lnTo>
                  <a:pt x="1882" y="1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5" name="Google Shape;2145;p28"/>
          <p:cNvSpPr/>
          <p:nvPr/>
        </p:nvSpPr>
        <p:spPr>
          <a:xfrm>
            <a:off x="8426045" y="4858357"/>
            <a:ext cx="13614" cy="16348"/>
          </a:xfrm>
          <a:custGeom>
            <a:avLst/>
            <a:gdLst/>
            <a:ahLst/>
            <a:cxnLst/>
            <a:rect l="l" t="t" r="r" b="b"/>
            <a:pathLst>
              <a:path w="254" h="305" extrusionOk="0">
                <a:moveTo>
                  <a:pt x="1" y="0"/>
                </a:moveTo>
                <a:lnTo>
                  <a:pt x="1" y="304"/>
                </a:lnTo>
                <a:lnTo>
                  <a:pt x="253" y="304"/>
                </a:lnTo>
                <a:lnTo>
                  <a:pt x="253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6" name="Google Shape;2146;p28"/>
          <p:cNvSpPr/>
          <p:nvPr/>
        </p:nvSpPr>
        <p:spPr>
          <a:xfrm>
            <a:off x="8451129" y="4858357"/>
            <a:ext cx="13882" cy="16348"/>
          </a:xfrm>
          <a:custGeom>
            <a:avLst/>
            <a:gdLst/>
            <a:ahLst/>
            <a:cxnLst/>
            <a:rect l="l" t="t" r="r" b="b"/>
            <a:pathLst>
              <a:path w="259" h="305" extrusionOk="0">
                <a:moveTo>
                  <a:pt x="1" y="0"/>
                </a:moveTo>
                <a:lnTo>
                  <a:pt x="1" y="304"/>
                </a:lnTo>
                <a:lnTo>
                  <a:pt x="258" y="304"/>
                </a:lnTo>
                <a:lnTo>
                  <a:pt x="258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7" name="Google Shape;2147;p28"/>
          <p:cNvSpPr/>
          <p:nvPr/>
        </p:nvSpPr>
        <p:spPr>
          <a:xfrm>
            <a:off x="8476106" y="4858357"/>
            <a:ext cx="13990" cy="16348"/>
          </a:xfrm>
          <a:custGeom>
            <a:avLst/>
            <a:gdLst/>
            <a:ahLst/>
            <a:cxnLst/>
            <a:rect l="l" t="t" r="r" b="b"/>
            <a:pathLst>
              <a:path w="261" h="305" extrusionOk="0">
                <a:moveTo>
                  <a:pt x="1" y="0"/>
                </a:moveTo>
                <a:lnTo>
                  <a:pt x="1" y="304"/>
                </a:lnTo>
                <a:lnTo>
                  <a:pt x="260" y="304"/>
                </a:lnTo>
                <a:lnTo>
                  <a:pt x="260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8" name="Google Shape;2148;p28"/>
          <p:cNvSpPr/>
          <p:nvPr/>
        </p:nvSpPr>
        <p:spPr>
          <a:xfrm>
            <a:off x="8501566" y="4858357"/>
            <a:ext cx="13507" cy="16348"/>
          </a:xfrm>
          <a:custGeom>
            <a:avLst/>
            <a:gdLst/>
            <a:ahLst/>
            <a:cxnLst/>
            <a:rect l="l" t="t" r="r" b="b"/>
            <a:pathLst>
              <a:path w="252" h="305" extrusionOk="0">
                <a:moveTo>
                  <a:pt x="0" y="0"/>
                </a:moveTo>
                <a:lnTo>
                  <a:pt x="0" y="304"/>
                </a:lnTo>
                <a:lnTo>
                  <a:pt x="251" y="304"/>
                </a:lnTo>
                <a:lnTo>
                  <a:pt x="251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9" name="Google Shape;2149;p28"/>
          <p:cNvSpPr/>
          <p:nvPr/>
        </p:nvSpPr>
        <p:spPr>
          <a:xfrm>
            <a:off x="8420149" y="4873901"/>
            <a:ext cx="100929" cy="3162"/>
          </a:xfrm>
          <a:custGeom>
            <a:avLst/>
            <a:gdLst/>
            <a:ahLst/>
            <a:cxnLst/>
            <a:rect l="l" t="t" r="r" b="b"/>
            <a:pathLst>
              <a:path w="1883" h="59" extrusionOk="0">
                <a:moveTo>
                  <a:pt x="1" y="0"/>
                </a:moveTo>
                <a:lnTo>
                  <a:pt x="1" y="59"/>
                </a:lnTo>
                <a:lnTo>
                  <a:pt x="1882" y="59"/>
                </a:lnTo>
                <a:lnTo>
                  <a:pt x="1882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0" name="Google Shape;2150;p28"/>
          <p:cNvSpPr/>
          <p:nvPr/>
        </p:nvSpPr>
        <p:spPr>
          <a:xfrm>
            <a:off x="8537316" y="4580389"/>
            <a:ext cx="137859" cy="358262"/>
          </a:xfrm>
          <a:custGeom>
            <a:avLst/>
            <a:gdLst/>
            <a:ahLst/>
            <a:cxnLst/>
            <a:rect l="l" t="t" r="r" b="b"/>
            <a:pathLst>
              <a:path w="2572" h="6684" extrusionOk="0">
                <a:moveTo>
                  <a:pt x="0" y="1"/>
                </a:moveTo>
                <a:lnTo>
                  <a:pt x="0" y="6684"/>
                </a:lnTo>
                <a:lnTo>
                  <a:pt x="2572" y="6684"/>
                </a:lnTo>
                <a:lnTo>
                  <a:pt x="2572" y="1"/>
                </a:ln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1" name="Google Shape;2151;p28"/>
          <p:cNvSpPr/>
          <p:nvPr/>
        </p:nvSpPr>
        <p:spPr>
          <a:xfrm>
            <a:off x="8561489" y="4609762"/>
            <a:ext cx="13990" cy="16723"/>
          </a:xfrm>
          <a:custGeom>
            <a:avLst/>
            <a:gdLst/>
            <a:ahLst/>
            <a:cxnLst/>
            <a:rect l="l" t="t" r="r" b="b"/>
            <a:pathLst>
              <a:path w="261" h="312" extrusionOk="0">
                <a:moveTo>
                  <a:pt x="1" y="0"/>
                </a:moveTo>
                <a:lnTo>
                  <a:pt x="1" y="312"/>
                </a:lnTo>
                <a:lnTo>
                  <a:pt x="261" y="312"/>
                </a:lnTo>
                <a:lnTo>
                  <a:pt x="261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2" name="Google Shape;2152;p28"/>
          <p:cNvSpPr/>
          <p:nvPr/>
        </p:nvSpPr>
        <p:spPr>
          <a:xfrm>
            <a:off x="8586466" y="4609762"/>
            <a:ext cx="13990" cy="16723"/>
          </a:xfrm>
          <a:custGeom>
            <a:avLst/>
            <a:gdLst/>
            <a:ahLst/>
            <a:cxnLst/>
            <a:rect l="l" t="t" r="r" b="b"/>
            <a:pathLst>
              <a:path w="261" h="312" extrusionOk="0">
                <a:moveTo>
                  <a:pt x="1" y="0"/>
                </a:moveTo>
                <a:lnTo>
                  <a:pt x="1" y="312"/>
                </a:lnTo>
                <a:lnTo>
                  <a:pt x="261" y="312"/>
                </a:lnTo>
                <a:lnTo>
                  <a:pt x="261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3" name="Google Shape;2153;p28"/>
          <p:cNvSpPr/>
          <p:nvPr/>
        </p:nvSpPr>
        <p:spPr>
          <a:xfrm>
            <a:off x="8611926" y="4609762"/>
            <a:ext cx="13614" cy="16723"/>
          </a:xfrm>
          <a:custGeom>
            <a:avLst/>
            <a:gdLst/>
            <a:ahLst/>
            <a:cxnLst/>
            <a:rect l="l" t="t" r="r" b="b"/>
            <a:pathLst>
              <a:path w="254" h="312" extrusionOk="0">
                <a:moveTo>
                  <a:pt x="1" y="0"/>
                </a:moveTo>
                <a:lnTo>
                  <a:pt x="1" y="312"/>
                </a:lnTo>
                <a:lnTo>
                  <a:pt x="253" y="312"/>
                </a:lnTo>
                <a:lnTo>
                  <a:pt x="253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4" name="Google Shape;2154;p28"/>
          <p:cNvSpPr/>
          <p:nvPr/>
        </p:nvSpPr>
        <p:spPr>
          <a:xfrm>
            <a:off x="8637010" y="4609762"/>
            <a:ext cx="13507" cy="16723"/>
          </a:xfrm>
          <a:custGeom>
            <a:avLst/>
            <a:gdLst/>
            <a:ahLst/>
            <a:cxnLst/>
            <a:rect l="l" t="t" r="r" b="b"/>
            <a:pathLst>
              <a:path w="252" h="312" extrusionOk="0">
                <a:moveTo>
                  <a:pt x="0" y="0"/>
                </a:moveTo>
                <a:lnTo>
                  <a:pt x="0" y="312"/>
                </a:lnTo>
                <a:lnTo>
                  <a:pt x="251" y="312"/>
                </a:lnTo>
                <a:lnTo>
                  <a:pt x="251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5" name="Google Shape;2155;p28"/>
          <p:cNvSpPr/>
          <p:nvPr/>
        </p:nvSpPr>
        <p:spPr>
          <a:xfrm>
            <a:off x="8555486" y="4625681"/>
            <a:ext cx="101036" cy="2787"/>
          </a:xfrm>
          <a:custGeom>
            <a:avLst/>
            <a:gdLst/>
            <a:ahLst/>
            <a:cxnLst/>
            <a:rect l="l" t="t" r="r" b="b"/>
            <a:pathLst>
              <a:path w="1885" h="52" extrusionOk="0">
                <a:moveTo>
                  <a:pt x="1" y="0"/>
                </a:moveTo>
                <a:lnTo>
                  <a:pt x="1" y="52"/>
                </a:lnTo>
                <a:lnTo>
                  <a:pt x="1884" y="52"/>
                </a:lnTo>
                <a:lnTo>
                  <a:pt x="1884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6" name="Google Shape;2156;p28"/>
          <p:cNvSpPr/>
          <p:nvPr/>
        </p:nvSpPr>
        <p:spPr>
          <a:xfrm>
            <a:off x="8561489" y="4659395"/>
            <a:ext cx="13990" cy="16777"/>
          </a:xfrm>
          <a:custGeom>
            <a:avLst/>
            <a:gdLst/>
            <a:ahLst/>
            <a:cxnLst/>
            <a:rect l="l" t="t" r="r" b="b"/>
            <a:pathLst>
              <a:path w="261" h="313" extrusionOk="0">
                <a:moveTo>
                  <a:pt x="1" y="1"/>
                </a:moveTo>
                <a:lnTo>
                  <a:pt x="1" y="312"/>
                </a:lnTo>
                <a:lnTo>
                  <a:pt x="261" y="312"/>
                </a:lnTo>
                <a:lnTo>
                  <a:pt x="261" y="1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7" name="Google Shape;2157;p28"/>
          <p:cNvSpPr/>
          <p:nvPr/>
        </p:nvSpPr>
        <p:spPr>
          <a:xfrm>
            <a:off x="8586466" y="4659395"/>
            <a:ext cx="13990" cy="16777"/>
          </a:xfrm>
          <a:custGeom>
            <a:avLst/>
            <a:gdLst/>
            <a:ahLst/>
            <a:cxnLst/>
            <a:rect l="l" t="t" r="r" b="b"/>
            <a:pathLst>
              <a:path w="261" h="313" extrusionOk="0">
                <a:moveTo>
                  <a:pt x="1" y="1"/>
                </a:moveTo>
                <a:lnTo>
                  <a:pt x="1" y="312"/>
                </a:lnTo>
                <a:lnTo>
                  <a:pt x="261" y="312"/>
                </a:lnTo>
                <a:lnTo>
                  <a:pt x="261" y="1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8" name="Google Shape;2158;p28"/>
          <p:cNvSpPr/>
          <p:nvPr/>
        </p:nvSpPr>
        <p:spPr>
          <a:xfrm>
            <a:off x="8611926" y="4659395"/>
            <a:ext cx="13614" cy="16777"/>
          </a:xfrm>
          <a:custGeom>
            <a:avLst/>
            <a:gdLst/>
            <a:ahLst/>
            <a:cxnLst/>
            <a:rect l="l" t="t" r="r" b="b"/>
            <a:pathLst>
              <a:path w="254" h="313" extrusionOk="0">
                <a:moveTo>
                  <a:pt x="1" y="1"/>
                </a:moveTo>
                <a:lnTo>
                  <a:pt x="1" y="312"/>
                </a:lnTo>
                <a:lnTo>
                  <a:pt x="253" y="312"/>
                </a:lnTo>
                <a:lnTo>
                  <a:pt x="253" y="1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9" name="Google Shape;2159;p28"/>
          <p:cNvSpPr/>
          <p:nvPr/>
        </p:nvSpPr>
        <p:spPr>
          <a:xfrm>
            <a:off x="8637010" y="4659395"/>
            <a:ext cx="13507" cy="16777"/>
          </a:xfrm>
          <a:custGeom>
            <a:avLst/>
            <a:gdLst/>
            <a:ahLst/>
            <a:cxnLst/>
            <a:rect l="l" t="t" r="r" b="b"/>
            <a:pathLst>
              <a:path w="252" h="313" extrusionOk="0">
                <a:moveTo>
                  <a:pt x="0" y="1"/>
                </a:moveTo>
                <a:lnTo>
                  <a:pt x="0" y="312"/>
                </a:lnTo>
                <a:lnTo>
                  <a:pt x="251" y="312"/>
                </a:lnTo>
                <a:lnTo>
                  <a:pt x="251" y="1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0" name="Google Shape;2160;p28"/>
          <p:cNvSpPr/>
          <p:nvPr/>
        </p:nvSpPr>
        <p:spPr>
          <a:xfrm>
            <a:off x="8555486" y="4675314"/>
            <a:ext cx="101036" cy="2841"/>
          </a:xfrm>
          <a:custGeom>
            <a:avLst/>
            <a:gdLst/>
            <a:ahLst/>
            <a:cxnLst/>
            <a:rect l="l" t="t" r="r" b="b"/>
            <a:pathLst>
              <a:path w="1885" h="53" extrusionOk="0">
                <a:moveTo>
                  <a:pt x="1" y="1"/>
                </a:moveTo>
                <a:lnTo>
                  <a:pt x="1" y="52"/>
                </a:lnTo>
                <a:lnTo>
                  <a:pt x="1884" y="52"/>
                </a:lnTo>
                <a:lnTo>
                  <a:pt x="1884" y="1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1" name="Google Shape;2161;p28"/>
          <p:cNvSpPr/>
          <p:nvPr/>
        </p:nvSpPr>
        <p:spPr>
          <a:xfrm>
            <a:off x="8561489" y="4709082"/>
            <a:ext cx="13990" cy="16723"/>
          </a:xfrm>
          <a:custGeom>
            <a:avLst/>
            <a:gdLst/>
            <a:ahLst/>
            <a:cxnLst/>
            <a:rect l="l" t="t" r="r" b="b"/>
            <a:pathLst>
              <a:path w="261" h="312" extrusionOk="0">
                <a:moveTo>
                  <a:pt x="1" y="0"/>
                </a:moveTo>
                <a:lnTo>
                  <a:pt x="1" y="312"/>
                </a:lnTo>
                <a:lnTo>
                  <a:pt x="261" y="312"/>
                </a:lnTo>
                <a:lnTo>
                  <a:pt x="261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2" name="Google Shape;2162;p28"/>
          <p:cNvSpPr/>
          <p:nvPr/>
        </p:nvSpPr>
        <p:spPr>
          <a:xfrm>
            <a:off x="8586466" y="4709082"/>
            <a:ext cx="13990" cy="16723"/>
          </a:xfrm>
          <a:custGeom>
            <a:avLst/>
            <a:gdLst/>
            <a:ahLst/>
            <a:cxnLst/>
            <a:rect l="l" t="t" r="r" b="b"/>
            <a:pathLst>
              <a:path w="261" h="312" extrusionOk="0">
                <a:moveTo>
                  <a:pt x="1" y="0"/>
                </a:moveTo>
                <a:lnTo>
                  <a:pt x="1" y="312"/>
                </a:lnTo>
                <a:lnTo>
                  <a:pt x="261" y="312"/>
                </a:lnTo>
                <a:lnTo>
                  <a:pt x="261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3" name="Google Shape;2163;p28"/>
          <p:cNvSpPr/>
          <p:nvPr/>
        </p:nvSpPr>
        <p:spPr>
          <a:xfrm>
            <a:off x="8611926" y="4709082"/>
            <a:ext cx="13614" cy="16723"/>
          </a:xfrm>
          <a:custGeom>
            <a:avLst/>
            <a:gdLst/>
            <a:ahLst/>
            <a:cxnLst/>
            <a:rect l="l" t="t" r="r" b="b"/>
            <a:pathLst>
              <a:path w="254" h="312" extrusionOk="0">
                <a:moveTo>
                  <a:pt x="1" y="0"/>
                </a:moveTo>
                <a:lnTo>
                  <a:pt x="1" y="312"/>
                </a:lnTo>
                <a:lnTo>
                  <a:pt x="253" y="312"/>
                </a:lnTo>
                <a:lnTo>
                  <a:pt x="253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4" name="Google Shape;2164;p28"/>
          <p:cNvSpPr/>
          <p:nvPr/>
        </p:nvSpPr>
        <p:spPr>
          <a:xfrm>
            <a:off x="8637010" y="4709082"/>
            <a:ext cx="13507" cy="16723"/>
          </a:xfrm>
          <a:custGeom>
            <a:avLst/>
            <a:gdLst/>
            <a:ahLst/>
            <a:cxnLst/>
            <a:rect l="l" t="t" r="r" b="b"/>
            <a:pathLst>
              <a:path w="252" h="312" extrusionOk="0">
                <a:moveTo>
                  <a:pt x="0" y="0"/>
                </a:moveTo>
                <a:lnTo>
                  <a:pt x="0" y="312"/>
                </a:lnTo>
                <a:lnTo>
                  <a:pt x="251" y="312"/>
                </a:lnTo>
                <a:lnTo>
                  <a:pt x="251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5" name="Google Shape;2165;p28"/>
          <p:cNvSpPr/>
          <p:nvPr/>
        </p:nvSpPr>
        <p:spPr>
          <a:xfrm>
            <a:off x="8555486" y="4724894"/>
            <a:ext cx="101036" cy="3323"/>
          </a:xfrm>
          <a:custGeom>
            <a:avLst/>
            <a:gdLst/>
            <a:ahLst/>
            <a:cxnLst/>
            <a:rect l="l" t="t" r="r" b="b"/>
            <a:pathLst>
              <a:path w="1885" h="62" extrusionOk="0">
                <a:moveTo>
                  <a:pt x="1" y="1"/>
                </a:moveTo>
                <a:lnTo>
                  <a:pt x="1" y="61"/>
                </a:lnTo>
                <a:lnTo>
                  <a:pt x="1884" y="61"/>
                </a:lnTo>
                <a:lnTo>
                  <a:pt x="1884" y="1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6" name="Google Shape;2166;p28"/>
          <p:cNvSpPr/>
          <p:nvPr/>
        </p:nvSpPr>
        <p:spPr>
          <a:xfrm>
            <a:off x="8561489" y="4759144"/>
            <a:ext cx="13990" cy="16348"/>
          </a:xfrm>
          <a:custGeom>
            <a:avLst/>
            <a:gdLst/>
            <a:ahLst/>
            <a:cxnLst/>
            <a:rect l="l" t="t" r="r" b="b"/>
            <a:pathLst>
              <a:path w="261" h="305" extrusionOk="0">
                <a:moveTo>
                  <a:pt x="1" y="0"/>
                </a:moveTo>
                <a:lnTo>
                  <a:pt x="1" y="304"/>
                </a:lnTo>
                <a:lnTo>
                  <a:pt x="261" y="304"/>
                </a:lnTo>
                <a:lnTo>
                  <a:pt x="261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7" name="Google Shape;2167;p28"/>
          <p:cNvSpPr/>
          <p:nvPr/>
        </p:nvSpPr>
        <p:spPr>
          <a:xfrm>
            <a:off x="8586466" y="4759144"/>
            <a:ext cx="13990" cy="16348"/>
          </a:xfrm>
          <a:custGeom>
            <a:avLst/>
            <a:gdLst/>
            <a:ahLst/>
            <a:cxnLst/>
            <a:rect l="l" t="t" r="r" b="b"/>
            <a:pathLst>
              <a:path w="261" h="305" extrusionOk="0">
                <a:moveTo>
                  <a:pt x="1" y="0"/>
                </a:moveTo>
                <a:lnTo>
                  <a:pt x="1" y="304"/>
                </a:lnTo>
                <a:lnTo>
                  <a:pt x="261" y="304"/>
                </a:lnTo>
                <a:lnTo>
                  <a:pt x="261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8" name="Google Shape;2168;p28"/>
          <p:cNvSpPr/>
          <p:nvPr/>
        </p:nvSpPr>
        <p:spPr>
          <a:xfrm>
            <a:off x="8611926" y="4759144"/>
            <a:ext cx="13614" cy="16348"/>
          </a:xfrm>
          <a:custGeom>
            <a:avLst/>
            <a:gdLst/>
            <a:ahLst/>
            <a:cxnLst/>
            <a:rect l="l" t="t" r="r" b="b"/>
            <a:pathLst>
              <a:path w="254" h="305" extrusionOk="0">
                <a:moveTo>
                  <a:pt x="1" y="0"/>
                </a:moveTo>
                <a:lnTo>
                  <a:pt x="1" y="304"/>
                </a:lnTo>
                <a:lnTo>
                  <a:pt x="253" y="304"/>
                </a:lnTo>
                <a:lnTo>
                  <a:pt x="253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9" name="Google Shape;2169;p28"/>
          <p:cNvSpPr/>
          <p:nvPr/>
        </p:nvSpPr>
        <p:spPr>
          <a:xfrm>
            <a:off x="8637010" y="4759144"/>
            <a:ext cx="13507" cy="16348"/>
          </a:xfrm>
          <a:custGeom>
            <a:avLst/>
            <a:gdLst/>
            <a:ahLst/>
            <a:cxnLst/>
            <a:rect l="l" t="t" r="r" b="b"/>
            <a:pathLst>
              <a:path w="252" h="305" extrusionOk="0">
                <a:moveTo>
                  <a:pt x="0" y="0"/>
                </a:moveTo>
                <a:lnTo>
                  <a:pt x="0" y="304"/>
                </a:lnTo>
                <a:lnTo>
                  <a:pt x="251" y="304"/>
                </a:lnTo>
                <a:lnTo>
                  <a:pt x="251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0" name="Google Shape;2170;p28"/>
          <p:cNvSpPr/>
          <p:nvPr/>
        </p:nvSpPr>
        <p:spPr>
          <a:xfrm>
            <a:off x="8555486" y="4774581"/>
            <a:ext cx="101036" cy="3270"/>
          </a:xfrm>
          <a:custGeom>
            <a:avLst/>
            <a:gdLst/>
            <a:ahLst/>
            <a:cxnLst/>
            <a:rect l="l" t="t" r="r" b="b"/>
            <a:pathLst>
              <a:path w="1885" h="61" extrusionOk="0">
                <a:moveTo>
                  <a:pt x="1" y="0"/>
                </a:moveTo>
                <a:lnTo>
                  <a:pt x="1" y="61"/>
                </a:lnTo>
                <a:lnTo>
                  <a:pt x="1884" y="61"/>
                </a:lnTo>
                <a:lnTo>
                  <a:pt x="1884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1" name="Google Shape;2171;p28"/>
          <p:cNvSpPr/>
          <p:nvPr/>
        </p:nvSpPr>
        <p:spPr>
          <a:xfrm>
            <a:off x="8561489" y="4808777"/>
            <a:ext cx="13990" cy="16241"/>
          </a:xfrm>
          <a:custGeom>
            <a:avLst/>
            <a:gdLst/>
            <a:ahLst/>
            <a:cxnLst/>
            <a:rect l="l" t="t" r="r" b="b"/>
            <a:pathLst>
              <a:path w="261" h="303" extrusionOk="0">
                <a:moveTo>
                  <a:pt x="1" y="1"/>
                </a:moveTo>
                <a:lnTo>
                  <a:pt x="1" y="303"/>
                </a:lnTo>
                <a:lnTo>
                  <a:pt x="261" y="303"/>
                </a:lnTo>
                <a:lnTo>
                  <a:pt x="261" y="1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2" name="Google Shape;2172;p28"/>
          <p:cNvSpPr/>
          <p:nvPr/>
        </p:nvSpPr>
        <p:spPr>
          <a:xfrm>
            <a:off x="8586466" y="4808777"/>
            <a:ext cx="13990" cy="16241"/>
          </a:xfrm>
          <a:custGeom>
            <a:avLst/>
            <a:gdLst/>
            <a:ahLst/>
            <a:cxnLst/>
            <a:rect l="l" t="t" r="r" b="b"/>
            <a:pathLst>
              <a:path w="261" h="303" extrusionOk="0">
                <a:moveTo>
                  <a:pt x="1" y="1"/>
                </a:moveTo>
                <a:lnTo>
                  <a:pt x="1" y="303"/>
                </a:lnTo>
                <a:lnTo>
                  <a:pt x="261" y="303"/>
                </a:lnTo>
                <a:lnTo>
                  <a:pt x="261" y="1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3" name="Google Shape;2173;p28"/>
          <p:cNvSpPr/>
          <p:nvPr/>
        </p:nvSpPr>
        <p:spPr>
          <a:xfrm>
            <a:off x="8611926" y="4808777"/>
            <a:ext cx="13614" cy="16241"/>
          </a:xfrm>
          <a:custGeom>
            <a:avLst/>
            <a:gdLst/>
            <a:ahLst/>
            <a:cxnLst/>
            <a:rect l="l" t="t" r="r" b="b"/>
            <a:pathLst>
              <a:path w="254" h="303" extrusionOk="0">
                <a:moveTo>
                  <a:pt x="1" y="1"/>
                </a:moveTo>
                <a:lnTo>
                  <a:pt x="1" y="303"/>
                </a:lnTo>
                <a:lnTo>
                  <a:pt x="253" y="303"/>
                </a:lnTo>
                <a:lnTo>
                  <a:pt x="253" y="1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4" name="Google Shape;2174;p28"/>
          <p:cNvSpPr/>
          <p:nvPr/>
        </p:nvSpPr>
        <p:spPr>
          <a:xfrm>
            <a:off x="8637010" y="4808777"/>
            <a:ext cx="13507" cy="16241"/>
          </a:xfrm>
          <a:custGeom>
            <a:avLst/>
            <a:gdLst/>
            <a:ahLst/>
            <a:cxnLst/>
            <a:rect l="l" t="t" r="r" b="b"/>
            <a:pathLst>
              <a:path w="252" h="303" extrusionOk="0">
                <a:moveTo>
                  <a:pt x="0" y="1"/>
                </a:moveTo>
                <a:lnTo>
                  <a:pt x="0" y="303"/>
                </a:lnTo>
                <a:lnTo>
                  <a:pt x="251" y="303"/>
                </a:lnTo>
                <a:lnTo>
                  <a:pt x="251" y="1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5" name="Google Shape;2175;p28"/>
          <p:cNvSpPr/>
          <p:nvPr/>
        </p:nvSpPr>
        <p:spPr>
          <a:xfrm>
            <a:off x="8555486" y="4824214"/>
            <a:ext cx="101036" cy="3216"/>
          </a:xfrm>
          <a:custGeom>
            <a:avLst/>
            <a:gdLst/>
            <a:ahLst/>
            <a:cxnLst/>
            <a:rect l="l" t="t" r="r" b="b"/>
            <a:pathLst>
              <a:path w="1885" h="60" extrusionOk="0">
                <a:moveTo>
                  <a:pt x="1" y="1"/>
                </a:moveTo>
                <a:lnTo>
                  <a:pt x="1" y="59"/>
                </a:lnTo>
                <a:lnTo>
                  <a:pt x="1884" y="59"/>
                </a:lnTo>
                <a:lnTo>
                  <a:pt x="1884" y="1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6" name="Google Shape;2176;p28"/>
          <p:cNvSpPr/>
          <p:nvPr/>
        </p:nvSpPr>
        <p:spPr>
          <a:xfrm>
            <a:off x="8561489" y="4858357"/>
            <a:ext cx="13990" cy="16348"/>
          </a:xfrm>
          <a:custGeom>
            <a:avLst/>
            <a:gdLst/>
            <a:ahLst/>
            <a:cxnLst/>
            <a:rect l="l" t="t" r="r" b="b"/>
            <a:pathLst>
              <a:path w="261" h="305" extrusionOk="0">
                <a:moveTo>
                  <a:pt x="1" y="0"/>
                </a:moveTo>
                <a:lnTo>
                  <a:pt x="1" y="304"/>
                </a:lnTo>
                <a:lnTo>
                  <a:pt x="261" y="304"/>
                </a:lnTo>
                <a:lnTo>
                  <a:pt x="261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7" name="Google Shape;2177;p28"/>
          <p:cNvSpPr/>
          <p:nvPr/>
        </p:nvSpPr>
        <p:spPr>
          <a:xfrm>
            <a:off x="8586466" y="4858357"/>
            <a:ext cx="13990" cy="16348"/>
          </a:xfrm>
          <a:custGeom>
            <a:avLst/>
            <a:gdLst/>
            <a:ahLst/>
            <a:cxnLst/>
            <a:rect l="l" t="t" r="r" b="b"/>
            <a:pathLst>
              <a:path w="261" h="305" extrusionOk="0">
                <a:moveTo>
                  <a:pt x="1" y="0"/>
                </a:moveTo>
                <a:lnTo>
                  <a:pt x="1" y="304"/>
                </a:lnTo>
                <a:lnTo>
                  <a:pt x="261" y="304"/>
                </a:lnTo>
                <a:lnTo>
                  <a:pt x="261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8" name="Google Shape;2178;p28"/>
          <p:cNvSpPr/>
          <p:nvPr/>
        </p:nvSpPr>
        <p:spPr>
          <a:xfrm>
            <a:off x="8611926" y="4858357"/>
            <a:ext cx="13614" cy="16348"/>
          </a:xfrm>
          <a:custGeom>
            <a:avLst/>
            <a:gdLst/>
            <a:ahLst/>
            <a:cxnLst/>
            <a:rect l="l" t="t" r="r" b="b"/>
            <a:pathLst>
              <a:path w="254" h="305" extrusionOk="0">
                <a:moveTo>
                  <a:pt x="1" y="0"/>
                </a:moveTo>
                <a:lnTo>
                  <a:pt x="1" y="304"/>
                </a:lnTo>
                <a:lnTo>
                  <a:pt x="253" y="304"/>
                </a:lnTo>
                <a:lnTo>
                  <a:pt x="253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9" name="Google Shape;2179;p28"/>
          <p:cNvSpPr/>
          <p:nvPr/>
        </p:nvSpPr>
        <p:spPr>
          <a:xfrm>
            <a:off x="8637010" y="4858357"/>
            <a:ext cx="13507" cy="16348"/>
          </a:xfrm>
          <a:custGeom>
            <a:avLst/>
            <a:gdLst/>
            <a:ahLst/>
            <a:cxnLst/>
            <a:rect l="l" t="t" r="r" b="b"/>
            <a:pathLst>
              <a:path w="252" h="305" extrusionOk="0">
                <a:moveTo>
                  <a:pt x="0" y="0"/>
                </a:moveTo>
                <a:lnTo>
                  <a:pt x="0" y="304"/>
                </a:lnTo>
                <a:lnTo>
                  <a:pt x="251" y="304"/>
                </a:lnTo>
                <a:lnTo>
                  <a:pt x="251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0" name="Google Shape;2180;p28"/>
          <p:cNvSpPr/>
          <p:nvPr/>
        </p:nvSpPr>
        <p:spPr>
          <a:xfrm>
            <a:off x="8555486" y="4873901"/>
            <a:ext cx="101036" cy="3162"/>
          </a:xfrm>
          <a:custGeom>
            <a:avLst/>
            <a:gdLst/>
            <a:ahLst/>
            <a:cxnLst/>
            <a:rect l="l" t="t" r="r" b="b"/>
            <a:pathLst>
              <a:path w="1885" h="59" extrusionOk="0">
                <a:moveTo>
                  <a:pt x="1" y="0"/>
                </a:moveTo>
                <a:lnTo>
                  <a:pt x="1" y="59"/>
                </a:lnTo>
                <a:lnTo>
                  <a:pt x="1884" y="59"/>
                </a:lnTo>
                <a:lnTo>
                  <a:pt x="1884" y="0"/>
                </a:lnTo>
                <a:close/>
              </a:path>
            </a:pathLst>
          </a:custGeom>
          <a:solidFill>
            <a:srgbClr val="6464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1" name="Google Shape;2181;p28"/>
          <p:cNvSpPr/>
          <p:nvPr/>
        </p:nvSpPr>
        <p:spPr>
          <a:xfrm>
            <a:off x="8239789" y="4420715"/>
            <a:ext cx="48133" cy="48133"/>
          </a:xfrm>
          <a:custGeom>
            <a:avLst/>
            <a:gdLst/>
            <a:ahLst/>
            <a:cxnLst/>
            <a:rect l="l" t="t" r="r" b="b"/>
            <a:pathLst>
              <a:path w="898" h="898" extrusionOk="0">
                <a:moveTo>
                  <a:pt x="453" y="1"/>
                </a:moveTo>
                <a:cubicBezTo>
                  <a:pt x="200" y="1"/>
                  <a:pt x="1" y="200"/>
                  <a:pt x="1" y="445"/>
                </a:cubicBezTo>
                <a:cubicBezTo>
                  <a:pt x="1" y="696"/>
                  <a:pt x="200" y="897"/>
                  <a:pt x="453" y="897"/>
                </a:cubicBezTo>
                <a:cubicBezTo>
                  <a:pt x="698" y="897"/>
                  <a:pt x="897" y="696"/>
                  <a:pt x="897" y="445"/>
                </a:cubicBezTo>
                <a:cubicBezTo>
                  <a:pt x="897" y="200"/>
                  <a:pt x="698" y="1"/>
                  <a:pt x="453" y="1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2" name="Google Shape;2182;p28"/>
          <p:cNvSpPr/>
          <p:nvPr/>
        </p:nvSpPr>
        <p:spPr>
          <a:xfrm>
            <a:off x="8272806" y="4330561"/>
            <a:ext cx="92138" cy="92621"/>
          </a:xfrm>
          <a:custGeom>
            <a:avLst/>
            <a:gdLst/>
            <a:ahLst/>
            <a:cxnLst/>
            <a:rect l="l" t="t" r="r" b="b"/>
            <a:pathLst>
              <a:path w="1719" h="1728" extrusionOk="0">
                <a:moveTo>
                  <a:pt x="859" y="0"/>
                </a:moveTo>
                <a:cubicBezTo>
                  <a:pt x="384" y="0"/>
                  <a:pt x="0" y="386"/>
                  <a:pt x="0" y="859"/>
                </a:cubicBezTo>
                <a:cubicBezTo>
                  <a:pt x="0" y="1334"/>
                  <a:pt x="384" y="1727"/>
                  <a:pt x="859" y="1727"/>
                </a:cubicBezTo>
                <a:cubicBezTo>
                  <a:pt x="1334" y="1727"/>
                  <a:pt x="1718" y="1334"/>
                  <a:pt x="1718" y="859"/>
                </a:cubicBezTo>
                <a:cubicBezTo>
                  <a:pt x="1718" y="386"/>
                  <a:pt x="1334" y="0"/>
                  <a:pt x="859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3" name="Google Shape;2183;p28"/>
          <p:cNvSpPr/>
          <p:nvPr/>
        </p:nvSpPr>
        <p:spPr>
          <a:xfrm>
            <a:off x="8323617" y="4221700"/>
            <a:ext cx="165678" cy="87100"/>
          </a:xfrm>
          <a:custGeom>
            <a:avLst/>
            <a:gdLst/>
            <a:ahLst/>
            <a:cxnLst/>
            <a:rect l="l" t="t" r="r" b="b"/>
            <a:pathLst>
              <a:path w="3091" h="1625" extrusionOk="0">
                <a:moveTo>
                  <a:pt x="815" y="1"/>
                </a:moveTo>
                <a:cubicBezTo>
                  <a:pt x="363" y="1"/>
                  <a:pt x="0" y="372"/>
                  <a:pt x="0" y="817"/>
                </a:cubicBezTo>
                <a:cubicBezTo>
                  <a:pt x="0" y="1261"/>
                  <a:pt x="363" y="1624"/>
                  <a:pt x="815" y="1624"/>
                </a:cubicBezTo>
                <a:lnTo>
                  <a:pt x="2282" y="1624"/>
                </a:lnTo>
                <a:cubicBezTo>
                  <a:pt x="2726" y="1624"/>
                  <a:pt x="3091" y="1261"/>
                  <a:pt x="3091" y="817"/>
                </a:cubicBezTo>
                <a:cubicBezTo>
                  <a:pt x="3091" y="372"/>
                  <a:pt x="2726" y="1"/>
                  <a:pt x="2282" y="1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3">
    <p:spTree>
      <p:nvGrpSpPr>
        <p:cNvPr id="1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5" name="Google Shape;2185;p29"/>
          <p:cNvGrpSpPr/>
          <p:nvPr/>
        </p:nvGrpSpPr>
        <p:grpSpPr>
          <a:xfrm>
            <a:off x="216263" y="4431363"/>
            <a:ext cx="292050" cy="498975"/>
            <a:chOff x="229713" y="4439663"/>
            <a:chExt cx="292050" cy="498975"/>
          </a:xfrm>
        </p:grpSpPr>
        <p:sp>
          <p:nvSpPr>
            <p:cNvPr id="2186" name="Google Shape;2186;p29"/>
            <p:cNvSpPr/>
            <p:nvPr/>
          </p:nvSpPr>
          <p:spPr>
            <a:xfrm>
              <a:off x="229713" y="4439663"/>
              <a:ext cx="292050" cy="427250"/>
            </a:xfrm>
            <a:custGeom>
              <a:avLst/>
              <a:gdLst/>
              <a:ahLst/>
              <a:cxnLst/>
              <a:rect l="l" t="t" r="r" b="b"/>
              <a:pathLst>
                <a:path w="11682" h="17090" extrusionOk="0">
                  <a:moveTo>
                    <a:pt x="7554" y="17090"/>
                  </a:moveTo>
                  <a:lnTo>
                    <a:pt x="4127" y="17090"/>
                  </a:lnTo>
                  <a:cubicBezTo>
                    <a:pt x="1458" y="16856"/>
                    <a:pt x="0" y="13252"/>
                    <a:pt x="2903" y="11357"/>
                  </a:cubicBezTo>
                  <a:cubicBezTo>
                    <a:pt x="5823" y="9467"/>
                    <a:pt x="506" y="8688"/>
                    <a:pt x="2903" y="6438"/>
                  </a:cubicBezTo>
                  <a:cubicBezTo>
                    <a:pt x="5317" y="4201"/>
                    <a:pt x="4292" y="4902"/>
                    <a:pt x="4127" y="2579"/>
                  </a:cubicBezTo>
                  <a:cubicBezTo>
                    <a:pt x="4076" y="1787"/>
                    <a:pt x="4309" y="217"/>
                    <a:pt x="5590" y="126"/>
                  </a:cubicBezTo>
                  <a:cubicBezTo>
                    <a:pt x="7281" y="1"/>
                    <a:pt x="7623" y="1658"/>
                    <a:pt x="7554" y="2579"/>
                  </a:cubicBezTo>
                  <a:cubicBezTo>
                    <a:pt x="7390" y="4902"/>
                    <a:pt x="6364" y="4201"/>
                    <a:pt x="8778" y="6438"/>
                  </a:cubicBezTo>
                  <a:cubicBezTo>
                    <a:pt x="11175" y="8688"/>
                    <a:pt x="5858" y="9467"/>
                    <a:pt x="8778" y="11357"/>
                  </a:cubicBezTo>
                  <a:cubicBezTo>
                    <a:pt x="11681" y="13252"/>
                    <a:pt x="10219" y="16856"/>
                    <a:pt x="7554" y="1709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29"/>
            <p:cNvSpPr/>
            <p:nvPr/>
          </p:nvSpPr>
          <p:spPr>
            <a:xfrm>
              <a:off x="318938" y="4730388"/>
              <a:ext cx="67625" cy="51400"/>
            </a:xfrm>
            <a:custGeom>
              <a:avLst/>
              <a:gdLst/>
              <a:ahLst/>
              <a:cxnLst/>
              <a:rect l="l" t="t" r="r" b="b"/>
              <a:pathLst>
                <a:path w="2705" h="2056" extrusionOk="0">
                  <a:moveTo>
                    <a:pt x="126" y="53"/>
                  </a:moveTo>
                  <a:lnTo>
                    <a:pt x="199" y="126"/>
                  </a:lnTo>
                  <a:lnTo>
                    <a:pt x="290" y="178"/>
                  </a:lnTo>
                  <a:lnTo>
                    <a:pt x="377" y="234"/>
                  </a:lnTo>
                  <a:lnTo>
                    <a:pt x="416" y="269"/>
                  </a:lnTo>
                  <a:lnTo>
                    <a:pt x="450" y="304"/>
                  </a:lnTo>
                  <a:lnTo>
                    <a:pt x="541" y="360"/>
                  </a:lnTo>
                  <a:lnTo>
                    <a:pt x="632" y="412"/>
                  </a:lnTo>
                  <a:lnTo>
                    <a:pt x="701" y="485"/>
                  </a:lnTo>
                  <a:lnTo>
                    <a:pt x="775" y="520"/>
                  </a:lnTo>
                  <a:lnTo>
                    <a:pt x="792" y="542"/>
                  </a:lnTo>
                  <a:lnTo>
                    <a:pt x="883" y="594"/>
                  </a:lnTo>
                  <a:lnTo>
                    <a:pt x="1047" y="719"/>
                  </a:lnTo>
                  <a:lnTo>
                    <a:pt x="1082" y="736"/>
                  </a:lnTo>
                  <a:lnTo>
                    <a:pt x="1225" y="827"/>
                  </a:lnTo>
                  <a:lnTo>
                    <a:pt x="1389" y="953"/>
                  </a:lnTo>
                  <a:lnTo>
                    <a:pt x="1480" y="1026"/>
                  </a:lnTo>
                  <a:lnTo>
                    <a:pt x="1731" y="1208"/>
                  </a:lnTo>
                  <a:lnTo>
                    <a:pt x="1891" y="1316"/>
                  </a:lnTo>
                  <a:lnTo>
                    <a:pt x="1930" y="1351"/>
                  </a:lnTo>
                  <a:lnTo>
                    <a:pt x="2055" y="1442"/>
                  </a:lnTo>
                  <a:lnTo>
                    <a:pt x="2146" y="1515"/>
                  </a:lnTo>
                  <a:lnTo>
                    <a:pt x="2215" y="1567"/>
                  </a:lnTo>
                  <a:lnTo>
                    <a:pt x="2306" y="1641"/>
                  </a:lnTo>
                  <a:lnTo>
                    <a:pt x="2380" y="1692"/>
                  </a:lnTo>
                  <a:lnTo>
                    <a:pt x="2471" y="1766"/>
                  </a:lnTo>
                  <a:lnTo>
                    <a:pt x="2562" y="1818"/>
                  </a:lnTo>
                  <a:lnTo>
                    <a:pt x="2631" y="1891"/>
                  </a:lnTo>
                  <a:lnTo>
                    <a:pt x="2648" y="1909"/>
                  </a:lnTo>
                  <a:lnTo>
                    <a:pt x="2687" y="1982"/>
                  </a:lnTo>
                  <a:lnTo>
                    <a:pt x="2704" y="2056"/>
                  </a:lnTo>
                  <a:lnTo>
                    <a:pt x="2631" y="2056"/>
                  </a:lnTo>
                  <a:lnTo>
                    <a:pt x="2562" y="2034"/>
                  </a:lnTo>
                  <a:lnTo>
                    <a:pt x="2540" y="2017"/>
                  </a:lnTo>
                  <a:lnTo>
                    <a:pt x="2453" y="1948"/>
                  </a:lnTo>
                  <a:lnTo>
                    <a:pt x="2363" y="1891"/>
                  </a:lnTo>
                  <a:lnTo>
                    <a:pt x="2289" y="1840"/>
                  </a:lnTo>
                  <a:lnTo>
                    <a:pt x="2198" y="1766"/>
                  </a:lnTo>
                  <a:lnTo>
                    <a:pt x="2129" y="1710"/>
                  </a:lnTo>
                  <a:lnTo>
                    <a:pt x="2038" y="1641"/>
                  </a:lnTo>
                  <a:lnTo>
                    <a:pt x="1965" y="1584"/>
                  </a:lnTo>
                  <a:lnTo>
                    <a:pt x="1839" y="1493"/>
                  </a:lnTo>
                  <a:lnTo>
                    <a:pt x="1783" y="1459"/>
                  </a:lnTo>
                  <a:lnTo>
                    <a:pt x="1623" y="1333"/>
                  </a:lnTo>
                  <a:lnTo>
                    <a:pt x="1389" y="1152"/>
                  </a:lnTo>
                  <a:lnTo>
                    <a:pt x="1298" y="1082"/>
                  </a:lnTo>
                  <a:lnTo>
                    <a:pt x="1117" y="974"/>
                  </a:lnTo>
                  <a:lnTo>
                    <a:pt x="991" y="866"/>
                  </a:lnTo>
                  <a:lnTo>
                    <a:pt x="956" y="845"/>
                  </a:lnTo>
                  <a:lnTo>
                    <a:pt x="792" y="702"/>
                  </a:lnTo>
                  <a:lnTo>
                    <a:pt x="723" y="650"/>
                  </a:lnTo>
                  <a:lnTo>
                    <a:pt x="684" y="628"/>
                  </a:lnTo>
                  <a:lnTo>
                    <a:pt x="632" y="576"/>
                  </a:lnTo>
                  <a:lnTo>
                    <a:pt x="558" y="520"/>
                  </a:lnTo>
                  <a:lnTo>
                    <a:pt x="468" y="451"/>
                  </a:lnTo>
                  <a:lnTo>
                    <a:pt x="398" y="377"/>
                  </a:lnTo>
                  <a:lnTo>
                    <a:pt x="359" y="360"/>
                  </a:lnTo>
                  <a:lnTo>
                    <a:pt x="325" y="304"/>
                  </a:lnTo>
                  <a:lnTo>
                    <a:pt x="234" y="252"/>
                  </a:lnTo>
                  <a:lnTo>
                    <a:pt x="160" y="178"/>
                  </a:lnTo>
                  <a:lnTo>
                    <a:pt x="74" y="109"/>
                  </a:lnTo>
                  <a:lnTo>
                    <a:pt x="0" y="35"/>
                  </a:lnTo>
                  <a:lnTo>
                    <a:pt x="0" y="1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29"/>
            <p:cNvSpPr/>
            <p:nvPr/>
          </p:nvSpPr>
          <p:spPr>
            <a:xfrm>
              <a:off x="384263" y="4743913"/>
              <a:ext cx="75300" cy="63525"/>
            </a:xfrm>
            <a:custGeom>
              <a:avLst/>
              <a:gdLst/>
              <a:ahLst/>
              <a:cxnLst/>
              <a:rect l="l" t="t" r="r" b="b"/>
              <a:pathLst>
                <a:path w="3012" h="2541" extrusionOk="0">
                  <a:moveTo>
                    <a:pt x="2994" y="53"/>
                  </a:moveTo>
                  <a:lnTo>
                    <a:pt x="2813" y="217"/>
                  </a:lnTo>
                  <a:lnTo>
                    <a:pt x="2705" y="325"/>
                  </a:lnTo>
                  <a:lnTo>
                    <a:pt x="2631" y="377"/>
                  </a:lnTo>
                  <a:lnTo>
                    <a:pt x="2454" y="541"/>
                  </a:lnTo>
                  <a:lnTo>
                    <a:pt x="2454" y="541"/>
                  </a:lnTo>
                  <a:lnTo>
                    <a:pt x="2272" y="684"/>
                  </a:lnTo>
                  <a:lnTo>
                    <a:pt x="2255" y="719"/>
                  </a:lnTo>
                  <a:lnTo>
                    <a:pt x="2181" y="775"/>
                  </a:lnTo>
                  <a:lnTo>
                    <a:pt x="2090" y="844"/>
                  </a:lnTo>
                  <a:lnTo>
                    <a:pt x="2004" y="918"/>
                  </a:lnTo>
                  <a:lnTo>
                    <a:pt x="1913" y="1009"/>
                  </a:lnTo>
                  <a:lnTo>
                    <a:pt x="1822" y="1082"/>
                  </a:lnTo>
                  <a:lnTo>
                    <a:pt x="1731" y="1169"/>
                  </a:lnTo>
                  <a:lnTo>
                    <a:pt x="1696" y="1190"/>
                  </a:lnTo>
                  <a:lnTo>
                    <a:pt x="1640" y="1242"/>
                  </a:lnTo>
                  <a:lnTo>
                    <a:pt x="1549" y="1316"/>
                  </a:lnTo>
                  <a:lnTo>
                    <a:pt x="1463" y="1407"/>
                  </a:lnTo>
                  <a:lnTo>
                    <a:pt x="1372" y="1476"/>
                  </a:lnTo>
                  <a:lnTo>
                    <a:pt x="1281" y="1567"/>
                  </a:lnTo>
                  <a:lnTo>
                    <a:pt x="1190" y="1640"/>
                  </a:lnTo>
                  <a:lnTo>
                    <a:pt x="1117" y="1692"/>
                  </a:lnTo>
                  <a:lnTo>
                    <a:pt x="1099" y="1710"/>
                  </a:lnTo>
                  <a:lnTo>
                    <a:pt x="991" y="1800"/>
                  </a:lnTo>
                  <a:lnTo>
                    <a:pt x="900" y="1874"/>
                  </a:lnTo>
                  <a:lnTo>
                    <a:pt x="831" y="1965"/>
                  </a:lnTo>
                  <a:lnTo>
                    <a:pt x="740" y="2034"/>
                  </a:lnTo>
                  <a:lnTo>
                    <a:pt x="649" y="2108"/>
                  </a:lnTo>
                  <a:lnTo>
                    <a:pt x="598" y="2164"/>
                  </a:lnTo>
                  <a:lnTo>
                    <a:pt x="559" y="2198"/>
                  </a:lnTo>
                  <a:lnTo>
                    <a:pt x="468" y="2272"/>
                  </a:lnTo>
                  <a:lnTo>
                    <a:pt x="381" y="2341"/>
                  </a:lnTo>
                  <a:lnTo>
                    <a:pt x="342" y="2380"/>
                  </a:lnTo>
                  <a:lnTo>
                    <a:pt x="290" y="2432"/>
                  </a:lnTo>
                  <a:lnTo>
                    <a:pt x="200" y="2506"/>
                  </a:lnTo>
                  <a:lnTo>
                    <a:pt x="182" y="2523"/>
                  </a:lnTo>
                  <a:lnTo>
                    <a:pt x="74" y="2540"/>
                  </a:lnTo>
                  <a:lnTo>
                    <a:pt x="1" y="2540"/>
                  </a:lnTo>
                  <a:lnTo>
                    <a:pt x="1" y="2467"/>
                  </a:lnTo>
                  <a:lnTo>
                    <a:pt x="18" y="2359"/>
                  </a:lnTo>
                  <a:lnTo>
                    <a:pt x="35" y="2341"/>
                  </a:lnTo>
                  <a:lnTo>
                    <a:pt x="126" y="2250"/>
                  </a:lnTo>
                  <a:lnTo>
                    <a:pt x="182" y="2198"/>
                  </a:lnTo>
                  <a:lnTo>
                    <a:pt x="217" y="2164"/>
                  </a:lnTo>
                  <a:lnTo>
                    <a:pt x="290" y="2090"/>
                  </a:lnTo>
                  <a:lnTo>
                    <a:pt x="381" y="1999"/>
                  </a:lnTo>
                  <a:lnTo>
                    <a:pt x="416" y="1965"/>
                  </a:lnTo>
                  <a:lnTo>
                    <a:pt x="468" y="1926"/>
                  </a:lnTo>
                  <a:lnTo>
                    <a:pt x="559" y="1839"/>
                  </a:lnTo>
                  <a:lnTo>
                    <a:pt x="649" y="1766"/>
                  </a:lnTo>
                  <a:lnTo>
                    <a:pt x="740" y="1675"/>
                  </a:lnTo>
                  <a:lnTo>
                    <a:pt x="831" y="1601"/>
                  </a:lnTo>
                  <a:lnTo>
                    <a:pt x="922" y="1515"/>
                  </a:lnTo>
                  <a:lnTo>
                    <a:pt x="957" y="1493"/>
                  </a:lnTo>
                  <a:lnTo>
                    <a:pt x="1009" y="1441"/>
                  </a:lnTo>
                  <a:lnTo>
                    <a:pt x="1099" y="1368"/>
                  </a:lnTo>
                  <a:lnTo>
                    <a:pt x="1208" y="1277"/>
                  </a:lnTo>
                  <a:lnTo>
                    <a:pt x="1298" y="1208"/>
                  </a:lnTo>
                  <a:lnTo>
                    <a:pt x="1389" y="1134"/>
                  </a:lnTo>
                  <a:lnTo>
                    <a:pt x="1480" y="1061"/>
                  </a:lnTo>
                  <a:lnTo>
                    <a:pt x="1549" y="1009"/>
                  </a:lnTo>
                  <a:lnTo>
                    <a:pt x="1588" y="974"/>
                  </a:lnTo>
                  <a:lnTo>
                    <a:pt x="1679" y="901"/>
                  </a:lnTo>
                  <a:lnTo>
                    <a:pt x="1766" y="827"/>
                  </a:lnTo>
                  <a:lnTo>
                    <a:pt x="1874" y="758"/>
                  </a:lnTo>
                  <a:lnTo>
                    <a:pt x="1965" y="684"/>
                  </a:lnTo>
                  <a:lnTo>
                    <a:pt x="2056" y="611"/>
                  </a:lnTo>
                  <a:lnTo>
                    <a:pt x="2129" y="559"/>
                  </a:lnTo>
                  <a:lnTo>
                    <a:pt x="2164" y="541"/>
                  </a:lnTo>
                  <a:lnTo>
                    <a:pt x="2345" y="412"/>
                  </a:lnTo>
                  <a:lnTo>
                    <a:pt x="2363" y="394"/>
                  </a:lnTo>
                  <a:lnTo>
                    <a:pt x="2562" y="269"/>
                  </a:lnTo>
                  <a:lnTo>
                    <a:pt x="2614" y="217"/>
                  </a:lnTo>
                  <a:lnTo>
                    <a:pt x="2739" y="126"/>
                  </a:lnTo>
                  <a:lnTo>
                    <a:pt x="2938" y="1"/>
                  </a:lnTo>
                  <a:lnTo>
                    <a:pt x="3012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29"/>
            <p:cNvSpPr/>
            <p:nvPr/>
          </p:nvSpPr>
          <p:spPr>
            <a:xfrm>
              <a:off x="331038" y="4596063"/>
              <a:ext cx="52375" cy="46000"/>
            </a:xfrm>
            <a:custGeom>
              <a:avLst/>
              <a:gdLst/>
              <a:ahLst/>
              <a:cxnLst/>
              <a:rect l="l" t="t" r="r" b="b"/>
              <a:pathLst>
                <a:path w="2095" h="1840" extrusionOk="0">
                  <a:moveTo>
                    <a:pt x="74" y="0"/>
                  </a:moveTo>
                  <a:lnTo>
                    <a:pt x="200" y="109"/>
                  </a:lnTo>
                  <a:lnTo>
                    <a:pt x="347" y="217"/>
                  </a:lnTo>
                  <a:lnTo>
                    <a:pt x="472" y="308"/>
                  </a:lnTo>
                  <a:lnTo>
                    <a:pt x="581" y="399"/>
                  </a:lnTo>
                  <a:lnTo>
                    <a:pt x="598" y="416"/>
                  </a:lnTo>
                  <a:lnTo>
                    <a:pt x="780" y="559"/>
                  </a:lnTo>
                  <a:lnTo>
                    <a:pt x="849" y="615"/>
                  </a:lnTo>
                  <a:lnTo>
                    <a:pt x="974" y="723"/>
                  </a:lnTo>
                  <a:lnTo>
                    <a:pt x="1031" y="775"/>
                  </a:lnTo>
                  <a:lnTo>
                    <a:pt x="1104" y="831"/>
                  </a:lnTo>
                  <a:lnTo>
                    <a:pt x="1230" y="939"/>
                  </a:lnTo>
                  <a:lnTo>
                    <a:pt x="1320" y="1026"/>
                  </a:lnTo>
                  <a:lnTo>
                    <a:pt x="1355" y="1047"/>
                  </a:lnTo>
                  <a:lnTo>
                    <a:pt x="1481" y="1156"/>
                  </a:lnTo>
                  <a:lnTo>
                    <a:pt x="1537" y="1208"/>
                  </a:lnTo>
                  <a:lnTo>
                    <a:pt x="1606" y="1264"/>
                  </a:lnTo>
                  <a:lnTo>
                    <a:pt x="1662" y="1316"/>
                  </a:lnTo>
                  <a:lnTo>
                    <a:pt x="1731" y="1372"/>
                  </a:lnTo>
                  <a:lnTo>
                    <a:pt x="1788" y="1424"/>
                  </a:lnTo>
                  <a:lnTo>
                    <a:pt x="1805" y="1424"/>
                  </a:lnTo>
                  <a:lnTo>
                    <a:pt x="1861" y="1458"/>
                  </a:lnTo>
                  <a:lnTo>
                    <a:pt x="1913" y="1515"/>
                  </a:lnTo>
                  <a:lnTo>
                    <a:pt x="1969" y="1549"/>
                  </a:lnTo>
                  <a:lnTo>
                    <a:pt x="1987" y="1567"/>
                  </a:lnTo>
                  <a:lnTo>
                    <a:pt x="2039" y="1623"/>
                  </a:lnTo>
                  <a:lnTo>
                    <a:pt x="2095" y="1675"/>
                  </a:lnTo>
                  <a:lnTo>
                    <a:pt x="2078" y="1731"/>
                  </a:lnTo>
                  <a:lnTo>
                    <a:pt x="2004" y="1805"/>
                  </a:lnTo>
                  <a:lnTo>
                    <a:pt x="1969" y="1839"/>
                  </a:lnTo>
                  <a:lnTo>
                    <a:pt x="1913" y="1805"/>
                  </a:lnTo>
                  <a:lnTo>
                    <a:pt x="1840" y="1748"/>
                  </a:lnTo>
                  <a:lnTo>
                    <a:pt x="1822" y="1731"/>
                  </a:lnTo>
                  <a:lnTo>
                    <a:pt x="1770" y="1696"/>
                  </a:lnTo>
                  <a:lnTo>
                    <a:pt x="1714" y="1640"/>
                  </a:lnTo>
                  <a:lnTo>
                    <a:pt x="1662" y="1606"/>
                  </a:lnTo>
                  <a:lnTo>
                    <a:pt x="1645" y="1588"/>
                  </a:lnTo>
                  <a:lnTo>
                    <a:pt x="1589" y="1532"/>
                  </a:lnTo>
                  <a:lnTo>
                    <a:pt x="1515" y="1480"/>
                  </a:lnTo>
                  <a:lnTo>
                    <a:pt x="1463" y="1424"/>
                  </a:lnTo>
                  <a:lnTo>
                    <a:pt x="1390" y="1372"/>
                  </a:lnTo>
                  <a:lnTo>
                    <a:pt x="1338" y="1316"/>
                  </a:lnTo>
                  <a:lnTo>
                    <a:pt x="1212" y="1208"/>
                  </a:lnTo>
                  <a:lnTo>
                    <a:pt x="1173" y="1173"/>
                  </a:lnTo>
                  <a:lnTo>
                    <a:pt x="1083" y="1099"/>
                  </a:lnTo>
                  <a:lnTo>
                    <a:pt x="957" y="991"/>
                  </a:lnTo>
                  <a:lnTo>
                    <a:pt x="905" y="918"/>
                  </a:lnTo>
                  <a:lnTo>
                    <a:pt x="849" y="866"/>
                  </a:lnTo>
                  <a:lnTo>
                    <a:pt x="723" y="758"/>
                  </a:lnTo>
                  <a:lnTo>
                    <a:pt x="672" y="701"/>
                  </a:lnTo>
                  <a:lnTo>
                    <a:pt x="490" y="524"/>
                  </a:lnTo>
                  <a:lnTo>
                    <a:pt x="472" y="507"/>
                  </a:lnTo>
                  <a:lnTo>
                    <a:pt x="364" y="416"/>
                  </a:lnTo>
                  <a:lnTo>
                    <a:pt x="256" y="308"/>
                  </a:lnTo>
                  <a:lnTo>
                    <a:pt x="256" y="290"/>
                  </a:lnTo>
                  <a:lnTo>
                    <a:pt x="148" y="182"/>
                  </a:lnTo>
                  <a:lnTo>
                    <a:pt x="23" y="5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29"/>
            <p:cNvSpPr/>
            <p:nvPr/>
          </p:nvSpPr>
          <p:spPr>
            <a:xfrm>
              <a:off x="382413" y="4582538"/>
              <a:ext cx="27625" cy="31075"/>
            </a:xfrm>
            <a:custGeom>
              <a:avLst/>
              <a:gdLst/>
              <a:ahLst/>
              <a:cxnLst/>
              <a:rect l="l" t="t" r="r" b="b"/>
              <a:pathLst>
                <a:path w="1105" h="1243" extrusionOk="0">
                  <a:moveTo>
                    <a:pt x="1104" y="35"/>
                  </a:moveTo>
                  <a:lnTo>
                    <a:pt x="1065" y="74"/>
                  </a:lnTo>
                  <a:lnTo>
                    <a:pt x="1031" y="126"/>
                  </a:lnTo>
                  <a:lnTo>
                    <a:pt x="996" y="161"/>
                  </a:lnTo>
                  <a:lnTo>
                    <a:pt x="974" y="200"/>
                  </a:lnTo>
                  <a:lnTo>
                    <a:pt x="905" y="269"/>
                  </a:lnTo>
                  <a:lnTo>
                    <a:pt x="905" y="269"/>
                  </a:lnTo>
                  <a:lnTo>
                    <a:pt x="849" y="342"/>
                  </a:lnTo>
                  <a:lnTo>
                    <a:pt x="780" y="416"/>
                  </a:lnTo>
                  <a:lnTo>
                    <a:pt x="741" y="485"/>
                  </a:lnTo>
                  <a:lnTo>
                    <a:pt x="723" y="485"/>
                  </a:lnTo>
                  <a:lnTo>
                    <a:pt x="650" y="576"/>
                  </a:lnTo>
                  <a:lnTo>
                    <a:pt x="598" y="650"/>
                  </a:lnTo>
                  <a:lnTo>
                    <a:pt x="581" y="667"/>
                  </a:lnTo>
                  <a:lnTo>
                    <a:pt x="524" y="723"/>
                  </a:lnTo>
                  <a:lnTo>
                    <a:pt x="473" y="792"/>
                  </a:lnTo>
                  <a:lnTo>
                    <a:pt x="455" y="810"/>
                  </a:lnTo>
                  <a:lnTo>
                    <a:pt x="434" y="831"/>
                  </a:lnTo>
                  <a:lnTo>
                    <a:pt x="399" y="866"/>
                  </a:lnTo>
                  <a:lnTo>
                    <a:pt x="364" y="901"/>
                  </a:lnTo>
                  <a:lnTo>
                    <a:pt x="325" y="940"/>
                  </a:lnTo>
                  <a:lnTo>
                    <a:pt x="308" y="957"/>
                  </a:lnTo>
                  <a:lnTo>
                    <a:pt x="308" y="974"/>
                  </a:lnTo>
                  <a:lnTo>
                    <a:pt x="274" y="1009"/>
                  </a:lnTo>
                  <a:lnTo>
                    <a:pt x="239" y="1048"/>
                  </a:lnTo>
                  <a:lnTo>
                    <a:pt x="200" y="1082"/>
                  </a:lnTo>
                  <a:lnTo>
                    <a:pt x="183" y="1117"/>
                  </a:lnTo>
                  <a:lnTo>
                    <a:pt x="148" y="1156"/>
                  </a:lnTo>
                  <a:lnTo>
                    <a:pt x="109" y="1190"/>
                  </a:lnTo>
                  <a:lnTo>
                    <a:pt x="92" y="1225"/>
                  </a:lnTo>
                  <a:lnTo>
                    <a:pt x="92" y="1225"/>
                  </a:lnTo>
                  <a:lnTo>
                    <a:pt x="23" y="1242"/>
                  </a:lnTo>
                  <a:lnTo>
                    <a:pt x="1" y="1173"/>
                  </a:lnTo>
                  <a:lnTo>
                    <a:pt x="23" y="1173"/>
                  </a:lnTo>
                  <a:lnTo>
                    <a:pt x="40" y="1134"/>
                  </a:lnTo>
                  <a:lnTo>
                    <a:pt x="75" y="1082"/>
                  </a:lnTo>
                  <a:lnTo>
                    <a:pt x="92" y="1048"/>
                  </a:lnTo>
                  <a:lnTo>
                    <a:pt x="131" y="1009"/>
                  </a:lnTo>
                  <a:lnTo>
                    <a:pt x="148" y="974"/>
                  </a:lnTo>
                  <a:lnTo>
                    <a:pt x="183" y="940"/>
                  </a:lnTo>
                  <a:lnTo>
                    <a:pt x="217" y="883"/>
                  </a:lnTo>
                  <a:lnTo>
                    <a:pt x="217" y="883"/>
                  </a:lnTo>
                  <a:lnTo>
                    <a:pt x="239" y="849"/>
                  </a:lnTo>
                  <a:lnTo>
                    <a:pt x="274" y="810"/>
                  </a:lnTo>
                  <a:lnTo>
                    <a:pt x="308" y="775"/>
                  </a:lnTo>
                  <a:lnTo>
                    <a:pt x="347" y="740"/>
                  </a:lnTo>
                  <a:lnTo>
                    <a:pt x="347" y="723"/>
                  </a:lnTo>
                  <a:lnTo>
                    <a:pt x="382" y="702"/>
                  </a:lnTo>
                  <a:lnTo>
                    <a:pt x="434" y="632"/>
                  </a:lnTo>
                  <a:lnTo>
                    <a:pt x="490" y="576"/>
                  </a:lnTo>
                  <a:lnTo>
                    <a:pt x="507" y="559"/>
                  </a:lnTo>
                  <a:lnTo>
                    <a:pt x="581" y="485"/>
                  </a:lnTo>
                  <a:lnTo>
                    <a:pt x="650" y="416"/>
                  </a:lnTo>
                  <a:lnTo>
                    <a:pt x="650" y="416"/>
                  </a:lnTo>
                  <a:lnTo>
                    <a:pt x="723" y="360"/>
                  </a:lnTo>
                  <a:lnTo>
                    <a:pt x="780" y="291"/>
                  </a:lnTo>
                  <a:lnTo>
                    <a:pt x="849" y="234"/>
                  </a:lnTo>
                  <a:lnTo>
                    <a:pt x="849" y="217"/>
                  </a:lnTo>
                  <a:lnTo>
                    <a:pt x="922" y="143"/>
                  </a:lnTo>
                  <a:lnTo>
                    <a:pt x="957" y="109"/>
                  </a:lnTo>
                  <a:lnTo>
                    <a:pt x="996" y="92"/>
                  </a:lnTo>
                  <a:lnTo>
                    <a:pt x="1031" y="53"/>
                  </a:lnTo>
                  <a:lnTo>
                    <a:pt x="1065" y="18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29"/>
            <p:cNvSpPr/>
            <p:nvPr/>
          </p:nvSpPr>
          <p:spPr>
            <a:xfrm>
              <a:off x="373013" y="4494613"/>
              <a:ext cx="19825" cy="444025"/>
            </a:xfrm>
            <a:custGeom>
              <a:avLst/>
              <a:gdLst/>
              <a:ahLst/>
              <a:cxnLst/>
              <a:rect l="l" t="t" r="r" b="b"/>
              <a:pathLst>
                <a:path w="793" h="17761" extrusionOk="0">
                  <a:moveTo>
                    <a:pt x="52" y="0"/>
                  </a:moveTo>
                  <a:lnTo>
                    <a:pt x="1" y="57"/>
                  </a:lnTo>
                  <a:lnTo>
                    <a:pt x="18" y="199"/>
                  </a:lnTo>
                  <a:lnTo>
                    <a:pt x="18" y="325"/>
                  </a:lnTo>
                  <a:lnTo>
                    <a:pt x="1" y="472"/>
                  </a:lnTo>
                  <a:lnTo>
                    <a:pt x="1" y="507"/>
                  </a:lnTo>
                  <a:lnTo>
                    <a:pt x="18" y="615"/>
                  </a:lnTo>
                  <a:lnTo>
                    <a:pt x="18" y="740"/>
                  </a:lnTo>
                  <a:lnTo>
                    <a:pt x="35" y="887"/>
                  </a:lnTo>
                  <a:lnTo>
                    <a:pt x="35" y="1030"/>
                  </a:lnTo>
                  <a:lnTo>
                    <a:pt x="52" y="1155"/>
                  </a:lnTo>
                  <a:lnTo>
                    <a:pt x="52" y="1298"/>
                  </a:lnTo>
                  <a:lnTo>
                    <a:pt x="52" y="1428"/>
                  </a:lnTo>
                  <a:lnTo>
                    <a:pt x="74" y="1571"/>
                  </a:lnTo>
                  <a:lnTo>
                    <a:pt x="74" y="1714"/>
                  </a:lnTo>
                  <a:lnTo>
                    <a:pt x="74" y="1822"/>
                  </a:lnTo>
                  <a:lnTo>
                    <a:pt x="74" y="1839"/>
                  </a:lnTo>
                  <a:lnTo>
                    <a:pt x="91" y="1986"/>
                  </a:lnTo>
                  <a:lnTo>
                    <a:pt x="91" y="2129"/>
                  </a:lnTo>
                  <a:lnTo>
                    <a:pt x="109" y="2254"/>
                  </a:lnTo>
                  <a:lnTo>
                    <a:pt x="109" y="2401"/>
                  </a:lnTo>
                  <a:lnTo>
                    <a:pt x="126" y="2544"/>
                  </a:lnTo>
                  <a:lnTo>
                    <a:pt x="143" y="2812"/>
                  </a:lnTo>
                  <a:lnTo>
                    <a:pt x="143" y="3085"/>
                  </a:lnTo>
                  <a:lnTo>
                    <a:pt x="161" y="3353"/>
                  </a:lnTo>
                  <a:lnTo>
                    <a:pt x="182" y="3643"/>
                  </a:lnTo>
                  <a:lnTo>
                    <a:pt x="182" y="3916"/>
                  </a:lnTo>
                  <a:lnTo>
                    <a:pt x="200" y="4184"/>
                  </a:lnTo>
                  <a:lnTo>
                    <a:pt x="217" y="4474"/>
                  </a:lnTo>
                  <a:lnTo>
                    <a:pt x="217" y="4742"/>
                  </a:lnTo>
                  <a:lnTo>
                    <a:pt x="234" y="5015"/>
                  </a:lnTo>
                  <a:lnTo>
                    <a:pt x="234" y="5283"/>
                  </a:lnTo>
                  <a:lnTo>
                    <a:pt x="234" y="5573"/>
                  </a:lnTo>
                  <a:lnTo>
                    <a:pt x="251" y="5841"/>
                  </a:lnTo>
                  <a:lnTo>
                    <a:pt x="251" y="6040"/>
                  </a:lnTo>
                  <a:lnTo>
                    <a:pt x="251" y="6114"/>
                  </a:lnTo>
                  <a:lnTo>
                    <a:pt x="251" y="6403"/>
                  </a:lnTo>
                  <a:lnTo>
                    <a:pt x="269" y="6672"/>
                  </a:lnTo>
                  <a:lnTo>
                    <a:pt x="269" y="6944"/>
                  </a:lnTo>
                  <a:lnTo>
                    <a:pt x="269" y="7230"/>
                  </a:lnTo>
                  <a:lnTo>
                    <a:pt x="290" y="7502"/>
                  </a:lnTo>
                  <a:lnTo>
                    <a:pt x="290" y="7771"/>
                  </a:lnTo>
                  <a:lnTo>
                    <a:pt x="290" y="8060"/>
                  </a:lnTo>
                  <a:lnTo>
                    <a:pt x="290" y="8329"/>
                  </a:lnTo>
                  <a:lnTo>
                    <a:pt x="308" y="8601"/>
                  </a:lnTo>
                  <a:lnTo>
                    <a:pt x="308" y="8891"/>
                  </a:lnTo>
                  <a:lnTo>
                    <a:pt x="308" y="9432"/>
                  </a:lnTo>
                  <a:lnTo>
                    <a:pt x="325" y="9990"/>
                  </a:lnTo>
                  <a:lnTo>
                    <a:pt x="325" y="10548"/>
                  </a:lnTo>
                  <a:lnTo>
                    <a:pt x="325" y="10782"/>
                  </a:lnTo>
                  <a:lnTo>
                    <a:pt x="342" y="11089"/>
                  </a:lnTo>
                  <a:lnTo>
                    <a:pt x="342" y="11647"/>
                  </a:lnTo>
                  <a:lnTo>
                    <a:pt x="360" y="11937"/>
                  </a:lnTo>
                  <a:lnTo>
                    <a:pt x="360" y="12205"/>
                  </a:lnTo>
                  <a:lnTo>
                    <a:pt x="360" y="12279"/>
                  </a:lnTo>
                  <a:lnTo>
                    <a:pt x="377" y="12478"/>
                  </a:lnTo>
                  <a:lnTo>
                    <a:pt x="377" y="12763"/>
                  </a:lnTo>
                  <a:lnTo>
                    <a:pt x="377" y="13036"/>
                  </a:lnTo>
                  <a:lnTo>
                    <a:pt x="399" y="13304"/>
                  </a:lnTo>
                  <a:lnTo>
                    <a:pt x="416" y="13594"/>
                  </a:lnTo>
                  <a:lnTo>
                    <a:pt x="416" y="13845"/>
                  </a:lnTo>
                  <a:lnTo>
                    <a:pt x="416" y="13866"/>
                  </a:lnTo>
                  <a:lnTo>
                    <a:pt x="433" y="14135"/>
                  </a:lnTo>
                  <a:lnTo>
                    <a:pt x="451" y="14425"/>
                  </a:lnTo>
                  <a:lnTo>
                    <a:pt x="451" y="14693"/>
                  </a:lnTo>
                  <a:lnTo>
                    <a:pt x="468" y="14965"/>
                  </a:lnTo>
                  <a:lnTo>
                    <a:pt x="485" y="15251"/>
                  </a:lnTo>
                  <a:lnTo>
                    <a:pt x="485" y="15307"/>
                  </a:lnTo>
                  <a:lnTo>
                    <a:pt x="507" y="15523"/>
                  </a:lnTo>
                  <a:lnTo>
                    <a:pt x="524" y="15792"/>
                  </a:lnTo>
                  <a:lnTo>
                    <a:pt x="541" y="16082"/>
                  </a:lnTo>
                  <a:lnTo>
                    <a:pt x="559" y="16354"/>
                  </a:lnTo>
                  <a:lnTo>
                    <a:pt x="559" y="16389"/>
                  </a:lnTo>
                  <a:lnTo>
                    <a:pt x="576" y="16622"/>
                  </a:lnTo>
                  <a:lnTo>
                    <a:pt x="615" y="16895"/>
                  </a:lnTo>
                  <a:lnTo>
                    <a:pt x="632" y="17038"/>
                  </a:lnTo>
                  <a:lnTo>
                    <a:pt x="632" y="17128"/>
                  </a:lnTo>
                  <a:lnTo>
                    <a:pt x="650" y="17180"/>
                  </a:lnTo>
                  <a:lnTo>
                    <a:pt x="667" y="17306"/>
                  </a:lnTo>
                  <a:lnTo>
                    <a:pt x="684" y="17453"/>
                  </a:lnTo>
                  <a:lnTo>
                    <a:pt x="701" y="17596"/>
                  </a:lnTo>
                  <a:lnTo>
                    <a:pt x="701" y="17721"/>
                  </a:lnTo>
                  <a:lnTo>
                    <a:pt x="758" y="17760"/>
                  </a:lnTo>
                  <a:lnTo>
                    <a:pt x="792" y="17721"/>
                  </a:lnTo>
                  <a:lnTo>
                    <a:pt x="775" y="17578"/>
                  </a:lnTo>
                  <a:lnTo>
                    <a:pt x="775" y="17453"/>
                  </a:lnTo>
                  <a:lnTo>
                    <a:pt x="775" y="17306"/>
                  </a:lnTo>
                  <a:lnTo>
                    <a:pt x="775" y="17163"/>
                  </a:lnTo>
                  <a:lnTo>
                    <a:pt x="775" y="17111"/>
                  </a:lnTo>
                  <a:lnTo>
                    <a:pt x="775" y="17038"/>
                  </a:lnTo>
                  <a:lnTo>
                    <a:pt x="775" y="16895"/>
                  </a:lnTo>
                  <a:lnTo>
                    <a:pt x="775" y="16622"/>
                  </a:lnTo>
                  <a:lnTo>
                    <a:pt x="775" y="16371"/>
                  </a:lnTo>
                  <a:lnTo>
                    <a:pt x="775" y="16332"/>
                  </a:lnTo>
                  <a:lnTo>
                    <a:pt x="758" y="16064"/>
                  </a:lnTo>
                  <a:lnTo>
                    <a:pt x="758" y="15792"/>
                  </a:lnTo>
                  <a:lnTo>
                    <a:pt x="740" y="15506"/>
                  </a:lnTo>
                  <a:lnTo>
                    <a:pt x="740" y="15290"/>
                  </a:lnTo>
                  <a:lnTo>
                    <a:pt x="740" y="15234"/>
                  </a:lnTo>
                  <a:lnTo>
                    <a:pt x="740" y="14965"/>
                  </a:lnTo>
                  <a:lnTo>
                    <a:pt x="723" y="14675"/>
                  </a:lnTo>
                  <a:lnTo>
                    <a:pt x="723" y="14407"/>
                  </a:lnTo>
                  <a:lnTo>
                    <a:pt x="701" y="14135"/>
                  </a:lnTo>
                  <a:lnTo>
                    <a:pt x="701" y="13845"/>
                  </a:lnTo>
                  <a:lnTo>
                    <a:pt x="701" y="13577"/>
                  </a:lnTo>
                  <a:lnTo>
                    <a:pt x="701" y="13304"/>
                  </a:lnTo>
                  <a:lnTo>
                    <a:pt x="684" y="13036"/>
                  </a:lnTo>
                  <a:lnTo>
                    <a:pt x="684" y="12746"/>
                  </a:lnTo>
                  <a:lnTo>
                    <a:pt x="684" y="12478"/>
                  </a:lnTo>
                  <a:lnTo>
                    <a:pt x="684" y="12261"/>
                  </a:lnTo>
                  <a:lnTo>
                    <a:pt x="684" y="12205"/>
                  </a:lnTo>
                  <a:lnTo>
                    <a:pt x="667" y="11920"/>
                  </a:lnTo>
                  <a:lnTo>
                    <a:pt x="667" y="11647"/>
                  </a:lnTo>
                  <a:lnTo>
                    <a:pt x="667" y="11089"/>
                  </a:lnTo>
                  <a:lnTo>
                    <a:pt x="667" y="10782"/>
                  </a:lnTo>
                  <a:lnTo>
                    <a:pt x="650" y="10548"/>
                  </a:lnTo>
                  <a:lnTo>
                    <a:pt x="650" y="9990"/>
                  </a:lnTo>
                  <a:lnTo>
                    <a:pt x="632" y="9432"/>
                  </a:lnTo>
                  <a:lnTo>
                    <a:pt x="632" y="8869"/>
                  </a:lnTo>
                  <a:lnTo>
                    <a:pt x="615" y="8601"/>
                  </a:lnTo>
                  <a:lnTo>
                    <a:pt x="615" y="8329"/>
                  </a:lnTo>
                  <a:lnTo>
                    <a:pt x="615" y="8043"/>
                  </a:lnTo>
                  <a:lnTo>
                    <a:pt x="593" y="7771"/>
                  </a:lnTo>
                  <a:lnTo>
                    <a:pt x="593" y="7502"/>
                  </a:lnTo>
                  <a:lnTo>
                    <a:pt x="593" y="7212"/>
                  </a:lnTo>
                  <a:lnTo>
                    <a:pt x="576" y="6944"/>
                  </a:lnTo>
                  <a:lnTo>
                    <a:pt x="576" y="6672"/>
                  </a:lnTo>
                  <a:lnTo>
                    <a:pt x="559" y="6382"/>
                  </a:lnTo>
                  <a:lnTo>
                    <a:pt x="559" y="6114"/>
                  </a:lnTo>
                  <a:lnTo>
                    <a:pt x="559" y="6040"/>
                  </a:lnTo>
                  <a:lnTo>
                    <a:pt x="541" y="5841"/>
                  </a:lnTo>
                  <a:lnTo>
                    <a:pt x="541" y="5555"/>
                  </a:lnTo>
                  <a:lnTo>
                    <a:pt x="524" y="5283"/>
                  </a:lnTo>
                  <a:lnTo>
                    <a:pt x="524" y="5015"/>
                  </a:lnTo>
                  <a:lnTo>
                    <a:pt x="507" y="4725"/>
                  </a:lnTo>
                  <a:lnTo>
                    <a:pt x="485" y="4457"/>
                  </a:lnTo>
                  <a:lnTo>
                    <a:pt x="485" y="4184"/>
                  </a:lnTo>
                  <a:lnTo>
                    <a:pt x="468" y="3894"/>
                  </a:lnTo>
                  <a:lnTo>
                    <a:pt x="451" y="3626"/>
                  </a:lnTo>
                  <a:lnTo>
                    <a:pt x="433" y="3353"/>
                  </a:lnTo>
                  <a:lnTo>
                    <a:pt x="416" y="3068"/>
                  </a:lnTo>
                  <a:lnTo>
                    <a:pt x="399" y="2795"/>
                  </a:lnTo>
                  <a:lnTo>
                    <a:pt x="377" y="2527"/>
                  </a:lnTo>
                  <a:lnTo>
                    <a:pt x="377" y="2380"/>
                  </a:lnTo>
                  <a:lnTo>
                    <a:pt x="360" y="2237"/>
                  </a:lnTo>
                  <a:lnTo>
                    <a:pt x="360" y="2112"/>
                  </a:lnTo>
                  <a:lnTo>
                    <a:pt x="342" y="1969"/>
                  </a:lnTo>
                  <a:lnTo>
                    <a:pt x="342" y="1822"/>
                  </a:lnTo>
                  <a:lnTo>
                    <a:pt x="325" y="1804"/>
                  </a:lnTo>
                  <a:lnTo>
                    <a:pt x="325" y="1696"/>
                  </a:lnTo>
                  <a:lnTo>
                    <a:pt x="308" y="1554"/>
                  </a:lnTo>
                  <a:lnTo>
                    <a:pt x="290" y="1406"/>
                  </a:lnTo>
                  <a:lnTo>
                    <a:pt x="269" y="1281"/>
                  </a:lnTo>
                  <a:lnTo>
                    <a:pt x="269" y="1138"/>
                  </a:lnTo>
                  <a:lnTo>
                    <a:pt x="251" y="1013"/>
                  </a:lnTo>
                  <a:lnTo>
                    <a:pt x="234" y="866"/>
                  </a:lnTo>
                  <a:lnTo>
                    <a:pt x="217" y="723"/>
                  </a:lnTo>
                  <a:lnTo>
                    <a:pt x="200" y="597"/>
                  </a:lnTo>
                  <a:lnTo>
                    <a:pt x="182" y="489"/>
                  </a:lnTo>
                  <a:lnTo>
                    <a:pt x="182" y="455"/>
                  </a:lnTo>
                  <a:lnTo>
                    <a:pt x="161" y="325"/>
                  </a:lnTo>
                  <a:lnTo>
                    <a:pt x="126" y="182"/>
                  </a:lnTo>
                  <a:lnTo>
                    <a:pt x="109" y="39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2" name="Google Shape;2192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193" name="Google Shape;2193;p29"/>
          <p:cNvGrpSpPr/>
          <p:nvPr/>
        </p:nvGrpSpPr>
        <p:grpSpPr>
          <a:xfrm>
            <a:off x="1349774" y="4938638"/>
            <a:ext cx="2749703" cy="122913"/>
            <a:chOff x="5024149" y="4918613"/>
            <a:chExt cx="2749703" cy="122913"/>
          </a:xfrm>
        </p:grpSpPr>
        <p:sp>
          <p:nvSpPr>
            <p:cNvPr id="2194" name="Google Shape;2194;p29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29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29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29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29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9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9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9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29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29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29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29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29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29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29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29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29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29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29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29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29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29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29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9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9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29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29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29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29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9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24" name="Google Shape;2224;p29"/>
          <p:cNvSpPr/>
          <p:nvPr/>
        </p:nvSpPr>
        <p:spPr>
          <a:xfrm flipH="1">
            <a:off x="-786712" y="4938650"/>
            <a:ext cx="2016300" cy="3219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5" name="Google Shape;2225;p29"/>
          <p:cNvGrpSpPr/>
          <p:nvPr/>
        </p:nvGrpSpPr>
        <p:grpSpPr>
          <a:xfrm>
            <a:off x="421181" y="4575726"/>
            <a:ext cx="292040" cy="362694"/>
            <a:chOff x="679508" y="4661445"/>
            <a:chExt cx="223204" cy="277204"/>
          </a:xfrm>
        </p:grpSpPr>
        <p:sp>
          <p:nvSpPr>
            <p:cNvPr id="2226" name="Google Shape;2226;p29"/>
            <p:cNvSpPr/>
            <p:nvPr/>
          </p:nvSpPr>
          <p:spPr>
            <a:xfrm>
              <a:off x="729269" y="4769528"/>
              <a:ext cx="63410" cy="115714"/>
            </a:xfrm>
            <a:custGeom>
              <a:avLst/>
              <a:gdLst/>
              <a:ahLst/>
              <a:cxnLst/>
              <a:rect l="l" t="t" r="r" b="b"/>
              <a:pathLst>
                <a:path w="748" h="1365" extrusionOk="0">
                  <a:moveTo>
                    <a:pt x="1" y="1"/>
                  </a:moveTo>
                  <a:lnTo>
                    <a:pt x="1" y="979"/>
                  </a:lnTo>
                  <a:cubicBezTo>
                    <a:pt x="1" y="1187"/>
                    <a:pt x="170" y="1365"/>
                    <a:pt x="385" y="1365"/>
                  </a:cubicBezTo>
                  <a:lnTo>
                    <a:pt x="748" y="1365"/>
                  </a:lnTo>
                  <a:lnTo>
                    <a:pt x="748" y="1304"/>
                  </a:lnTo>
                  <a:lnTo>
                    <a:pt x="385" y="1304"/>
                  </a:lnTo>
                  <a:cubicBezTo>
                    <a:pt x="200" y="1304"/>
                    <a:pt x="52" y="1157"/>
                    <a:pt x="52" y="979"/>
                  </a:cubicBezTo>
                  <a:lnTo>
                    <a:pt x="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9"/>
            <p:cNvSpPr/>
            <p:nvPr/>
          </p:nvSpPr>
          <p:spPr>
            <a:xfrm>
              <a:off x="792593" y="4785804"/>
              <a:ext cx="77397" cy="84349"/>
            </a:xfrm>
            <a:custGeom>
              <a:avLst/>
              <a:gdLst/>
              <a:ahLst/>
              <a:cxnLst/>
              <a:rect l="l" t="t" r="r" b="b"/>
              <a:pathLst>
                <a:path w="913" h="995" extrusionOk="0">
                  <a:moveTo>
                    <a:pt x="854" y="1"/>
                  </a:moveTo>
                  <a:lnTo>
                    <a:pt x="854" y="417"/>
                  </a:lnTo>
                  <a:cubicBezTo>
                    <a:pt x="854" y="705"/>
                    <a:pt x="623" y="942"/>
                    <a:pt x="335" y="942"/>
                  </a:cubicBezTo>
                  <a:lnTo>
                    <a:pt x="1" y="942"/>
                  </a:lnTo>
                  <a:lnTo>
                    <a:pt x="1" y="995"/>
                  </a:lnTo>
                  <a:lnTo>
                    <a:pt x="335" y="995"/>
                  </a:lnTo>
                  <a:cubicBezTo>
                    <a:pt x="653" y="995"/>
                    <a:pt x="913" y="735"/>
                    <a:pt x="913" y="417"/>
                  </a:cubicBezTo>
                  <a:lnTo>
                    <a:pt x="91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9"/>
            <p:cNvSpPr/>
            <p:nvPr/>
          </p:nvSpPr>
          <p:spPr>
            <a:xfrm>
              <a:off x="790219" y="4791569"/>
              <a:ext cx="4408" cy="147080"/>
            </a:xfrm>
            <a:custGeom>
              <a:avLst/>
              <a:gdLst/>
              <a:ahLst/>
              <a:cxnLst/>
              <a:rect l="l" t="t" r="r" b="b"/>
              <a:pathLst>
                <a:path w="52" h="1735" extrusionOk="0">
                  <a:moveTo>
                    <a:pt x="0" y="0"/>
                  </a:moveTo>
                  <a:lnTo>
                    <a:pt x="0" y="1734"/>
                  </a:lnTo>
                  <a:lnTo>
                    <a:pt x="52" y="1734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9"/>
            <p:cNvSpPr/>
            <p:nvPr/>
          </p:nvSpPr>
          <p:spPr>
            <a:xfrm>
              <a:off x="718587" y="4661445"/>
              <a:ext cx="152675" cy="130211"/>
            </a:xfrm>
            <a:custGeom>
              <a:avLst/>
              <a:gdLst/>
              <a:ahLst/>
              <a:cxnLst/>
              <a:rect l="l" t="t" r="r" b="b"/>
              <a:pathLst>
                <a:path w="1801" h="1536" extrusionOk="0">
                  <a:moveTo>
                    <a:pt x="904" y="1"/>
                  </a:moveTo>
                  <a:cubicBezTo>
                    <a:pt x="401" y="1"/>
                    <a:pt x="1" y="342"/>
                    <a:pt x="1" y="764"/>
                  </a:cubicBezTo>
                  <a:cubicBezTo>
                    <a:pt x="1" y="1187"/>
                    <a:pt x="401" y="1535"/>
                    <a:pt x="904" y="1535"/>
                  </a:cubicBezTo>
                  <a:cubicBezTo>
                    <a:pt x="1400" y="1535"/>
                    <a:pt x="1800" y="1187"/>
                    <a:pt x="1800" y="764"/>
                  </a:cubicBezTo>
                  <a:cubicBezTo>
                    <a:pt x="1800" y="342"/>
                    <a:pt x="1400" y="1"/>
                    <a:pt x="904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9"/>
            <p:cNvSpPr/>
            <p:nvPr/>
          </p:nvSpPr>
          <p:spPr>
            <a:xfrm>
              <a:off x="679508" y="4714851"/>
              <a:ext cx="106389" cy="89944"/>
            </a:xfrm>
            <a:custGeom>
              <a:avLst/>
              <a:gdLst/>
              <a:ahLst/>
              <a:cxnLst/>
              <a:rect l="l" t="t" r="r" b="b"/>
              <a:pathLst>
                <a:path w="1255" h="1061" extrusionOk="0">
                  <a:moveTo>
                    <a:pt x="632" y="0"/>
                  </a:moveTo>
                  <a:cubicBezTo>
                    <a:pt x="284" y="0"/>
                    <a:pt x="1" y="239"/>
                    <a:pt x="1" y="527"/>
                  </a:cubicBezTo>
                  <a:cubicBezTo>
                    <a:pt x="1" y="824"/>
                    <a:pt x="284" y="1060"/>
                    <a:pt x="632" y="1060"/>
                  </a:cubicBezTo>
                  <a:cubicBezTo>
                    <a:pt x="972" y="1060"/>
                    <a:pt x="1255" y="824"/>
                    <a:pt x="1255" y="527"/>
                  </a:cubicBezTo>
                  <a:cubicBezTo>
                    <a:pt x="1255" y="239"/>
                    <a:pt x="972" y="0"/>
                    <a:pt x="632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9"/>
            <p:cNvSpPr/>
            <p:nvPr/>
          </p:nvSpPr>
          <p:spPr>
            <a:xfrm>
              <a:off x="831079" y="4741215"/>
              <a:ext cx="71633" cy="61121"/>
            </a:xfrm>
            <a:custGeom>
              <a:avLst/>
              <a:gdLst/>
              <a:ahLst/>
              <a:cxnLst/>
              <a:rect l="l" t="t" r="r" b="b"/>
              <a:pathLst>
                <a:path w="845" h="721" extrusionOk="0">
                  <a:moveTo>
                    <a:pt x="422" y="0"/>
                  </a:moveTo>
                  <a:cubicBezTo>
                    <a:pt x="185" y="0"/>
                    <a:pt x="0" y="164"/>
                    <a:pt x="0" y="365"/>
                  </a:cubicBezTo>
                  <a:cubicBezTo>
                    <a:pt x="0" y="557"/>
                    <a:pt x="185" y="721"/>
                    <a:pt x="422" y="721"/>
                  </a:cubicBezTo>
                  <a:cubicBezTo>
                    <a:pt x="651" y="721"/>
                    <a:pt x="845" y="557"/>
                    <a:pt x="845" y="365"/>
                  </a:cubicBezTo>
                  <a:cubicBezTo>
                    <a:pt x="845" y="164"/>
                    <a:pt x="651" y="0"/>
                    <a:pt x="422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2" name="Google Shape;2232;p29"/>
          <p:cNvGrpSpPr/>
          <p:nvPr/>
        </p:nvGrpSpPr>
        <p:grpSpPr>
          <a:xfrm>
            <a:off x="767038" y="4664782"/>
            <a:ext cx="292041" cy="265579"/>
            <a:chOff x="2902325" y="2072636"/>
            <a:chExt cx="187941" cy="170900"/>
          </a:xfrm>
        </p:grpSpPr>
        <p:sp>
          <p:nvSpPr>
            <p:cNvPr id="2233" name="Google Shape;2233;p29"/>
            <p:cNvSpPr/>
            <p:nvPr/>
          </p:nvSpPr>
          <p:spPr>
            <a:xfrm>
              <a:off x="2902325" y="2072636"/>
              <a:ext cx="187941" cy="84772"/>
            </a:xfrm>
            <a:custGeom>
              <a:avLst/>
              <a:gdLst/>
              <a:ahLst/>
              <a:cxnLst/>
              <a:rect l="l" t="t" r="r" b="b"/>
              <a:pathLst>
                <a:path w="2217" h="1000" extrusionOk="0">
                  <a:moveTo>
                    <a:pt x="157" y="0"/>
                  </a:moveTo>
                  <a:lnTo>
                    <a:pt x="0" y="1000"/>
                  </a:lnTo>
                  <a:lnTo>
                    <a:pt x="2216" y="1000"/>
                  </a:lnTo>
                  <a:lnTo>
                    <a:pt x="20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9"/>
            <p:cNvSpPr/>
            <p:nvPr/>
          </p:nvSpPr>
          <p:spPr>
            <a:xfrm>
              <a:off x="2902325" y="2157322"/>
              <a:ext cx="187347" cy="86214"/>
            </a:xfrm>
            <a:custGeom>
              <a:avLst/>
              <a:gdLst/>
              <a:ahLst/>
              <a:cxnLst/>
              <a:rect l="l" t="t" r="r" b="b"/>
              <a:pathLst>
                <a:path w="2210" h="1017" extrusionOk="0">
                  <a:moveTo>
                    <a:pt x="0" y="1"/>
                  </a:moveTo>
                  <a:lnTo>
                    <a:pt x="0" y="1016"/>
                  </a:lnTo>
                  <a:lnTo>
                    <a:pt x="2209" y="1016"/>
                  </a:lnTo>
                  <a:lnTo>
                    <a:pt x="2209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9"/>
            <p:cNvSpPr/>
            <p:nvPr/>
          </p:nvSpPr>
          <p:spPr>
            <a:xfrm>
              <a:off x="2936827" y="2187501"/>
              <a:ext cx="18904" cy="28399"/>
            </a:xfrm>
            <a:custGeom>
              <a:avLst/>
              <a:gdLst/>
              <a:ahLst/>
              <a:cxnLst/>
              <a:rect l="l" t="t" r="r" b="b"/>
              <a:pathLst>
                <a:path w="223" h="335" extrusionOk="0">
                  <a:moveTo>
                    <a:pt x="8" y="0"/>
                  </a:moveTo>
                  <a:lnTo>
                    <a:pt x="1" y="16"/>
                  </a:lnTo>
                  <a:lnTo>
                    <a:pt x="216" y="335"/>
                  </a:lnTo>
                  <a:lnTo>
                    <a:pt x="223" y="32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9"/>
            <p:cNvSpPr/>
            <p:nvPr/>
          </p:nvSpPr>
          <p:spPr>
            <a:xfrm>
              <a:off x="2936827" y="2187501"/>
              <a:ext cx="18904" cy="28399"/>
            </a:xfrm>
            <a:custGeom>
              <a:avLst/>
              <a:gdLst/>
              <a:ahLst/>
              <a:cxnLst/>
              <a:rect l="l" t="t" r="r" b="b"/>
              <a:pathLst>
                <a:path w="223" h="335" extrusionOk="0">
                  <a:moveTo>
                    <a:pt x="216" y="0"/>
                  </a:moveTo>
                  <a:lnTo>
                    <a:pt x="1" y="320"/>
                  </a:lnTo>
                  <a:lnTo>
                    <a:pt x="8" y="335"/>
                  </a:lnTo>
                  <a:lnTo>
                    <a:pt x="223" y="16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9"/>
            <p:cNvSpPr/>
            <p:nvPr/>
          </p:nvSpPr>
          <p:spPr>
            <a:xfrm>
              <a:off x="2936827" y="2187501"/>
              <a:ext cx="18904" cy="28399"/>
            </a:xfrm>
            <a:custGeom>
              <a:avLst/>
              <a:gdLst/>
              <a:ahLst/>
              <a:cxnLst/>
              <a:rect l="l" t="t" r="r" b="b"/>
              <a:pathLst>
                <a:path w="223" h="335" extrusionOk="0">
                  <a:moveTo>
                    <a:pt x="209" y="16"/>
                  </a:moveTo>
                  <a:lnTo>
                    <a:pt x="209" y="320"/>
                  </a:lnTo>
                  <a:lnTo>
                    <a:pt x="17" y="320"/>
                  </a:lnTo>
                  <a:lnTo>
                    <a:pt x="17" y="16"/>
                  </a:lnTo>
                  <a:close/>
                  <a:moveTo>
                    <a:pt x="1" y="0"/>
                  </a:moveTo>
                  <a:lnTo>
                    <a:pt x="1" y="335"/>
                  </a:lnTo>
                  <a:lnTo>
                    <a:pt x="223" y="335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9"/>
            <p:cNvSpPr/>
            <p:nvPr/>
          </p:nvSpPr>
          <p:spPr>
            <a:xfrm>
              <a:off x="2936827" y="2214628"/>
              <a:ext cx="18904" cy="28229"/>
            </a:xfrm>
            <a:custGeom>
              <a:avLst/>
              <a:gdLst/>
              <a:ahLst/>
              <a:cxnLst/>
              <a:rect l="l" t="t" r="r" b="b"/>
              <a:pathLst>
                <a:path w="223" h="333" extrusionOk="0">
                  <a:moveTo>
                    <a:pt x="8" y="0"/>
                  </a:moveTo>
                  <a:lnTo>
                    <a:pt x="1" y="15"/>
                  </a:lnTo>
                  <a:lnTo>
                    <a:pt x="216" y="333"/>
                  </a:lnTo>
                  <a:lnTo>
                    <a:pt x="223" y="31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9"/>
            <p:cNvSpPr/>
            <p:nvPr/>
          </p:nvSpPr>
          <p:spPr>
            <a:xfrm>
              <a:off x="2936827" y="2214628"/>
              <a:ext cx="18904" cy="28229"/>
            </a:xfrm>
            <a:custGeom>
              <a:avLst/>
              <a:gdLst/>
              <a:ahLst/>
              <a:cxnLst/>
              <a:rect l="l" t="t" r="r" b="b"/>
              <a:pathLst>
                <a:path w="223" h="333" extrusionOk="0">
                  <a:moveTo>
                    <a:pt x="216" y="0"/>
                  </a:moveTo>
                  <a:lnTo>
                    <a:pt x="1" y="319"/>
                  </a:lnTo>
                  <a:lnTo>
                    <a:pt x="8" y="333"/>
                  </a:lnTo>
                  <a:lnTo>
                    <a:pt x="223" y="1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9"/>
            <p:cNvSpPr/>
            <p:nvPr/>
          </p:nvSpPr>
          <p:spPr>
            <a:xfrm>
              <a:off x="2936827" y="2214628"/>
              <a:ext cx="18904" cy="28229"/>
            </a:xfrm>
            <a:custGeom>
              <a:avLst/>
              <a:gdLst/>
              <a:ahLst/>
              <a:cxnLst/>
              <a:rect l="l" t="t" r="r" b="b"/>
              <a:pathLst>
                <a:path w="223" h="333" extrusionOk="0">
                  <a:moveTo>
                    <a:pt x="209" y="15"/>
                  </a:moveTo>
                  <a:lnTo>
                    <a:pt x="209" y="319"/>
                  </a:lnTo>
                  <a:lnTo>
                    <a:pt x="17" y="319"/>
                  </a:lnTo>
                  <a:lnTo>
                    <a:pt x="17" y="15"/>
                  </a:lnTo>
                  <a:close/>
                  <a:moveTo>
                    <a:pt x="1" y="0"/>
                  </a:moveTo>
                  <a:lnTo>
                    <a:pt x="1" y="333"/>
                  </a:lnTo>
                  <a:lnTo>
                    <a:pt x="223" y="333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9"/>
            <p:cNvSpPr/>
            <p:nvPr/>
          </p:nvSpPr>
          <p:spPr>
            <a:xfrm>
              <a:off x="2954459" y="2187501"/>
              <a:ext cx="18989" cy="28399"/>
            </a:xfrm>
            <a:custGeom>
              <a:avLst/>
              <a:gdLst/>
              <a:ahLst/>
              <a:cxnLst/>
              <a:rect l="l" t="t" r="r" b="b"/>
              <a:pathLst>
                <a:path w="224" h="335" extrusionOk="0">
                  <a:moveTo>
                    <a:pt x="15" y="0"/>
                  </a:moveTo>
                  <a:lnTo>
                    <a:pt x="1" y="16"/>
                  </a:lnTo>
                  <a:lnTo>
                    <a:pt x="216" y="335"/>
                  </a:lnTo>
                  <a:lnTo>
                    <a:pt x="223" y="32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9"/>
            <p:cNvSpPr/>
            <p:nvPr/>
          </p:nvSpPr>
          <p:spPr>
            <a:xfrm>
              <a:off x="2954459" y="2187501"/>
              <a:ext cx="18989" cy="28399"/>
            </a:xfrm>
            <a:custGeom>
              <a:avLst/>
              <a:gdLst/>
              <a:ahLst/>
              <a:cxnLst/>
              <a:rect l="l" t="t" r="r" b="b"/>
              <a:pathLst>
                <a:path w="224" h="335" extrusionOk="0">
                  <a:moveTo>
                    <a:pt x="216" y="0"/>
                  </a:moveTo>
                  <a:lnTo>
                    <a:pt x="1" y="320"/>
                  </a:lnTo>
                  <a:lnTo>
                    <a:pt x="15" y="335"/>
                  </a:lnTo>
                  <a:lnTo>
                    <a:pt x="223" y="16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29"/>
            <p:cNvSpPr/>
            <p:nvPr/>
          </p:nvSpPr>
          <p:spPr>
            <a:xfrm>
              <a:off x="2954459" y="2187501"/>
              <a:ext cx="19582" cy="28399"/>
            </a:xfrm>
            <a:custGeom>
              <a:avLst/>
              <a:gdLst/>
              <a:ahLst/>
              <a:cxnLst/>
              <a:rect l="l" t="t" r="r" b="b"/>
              <a:pathLst>
                <a:path w="231" h="335" extrusionOk="0">
                  <a:moveTo>
                    <a:pt x="216" y="16"/>
                  </a:moveTo>
                  <a:lnTo>
                    <a:pt x="216" y="320"/>
                  </a:lnTo>
                  <a:lnTo>
                    <a:pt x="15" y="320"/>
                  </a:lnTo>
                  <a:lnTo>
                    <a:pt x="15" y="16"/>
                  </a:lnTo>
                  <a:close/>
                  <a:moveTo>
                    <a:pt x="1" y="0"/>
                  </a:moveTo>
                  <a:lnTo>
                    <a:pt x="1" y="335"/>
                  </a:lnTo>
                  <a:lnTo>
                    <a:pt x="230" y="335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29"/>
            <p:cNvSpPr/>
            <p:nvPr/>
          </p:nvSpPr>
          <p:spPr>
            <a:xfrm>
              <a:off x="2954459" y="2214628"/>
              <a:ext cx="18989" cy="28229"/>
            </a:xfrm>
            <a:custGeom>
              <a:avLst/>
              <a:gdLst/>
              <a:ahLst/>
              <a:cxnLst/>
              <a:rect l="l" t="t" r="r" b="b"/>
              <a:pathLst>
                <a:path w="224" h="333" extrusionOk="0">
                  <a:moveTo>
                    <a:pt x="15" y="0"/>
                  </a:moveTo>
                  <a:lnTo>
                    <a:pt x="1" y="15"/>
                  </a:lnTo>
                  <a:lnTo>
                    <a:pt x="216" y="333"/>
                  </a:lnTo>
                  <a:lnTo>
                    <a:pt x="223" y="31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29"/>
            <p:cNvSpPr/>
            <p:nvPr/>
          </p:nvSpPr>
          <p:spPr>
            <a:xfrm>
              <a:off x="2954459" y="2214628"/>
              <a:ext cx="18989" cy="28229"/>
            </a:xfrm>
            <a:custGeom>
              <a:avLst/>
              <a:gdLst/>
              <a:ahLst/>
              <a:cxnLst/>
              <a:rect l="l" t="t" r="r" b="b"/>
              <a:pathLst>
                <a:path w="224" h="333" extrusionOk="0">
                  <a:moveTo>
                    <a:pt x="216" y="0"/>
                  </a:moveTo>
                  <a:lnTo>
                    <a:pt x="1" y="319"/>
                  </a:lnTo>
                  <a:lnTo>
                    <a:pt x="15" y="333"/>
                  </a:lnTo>
                  <a:lnTo>
                    <a:pt x="223" y="1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29"/>
            <p:cNvSpPr/>
            <p:nvPr/>
          </p:nvSpPr>
          <p:spPr>
            <a:xfrm>
              <a:off x="2954459" y="2214628"/>
              <a:ext cx="19582" cy="28229"/>
            </a:xfrm>
            <a:custGeom>
              <a:avLst/>
              <a:gdLst/>
              <a:ahLst/>
              <a:cxnLst/>
              <a:rect l="l" t="t" r="r" b="b"/>
              <a:pathLst>
                <a:path w="231" h="333" extrusionOk="0">
                  <a:moveTo>
                    <a:pt x="216" y="15"/>
                  </a:moveTo>
                  <a:lnTo>
                    <a:pt x="216" y="319"/>
                  </a:lnTo>
                  <a:lnTo>
                    <a:pt x="15" y="319"/>
                  </a:lnTo>
                  <a:lnTo>
                    <a:pt x="15" y="15"/>
                  </a:lnTo>
                  <a:close/>
                  <a:moveTo>
                    <a:pt x="1" y="0"/>
                  </a:moveTo>
                  <a:lnTo>
                    <a:pt x="1" y="333"/>
                  </a:lnTo>
                  <a:lnTo>
                    <a:pt x="230" y="333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29"/>
            <p:cNvSpPr/>
            <p:nvPr/>
          </p:nvSpPr>
          <p:spPr>
            <a:xfrm>
              <a:off x="3018547" y="2187501"/>
              <a:ext cx="18904" cy="28399"/>
            </a:xfrm>
            <a:custGeom>
              <a:avLst/>
              <a:gdLst/>
              <a:ahLst/>
              <a:cxnLst/>
              <a:rect l="l" t="t" r="r" b="b"/>
              <a:pathLst>
                <a:path w="223" h="335" extrusionOk="0">
                  <a:moveTo>
                    <a:pt x="8" y="0"/>
                  </a:moveTo>
                  <a:lnTo>
                    <a:pt x="1" y="16"/>
                  </a:lnTo>
                  <a:lnTo>
                    <a:pt x="216" y="335"/>
                  </a:lnTo>
                  <a:lnTo>
                    <a:pt x="223" y="32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29"/>
            <p:cNvSpPr/>
            <p:nvPr/>
          </p:nvSpPr>
          <p:spPr>
            <a:xfrm>
              <a:off x="3018547" y="2187501"/>
              <a:ext cx="18904" cy="28399"/>
            </a:xfrm>
            <a:custGeom>
              <a:avLst/>
              <a:gdLst/>
              <a:ahLst/>
              <a:cxnLst/>
              <a:rect l="l" t="t" r="r" b="b"/>
              <a:pathLst>
                <a:path w="223" h="335" extrusionOk="0">
                  <a:moveTo>
                    <a:pt x="216" y="0"/>
                  </a:moveTo>
                  <a:lnTo>
                    <a:pt x="1" y="320"/>
                  </a:lnTo>
                  <a:lnTo>
                    <a:pt x="8" y="335"/>
                  </a:lnTo>
                  <a:lnTo>
                    <a:pt x="223" y="16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29"/>
            <p:cNvSpPr/>
            <p:nvPr/>
          </p:nvSpPr>
          <p:spPr>
            <a:xfrm>
              <a:off x="3018547" y="2187501"/>
              <a:ext cx="18904" cy="28399"/>
            </a:xfrm>
            <a:custGeom>
              <a:avLst/>
              <a:gdLst/>
              <a:ahLst/>
              <a:cxnLst/>
              <a:rect l="l" t="t" r="r" b="b"/>
              <a:pathLst>
                <a:path w="223" h="335" extrusionOk="0">
                  <a:moveTo>
                    <a:pt x="209" y="16"/>
                  </a:moveTo>
                  <a:lnTo>
                    <a:pt x="209" y="320"/>
                  </a:lnTo>
                  <a:lnTo>
                    <a:pt x="15" y="320"/>
                  </a:lnTo>
                  <a:lnTo>
                    <a:pt x="15" y="16"/>
                  </a:lnTo>
                  <a:close/>
                  <a:moveTo>
                    <a:pt x="1" y="0"/>
                  </a:moveTo>
                  <a:lnTo>
                    <a:pt x="1" y="335"/>
                  </a:lnTo>
                  <a:lnTo>
                    <a:pt x="223" y="335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29"/>
            <p:cNvSpPr/>
            <p:nvPr/>
          </p:nvSpPr>
          <p:spPr>
            <a:xfrm>
              <a:off x="3018547" y="2214628"/>
              <a:ext cx="18904" cy="28229"/>
            </a:xfrm>
            <a:custGeom>
              <a:avLst/>
              <a:gdLst/>
              <a:ahLst/>
              <a:cxnLst/>
              <a:rect l="l" t="t" r="r" b="b"/>
              <a:pathLst>
                <a:path w="223" h="333" extrusionOk="0">
                  <a:moveTo>
                    <a:pt x="8" y="0"/>
                  </a:moveTo>
                  <a:lnTo>
                    <a:pt x="1" y="15"/>
                  </a:lnTo>
                  <a:lnTo>
                    <a:pt x="216" y="333"/>
                  </a:lnTo>
                  <a:lnTo>
                    <a:pt x="223" y="31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29"/>
            <p:cNvSpPr/>
            <p:nvPr/>
          </p:nvSpPr>
          <p:spPr>
            <a:xfrm>
              <a:off x="3018547" y="2214628"/>
              <a:ext cx="18904" cy="28229"/>
            </a:xfrm>
            <a:custGeom>
              <a:avLst/>
              <a:gdLst/>
              <a:ahLst/>
              <a:cxnLst/>
              <a:rect l="l" t="t" r="r" b="b"/>
              <a:pathLst>
                <a:path w="223" h="333" extrusionOk="0">
                  <a:moveTo>
                    <a:pt x="216" y="0"/>
                  </a:moveTo>
                  <a:lnTo>
                    <a:pt x="1" y="319"/>
                  </a:lnTo>
                  <a:lnTo>
                    <a:pt x="8" y="333"/>
                  </a:lnTo>
                  <a:lnTo>
                    <a:pt x="223" y="15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29"/>
            <p:cNvSpPr/>
            <p:nvPr/>
          </p:nvSpPr>
          <p:spPr>
            <a:xfrm>
              <a:off x="3018547" y="2214628"/>
              <a:ext cx="18904" cy="28229"/>
            </a:xfrm>
            <a:custGeom>
              <a:avLst/>
              <a:gdLst/>
              <a:ahLst/>
              <a:cxnLst/>
              <a:rect l="l" t="t" r="r" b="b"/>
              <a:pathLst>
                <a:path w="223" h="333" extrusionOk="0">
                  <a:moveTo>
                    <a:pt x="209" y="15"/>
                  </a:moveTo>
                  <a:lnTo>
                    <a:pt x="209" y="319"/>
                  </a:lnTo>
                  <a:lnTo>
                    <a:pt x="15" y="319"/>
                  </a:lnTo>
                  <a:lnTo>
                    <a:pt x="15" y="15"/>
                  </a:lnTo>
                  <a:close/>
                  <a:moveTo>
                    <a:pt x="1" y="0"/>
                  </a:moveTo>
                  <a:lnTo>
                    <a:pt x="1" y="333"/>
                  </a:lnTo>
                  <a:lnTo>
                    <a:pt x="223" y="333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29"/>
            <p:cNvSpPr/>
            <p:nvPr/>
          </p:nvSpPr>
          <p:spPr>
            <a:xfrm>
              <a:off x="3036179" y="2187501"/>
              <a:ext cx="18904" cy="28399"/>
            </a:xfrm>
            <a:custGeom>
              <a:avLst/>
              <a:gdLst/>
              <a:ahLst/>
              <a:cxnLst/>
              <a:rect l="l" t="t" r="r" b="b"/>
              <a:pathLst>
                <a:path w="223" h="335" extrusionOk="0">
                  <a:moveTo>
                    <a:pt x="15" y="0"/>
                  </a:moveTo>
                  <a:lnTo>
                    <a:pt x="1" y="16"/>
                  </a:lnTo>
                  <a:lnTo>
                    <a:pt x="214" y="335"/>
                  </a:lnTo>
                  <a:lnTo>
                    <a:pt x="223" y="32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29"/>
            <p:cNvSpPr/>
            <p:nvPr/>
          </p:nvSpPr>
          <p:spPr>
            <a:xfrm>
              <a:off x="3036179" y="2187501"/>
              <a:ext cx="18904" cy="28399"/>
            </a:xfrm>
            <a:custGeom>
              <a:avLst/>
              <a:gdLst/>
              <a:ahLst/>
              <a:cxnLst/>
              <a:rect l="l" t="t" r="r" b="b"/>
              <a:pathLst>
                <a:path w="223" h="335" extrusionOk="0">
                  <a:moveTo>
                    <a:pt x="214" y="0"/>
                  </a:moveTo>
                  <a:lnTo>
                    <a:pt x="1" y="320"/>
                  </a:lnTo>
                  <a:lnTo>
                    <a:pt x="15" y="335"/>
                  </a:lnTo>
                  <a:lnTo>
                    <a:pt x="223" y="16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29"/>
            <p:cNvSpPr/>
            <p:nvPr/>
          </p:nvSpPr>
          <p:spPr>
            <a:xfrm>
              <a:off x="3036179" y="2187501"/>
              <a:ext cx="19498" cy="28399"/>
            </a:xfrm>
            <a:custGeom>
              <a:avLst/>
              <a:gdLst/>
              <a:ahLst/>
              <a:cxnLst/>
              <a:rect l="l" t="t" r="r" b="b"/>
              <a:pathLst>
                <a:path w="230" h="335" extrusionOk="0">
                  <a:moveTo>
                    <a:pt x="214" y="16"/>
                  </a:moveTo>
                  <a:lnTo>
                    <a:pt x="214" y="320"/>
                  </a:lnTo>
                  <a:lnTo>
                    <a:pt x="15" y="320"/>
                  </a:lnTo>
                  <a:lnTo>
                    <a:pt x="15" y="16"/>
                  </a:lnTo>
                  <a:close/>
                  <a:moveTo>
                    <a:pt x="1" y="0"/>
                  </a:moveTo>
                  <a:lnTo>
                    <a:pt x="1" y="335"/>
                  </a:lnTo>
                  <a:lnTo>
                    <a:pt x="230" y="335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29"/>
            <p:cNvSpPr/>
            <p:nvPr/>
          </p:nvSpPr>
          <p:spPr>
            <a:xfrm>
              <a:off x="3036179" y="2214628"/>
              <a:ext cx="18904" cy="28229"/>
            </a:xfrm>
            <a:custGeom>
              <a:avLst/>
              <a:gdLst/>
              <a:ahLst/>
              <a:cxnLst/>
              <a:rect l="l" t="t" r="r" b="b"/>
              <a:pathLst>
                <a:path w="223" h="333" extrusionOk="0">
                  <a:moveTo>
                    <a:pt x="15" y="0"/>
                  </a:moveTo>
                  <a:lnTo>
                    <a:pt x="1" y="15"/>
                  </a:lnTo>
                  <a:lnTo>
                    <a:pt x="214" y="333"/>
                  </a:lnTo>
                  <a:lnTo>
                    <a:pt x="223" y="31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29"/>
            <p:cNvSpPr/>
            <p:nvPr/>
          </p:nvSpPr>
          <p:spPr>
            <a:xfrm>
              <a:off x="3036179" y="2214628"/>
              <a:ext cx="18904" cy="28229"/>
            </a:xfrm>
            <a:custGeom>
              <a:avLst/>
              <a:gdLst/>
              <a:ahLst/>
              <a:cxnLst/>
              <a:rect l="l" t="t" r="r" b="b"/>
              <a:pathLst>
                <a:path w="223" h="333" extrusionOk="0">
                  <a:moveTo>
                    <a:pt x="214" y="0"/>
                  </a:moveTo>
                  <a:lnTo>
                    <a:pt x="1" y="319"/>
                  </a:lnTo>
                  <a:lnTo>
                    <a:pt x="15" y="333"/>
                  </a:lnTo>
                  <a:lnTo>
                    <a:pt x="223" y="15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29"/>
            <p:cNvSpPr/>
            <p:nvPr/>
          </p:nvSpPr>
          <p:spPr>
            <a:xfrm>
              <a:off x="3036179" y="2214628"/>
              <a:ext cx="19498" cy="28229"/>
            </a:xfrm>
            <a:custGeom>
              <a:avLst/>
              <a:gdLst/>
              <a:ahLst/>
              <a:cxnLst/>
              <a:rect l="l" t="t" r="r" b="b"/>
              <a:pathLst>
                <a:path w="230" h="333" extrusionOk="0">
                  <a:moveTo>
                    <a:pt x="214" y="15"/>
                  </a:moveTo>
                  <a:lnTo>
                    <a:pt x="214" y="319"/>
                  </a:lnTo>
                  <a:lnTo>
                    <a:pt x="15" y="319"/>
                  </a:lnTo>
                  <a:lnTo>
                    <a:pt x="15" y="15"/>
                  </a:lnTo>
                  <a:close/>
                  <a:moveTo>
                    <a:pt x="1" y="0"/>
                  </a:moveTo>
                  <a:lnTo>
                    <a:pt x="1" y="333"/>
                  </a:lnTo>
                  <a:lnTo>
                    <a:pt x="230" y="333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9" name="Google Shape;2259;p29"/>
          <p:cNvSpPr/>
          <p:nvPr/>
        </p:nvSpPr>
        <p:spPr>
          <a:xfrm>
            <a:off x="8247472" y="447943"/>
            <a:ext cx="615546" cy="183099"/>
          </a:xfrm>
          <a:custGeom>
            <a:avLst/>
            <a:gdLst/>
            <a:ahLst/>
            <a:cxnLst/>
            <a:rect l="l" t="t" r="r" b="b"/>
            <a:pathLst>
              <a:path w="2944" h="876" extrusionOk="0">
                <a:moveTo>
                  <a:pt x="1490" y="1"/>
                </a:moveTo>
                <a:cubicBezTo>
                  <a:pt x="1156" y="1"/>
                  <a:pt x="889" y="275"/>
                  <a:pt x="889" y="600"/>
                </a:cubicBezTo>
                <a:lnTo>
                  <a:pt x="889" y="623"/>
                </a:lnTo>
                <a:cubicBezTo>
                  <a:pt x="852" y="613"/>
                  <a:pt x="815" y="606"/>
                  <a:pt x="775" y="606"/>
                </a:cubicBezTo>
                <a:cubicBezTo>
                  <a:pt x="759" y="606"/>
                  <a:pt x="744" y="607"/>
                  <a:pt x="727" y="609"/>
                </a:cubicBezTo>
                <a:cubicBezTo>
                  <a:pt x="623" y="616"/>
                  <a:pt x="526" y="661"/>
                  <a:pt x="454" y="734"/>
                </a:cubicBezTo>
                <a:cubicBezTo>
                  <a:pt x="421" y="723"/>
                  <a:pt x="384" y="717"/>
                  <a:pt x="346" y="717"/>
                </a:cubicBezTo>
                <a:cubicBezTo>
                  <a:pt x="332" y="717"/>
                  <a:pt x="318" y="718"/>
                  <a:pt x="304" y="719"/>
                </a:cubicBezTo>
                <a:cubicBezTo>
                  <a:pt x="178" y="727"/>
                  <a:pt x="75" y="787"/>
                  <a:pt x="0" y="876"/>
                </a:cubicBezTo>
                <a:lnTo>
                  <a:pt x="2934" y="876"/>
                </a:lnTo>
                <a:cubicBezTo>
                  <a:pt x="2934" y="867"/>
                  <a:pt x="2943" y="860"/>
                  <a:pt x="2943" y="846"/>
                </a:cubicBezTo>
                <a:cubicBezTo>
                  <a:pt x="2921" y="625"/>
                  <a:pt x="2736" y="452"/>
                  <a:pt x="2509" y="452"/>
                </a:cubicBezTo>
                <a:cubicBezTo>
                  <a:pt x="2501" y="452"/>
                  <a:pt x="2492" y="452"/>
                  <a:pt x="2483" y="453"/>
                </a:cubicBezTo>
                <a:cubicBezTo>
                  <a:pt x="2365" y="460"/>
                  <a:pt x="2253" y="527"/>
                  <a:pt x="2179" y="616"/>
                </a:cubicBezTo>
                <a:cubicBezTo>
                  <a:pt x="2150" y="609"/>
                  <a:pt x="2120" y="609"/>
                  <a:pt x="2090" y="609"/>
                </a:cubicBezTo>
                <a:lnTo>
                  <a:pt x="2090" y="600"/>
                </a:lnTo>
                <a:cubicBezTo>
                  <a:pt x="2090" y="275"/>
                  <a:pt x="1823" y="1"/>
                  <a:pt x="1490" y="1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0" name="Google Shape;2260;p29"/>
          <p:cNvSpPr/>
          <p:nvPr/>
        </p:nvSpPr>
        <p:spPr>
          <a:xfrm>
            <a:off x="8614740" y="199613"/>
            <a:ext cx="248263" cy="248333"/>
          </a:xfrm>
          <a:custGeom>
            <a:avLst/>
            <a:gdLst/>
            <a:ahLst/>
            <a:cxnLst/>
            <a:rect l="l" t="t" r="r" b="b"/>
            <a:pathLst>
              <a:path w="3535" h="3536" extrusionOk="0">
                <a:moveTo>
                  <a:pt x="1763" y="0"/>
                </a:moveTo>
                <a:cubicBezTo>
                  <a:pt x="785" y="0"/>
                  <a:pt x="1" y="794"/>
                  <a:pt x="1" y="1772"/>
                </a:cubicBezTo>
                <a:cubicBezTo>
                  <a:pt x="1" y="2750"/>
                  <a:pt x="785" y="3536"/>
                  <a:pt x="1763" y="3536"/>
                </a:cubicBezTo>
                <a:cubicBezTo>
                  <a:pt x="2741" y="3536"/>
                  <a:pt x="3534" y="2750"/>
                  <a:pt x="3534" y="1772"/>
                </a:cubicBezTo>
                <a:cubicBezTo>
                  <a:pt x="3534" y="794"/>
                  <a:pt x="2741" y="0"/>
                  <a:pt x="176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1" name="Google Shape;2261;p29"/>
          <p:cNvSpPr/>
          <p:nvPr/>
        </p:nvSpPr>
        <p:spPr>
          <a:xfrm>
            <a:off x="7998542" y="359621"/>
            <a:ext cx="287099" cy="85399"/>
          </a:xfrm>
          <a:custGeom>
            <a:avLst/>
            <a:gdLst/>
            <a:ahLst/>
            <a:cxnLst/>
            <a:rect l="l" t="t" r="r" b="b"/>
            <a:pathLst>
              <a:path w="2944" h="876" extrusionOk="0">
                <a:moveTo>
                  <a:pt x="1490" y="1"/>
                </a:moveTo>
                <a:cubicBezTo>
                  <a:pt x="1156" y="1"/>
                  <a:pt x="889" y="275"/>
                  <a:pt x="889" y="600"/>
                </a:cubicBezTo>
                <a:lnTo>
                  <a:pt x="889" y="623"/>
                </a:lnTo>
                <a:cubicBezTo>
                  <a:pt x="852" y="613"/>
                  <a:pt x="815" y="606"/>
                  <a:pt x="775" y="606"/>
                </a:cubicBezTo>
                <a:cubicBezTo>
                  <a:pt x="759" y="606"/>
                  <a:pt x="744" y="607"/>
                  <a:pt x="727" y="609"/>
                </a:cubicBezTo>
                <a:cubicBezTo>
                  <a:pt x="623" y="616"/>
                  <a:pt x="526" y="661"/>
                  <a:pt x="454" y="734"/>
                </a:cubicBezTo>
                <a:cubicBezTo>
                  <a:pt x="421" y="723"/>
                  <a:pt x="384" y="717"/>
                  <a:pt x="346" y="717"/>
                </a:cubicBezTo>
                <a:cubicBezTo>
                  <a:pt x="332" y="717"/>
                  <a:pt x="318" y="718"/>
                  <a:pt x="304" y="719"/>
                </a:cubicBezTo>
                <a:cubicBezTo>
                  <a:pt x="178" y="727"/>
                  <a:pt x="75" y="787"/>
                  <a:pt x="0" y="876"/>
                </a:cubicBezTo>
                <a:lnTo>
                  <a:pt x="2934" y="876"/>
                </a:lnTo>
                <a:cubicBezTo>
                  <a:pt x="2934" y="867"/>
                  <a:pt x="2943" y="860"/>
                  <a:pt x="2943" y="846"/>
                </a:cubicBezTo>
                <a:cubicBezTo>
                  <a:pt x="2921" y="625"/>
                  <a:pt x="2736" y="452"/>
                  <a:pt x="2509" y="452"/>
                </a:cubicBezTo>
                <a:cubicBezTo>
                  <a:pt x="2501" y="452"/>
                  <a:pt x="2492" y="452"/>
                  <a:pt x="2483" y="453"/>
                </a:cubicBezTo>
                <a:cubicBezTo>
                  <a:pt x="2365" y="460"/>
                  <a:pt x="2253" y="527"/>
                  <a:pt x="2179" y="616"/>
                </a:cubicBezTo>
                <a:cubicBezTo>
                  <a:pt x="2150" y="609"/>
                  <a:pt x="2120" y="609"/>
                  <a:pt x="2090" y="609"/>
                </a:cubicBezTo>
                <a:lnTo>
                  <a:pt x="2090" y="600"/>
                </a:lnTo>
                <a:cubicBezTo>
                  <a:pt x="2090" y="275"/>
                  <a:pt x="1823" y="1"/>
                  <a:pt x="1490" y="1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4"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p30"/>
          <p:cNvSpPr/>
          <p:nvPr/>
        </p:nvSpPr>
        <p:spPr>
          <a:xfrm>
            <a:off x="180625" y="4739225"/>
            <a:ext cx="726018" cy="199424"/>
          </a:xfrm>
          <a:custGeom>
            <a:avLst/>
            <a:gdLst/>
            <a:ahLst/>
            <a:cxnLst/>
            <a:rect l="l" t="t" r="r" b="b"/>
            <a:pathLst>
              <a:path w="12418" h="3411" extrusionOk="0">
                <a:moveTo>
                  <a:pt x="6110" y="1"/>
                </a:moveTo>
                <a:cubicBezTo>
                  <a:pt x="5063" y="1"/>
                  <a:pt x="4128" y="615"/>
                  <a:pt x="3548" y="1589"/>
                </a:cubicBezTo>
                <a:cubicBezTo>
                  <a:pt x="3301" y="2001"/>
                  <a:pt x="2908" y="2234"/>
                  <a:pt x="2504" y="2234"/>
                </a:cubicBezTo>
                <a:cubicBezTo>
                  <a:pt x="2377" y="2234"/>
                  <a:pt x="2250" y="2212"/>
                  <a:pt x="2125" y="2164"/>
                </a:cubicBezTo>
                <a:cubicBezTo>
                  <a:pt x="1874" y="2073"/>
                  <a:pt x="1601" y="2021"/>
                  <a:pt x="1333" y="2021"/>
                </a:cubicBezTo>
                <a:lnTo>
                  <a:pt x="1151" y="2021"/>
                </a:lnTo>
                <a:cubicBezTo>
                  <a:pt x="433" y="2091"/>
                  <a:pt x="35" y="2722"/>
                  <a:pt x="1" y="3410"/>
                </a:cubicBezTo>
                <a:lnTo>
                  <a:pt x="12417" y="3410"/>
                </a:lnTo>
                <a:cubicBezTo>
                  <a:pt x="12365" y="2722"/>
                  <a:pt x="11985" y="2091"/>
                  <a:pt x="11249" y="2021"/>
                </a:cubicBezTo>
                <a:lnTo>
                  <a:pt x="11068" y="2021"/>
                </a:lnTo>
                <a:cubicBezTo>
                  <a:pt x="10760" y="2021"/>
                  <a:pt x="10471" y="2073"/>
                  <a:pt x="10202" y="2199"/>
                </a:cubicBezTo>
                <a:cubicBezTo>
                  <a:pt x="10052" y="2263"/>
                  <a:pt x="9899" y="2294"/>
                  <a:pt x="9749" y="2294"/>
                </a:cubicBezTo>
                <a:cubicBezTo>
                  <a:pt x="9341" y="2294"/>
                  <a:pt x="8955" y="2064"/>
                  <a:pt x="8705" y="1641"/>
                </a:cubicBezTo>
                <a:cubicBezTo>
                  <a:pt x="8130" y="650"/>
                  <a:pt x="7191" y="1"/>
                  <a:pt x="6110" y="1"/>
                </a:cubicBezTo>
                <a:close/>
              </a:path>
            </a:pathLst>
          </a:custGeom>
          <a:solidFill>
            <a:srgbClr val="8AC9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4" name="Google Shape;2264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265" name="Google Shape;2265;p30"/>
          <p:cNvGrpSpPr/>
          <p:nvPr/>
        </p:nvGrpSpPr>
        <p:grpSpPr>
          <a:xfrm>
            <a:off x="2043299" y="4938638"/>
            <a:ext cx="2749703" cy="122913"/>
            <a:chOff x="5024149" y="4918613"/>
            <a:chExt cx="2749703" cy="122913"/>
          </a:xfrm>
        </p:grpSpPr>
        <p:sp>
          <p:nvSpPr>
            <p:cNvPr id="2266" name="Google Shape;2266;p30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30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30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30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30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30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30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30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30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30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30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30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30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30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30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30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30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30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30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30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30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30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30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30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30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30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30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30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30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30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96" name="Google Shape;2296;p30"/>
          <p:cNvSpPr/>
          <p:nvPr/>
        </p:nvSpPr>
        <p:spPr>
          <a:xfrm flipH="1">
            <a:off x="-96450" y="4938650"/>
            <a:ext cx="2016300" cy="3219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7" name="Google Shape;2297;p30"/>
          <p:cNvGrpSpPr/>
          <p:nvPr/>
        </p:nvGrpSpPr>
        <p:grpSpPr>
          <a:xfrm>
            <a:off x="955122" y="4366034"/>
            <a:ext cx="280222" cy="572731"/>
            <a:chOff x="684763" y="4011150"/>
            <a:chExt cx="453875" cy="927500"/>
          </a:xfrm>
        </p:grpSpPr>
        <p:sp>
          <p:nvSpPr>
            <p:cNvPr id="2298" name="Google Shape;2298;p30"/>
            <p:cNvSpPr/>
            <p:nvPr/>
          </p:nvSpPr>
          <p:spPr>
            <a:xfrm>
              <a:off x="900663" y="4285675"/>
              <a:ext cx="44150" cy="652975"/>
            </a:xfrm>
            <a:custGeom>
              <a:avLst/>
              <a:gdLst/>
              <a:ahLst/>
              <a:cxnLst/>
              <a:rect l="l" t="t" r="r" b="b"/>
              <a:pathLst>
                <a:path w="1766" h="26119" extrusionOk="0">
                  <a:moveTo>
                    <a:pt x="217" y="0"/>
                  </a:moveTo>
                  <a:lnTo>
                    <a:pt x="0" y="26118"/>
                  </a:lnTo>
                  <a:lnTo>
                    <a:pt x="1765" y="26118"/>
                  </a:lnTo>
                  <a:lnTo>
                    <a:pt x="1298" y="91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30"/>
            <p:cNvSpPr/>
            <p:nvPr/>
          </p:nvSpPr>
          <p:spPr>
            <a:xfrm>
              <a:off x="913313" y="4011150"/>
              <a:ext cx="53125" cy="254200"/>
            </a:xfrm>
            <a:custGeom>
              <a:avLst/>
              <a:gdLst/>
              <a:ahLst/>
              <a:cxnLst/>
              <a:rect l="l" t="t" r="r" b="b"/>
              <a:pathLst>
                <a:path w="2125" h="10168" extrusionOk="0">
                  <a:moveTo>
                    <a:pt x="1008" y="1"/>
                  </a:moveTo>
                  <a:lnTo>
                    <a:pt x="0" y="9899"/>
                  </a:lnTo>
                  <a:lnTo>
                    <a:pt x="740" y="10168"/>
                  </a:lnTo>
                  <a:lnTo>
                    <a:pt x="2125" y="8710"/>
                  </a:lnTo>
                  <a:lnTo>
                    <a:pt x="1532" y="416"/>
                  </a:lnTo>
                  <a:lnTo>
                    <a:pt x="10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30"/>
            <p:cNvSpPr/>
            <p:nvPr/>
          </p:nvSpPr>
          <p:spPr>
            <a:xfrm>
              <a:off x="920438" y="4275725"/>
              <a:ext cx="218200" cy="150150"/>
            </a:xfrm>
            <a:custGeom>
              <a:avLst/>
              <a:gdLst/>
              <a:ahLst/>
              <a:cxnLst/>
              <a:rect l="l" t="t" r="r" b="b"/>
              <a:pathLst>
                <a:path w="8728" h="6006" extrusionOk="0">
                  <a:moveTo>
                    <a:pt x="598" y="0"/>
                  </a:moveTo>
                  <a:lnTo>
                    <a:pt x="1" y="506"/>
                  </a:lnTo>
                  <a:lnTo>
                    <a:pt x="598" y="2453"/>
                  </a:lnTo>
                  <a:lnTo>
                    <a:pt x="8113" y="6005"/>
                  </a:lnTo>
                  <a:lnTo>
                    <a:pt x="8727" y="5750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30"/>
            <p:cNvSpPr/>
            <p:nvPr/>
          </p:nvSpPr>
          <p:spPr>
            <a:xfrm>
              <a:off x="684763" y="4256350"/>
              <a:ext cx="222725" cy="140625"/>
            </a:xfrm>
            <a:custGeom>
              <a:avLst/>
              <a:gdLst/>
              <a:ahLst/>
              <a:cxnLst/>
              <a:rect l="l" t="t" r="r" b="b"/>
              <a:pathLst>
                <a:path w="8909" h="5625" extrusionOk="0">
                  <a:moveTo>
                    <a:pt x="6746" y="1"/>
                  </a:moveTo>
                  <a:lnTo>
                    <a:pt x="74" y="4959"/>
                  </a:lnTo>
                  <a:lnTo>
                    <a:pt x="1" y="5625"/>
                  </a:lnTo>
                  <a:lnTo>
                    <a:pt x="8909" y="1173"/>
                  </a:lnTo>
                  <a:lnTo>
                    <a:pt x="8727" y="377"/>
                  </a:lnTo>
                  <a:lnTo>
                    <a:pt x="67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30"/>
            <p:cNvSpPr/>
            <p:nvPr/>
          </p:nvSpPr>
          <p:spPr>
            <a:xfrm>
              <a:off x="888013" y="4245000"/>
              <a:ext cx="61350" cy="58400"/>
            </a:xfrm>
            <a:custGeom>
              <a:avLst/>
              <a:gdLst/>
              <a:ahLst/>
              <a:cxnLst/>
              <a:rect l="l" t="t" r="r" b="b"/>
              <a:pathLst>
                <a:path w="2454" h="2336" extrusionOk="0">
                  <a:moveTo>
                    <a:pt x="1223" y="0"/>
                  </a:moveTo>
                  <a:cubicBezTo>
                    <a:pt x="1189" y="0"/>
                    <a:pt x="1155" y="2"/>
                    <a:pt x="1121" y="5"/>
                  </a:cubicBezTo>
                  <a:cubicBezTo>
                    <a:pt x="472" y="74"/>
                    <a:pt x="0" y="654"/>
                    <a:pt x="74" y="1285"/>
                  </a:cubicBezTo>
                  <a:cubicBezTo>
                    <a:pt x="142" y="1889"/>
                    <a:pt x="630" y="2336"/>
                    <a:pt x="1220" y="2336"/>
                  </a:cubicBezTo>
                  <a:cubicBezTo>
                    <a:pt x="1264" y="2336"/>
                    <a:pt x="1309" y="2333"/>
                    <a:pt x="1354" y="2328"/>
                  </a:cubicBezTo>
                  <a:cubicBezTo>
                    <a:pt x="1986" y="2259"/>
                    <a:pt x="2453" y="1696"/>
                    <a:pt x="2401" y="1047"/>
                  </a:cubicBezTo>
                  <a:cubicBezTo>
                    <a:pt x="2332" y="454"/>
                    <a:pt x="1813" y="0"/>
                    <a:pt x="1223" y="0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3" name="Google Shape;2303;p30"/>
          <p:cNvGrpSpPr/>
          <p:nvPr/>
        </p:nvGrpSpPr>
        <p:grpSpPr>
          <a:xfrm>
            <a:off x="1299529" y="4366034"/>
            <a:ext cx="280222" cy="572731"/>
            <a:chOff x="684763" y="4011150"/>
            <a:chExt cx="453875" cy="927500"/>
          </a:xfrm>
        </p:grpSpPr>
        <p:sp>
          <p:nvSpPr>
            <p:cNvPr id="2304" name="Google Shape;2304;p30"/>
            <p:cNvSpPr/>
            <p:nvPr/>
          </p:nvSpPr>
          <p:spPr>
            <a:xfrm>
              <a:off x="900663" y="4285675"/>
              <a:ext cx="44150" cy="652975"/>
            </a:xfrm>
            <a:custGeom>
              <a:avLst/>
              <a:gdLst/>
              <a:ahLst/>
              <a:cxnLst/>
              <a:rect l="l" t="t" r="r" b="b"/>
              <a:pathLst>
                <a:path w="1766" h="26119" extrusionOk="0">
                  <a:moveTo>
                    <a:pt x="217" y="0"/>
                  </a:moveTo>
                  <a:lnTo>
                    <a:pt x="0" y="26118"/>
                  </a:lnTo>
                  <a:lnTo>
                    <a:pt x="1765" y="26118"/>
                  </a:lnTo>
                  <a:lnTo>
                    <a:pt x="1298" y="91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30"/>
            <p:cNvSpPr/>
            <p:nvPr/>
          </p:nvSpPr>
          <p:spPr>
            <a:xfrm>
              <a:off x="913313" y="4011150"/>
              <a:ext cx="53125" cy="254200"/>
            </a:xfrm>
            <a:custGeom>
              <a:avLst/>
              <a:gdLst/>
              <a:ahLst/>
              <a:cxnLst/>
              <a:rect l="l" t="t" r="r" b="b"/>
              <a:pathLst>
                <a:path w="2125" h="10168" extrusionOk="0">
                  <a:moveTo>
                    <a:pt x="1008" y="1"/>
                  </a:moveTo>
                  <a:lnTo>
                    <a:pt x="0" y="9899"/>
                  </a:lnTo>
                  <a:lnTo>
                    <a:pt x="740" y="10168"/>
                  </a:lnTo>
                  <a:lnTo>
                    <a:pt x="2125" y="8710"/>
                  </a:lnTo>
                  <a:lnTo>
                    <a:pt x="1532" y="416"/>
                  </a:lnTo>
                  <a:lnTo>
                    <a:pt x="10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30"/>
            <p:cNvSpPr/>
            <p:nvPr/>
          </p:nvSpPr>
          <p:spPr>
            <a:xfrm>
              <a:off x="920438" y="4275725"/>
              <a:ext cx="218200" cy="150150"/>
            </a:xfrm>
            <a:custGeom>
              <a:avLst/>
              <a:gdLst/>
              <a:ahLst/>
              <a:cxnLst/>
              <a:rect l="l" t="t" r="r" b="b"/>
              <a:pathLst>
                <a:path w="8728" h="6006" extrusionOk="0">
                  <a:moveTo>
                    <a:pt x="598" y="0"/>
                  </a:moveTo>
                  <a:lnTo>
                    <a:pt x="1" y="506"/>
                  </a:lnTo>
                  <a:lnTo>
                    <a:pt x="598" y="2453"/>
                  </a:lnTo>
                  <a:lnTo>
                    <a:pt x="8113" y="6005"/>
                  </a:lnTo>
                  <a:lnTo>
                    <a:pt x="8727" y="5750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30"/>
            <p:cNvSpPr/>
            <p:nvPr/>
          </p:nvSpPr>
          <p:spPr>
            <a:xfrm>
              <a:off x="684763" y="4256350"/>
              <a:ext cx="222725" cy="140625"/>
            </a:xfrm>
            <a:custGeom>
              <a:avLst/>
              <a:gdLst/>
              <a:ahLst/>
              <a:cxnLst/>
              <a:rect l="l" t="t" r="r" b="b"/>
              <a:pathLst>
                <a:path w="8909" h="5625" extrusionOk="0">
                  <a:moveTo>
                    <a:pt x="6746" y="1"/>
                  </a:moveTo>
                  <a:lnTo>
                    <a:pt x="74" y="4959"/>
                  </a:lnTo>
                  <a:lnTo>
                    <a:pt x="1" y="5625"/>
                  </a:lnTo>
                  <a:lnTo>
                    <a:pt x="8909" y="1173"/>
                  </a:lnTo>
                  <a:lnTo>
                    <a:pt x="8727" y="377"/>
                  </a:lnTo>
                  <a:lnTo>
                    <a:pt x="67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30"/>
            <p:cNvSpPr/>
            <p:nvPr/>
          </p:nvSpPr>
          <p:spPr>
            <a:xfrm>
              <a:off x="888013" y="4245000"/>
              <a:ext cx="61350" cy="58400"/>
            </a:xfrm>
            <a:custGeom>
              <a:avLst/>
              <a:gdLst/>
              <a:ahLst/>
              <a:cxnLst/>
              <a:rect l="l" t="t" r="r" b="b"/>
              <a:pathLst>
                <a:path w="2454" h="2336" extrusionOk="0">
                  <a:moveTo>
                    <a:pt x="1223" y="0"/>
                  </a:moveTo>
                  <a:cubicBezTo>
                    <a:pt x="1189" y="0"/>
                    <a:pt x="1155" y="2"/>
                    <a:pt x="1121" y="5"/>
                  </a:cubicBezTo>
                  <a:cubicBezTo>
                    <a:pt x="472" y="74"/>
                    <a:pt x="0" y="654"/>
                    <a:pt x="74" y="1285"/>
                  </a:cubicBezTo>
                  <a:cubicBezTo>
                    <a:pt x="142" y="1889"/>
                    <a:pt x="630" y="2336"/>
                    <a:pt x="1220" y="2336"/>
                  </a:cubicBezTo>
                  <a:cubicBezTo>
                    <a:pt x="1264" y="2336"/>
                    <a:pt x="1309" y="2333"/>
                    <a:pt x="1354" y="2328"/>
                  </a:cubicBezTo>
                  <a:cubicBezTo>
                    <a:pt x="1986" y="2259"/>
                    <a:pt x="2453" y="1696"/>
                    <a:pt x="2401" y="1047"/>
                  </a:cubicBezTo>
                  <a:cubicBezTo>
                    <a:pt x="2332" y="454"/>
                    <a:pt x="1813" y="0"/>
                    <a:pt x="1223" y="0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9" name="Google Shape;2309;p30"/>
          <p:cNvGrpSpPr/>
          <p:nvPr/>
        </p:nvGrpSpPr>
        <p:grpSpPr>
          <a:xfrm>
            <a:off x="610715" y="4366034"/>
            <a:ext cx="280222" cy="572731"/>
            <a:chOff x="684763" y="4011150"/>
            <a:chExt cx="453875" cy="927500"/>
          </a:xfrm>
        </p:grpSpPr>
        <p:sp>
          <p:nvSpPr>
            <p:cNvPr id="2310" name="Google Shape;2310;p30"/>
            <p:cNvSpPr/>
            <p:nvPr/>
          </p:nvSpPr>
          <p:spPr>
            <a:xfrm>
              <a:off x="900663" y="4285675"/>
              <a:ext cx="44150" cy="652975"/>
            </a:xfrm>
            <a:custGeom>
              <a:avLst/>
              <a:gdLst/>
              <a:ahLst/>
              <a:cxnLst/>
              <a:rect l="l" t="t" r="r" b="b"/>
              <a:pathLst>
                <a:path w="1766" h="26119" extrusionOk="0">
                  <a:moveTo>
                    <a:pt x="217" y="0"/>
                  </a:moveTo>
                  <a:lnTo>
                    <a:pt x="0" y="26118"/>
                  </a:lnTo>
                  <a:lnTo>
                    <a:pt x="1765" y="26118"/>
                  </a:lnTo>
                  <a:lnTo>
                    <a:pt x="1298" y="91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30"/>
            <p:cNvSpPr/>
            <p:nvPr/>
          </p:nvSpPr>
          <p:spPr>
            <a:xfrm>
              <a:off x="913313" y="4011150"/>
              <a:ext cx="53125" cy="254200"/>
            </a:xfrm>
            <a:custGeom>
              <a:avLst/>
              <a:gdLst/>
              <a:ahLst/>
              <a:cxnLst/>
              <a:rect l="l" t="t" r="r" b="b"/>
              <a:pathLst>
                <a:path w="2125" h="10168" extrusionOk="0">
                  <a:moveTo>
                    <a:pt x="1008" y="1"/>
                  </a:moveTo>
                  <a:lnTo>
                    <a:pt x="0" y="9899"/>
                  </a:lnTo>
                  <a:lnTo>
                    <a:pt x="740" y="10168"/>
                  </a:lnTo>
                  <a:lnTo>
                    <a:pt x="2125" y="8710"/>
                  </a:lnTo>
                  <a:lnTo>
                    <a:pt x="1532" y="416"/>
                  </a:lnTo>
                  <a:lnTo>
                    <a:pt x="10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30"/>
            <p:cNvSpPr/>
            <p:nvPr/>
          </p:nvSpPr>
          <p:spPr>
            <a:xfrm>
              <a:off x="920438" y="4275725"/>
              <a:ext cx="218200" cy="150150"/>
            </a:xfrm>
            <a:custGeom>
              <a:avLst/>
              <a:gdLst/>
              <a:ahLst/>
              <a:cxnLst/>
              <a:rect l="l" t="t" r="r" b="b"/>
              <a:pathLst>
                <a:path w="8728" h="6006" extrusionOk="0">
                  <a:moveTo>
                    <a:pt x="598" y="0"/>
                  </a:moveTo>
                  <a:lnTo>
                    <a:pt x="1" y="506"/>
                  </a:lnTo>
                  <a:lnTo>
                    <a:pt x="598" y="2453"/>
                  </a:lnTo>
                  <a:lnTo>
                    <a:pt x="8113" y="6005"/>
                  </a:lnTo>
                  <a:lnTo>
                    <a:pt x="8727" y="5750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30"/>
            <p:cNvSpPr/>
            <p:nvPr/>
          </p:nvSpPr>
          <p:spPr>
            <a:xfrm>
              <a:off x="684763" y="4256350"/>
              <a:ext cx="222725" cy="140625"/>
            </a:xfrm>
            <a:custGeom>
              <a:avLst/>
              <a:gdLst/>
              <a:ahLst/>
              <a:cxnLst/>
              <a:rect l="l" t="t" r="r" b="b"/>
              <a:pathLst>
                <a:path w="8909" h="5625" extrusionOk="0">
                  <a:moveTo>
                    <a:pt x="6746" y="1"/>
                  </a:moveTo>
                  <a:lnTo>
                    <a:pt x="74" y="4959"/>
                  </a:lnTo>
                  <a:lnTo>
                    <a:pt x="1" y="5625"/>
                  </a:lnTo>
                  <a:lnTo>
                    <a:pt x="8909" y="1173"/>
                  </a:lnTo>
                  <a:lnTo>
                    <a:pt x="8727" y="377"/>
                  </a:lnTo>
                  <a:lnTo>
                    <a:pt x="67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30"/>
            <p:cNvSpPr/>
            <p:nvPr/>
          </p:nvSpPr>
          <p:spPr>
            <a:xfrm>
              <a:off x="888013" y="4245000"/>
              <a:ext cx="61350" cy="58400"/>
            </a:xfrm>
            <a:custGeom>
              <a:avLst/>
              <a:gdLst/>
              <a:ahLst/>
              <a:cxnLst/>
              <a:rect l="l" t="t" r="r" b="b"/>
              <a:pathLst>
                <a:path w="2454" h="2336" extrusionOk="0">
                  <a:moveTo>
                    <a:pt x="1223" y="0"/>
                  </a:moveTo>
                  <a:cubicBezTo>
                    <a:pt x="1189" y="0"/>
                    <a:pt x="1155" y="2"/>
                    <a:pt x="1121" y="5"/>
                  </a:cubicBezTo>
                  <a:cubicBezTo>
                    <a:pt x="472" y="74"/>
                    <a:pt x="0" y="654"/>
                    <a:pt x="74" y="1285"/>
                  </a:cubicBezTo>
                  <a:cubicBezTo>
                    <a:pt x="142" y="1889"/>
                    <a:pt x="630" y="2336"/>
                    <a:pt x="1220" y="2336"/>
                  </a:cubicBezTo>
                  <a:cubicBezTo>
                    <a:pt x="1264" y="2336"/>
                    <a:pt x="1309" y="2333"/>
                    <a:pt x="1354" y="2328"/>
                  </a:cubicBezTo>
                  <a:cubicBezTo>
                    <a:pt x="1986" y="2259"/>
                    <a:pt x="2453" y="1696"/>
                    <a:pt x="2401" y="1047"/>
                  </a:cubicBezTo>
                  <a:cubicBezTo>
                    <a:pt x="2332" y="454"/>
                    <a:pt x="1813" y="0"/>
                    <a:pt x="1223" y="0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5" name="Google Shape;2315;p30"/>
          <p:cNvGrpSpPr/>
          <p:nvPr/>
        </p:nvGrpSpPr>
        <p:grpSpPr>
          <a:xfrm>
            <a:off x="8789709" y="228915"/>
            <a:ext cx="246888" cy="246888"/>
            <a:chOff x="4396276" y="3156781"/>
            <a:chExt cx="367777" cy="369040"/>
          </a:xfrm>
        </p:grpSpPr>
        <p:sp>
          <p:nvSpPr>
            <p:cNvPr id="2316" name="Google Shape;2316;p30"/>
            <p:cNvSpPr/>
            <p:nvPr/>
          </p:nvSpPr>
          <p:spPr>
            <a:xfrm>
              <a:off x="4396276" y="3156781"/>
              <a:ext cx="367777" cy="369040"/>
            </a:xfrm>
            <a:custGeom>
              <a:avLst/>
              <a:gdLst/>
              <a:ahLst/>
              <a:cxnLst/>
              <a:rect l="l" t="t" r="r" b="b"/>
              <a:pathLst>
                <a:path w="2542" h="2551" extrusionOk="0">
                  <a:moveTo>
                    <a:pt x="1275" y="1"/>
                  </a:moveTo>
                  <a:cubicBezTo>
                    <a:pt x="571" y="1"/>
                    <a:pt x="0" y="572"/>
                    <a:pt x="0" y="1276"/>
                  </a:cubicBezTo>
                  <a:cubicBezTo>
                    <a:pt x="0" y="1980"/>
                    <a:pt x="571" y="2551"/>
                    <a:pt x="1275" y="2551"/>
                  </a:cubicBezTo>
                  <a:cubicBezTo>
                    <a:pt x="1972" y="2551"/>
                    <a:pt x="2541" y="1980"/>
                    <a:pt x="2541" y="1276"/>
                  </a:cubicBezTo>
                  <a:cubicBezTo>
                    <a:pt x="2541" y="572"/>
                    <a:pt x="1972" y="1"/>
                    <a:pt x="1275" y="1"/>
                  </a:cubicBezTo>
                  <a:close/>
                </a:path>
              </a:pathLst>
            </a:custGeom>
            <a:solidFill>
              <a:srgbClr val="FFD6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30"/>
            <p:cNvSpPr/>
            <p:nvPr/>
          </p:nvSpPr>
          <p:spPr>
            <a:xfrm>
              <a:off x="4396276" y="3156781"/>
              <a:ext cx="183599" cy="369040"/>
            </a:xfrm>
            <a:custGeom>
              <a:avLst/>
              <a:gdLst/>
              <a:ahLst/>
              <a:cxnLst/>
              <a:rect l="l" t="t" r="r" b="b"/>
              <a:pathLst>
                <a:path w="1269" h="2551" extrusionOk="0">
                  <a:moveTo>
                    <a:pt x="1268" y="1"/>
                  </a:moveTo>
                  <a:cubicBezTo>
                    <a:pt x="564" y="8"/>
                    <a:pt x="0" y="572"/>
                    <a:pt x="0" y="1276"/>
                  </a:cubicBezTo>
                  <a:cubicBezTo>
                    <a:pt x="0" y="1980"/>
                    <a:pt x="564" y="2542"/>
                    <a:pt x="1268" y="2551"/>
                  </a:cubicBezTo>
                  <a:cubicBezTo>
                    <a:pt x="1268" y="2542"/>
                    <a:pt x="578" y="1913"/>
                    <a:pt x="578" y="1276"/>
                  </a:cubicBezTo>
                  <a:cubicBezTo>
                    <a:pt x="578" y="639"/>
                    <a:pt x="1268" y="8"/>
                    <a:pt x="1268" y="1"/>
                  </a:cubicBezTo>
                  <a:close/>
                </a:path>
              </a:pathLst>
            </a:custGeom>
            <a:solidFill>
              <a:srgbClr val="FFE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18" name="Google Shape;2318;p30"/>
          <p:cNvSpPr/>
          <p:nvPr/>
        </p:nvSpPr>
        <p:spPr>
          <a:xfrm>
            <a:off x="7971828" y="238125"/>
            <a:ext cx="428508" cy="155543"/>
          </a:xfrm>
          <a:custGeom>
            <a:avLst/>
            <a:gdLst/>
            <a:ahLst/>
            <a:cxnLst/>
            <a:rect l="l" t="t" r="r" b="b"/>
            <a:pathLst>
              <a:path w="7269" h="2639" extrusionOk="0">
                <a:moveTo>
                  <a:pt x="3113" y="1"/>
                </a:moveTo>
                <a:cubicBezTo>
                  <a:pt x="2305" y="1"/>
                  <a:pt x="1615" y="497"/>
                  <a:pt x="1334" y="1192"/>
                </a:cubicBezTo>
                <a:cubicBezTo>
                  <a:pt x="1283" y="1185"/>
                  <a:pt x="1238" y="1185"/>
                  <a:pt x="1187" y="1185"/>
                </a:cubicBezTo>
                <a:cubicBezTo>
                  <a:pt x="534" y="1185"/>
                  <a:pt x="1" y="1712"/>
                  <a:pt x="1" y="2371"/>
                </a:cubicBezTo>
                <a:cubicBezTo>
                  <a:pt x="1" y="2460"/>
                  <a:pt x="15" y="2549"/>
                  <a:pt x="38" y="2638"/>
                </a:cubicBezTo>
                <a:lnTo>
                  <a:pt x="5876" y="2638"/>
                </a:lnTo>
                <a:cubicBezTo>
                  <a:pt x="5891" y="2624"/>
                  <a:pt x="5907" y="2615"/>
                  <a:pt x="5921" y="2601"/>
                </a:cubicBezTo>
                <a:cubicBezTo>
                  <a:pt x="5921" y="2615"/>
                  <a:pt x="5928" y="2624"/>
                  <a:pt x="5935" y="2638"/>
                </a:cubicBezTo>
                <a:lnTo>
                  <a:pt x="7217" y="2638"/>
                </a:lnTo>
                <a:cubicBezTo>
                  <a:pt x="7248" y="2556"/>
                  <a:pt x="7269" y="2467"/>
                  <a:pt x="7269" y="2371"/>
                </a:cubicBezTo>
                <a:cubicBezTo>
                  <a:pt x="7269" y="1986"/>
                  <a:pt x="6958" y="1674"/>
                  <a:pt x="6573" y="1674"/>
                </a:cubicBezTo>
                <a:cubicBezTo>
                  <a:pt x="6440" y="1674"/>
                  <a:pt x="6314" y="1712"/>
                  <a:pt x="6202" y="1779"/>
                </a:cubicBezTo>
                <a:cubicBezTo>
                  <a:pt x="6136" y="1335"/>
                  <a:pt x="5750" y="993"/>
                  <a:pt x="5291" y="993"/>
                </a:cubicBezTo>
                <a:cubicBezTo>
                  <a:pt x="5128" y="993"/>
                  <a:pt x="4980" y="1038"/>
                  <a:pt x="4854" y="1103"/>
                </a:cubicBezTo>
                <a:cubicBezTo>
                  <a:pt x="4543" y="453"/>
                  <a:pt x="3883" y="1"/>
                  <a:pt x="3113" y="1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9" name="Google Shape;2319;p30"/>
          <p:cNvSpPr/>
          <p:nvPr/>
        </p:nvSpPr>
        <p:spPr>
          <a:xfrm>
            <a:off x="8852500" y="329559"/>
            <a:ext cx="94149" cy="45600"/>
          </a:xfrm>
          <a:custGeom>
            <a:avLst/>
            <a:gdLst/>
            <a:ahLst/>
            <a:cxnLst/>
            <a:rect l="l" t="t" r="r" b="b"/>
            <a:pathLst>
              <a:path w="993" h="481" extrusionOk="0">
                <a:moveTo>
                  <a:pt x="851" y="0"/>
                </a:moveTo>
                <a:cubicBezTo>
                  <a:pt x="787" y="0"/>
                  <a:pt x="715" y="30"/>
                  <a:pt x="644" y="89"/>
                </a:cubicBezTo>
                <a:cubicBezTo>
                  <a:pt x="578" y="141"/>
                  <a:pt x="534" y="207"/>
                  <a:pt x="511" y="267"/>
                </a:cubicBezTo>
                <a:cubicBezTo>
                  <a:pt x="459" y="230"/>
                  <a:pt x="394" y="192"/>
                  <a:pt x="312" y="178"/>
                </a:cubicBezTo>
                <a:cubicBezTo>
                  <a:pt x="281" y="173"/>
                  <a:pt x="251" y="170"/>
                  <a:pt x="224" y="170"/>
                </a:cubicBezTo>
                <a:cubicBezTo>
                  <a:pt x="93" y="170"/>
                  <a:pt x="6" y="227"/>
                  <a:pt x="1" y="326"/>
                </a:cubicBezTo>
                <a:cubicBezTo>
                  <a:pt x="1" y="326"/>
                  <a:pt x="33" y="251"/>
                  <a:pt x="203" y="251"/>
                </a:cubicBezTo>
                <a:cubicBezTo>
                  <a:pt x="233" y="251"/>
                  <a:pt x="266" y="253"/>
                  <a:pt x="305" y="258"/>
                </a:cubicBezTo>
                <a:cubicBezTo>
                  <a:pt x="386" y="274"/>
                  <a:pt x="445" y="303"/>
                  <a:pt x="490" y="333"/>
                </a:cubicBezTo>
                <a:lnTo>
                  <a:pt x="490" y="480"/>
                </a:lnTo>
                <a:lnTo>
                  <a:pt x="555" y="466"/>
                </a:lnTo>
                <a:lnTo>
                  <a:pt x="630" y="452"/>
                </a:lnTo>
                <a:lnTo>
                  <a:pt x="555" y="319"/>
                </a:lnTo>
                <a:cubicBezTo>
                  <a:pt x="586" y="274"/>
                  <a:pt x="623" y="214"/>
                  <a:pt x="689" y="162"/>
                </a:cubicBezTo>
                <a:cubicBezTo>
                  <a:pt x="782" y="77"/>
                  <a:pt x="862" y="57"/>
                  <a:pt x="916" y="57"/>
                </a:cubicBezTo>
                <a:cubicBezTo>
                  <a:pt x="964" y="57"/>
                  <a:pt x="993" y="73"/>
                  <a:pt x="993" y="73"/>
                </a:cubicBezTo>
                <a:cubicBezTo>
                  <a:pt x="958" y="24"/>
                  <a:pt x="908" y="0"/>
                  <a:pt x="85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0" name="Google Shape;2320;p30"/>
          <p:cNvSpPr/>
          <p:nvPr/>
        </p:nvSpPr>
        <p:spPr>
          <a:xfrm>
            <a:off x="8586600" y="228775"/>
            <a:ext cx="152274" cy="73751"/>
          </a:xfrm>
          <a:custGeom>
            <a:avLst/>
            <a:gdLst/>
            <a:ahLst/>
            <a:cxnLst/>
            <a:rect l="l" t="t" r="r" b="b"/>
            <a:pathLst>
              <a:path w="993" h="481" extrusionOk="0">
                <a:moveTo>
                  <a:pt x="851" y="0"/>
                </a:moveTo>
                <a:cubicBezTo>
                  <a:pt x="787" y="0"/>
                  <a:pt x="715" y="30"/>
                  <a:pt x="644" y="89"/>
                </a:cubicBezTo>
                <a:cubicBezTo>
                  <a:pt x="578" y="141"/>
                  <a:pt x="534" y="207"/>
                  <a:pt x="511" y="267"/>
                </a:cubicBezTo>
                <a:cubicBezTo>
                  <a:pt x="459" y="230"/>
                  <a:pt x="394" y="192"/>
                  <a:pt x="312" y="178"/>
                </a:cubicBezTo>
                <a:cubicBezTo>
                  <a:pt x="281" y="173"/>
                  <a:pt x="251" y="170"/>
                  <a:pt x="224" y="170"/>
                </a:cubicBezTo>
                <a:cubicBezTo>
                  <a:pt x="93" y="170"/>
                  <a:pt x="6" y="227"/>
                  <a:pt x="1" y="326"/>
                </a:cubicBezTo>
                <a:cubicBezTo>
                  <a:pt x="1" y="326"/>
                  <a:pt x="33" y="251"/>
                  <a:pt x="203" y="251"/>
                </a:cubicBezTo>
                <a:cubicBezTo>
                  <a:pt x="233" y="251"/>
                  <a:pt x="266" y="253"/>
                  <a:pt x="305" y="258"/>
                </a:cubicBezTo>
                <a:cubicBezTo>
                  <a:pt x="386" y="274"/>
                  <a:pt x="445" y="303"/>
                  <a:pt x="490" y="333"/>
                </a:cubicBezTo>
                <a:lnTo>
                  <a:pt x="490" y="480"/>
                </a:lnTo>
                <a:lnTo>
                  <a:pt x="555" y="466"/>
                </a:lnTo>
                <a:lnTo>
                  <a:pt x="630" y="452"/>
                </a:lnTo>
                <a:lnTo>
                  <a:pt x="555" y="319"/>
                </a:lnTo>
                <a:cubicBezTo>
                  <a:pt x="586" y="274"/>
                  <a:pt x="623" y="214"/>
                  <a:pt x="689" y="162"/>
                </a:cubicBezTo>
                <a:cubicBezTo>
                  <a:pt x="782" y="77"/>
                  <a:pt x="862" y="57"/>
                  <a:pt x="916" y="57"/>
                </a:cubicBezTo>
                <a:cubicBezTo>
                  <a:pt x="964" y="57"/>
                  <a:pt x="993" y="73"/>
                  <a:pt x="993" y="73"/>
                </a:cubicBezTo>
                <a:cubicBezTo>
                  <a:pt x="958" y="24"/>
                  <a:pt x="908" y="0"/>
                  <a:pt x="851" y="0"/>
                </a:cubicBezTo>
                <a:close/>
              </a:path>
            </a:pathLst>
          </a:custGeom>
          <a:solidFill>
            <a:srgbClr val="AAAC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1" name="Google Shape;2321;p30"/>
          <p:cNvSpPr/>
          <p:nvPr/>
        </p:nvSpPr>
        <p:spPr>
          <a:xfrm>
            <a:off x="8423991" y="626175"/>
            <a:ext cx="428508" cy="155543"/>
          </a:xfrm>
          <a:custGeom>
            <a:avLst/>
            <a:gdLst/>
            <a:ahLst/>
            <a:cxnLst/>
            <a:rect l="l" t="t" r="r" b="b"/>
            <a:pathLst>
              <a:path w="7269" h="2639" extrusionOk="0">
                <a:moveTo>
                  <a:pt x="3113" y="1"/>
                </a:moveTo>
                <a:cubicBezTo>
                  <a:pt x="2305" y="1"/>
                  <a:pt x="1615" y="497"/>
                  <a:pt x="1334" y="1192"/>
                </a:cubicBezTo>
                <a:cubicBezTo>
                  <a:pt x="1283" y="1185"/>
                  <a:pt x="1238" y="1185"/>
                  <a:pt x="1187" y="1185"/>
                </a:cubicBezTo>
                <a:cubicBezTo>
                  <a:pt x="534" y="1185"/>
                  <a:pt x="1" y="1712"/>
                  <a:pt x="1" y="2371"/>
                </a:cubicBezTo>
                <a:cubicBezTo>
                  <a:pt x="1" y="2460"/>
                  <a:pt x="15" y="2549"/>
                  <a:pt x="38" y="2638"/>
                </a:cubicBezTo>
                <a:lnTo>
                  <a:pt x="5876" y="2638"/>
                </a:lnTo>
                <a:cubicBezTo>
                  <a:pt x="5891" y="2624"/>
                  <a:pt x="5907" y="2615"/>
                  <a:pt x="5921" y="2601"/>
                </a:cubicBezTo>
                <a:cubicBezTo>
                  <a:pt x="5921" y="2615"/>
                  <a:pt x="5928" y="2624"/>
                  <a:pt x="5935" y="2638"/>
                </a:cubicBezTo>
                <a:lnTo>
                  <a:pt x="7217" y="2638"/>
                </a:lnTo>
                <a:cubicBezTo>
                  <a:pt x="7248" y="2556"/>
                  <a:pt x="7269" y="2467"/>
                  <a:pt x="7269" y="2371"/>
                </a:cubicBezTo>
                <a:cubicBezTo>
                  <a:pt x="7269" y="1986"/>
                  <a:pt x="6958" y="1674"/>
                  <a:pt x="6573" y="1674"/>
                </a:cubicBezTo>
                <a:cubicBezTo>
                  <a:pt x="6440" y="1674"/>
                  <a:pt x="6314" y="1712"/>
                  <a:pt x="6202" y="1779"/>
                </a:cubicBezTo>
                <a:cubicBezTo>
                  <a:pt x="6136" y="1335"/>
                  <a:pt x="5750" y="993"/>
                  <a:pt x="5291" y="993"/>
                </a:cubicBezTo>
                <a:cubicBezTo>
                  <a:pt x="5128" y="993"/>
                  <a:pt x="4980" y="1038"/>
                  <a:pt x="4854" y="1103"/>
                </a:cubicBezTo>
                <a:cubicBezTo>
                  <a:pt x="4543" y="453"/>
                  <a:pt x="3883" y="1"/>
                  <a:pt x="3113" y="1"/>
                </a:cubicBezTo>
                <a:close/>
              </a:path>
            </a:pathLst>
          </a:custGeom>
          <a:solidFill>
            <a:srgbClr val="A1E1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31"/>
          <p:cNvSpPr txBox="1">
            <a:spLocks noGrp="1"/>
          </p:cNvSpPr>
          <p:nvPr>
            <p:ph type="title"/>
          </p:nvPr>
        </p:nvSpPr>
        <p:spPr>
          <a:xfrm>
            <a:off x="713226" y="442163"/>
            <a:ext cx="48837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24" name="Google Shape;2324;p31"/>
          <p:cNvSpPr txBox="1">
            <a:spLocks noGrp="1"/>
          </p:cNvSpPr>
          <p:nvPr>
            <p:ph type="subTitle" idx="1"/>
          </p:nvPr>
        </p:nvSpPr>
        <p:spPr>
          <a:xfrm>
            <a:off x="713225" y="1575825"/>
            <a:ext cx="45900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5" name="Google Shape;2325;p31"/>
          <p:cNvSpPr txBox="1"/>
          <p:nvPr/>
        </p:nvSpPr>
        <p:spPr>
          <a:xfrm>
            <a:off x="754700" y="3206000"/>
            <a:ext cx="2257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Kumbh Sans"/>
                <a:ea typeface="Kumbh Sans"/>
                <a:cs typeface="Kumbh Sans"/>
                <a:sym typeface="Kumbh Sa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</a:t>
            </a:r>
            <a:endParaRPr sz="1200" b="1" u="sng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p32"/>
          <p:cNvSpPr/>
          <p:nvPr/>
        </p:nvSpPr>
        <p:spPr>
          <a:xfrm>
            <a:off x="7233675" y="4938650"/>
            <a:ext cx="2030700" cy="4617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28" name="Google Shape;2328;p32"/>
          <p:cNvGrpSpPr/>
          <p:nvPr/>
        </p:nvGrpSpPr>
        <p:grpSpPr>
          <a:xfrm>
            <a:off x="4382899" y="4938638"/>
            <a:ext cx="2749703" cy="122913"/>
            <a:chOff x="5024149" y="4918613"/>
            <a:chExt cx="2749703" cy="122913"/>
          </a:xfrm>
        </p:grpSpPr>
        <p:sp>
          <p:nvSpPr>
            <p:cNvPr id="2329" name="Google Shape;2329;p32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32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32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32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32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32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32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32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32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32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32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32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32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32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32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32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32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32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32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32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32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32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32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32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32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32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32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32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32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32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9" name="Google Shape;2359;p32"/>
          <p:cNvGrpSpPr/>
          <p:nvPr/>
        </p:nvGrpSpPr>
        <p:grpSpPr>
          <a:xfrm>
            <a:off x="7513123" y="4476944"/>
            <a:ext cx="629337" cy="461701"/>
            <a:chOff x="4891675" y="2045050"/>
            <a:chExt cx="168200" cy="123400"/>
          </a:xfrm>
        </p:grpSpPr>
        <p:sp>
          <p:nvSpPr>
            <p:cNvPr id="2360" name="Google Shape;2360;p32"/>
            <p:cNvSpPr/>
            <p:nvPr/>
          </p:nvSpPr>
          <p:spPr>
            <a:xfrm>
              <a:off x="4949100" y="2045050"/>
              <a:ext cx="110775" cy="107675"/>
            </a:xfrm>
            <a:custGeom>
              <a:avLst/>
              <a:gdLst/>
              <a:ahLst/>
              <a:cxnLst/>
              <a:rect l="l" t="t" r="r" b="b"/>
              <a:pathLst>
                <a:path w="4431" h="4307" extrusionOk="0">
                  <a:moveTo>
                    <a:pt x="2149" y="0"/>
                  </a:moveTo>
                  <a:cubicBezTo>
                    <a:pt x="2071" y="0"/>
                    <a:pt x="1994" y="21"/>
                    <a:pt x="1927" y="61"/>
                  </a:cubicBezTo>
                  <a:cubicBezTo>
                    <a:pt x="1438" y="366"/>
                    <a:pt x="1" y="4306"/>
                    <a:pt x="2149" y="4306"/>
                  </a:cubicBezTo>
                  <a:cubicBezTo>
                    <a:pt x="4431" y="4306"/>
                    <a:pt x="2868" y="366"/>
                    <a:pt x="2371" y="61"/>
                  </a:cubicBezTo>
                  <a:cubicBezTo>
                    <a:pt x="2305" y="21"/>
                    <a:pt x="2227" y="0"/>
                    <a:pt x="2149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32"/>
            <p:cNvSpPr/>
            <p:nvPr/>
          </p:nvSpPr>
          <p:spPr>
            <a:xfrm>
              <a:off x="4949100" y="2046550"/>
              <a:ext cx="53750" cy="106175"/>
            </a:xfrm>
            <a:custGeom>
              <a:avLst/>
              <a:gdLst/>
              <a:ahLst/>
              <a:cxnLst/>
              <a:rect l="l" t="t" r="r" b="b"/>
              <a:pathLst>
                <a:path w="2150" h="4247" extrusionOk="0">
                  <a:moveTo>
                    <a:pt x="1930" y="0"/>
                  </a:moveTo>
                  <a:lnTo>
                    <a:pt x="1930" y="0"/>
                  </a:lnTo>
                  <a:cubicBezTo>
                    <a:pt x="1929" y="0"/>
                    <a:pt x="1928" y="1"/>
                    <a:pt x="1927" y="1"/>
                  </a:cubicBezTo>
                  <a:cubicBezTo>
                    <a:pt x="1438" y="306"/>
                    <a:pt x="1" y="4246"/>
                    <a:pt x="2149" y="4246"/>
                  </a:cubicBezTo>
                  <a:cubicBezTo>
                    <a:pt x="2149" y="4246"/>
                    <a:pt x="1609" y="4202"/>
                    <a:pt x="1578" y="2662"/>
                  </a:cubicBezTo>
                  <a:cubicBezTo>
                    <a:pt x="1542" y="1142"/>
                    <a:pt x="1985" y="0"/>
                    <a:pt x="1930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32"/>
            <p:cNvSpPr/>
            <p:nvPr/>
          </p:nvSpPr>
          <p:spPr>
            <a:xfrm>
              <a:off x="5001125" y="2093950"/>
              <a:ext cx="7800" cy="74500"/>
            </a:xfrm>
            <a:custGeom>
              <a:avLst/>
              <a:gdLst/>
              <a:ahLst/>
              <a:cxnLst/>
              <a:rect l="l" t="t" r="r" b="b"/>
              <a:pathLst>
                <a:path w="312" h="2980" extrusionOk="0">
                  <a:moveTo>
                    <a:pt x="159" y="1"/>
                  </a:moveTo>
                  <a:cubicBezTo>
                    <a:pt x="158" y="1"/>
                    <a:pt x="157" y="5"/>
                    <a:pt x="157" y="17"/>
                  </a:cubicBezTo>
                  <a:lnTo>
                    <a:pt x="1" y="2980"/>
                  </a:lnTo>
                  <a:lnTo>
                    <a:pt x="312" y="2980"/>
                  </a:lnTo>
                  <a:cubicBezTo>
                    <a:pt x="305" y="1714"/>
                    <a:pt x="187" y="17"/>
                    <a:pt x="164" y="17"/>
                  </a:cubicBezTo>
                  <a:cubicBezTo>
                    <a:pt x="164" y="17"/>
                    <a:pt x="161" y="1"/>
                    <a:pt x="15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32"/>
            <p:cNvSpPr/>
            <p:nvPr/>
          </p:nvSpPr>
          <p:spPr>
            <a:xfrm>
              <a:off x="4984100" y="2120275"/>
              <a:ext cx="20975" cy="17075"/>
            </a:xfrm>
            <a:custGeom>
              <a:avLst/>
              <a:gdLst/>
              <a:ahLst/>
              <a:cxnLst/>
              <a:rect l="l" t="t" r="r" b="b"/>
              <a:pathLst>
                <a:path w="839" h="683" extrusionOk="0">
                  <a:moveTo>
                    <a:pt x="0" y="1"/>
                  </a:moveTo>
                  <a:lnTo>
                    <a:pt x="0" y="1"/>
                  </a:lnTo>
                  <a:cubicBezTo>
                    <a:pt x="404" y="662"/>
                    <a:pt x="782" y="682"/>
                    <a:pt x="826" y="682"/>
                  </a:cubicBezTo>
                  <a:cubicBezTo>
                    <a:pt x="829" y="682"/>
                    <a:pt x="831" y="682"/>
                    <a:pt x="831" y="682"/>
                  </a:cubicBezTo>
                  <a:lnTo>
                    <a:pt x="838" y="586"/>
                  </a:lnTo>
                  <a:lnTo>
                    <a:pt x="838" y="586"/>
                  </a:lnTo>
                  <a:cubicBezTo>
                    <a:pt x="838" y="586"/>
                    <a:pt x="830" y="592"/>
                    <a:pt x="807" y="592"/>
                  </a:cubicBezTo>
                  <a:cubicBezTo>
                    <a:pt x="757" y="592"/>
                    <a:pt x="639" y="564"/>
                    <a:pt x="386" y="387"/>
                  </a:cubicBezTo>
                  <a:cubicBezTo>
                    <a:pt x="164" y="230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32"/>
            <p:cNvSpPr/>
            <p:nvPr/>
          </p:nvSpPr>
          <p:spPr>
            <a:xfrm>
              <a:off x="5005050" y="2115675"/>
              <a:ext cx="17975" cy="14475"/>
            </a:xfrm>
            <a:custGeom>
              <a:avLst/>
              <a:gdLst/>
              <a:ahLst/>
              <a:cxnLst/>
              <a:rect l="l" t="t" r="r" b="b"/>
              <a:pathLst>
                <a:path w="719" h="579" extrusionOk="0">
                  <a:moveTo>
                    <a:pt x="719" y="0"/>
                  </a:moveTo>
                  <a:lnTo>
                    <a:pt x="719" y="0"/>
                  </a:lnTo>
                  <a:cubicBezTo>
                    <a:pt x="718" y="0"/>
                    <a:pt x="578" y="192"/>
                    <a:pt x="393" y="325"/>
                  </a:cubicBezTo>
                  <a:cubicBezTo>
                    <a:pt x="185" y="471"/>
                    <a:pt x="81" y="496"/>
                    <a:pt x="34" y="496"/>
                  </a:cubicBezTo>
                  <a:cubicBezTo>
                    <a:pt x="9" y="496"/>
                    <a:pt x="0" y="489"/>
                    <a:pt x="0" y="489"/>
                  </a:cubicBezTo>
                  <a:lnTo>
                    <a:pt x="0" y="489"/>
                  </a:lnTo>
                  <a:lnTo>
                    <a:pt x="7" y="578"/>
                  </a:lnTo>
                  <a:cubicBezTo>
                    <a:pt x="7" y="578"/>
                    <a:pt x="8" y="578"/>
                    <a:pt x="9" y="578"/>
                  </a:cubicBezTo>
                  <a:cubicBezTo>
                    <a:pt x="39" y="578"/>
                    <a:pt x="366" y="565"/>
                    <a:pt x="719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32"/>
            <p:cNvSpPr/>
            <p:nvPr/>
          </p:nvSpPr>
          <p:spPr>
            <a:xfrm>
              <a:off x="4990600" y="2105300"/>
              <a:ext cx="14475" cy="11675"/>
            </a:xfrm>
            <a:custGeom>
              <a:avLst/>
              <a:gdLst/>
              <a:ahLst/>
              <a:cxnLst/>
              <a:rect l="l" t="t" r="r" b="b"/>
              <a:pathLst>
                <a:path w="579" h="467" extrusionOk="0">
                  <a:moveTo>
                    <a:pt x="0" y="1"/>
                  </a:moveTo>
                  <a:lnTo>
                    <a:pt x="0" y="1"/>
                  </a:lnTo>
                  <a:cubicBezTo>
                    <a:pt x="295" y="460"/>
                    <a:pt x="562" y="467"/>
                    <a:pt x="577" y="467"/>
                  </a:cubicBezTo>
                  <a:cubicBezTo>
                    <a:pt x="578" y="467"/>
                    <a:pt x="578" y="467"/>
                    <a:pt x="578" y="467"/>
                  </a:cubicBezTo>
                  <a:lnTo>
                    <a:pt x="578" y="392"/>
                  </a:lnTo>
                  <a:cubicBezTo>
                    <a:pt x="578" y="392"/>
                    <a:pt x="572" y="397"/>
                    <a:pt x="555" y="397"/>
                  </a:cubicBezTo>
                  <a:cubicBezTo>
                    <a:pt x="521" y="397"/>
                    <a:pt x="440" y="377"/>
                    <a:pt x="267" y="259"/>
                  </a:cubicBezTo>
                  <a:cubicBezTo>
                    <a:pt x="119" y="155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32"/>
            <p:cNvSpPr/>
            <p:nvPr/>
          </p:nvSpPr>
          <p:spPr>
            <a:xfrm>
              <a:off x="4891675" y="2046750"/>
              <a:ext cx="64475" cy="81525"/>
            </a:xfrm>
            <a:custGeom>
              <a:avLst/>
              <a:gdLst/>
              <a:ahLst/>
              <a:cxnLst/>
              <a:rect l="l" t="t" r="r" b="b"/>
              <a:pathLst>
                <a:path w="2579" h="3261" extrusionOk="0">
                  <a:moveTo>
                    <a:pt x="1290" y="1"/>
                  </a:moveTo>
                  <a:cubicBezTo>
                    <a:pt x="726" y="1"/>
                    <a:pt x="274" y="452"/>
                    <a:pt x="274" y="1016"/>
                  </a:cubicBezTo>
                  <a:cubicBezTo>
                    <a:pt x="274" y="1068"/>
                    <a:pt x="281" y="1112"/>
                    <a:pt x="281" y="1157"/>
                  </a:cubicBezTo>
                  <a:cubicBezTo>
                    <a:pt x="103" y="1379"/>
                    <a:pt x="0" y="1660"/>
                    <a:pt x="0" y="1964"/>
                  </a:cubicBezTo>
                  <a:cubicBezTo>
                    <a:pt x="0" y="2682"/>
                    <a:pt x="578" y="3260"/>
                    <a:pt x="1290" y="3260"/>
                  </a:cubicBezTo>
                  <a:cubicBezTo>
                    <a:pt x="2001" y="3260"/>
                    <a:pt x="2579" y="2682"/>
                    <a:pt x="2579" y="1964"/>
                  </a:cubicBezTo>
                  <a:cubicBezTo>
                    <a:pt x="2579" y="1660"/>
                    <a:pt x="2476" y="1379"/>
                    <a:pt x="2298" y="1157"/>
                  </a:cubicBezTo>
                  <a:cubicBezTo>
                    <a:pt x="2305" y="1112"/>
                    <a:pt x="2305" y="1068"/>
                    <a:pt x="2305" y="1016"/>
                  </a:cubicBezTo>
                  <a:cubicBezTo>
                    <a:pt x="2305" y="452"/>
                    <a:pt x="1853" y="1"/>
                    <a:pt x="1290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32"/>
            <p:cNvSpPr/>
            <p:nvPr/>
          </p:nvSpPr>
          <p:spPr>
            <a:xfrm>
              <a:off x="4923900" y="2071625"/>
              <a:ext cx="3000" cy="96825"/>
            </a:xfrm>
            <a:custGeom>
              <a:avLst/>
              <a:gdLst/>
              <a:ahLst/>
              <a:cxnLst/>
              <a:rect l="l" t="t" r="r" b="b"/>
              <a:pathLst>
                <a:path w="120" h="3873" extrusionOk="0">
                  <a:moveTo>
                    <a:pt x="54" y="0"/>
                  </a:moveTo>
                  <a:cubicBezTo>
                    <a:pt x="53" y="0"/>
                    <a:pt x="52" y="4"/>
                    <a:pt x="52" y="14"/>
                  </a:cubicBezTo>
                  <a:lnTo>
                    <a:pt x="1" y="3821"/>
                  </a:lnTo>
                  <a:cubicBezTo>
                    <a:pt x="1" y="3852"/>
                    <a:pt x="22" y="3873"/>
                    <a:pt x="52" y="3873"/>
                  </a:cubicBezTo>
                  <a:lnTo>
                    <a:pt x="59" y="3873"/>
                  </a:lnTo>
                  <a:cubicBezTo>
                    <a:pt x="89" y="3873"/>
                    <a:pt x="120" y="3852"/>
                    <a:pt x="120" y="3821"/>
                  </a:cubicBezTo>
                  <a:cubicBezTo>
                    <a:pt x="120" y="3821"/>
                    <a:pt x="89" y="14"/>
                    <a:pt x="59" y="14"/>
                  </a:cubicBezTo>
                  <a:cubicBezTo>
                    <a:pt x="59" y="14"/>
                    <a:pt x="56" y="0"/>
                    <a:pt x="54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32"/>
            <p:cNvSpPr/>
            <p:nvPr/>
          </p:nvSpPr>
          <p:spPr>
            <a:xfrm>
              <a:off x="4907050" y="2095075"/>
              <a:ext cx="18350" cy="15050"/>
            </a:xfrm>
            <a:custGeom>
              <a:avLst/>
              <a:gdLst/>
              <a:ahLst/>
              <a:cxnLst/>
              <a:rect l="l" t="t" r="r" b="b"/>
              <a:pathLst>
                <a:path w="734" h="602" extrusionOk="0">
                  <a:moveTo>
                    <a:pt x="1" y="1"/>
                  </a:moveTo>
                  <a:lnTo>
                    <a:pt x="1" y="1"/>
                  </a:lnTo>
                  <a:cubicBezTo>
                    <a:pt x="353" y="583"/>
                    <a:pt x="681" y="602"/>
                    <a:pt x="722" y="602"/>
                  </a:cubicBezTo>
                  <a:cubicBezTo>
                    <a:pt x="725" y="602"/>
                    <a:pt x="726" y="602"/>
                    <a:pt x="726" y="602"/>
                  </a:cubicBezTo>
                  <a:lnTo>
                    <a:pt x="733" y="513"/>
                  </a:lnTo>
                  <a:lnTo>
                    <a:pt x="733" y="513"/>
                  </a:lnTo>
                  <a:cubicBezTo>
                    <a:pt x="733" y="513"/>
                    <a:pt x="724" y="520"/>
                    <a:pt x="699" y="520"/>
                  </a:cubicBezTo>
                  <a:cubicBezTo>
                    <a:pt x="651" y="520"/>
                    <a:pt x="544" y="494"/>
                    <a:pt x="333" y="342"/>
                  </a:cubicBezTo>
                  <a:cubicBezTo>
                    <a:pt x="141" y="20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32"/>
            <p:cNvSpPr/>
            <p:nvPr/>
          </p:nvSpPr>
          <p:spPr>
            <a:xfrm>
              <a:off x="4925375" y="2090850"/>
              <a:ext cx="15575" cy="12800"/>
            </a:xfrm>
            <a:custGeom>
              <a:avLst/>
              <a:gdLst/>
              <a:ahLst/>
              <a:cxnLst/>
              <a:rect l="l" t="t" r="r" b="b"/>
              <a:pathLst>
                <a:path w="623" h="512" extrusionOk="0">
                  <a:moveTo>
                    <a:pt x="623" y="1"/>
                  </a:moveTo>
                  <a:cubicBezTo>
                    <a:pt x="622" y="1"/>
                    <a:pt x="496" y="179"/>
                    <a:pt x="335" y="289"/>
                  </a:cubicBezTo>
                  <a:cubicBezTo>
                    <a:pt x="156" y="420"/>
                    <a:pt x="68" y="443"/>
                    <a:pt x="28" y="443"/>
                  </a:cubicBezTo>
                  <a:cubicBezTo>
                    <a:pt x="7" y="443"/>
                    <a:pt x="0" y="436"/>
                    <a:pt x="0" y="436"/>
                  </a:cubicBezTo>
                  <a:lnTo>
                    <a:pt x="0" y="511"/>
                  </a:lnTo>
                  <a:cubicBezTo>
                    <a:pt x="0" y="511"/>
                    <a:pt x="1" y="511"/>
                    <a:pt x="3" y="511"/>
                  </a:cubicBezTo>
                  <a:cubicBezTo>
                    <a:pt x="31" y="511"/>
                    <a:pt x="314" y="498"/>
                    <a:pt x="623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32"/>
            <p:cNvSpPr/>
            <p:nvPr/>
          </p:nvSpPr>
          <p:spPr>
            <a:xfrm>
              <a:off x="4912775" y="2081750"/>
              <a:ext cx="12625" cy="10250"/>
            </a:xfrm>
            <a:custGeom>
              <a:avLst/>
              <a:gdLst/>
              <a:ahLst/>
              <a:cxnLst/>
              <a:rect l="l" t="t" r="r" b="b"/>
              <a:pathLst>
                <a:path w="505" h="410" extrusionOk="0">
                  <a:moveTo>
                    <a:pt x="1" y="0"/>
                  </a:moveTo>
                  <a:lnTo>
                    <a:pt x="1" y="0"/>
                  </a:lnTo>
                  <a:cubicBezTo>
                    <a:pt x="244" y="397"/>
                    <a:pt x="467" y="409"/>
                    <a:pt x="494" y="409"/>
                  </a:cubicBezTo>
                  <a:cubicBezTo>
                    <a:pt x="496" y="409"/>
                    <a:pt x="497" y="409"/>
                    <a:pt x="497" y="409"/>
                  </a:cubicBezTo>
                  <a:lnTo>
                    <a:pt x="504" y="349"/>
                  </a:lnTo>
                  <a:lnTo>
                    <a:pt x="504" y="349"/>
                  </a:lnTo>
                  <a:cubicBezTo>
                    <a:pt x="504" y="349"/>
                    <a:pt x="498" y="354"/>
                    <a:pt x="479" y="354"/>
                  </a:cubicBezTo>
                  <a:cubicBezTo>
                    <a:pt x="446" y="354"/>
                    <a:pt x="374" y="336"/>
                    <a:pt x="230" y="231"/>
                  </a:cubicBezTo>
                  <a:cubicBezTo>
                    <a:pt x="97" y="143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1" name="Google Shape;2371;p32"/>
          <p:cNvSpPr/>
          <p:nvPr/>
        </p:nvSpPr>
        <p:spPr>
          <a:xfrm>
            <a:off x="8081200" y="4775225"/>
            <a:ext cx="628785" cy="171475"/>
          </a:xfrm>
          <a:custGeom>
            <a:avLst/>
            <a:gdLst/>
            <a:ahLst/>
            <a:cxnLst/>
            <a:rect l="l" t="t" r="r" b="b"/>
            <a:pathLst>
              <a:path w="9560" h="2607" extrusionOk="0">
                <a:moveTo>
                  <a:pt x="6988" y="1"/>
                </a:moveTo>
                <a:cubicBezTo>
                  <a:pt x="6936" y="1"/>
                  <a:pt x="6884" y="17"/>
                  <a:pt x="6840" y="51"/>
                </a:cubicBezTo>
                <a:cubicBezTo>
                  <a:pt x="6758" y="110"/>
                  <a:pt x="6639" y="370"/>
                  <a:pt x="6522" y="718"/>
                </a:cubicBezTo>
                <a:cubicBezTo>
                  <a:pt x="6461" y="592"/>
                  <a:pt x="6403" y="503"/>
                  <a:pt x="6358" y="466"/>
                </a:cubicBezTo>
                <a:cubicBezTo>
                  <a:pt x="6314" y="432"/>
                  <a:pt x="6262" y="415"/>
                  <a:pt x="6210" y="415"/>
                </a:cubicBezTo>
                <a:cubicBezTo>
                  <a:pt x="6158" y="415"/>
                  <a:pt x="6106" y="432"/>
                  <a:pt x="6061" y="466"/>
                </a:cubicBezTo>
                <a:cubicBezTo>
                  <a:pt x="5965" y="547"/>
                  <a:pt x="5810" y="896"/>
                  <a:pt x="5677" y="1355"/>
                </a:cubicBezTo>
                <a:cubicBezTo>
                  <a:pt x="5640" y="1303"/>
                  <a:pt x="5609" y="1266"/>
                  <a:pt x="5581" y="1252"/>
                </a:cubicBezTo>
                <a:cubicBezTo>
                  <a:pt x="5536" y="1225"/>
                  <a:pt x="5484" y="1212"/>
                  <a:pt x="5432" y="1212"/>
                </a:cubicBezTo>
                <a:cubicBezTo>
                  <a:pt x="5380" y="1212"/>
                  <a:pt x="5328" y="1225"/>
                  <a:pt x="5284" y="1252"/>
                </a:cubicBezTo>
                <a:cubicBezTo>
                  <a:pt x="5209" y="1296"/>
                  <a:pt x="5106" y="1474"/>
                  <a:pt x="5003" y="1710"/>
                </a:cubicBezTo>
                <a:cubicBezTo>
                  <a:pt x="4928" y="1570"/>
                  <a:pt x="4854" y="1474"/>
                  <a:pt x="4802" y="1444"/>
                </a:cubicBezTo>
                <a:cubicBezTo>
                  <a:pt x="4758" y="1414"/>
                  <a:pt x="4706" y="1400"/>
                  <a:pt x="4653" y="1400"/>
                </a:cubicBezTo>
                <a:cubicBezTo>
                  <a:pt x="4601" y="1400"/>
                  <a:pt x="4549" y="1414"/>
                  <a:pt x="4505" y="1444"/>
                </a:cubicBezTo>
                <a:cubicBezTo>
                  <a:pt x="4402" y="1509"/>
                  <a:pt x="4217" y="1865"/>
                  <a:pt x="4076" y="2295"/>
                </a:cubicBezTo>
                <a:cubicBezTo>
                  <a:pt x="4039" y="2237"/>
                  <a:pt x="4009" y="2199"/>
                  <a:pt x="3987" y="2176"/>
                </a:cubicBezTo>
                <a:cubicBezTo>
                  <a:pt x="3957" y="2159"/>
                  <a:pt x="3922" y="2150"/>
                  <a:pt x="3887" y="2150"/>
                </a:cubicBezTo>
                <a:cubicBezTo>
                  <a:pt x="3852" y="2150"/>
                  <a:pt x="3817" y="2159"/>
                  <a:pt x="3787" y="2176"/>
                </a:cubicBezTo>
                <a:cubicBezTo>
                  <a:pt x="3749" y="2199"/>
                  <a:pt x="3714" y="2265"/>
                  <a:pt x="3669" y="2347"/>
                </a:cubicBezTo>
                <a:cubicBezTo>
                  <a:pt x="3616" y="1814"/>
                  <a:pt x="3358" y="1214"/>
                  <a:pt x="3239" y="1132"/>
                </a:cubicBezTo>
                <a:cubicBezTo>
                  <a:pt x="3209" y="1110"/>
                  <a:pt x="3174" y="1099"/>
                  <a:pt x="3139" y="1099"/>
                </a:cubicBezTo>
                <a:cubicBezTo>
                  <a:pt x="3104" y="1099"/>
                  <a:pt x="3068" y="1110"/>
                  <a:pt x="3038" y="1132"/>
                </a:cubicBezTo>
                <a:cubicBezTo>
                  <a:pt x="2972" y="1177"/>
                  <a:pt x="2869" y="1392"/>
                  <a:pt x="2780" y="1659"/>
                </a:cubicBezTo>
                <a:cubicBezTo>
                  <a:pt x="2623" y="1044"/>
                  <a:pt x="2364" y="496"/>
                  <a:pt x="2223" y="398"/>
                </a:cubicBezTo>
                <a:cubicBezTo>
                  <a:pt x="2175" y="365"/>
                  <a:pt x="2120" y="349"/>
                  <a:pt x="2065" y="349"/>
                </a:cubicBezTo>
                <a:cubicBezTo>
                  <a:pt x="2010" y="349"/>
                  <a:pt x="1957" y="365"/>
                  <a:pt x="1912" y="398"/>
                </a:cubicBezTo>
                <a:cubicBezTo>
                  <a:pt x="1779" y="487"/>
                  <a:pt x="1556" y="962"/>
                  <a:pt x="1409" y="1533"/>
                </a:cubicBezTo>
                <a:cubicBezTo>
                  <a:pt x="1409" y="1525"/>
                  <a:pt x="1402" y="1525"/>
                  <a:pt x="1402" y="1525"/>
                </a:cubicBezTo>
                <a:cubicBezTo>
                  <a:pt x="1353" y="1495"/>
                  <a:pt x="1297" y="1480"/>
                  <a:pt x="1242" y="1480"/>
                </a:cubicBezTo>
                <a:cubicBezTo>
                  <a:pt x="1186" y="1480"/>
                  <a:pt x="1131" y="1495"/>
                  <a:pt x="1082" y="1525"/>
                </a:cubicBezTo>
                <a:cubicBezTo>
                  <a:pt x="957" y="1591"/>
                  <a:pt x="749" y="1954"/>
                  <a:pt x="601" y="2392"/>
                </a:cubicBezTo>
                <a:cubicBezTo>
                  <a:pt x="548" y="2288"/>
                  <a:pt x="497" y="2214"/>
                  <a:pt x="459" y="2185"/>
                </a:cubicBezTo>
                <a:cubicBezTo>
                  <a:pt x="426" y="2163"/>
                  <a:pt x="386" y="2152"/>
                  <a:pt x="345" y="2152"/>
                </a:cubicBezTo>
                <a:cubicBezTo>
                  <a:pt x="304" y="2152"/>
                  <a:pt x="264" y="2163"/>
                  <a:pt x="230" y="2185"/>
                </a:cubicBezTo>
                <a:cubicBezTo>
                  <a:pt x="171" y="2230"/>
                  <a:pt x="82" y="2384"/>
                  <a:pt x="0" y="2607"/>
                </a:cubicBezTo>
                <a:lnTo>
                  <a:pt x="9559" y="2607"/>
                </a:lnTo>
                <a:lnTo>
                  <a:pt x="9559" y="1954"/>
                </a:lnTo>
                <a:cubicBezTo>
                  <a:pt x="9419" y="1465"/>
                  <a:pt x="9241" y="1074"/>
                  <a:pt x="9138" y="992"/>
                </a:cubicBezTo>
                <a:cubicBezTo>
                  <a:pt x="9093" y="958"/>
                  <a:pt x="9041" y="941"/>
                  <a:pt x="8989" y="941"/>
                </a:cubicBezTo>
                <a:cubicBezTo>
                  <a:pt x="8937" y="941"/>
                  <a:pt x="8885" y="958"/>
                  <a:pt x="8841" y="992"/>
                </a:cubicBezTo>
                <a:cubicBezTo>
                  <a:pt x="8752" y="1058"/>
                  <a:pt x="8618" y="1341"/>
                  <a:pt x="8499" y="1710"/>
                </a:cubicBezTo>
                <a:cubicBezTo>
                  <a:pt x="8441" y="1570"/>
                  <a:pt x="8382" y="1474"/>
                  <a:pt x="8337" y="1444"/>
                </a:cubicBezTo>
                <a:cubicBezTo>
                  <a:pt x="8300" y="1414"/>
                  <a:pt x="8256" y="1400"/>
                  <a:pt x="8211" y="1400"/>
                </a:cubicBezTo>
                <a:cubicBezTo>
                  <a:pt x="8167" y="1400"/>
                  <a:pt x="8122" y="1414"/>
                  <a:pt x="8085" y="1444"/>
                </a:cubicBezTo>
                <a:cubicBezTo>
                  <a:pt x="8055" y="1465"/>
                  <a:pt x="8026" y="1509"/>
                  <a:pt x="7989" y="1577"/>
                </a:cubicBezTo>
                <a:cubicBezTo>
                  <a:pt x="7877" y="1273"/>
                  <a:pt x="7759" y="1051"/>
                  <a:pt x="7685" y="992"/>
                </a:cubicBezTo>
                <a:cubicBezTo>
                  <a:pt x="7647" y="962"/>
                  <a:pt x="7596" y="947"/>
                  <a:pt x="7544" y="947"/>
                </a:cubicBezTo>
                <a:cubicBezTo>
                  <a:pt x="7411" y="487"/>
                  <a:pt x="7240" y="124"/>
                  <a:pt x="7137" y="51"/>
                </a:cubicBezTo>
                <a:cubicBezTo>
                  <a:pt x="7093" y="17"/>
                  <a:pt x="7041" y="1"/>
                  <a:pt x="6988" y="1"/>
                </a:cubicBezTo>
                <a:close/>
              </a:path>
            </a:pathLst>
          </a:custGeom>
          <a:solidFill>
            <a:srgbClr val="8AC9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72" name="Google Shape;2372;p32"/>
          <p:cNvGrpSpPr/>
          <p:nvPr/>
        </p:nvGrpSpPr>
        <p:grpSpPr>
          <a:xfrm>
            <a:off x="8040197" y="4366034"/>
            <a:ext cx="280222" cy="572731"/>
            <a:chOff x="684763" y="4011150"/>
            <a:chExt cx="453875" cy="927500"/>
          </a:xfrm>
        </p:grpSpPr>
        <p:sp>
          <p:nvSpPr>
            <p:cNvPr id="2373" name="Google Shape;2373;p32"/>
            <p:cNvSpPr/>
            <p:nvPr/>
          </p:nvSpPr>
          <p:spPr>
            <a:xfrm>
              <a:off x="900663" y="4285675"/>
              <a:ext cx="44150" cy="652975"/>
            </a:xfrm>
            <a:custGeom>
              <a:avLst/>
              <a:gdLst/>
              <a:ahLst/>
              <a:cxnLst/>
              <a:rect l="l" t="t" r="r" b="b"/>
              <a:pathLst>
                <a:path w="1766" h="26119" extrusionOk="0">
                  <a:moveTo>
                    <a:pt x="217" y="0"/>
                  </a:moveTo>
                  <a:lnTo>
                    <a:pt x="0" y="26118"/>
                  </a:lnTo>
                  <a:lnTo>
                    <a:pt x="1765" y="26118"/>
                  </a:lnTo>
                  <a:lnTo>
                    <a:pt x="1298" y="91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32"/>
            <p:cNvSpPr/>
            <p:nvPr/>
          </p:nvSpPr>
          <p:spPr>
            <a:xfrm>
              <a:off x="913313" y="4011150"/>
              <a:ext cx="53125" cy="254200"/>
            </a:xfrm>
            <a:custGeom>
              <a:avLst/>
              <a:gdLst/>
              <a:ahLst/>
              <a:cxnLst/>
              <a:rect l="l" t="t" r="r" b="b"/>
              <a:pathLst>
                <a:path w="2125" h="10168" extrusionOk="0">
                  <a:moveTo>
                    <a:pt x="1008" y="1"/>
                  </a:moveTo>
                  <a:lnTo>
                    <a:pt x="0" y="9899"/>
                  </a:lnTo>
                  <a:lnTo>
                    <a:pt x="740" y="10168"/>
                  </a:lnTo>
                  <a:lnTo>
                    <a:pt x="2125" y="8710"/>
                  </a:lnTo>
                  <a:lnTo>
                    <a:pt x="1532" y="416"/>
                  </a:lnTo>
                  <a:lnTo>
                    <a:pt x="10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32"/>
            <p:cNvSpPr/>
            <p:nvPr/>
          </p:nvSpPr>
          <p:spPr>
            <a:xfrm>
              <a:off x="920438" y="4275725"/>
              <a:ext cx="218200" cy="150150"/>
            </a:xfrm>
            <a:custGeom>
              <a:avLst/>
              <a:gdLst/>
              <a:ahLst/>
              <a:cxnLst/>
              <a:rect l="l" t="t" r="r" b="b"/>
              <a:pathLst>
                <a:path w="8728" h="6006" extrusionOk="0">
                  <a:moveTo>
                    <a:pt x="598" y="0"/>
                  </a:moveTo>
                  <a:lnTo>
                    <a:pt x="1" y="506"/>
                  </a:lnTo>
                  <a:lnTo>
                    <a:pt x="598" y="2453"/>
                  </a:lnTo>
                  <a:lnTo>
                    <a:pt x="8113" y="6005"/>
                  </a:lnTo>
                  <a:lnTo>
                    <a:pt x="8727" y="5750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32"/>
            <p:cNvSpPr/>
            <p:nvPr/>
          </p:nvSpPr>
          <p:spPr>
            <a:xfrm>
              <a:off x="684763" y="4256350"/>
              <a:ext cx="222725" cy="140625"/>
            </a:xfrm>
            <a:custGeom>
              <a:avLst/>
              <a:gdLst/>
              <a:ahLst/>
              <a:cxnLst/>
              <a:rect l="l" t="t" r="r" b="b"/>
              <a:pathLst>
                <a:path w="8909" h="5625" extrusionOk="0">
                  <a:moveTo>
                    <a:pt x="6746" y="1"/>
                  </a:moveTo>
                  <a:lnTo>
                    <a:pt x="74" y="4959"/>
                  </a:lnTo>
                  <a:lnTo>
                    <a:pt x="1" y="5625"/>
                  </a:lnTo>
                  <a:lnTo>
                    <a:pt x="8909" y="1173"/>
                  </a:lnTo>
                  <a:lnTo>
                    <a:pt x="8727" y="377"/>
                  </a:lnTo>
                  <a:lnTo>
                    <a:pt x="67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32"/>
            <p:cNvSpPr/>
            <p:nvPr/>
          </p:nvSpPr>
          <p:spPr>
            <a:xfrm>
              <a:off x="888013" y="4245000"/>
              <a:ext cx="61350" cy="58400"/>
            </a:xfrm>
            <a:custGeom>
              <a:avLst/>
              <a:gdLst/>
              <a:ahLst/>
              <a:cxnLst/>
              <a:rect l="l" t="t" r="r" b="b"/>
              <a:pathLst>
                <a:path w="2454" h="2336" extrusionOk="0">
                  <a:moveTo>
                    <a:pt x="1223" y="0"/>
                  </a:moveTo>
                  <a:cubicBezTo>
                    <a:pt x="1189" y="0"/>
                    <a:pt x="1155" y="2"/>
                    <a:pt x="1121" y="5"/>
                  </a:cubicBezTo>
                  <a:cubicBezTo>
                    <a:pt x="472" y="74"/>
                    <a:pt x="0" y="654"/>
                    <a:pt x="74" y="1285"/>
                  </a:cubicBezTo>
                  <a:cubicBezTo>
                    <a:pt x="142" y="1889"/>
                    <a:pt x="630" y="2336"/>
                    <a:pt x="1220" y="2336"/>
                  </a:cubicBezTo>
                  <a:cubicBezTo>
                    <a:pt x="1264" y="2336"/>
                    <a:pt x="1309" y="2333"/>
                    <a:pt x="1354" y="2328"/>
                  </a:cubicBezTo>
                  <a:cubicBezTo>
                    <a:pt x="1986" y="2259"/>
                    <a:pt x="2453" y="1696"/>
                    <a:pt x="2401" y="1047"/>
                  </a:cubicBezTo>
                  <a:cubicBezTo>
                    <a:pt x="2332" y="454"/>
                    <a:pt x="1813" y="0"/>
                    <a:pt x="1223" y="0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8" name="Google Shape;2378;p32"/>
          <p:cNvGrpSpPr/>
          <p:nvPr/>
        </p:nvGrpSpPr>
        <p:grpSpPr>
          <a:xfrm>
            <a:off x="8384604" y="4366034"/>
            <a:ext cx="280222" cy="572731"/>
            <a:chOff x="684763" y="4011150"/>
            <a:chExt cx="453875" cy="927500"/>
          </a:xfrm>
        </p:grpSpPr>
        <p:sp>
          <p:nvSpPr>
            <p:cNvPr id="2379" name="Google Shape;2379;p32"/>
            <p:cNvSpPr/>
            <p:nvPr/>
          </p:nvSpPr>
          <p:spPr>
            <a:xfrm>
              <a:off x="900663" y="4285675"/>
              <a:ext cx="44150" cy="652975"/>
            </a:xfrm>
            <a:custGeom>
              <a:avLst/>
              <a:gdLst/>
              <a:ahLst/>
              <a:cxnLst/>
              <a:rect l="l" t="t" r="r" b="b"/>
              <a:pathLst>
                <a:path w="1766" h="26119" extrusionOk="0">
                  <a:moveTo>
                    <a:pt x="217" y="0"/>
                  </a:moveTo>
                  <a:lnTo>
                    <a:pt x="0" y="26118"/>
                  </a:lnTo>
                  <a:lnTo>
                    <a:pt x="1765" y="26118"/>
                  </a:lnTo>
                  <a:lnTo>
                    <a:pt x="1298" y="91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32"/>
            <p:cNvSpPr/>
            <p:nvPr/>
          </p:nvSpPr>
          <p:spPr>
            <a:xfrm>
              <a:off x="913313" y="4011150"/>
              <a:ext cx="53125" cy="254200"/>
            </a:xfrm>
            <a:custGeom>
              <a:avLst/>
              <a:gdLst/>
              <a:ahLst/>
              <a:cxnLst/>
              <a:rect l="l" t="t" r="r" b="b"/>
              <a:pathLst>
                <a:path w="2125" h="10168" extrusionOk="0">
                  <a:moveTo>
                    <a:pt x="1008" y="1"/>
                  </a:moveTo>
                  <a:lnTo>
                    <a:pt x="0" y="9899"/>
                  </a:lnTo>
                  <a:lnTo>
                    <a:pt x="740" y="10168"/>
                  </a:lnTo>
                  <a:lnTo>
                    <a:pt x="2125" y="8710"/>
                  </a:lnTo>
                  <a:lnTo>
                    <a:pt x="1532" y="416"/>
                  </a:lnTo>
                  <a:lnTo>
                    <a:pt x="10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32"/>
            <p:cNvSpPr/>
            <p:nvPr/>
          </p:nvSpPr>
          <p:spPr>
            <a:xfrm>
              <a:off x="920438" y="4275725"/>
              <a:ext cx="218200" cy="150150"/>
            </a:xfrm>
            <a:custGeom>
              <a:avLst/>
              <a:gdLst/>
              <a:ahLst/>
              <a:cxnLst/>
              <a:rect l="l" t="t" r="r" b="b"/>
              <a:pathLst>
                <a:path w="8728" h="6006" extrusionOk="0">
                  <a:moveTo>
                    <a:pt x="598" y="0"/>
                  </a:moveTo>
                  <a:lnTo>
                    <a:pt x="1" y="506"/>
                  </a:lnTo>
                  <a:lnTo>
                    <a:pt x="598" y="2453"/>
                  </a:lnTo>
                  <a:lnTo>
                    <a:pt x="8113" y="6005"/>
                  </a:lnTo>
                  <a:lnTo>
                    <a:pt x="8727" y="5750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32"/>
            <p:cNvSpPr/>
            <p:nvPr/>
          </p:nvSpPr>
          <p:spPr>
            <a:xfrm>
              <a:off x="684763" y="4256350"/>
              <a:ext cx="222725" cy="140625"/>
            </a:xfrm>
            <a:custGeom>
              <a:avLst/>
              <a:gdLst/>
              <a:ahLst/>
              <a:cxnLst/>
              <a:rect l="l" t="t" r="r" b="b"/>
              <a:pathLst>
                <a:path w="8909" h="5625" extrusionOk="0">
                  <a:moveTo>
                    <a:pt x="6746" y="1"/>
                  </a:moveTo>
                  <a:lnTo>
                    <a:pt x="74" y="4959"/>
                  </a:lnTo>
                  <a:lnTo>
                    <a:pt x="1" y="5625"/>
                  </a:lnTo>
                  <a:lnTo>
                    <a:pt x="8909" y="1173"/>
                  </a:lnTo>
                  <a:lnTo>
                    <a:pt x="8727" y="377"/>
                  </a:lnTo>
                  <a:lnTo>
                    <a:pt x="67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32"/>
            <p:cNvSpPr/>
            <p:nvPr/>
          </p:nvSpPr>
          <p:spPr>
            <a:xfrm>
              <a:off x="888013" y="4245000"/>
              <a:ext cx="61350" cy="58400"/>
            </a:xfrm>
            <a:custGeom>
              <a:avLst/>
              <a:gdLst/>
              <a:ahLst/>
              <a:cxnLst/>
              <a:rect l="l" t="t" r="r" b="b"/>
              <a:pathLst>
                <a:path w="2454" h="2336" extrusionOk="0">
                  <a:moveTo>
                    <a:pt x="1223" y="0"/>
                  </a:moveTo>
                  <a:cubicBezTo>
                    <a:pt x="1189" y="0"/>
                    <a:pt x="1155" y="2"/>
                    <a:pt x="1121" y="5"/>
                  </a:cubicBezTo>
                  <a:cubicBezTo>
                    <a:pt x="472" y="74"/>
                    <a:pt x="0" y="654"/>
                    <a:pt x="74" y="1285"/>
                  </a:cubicBezTo>
                  <a:cubicBezTo>
                    <a:pt x="142" y="1889"/>
                    <a:pt x="630" y="2336"/>
                    <a:pt x="1220" y="2336"/>
                  </a:cubicBezTo>
                  <a:cubicBezTo>
                    <a:pt x="1264" y="2336"/>
                    <a:pt x="1309" y="2333"/>
                    <a:pt x="1354" y="2328"/>
                  </a:cubicBezTo>
                  <a:cubicBezTo>
                    <a:pt x="1986" y="2259"/>
                    <a:pt x="2453" y="1696"/>
                    <a:pt x="2401" y="1047"/>
                  </a:cubicBezTo>
                  <a:cubicBezTo>
                    <a:pt x="2332" y="454"/>
                    <a:pt x="1813" y="0"/>
                    <a:pt x="1223" y="0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" name="Google Shape;2385;p33"/>
          <p:cNvSpPr/>
          <p:nvPr/>
        </p:nvSpPr>
        <p:spPr>
          <a:xfrm>
            <a:off x="256052" y="4743375"/>
            <a:ext cx="695594" cy="191076"/>
          </a:xfrm>
          <a:custGeom>
            <a:avLst/>
            <a:gdLst/>
            <a:ahLst/>
            <a:cxnLst/>
            <a:rect l="l" t="t" r="r" b="b"/>
            <a:pathLst>
              <a:path w="12418" h="3411" extrusionOk="0">
                <a:moveTo>
                  <a:pt x="6110" y="1"/>
                </a:moveTo>
                <a:cubicBezTo>
                  <a:pt x="5063" y="1"/>
                  <a:pt x="4128" y="615"/>
                  <a:pt x="3548" y="1589"/>
                </a:cubicBezTo>
                <a:cubicBezTo>
                  <a:pt x="3301" y="2001"/>
                  <a:pt x="2908" y="2234"/>
                  <a:pt x="2504" y="2234"/>
                </a:cubicBezTo>
                <a:cubicBezTo>
                  <a:pt x="2377" y="2234"/>
                  <a:pt x="2250" y="2212"/>
                  <a:pt x="2125" y="2164"/>
                </a:cubicBezTo>
                <a:cubicBezTo>
                  <a:pt x="1874" y="2073"/>
                  <a:pt x="1601" y="2021"/>
                  <a:pt x="1333" y="2021"/>
                </a:cubicBezTo>
                <a:lnTo>
                  <a:pt x="1151" y="2021"/>
                </a:lnTo>
                <a:cubicBezTo>
                  <a:pt x="433" y="2091"/>
                  <a:pt x="35" y="2722"/>
                  <a:pt x="1" y="3410"/>
                </a:cubicBezTo>
                <a:lnTo>
                  <a:pt x="12417" y="3410"/>
                </a:lnTo>
                <a:cubicBezTo>
                  <a:pt x="12365" y="2722"/>
                  <a:pt x="11985" y="2091"/>
                  <a:pt x="11249" y="2021"/>
                </a:cubicBezTo>
                <a:lnTo>
                  <a:pt x="11068" y="2021"/>
                </a:lnTo>
                <a:cubicBezTo>
                  <a:pt x="10760" y="2021"/>
                  <a:pt x="10471" y="2073"/>
                  <a:pt x="10202" y="2199"/>
                </a:cubicBezTo>
                <a:cubicBezTo>
                  <a:pt x="10052" y="2263"/>
                  <a:pt x="9899" y="2294"/>
                  <a:pt x="9749" y="2294"/>
                </a:cubicBezTo>
                <a:cubicBezTo>
                  <a:pt x="9341" y="2294"/>
                  <a:pt x="8955" y="2064"/>
                  <a:pt x="8705" y="1641"/>
                </a:cubicBezTo>
                <a:cubicBezTo>
                  <a:pt x="8130" y="650"/>
                  <a:pt x="7191" y="1"/>
                  <a:pt x="6110" y="1"/>
                </a:cubicBezTo>
                <a:close/>
              </a:path>
            </a:pathLst>
          </a:custGeom>
          <a:solidFill>
            <a:srgbClr val="8AC9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6" name="Google Shape;2386;p33"/>
          <p:cNvGrpSpPr/>
          <p:nvPr/>
        </p:nvGrpSpPr>
        <p:grpSpPr>
          <a:xfrm>
            <a:off x="1733274" y="4938638"/>
            <a:ext cx="2749703" cy="122913"/>
            <a:chOff x="5024149" y="4918613"/>
            <a:chExt cx="2749703" cy="122913"/>
          </a:xfrm>
        </p:grpSpPr>
        <p:sp>
          <p:nvSpPr>
            <p:cNvPr id="2387" name="Google Shape;2387;p33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33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33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33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33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33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33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33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33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33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33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33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33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33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33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33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33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33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33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33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33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33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33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33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33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33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33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33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33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33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17" name="Google Shape;2417;p33"/>
          <p:cNvSpPr/>
          <p:nvPr/>
        </p:nvSpPr>
        <p:spPr>
          <a:xfrm flipH="1">
            <a:off x="-379550" y="4938650"/>
            <a:ext cx="2016300" cy="3219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18" name="Google Shape;2418;p33"/>
          <p:cNvGrpSpPr/>
          <p:nvPr/>
        </p:nvGrpSpPr>
        <p:grpSpPr>
          <a:xfrm>
            <a:off x="749106" y="4323982"/>
            <a:ext cx="695586" cy="614618"/>
            <a:chOff x="1491900" y="512600"/>
            <a:chExt cx="971625" cy="858525"/>
          </a:xfrm>
        </p:grpSpPr>
        <p:sp>
          <p:nvSpPr>
            <p:cNvPr id="2419" name="Google Shape;2419;p33"/>
            <p:cNvSpPr/>
            <p:nvPr/>
          </p:nvSpPr>
          <p:spPr>
            <a:xfrm>
              <a:off x="1942500" y="938450"/>
              <a:ext cx="26200" cy="432675"/>
            </a:xfrm>
            <a:custGeom>
              <a:avLst/>
              <a:gdLst/>
              <a:ahLst/>
              <a:cxnLst/>
              <a:rect l="l" t="t" r="r" b="b"/>
              <a:pathLst>
                <a:path w="1048" h="17307" extrusionOk="0">
                  <a:moveTo>
                    <a:pt x="0" y="1"/>
                  </a:moveTo>
                  <a:lnTo>
                    <a:pt x="0" y="17306"/>
                  </a:lnTo>
                  <a:lnTo>
                    <a:pt x="1047" y="17306"/>
                  </a:lnTo>
                  <a:lnTo>
                    <a:pt x="1047" y="1"/>
                  </a:ln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33"/>
            <p:cNvSpPr/>
            <p:nvPr/>
          </p:nvSpPr>
          <p:spPr>
            <a:xfrm>
              <a:off x="1871750" y="770875"/>
              <a:ext cx="166375" cy="203175"/>
            </a:xfrm>
            <a:custGeom>
              <a:avLst/>
              <a:gdLst/>
              <a:ahLst/>
              <a:cxnLst/>
              <a:rect l="l" t="t" r="r" b="b"/>
              <a:pathLst>
                <a:path w="6655" h="8127" extrusionOk="0">
                  <a:moveTo>
                    <a:pt x="3343" y="1"/>
                  </a:moveTo>
                  <a:cubicBezTo>
                    <a:pt x="3205" y="1"/>
                    <a:pt x="3068" y="73"/>
                    <a:pt x="2995" y="214"/>
                  </a:cubicBezTo>
                  <a:lnTo>
                    <a:pt x="2147" y="1819"/>
                  </a:lnTo>
                  <a:lnTo>
                    <a:pt x="650" y="539"/>
                  </a:lnTo>
                  <a:cubicBezTo>
                    <a:pt x="569" y="474"/>
                    <a:pt x="479" y="444"/>
                    <a:pt x="391" y="444"/>
                  </a:cubicBezTo>
                  <a:cubicBezTo>
                    <a:pt x="187" y="444"/>
                    <a:pt x="1" y="604"/>
                    <a:pt x="1" y="846"/>
                  </a:cubicBezTo>
                  <a:lnTo>
                    <a:pt x="1" y="4791"/>
                  </a:lnTo>
                  <a:cubicBezTo>
                    <a:pt x="1" y="6630"/>
                    <a:pt x="1481" y="8127"/>
                    <a:pt x="3319" y="8127"/>
                  </a:cubicBezTo>
                  <a:cubicBezTo>
                    <a:pt x="5158" y="8127"/>
                    <a:pt x="6655" y="6630"/>
                    <a:pt x="6655" y="4791"/>
                  </a:cubicBezTo>
                  <a:lnTo>
                    <a:pt x="6655" y="716"/>
                  </a:lnTo>
                  <a:cubicBezTo>
                    <a:pt x="6655" y="485"/>
                    <a:pt x="6458" y="330"/>
                    <a:pt x="6252" y="330"/>
                  </a:cubicBezTo>
                  <a:cubicBezTo>
                    <a:pt x="6152" y="330"/>
                    <a:pt x="6050" y="366"/>
                    <a:pt x="5967" y="448"/>
                  </a:cubicBezTo>
                  <a:lnTo>
                    <a:pt x="4691" y="1819"/>
                  </a:lnTo>
                  <a:lnTo>
                    <a:pt x="3678" y="197"/>
                  </a:lnTo>
                  <a:cubicBezTo>
                    <a:pt x="3601" y="65"/>
                    <a:pt x="3472" y="1"/>
                    <a:pt x="3343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33"/>
            <p:cNvSpPr/>
            <p:nvPr/>
          </p:nvSpPr>
          <p:spPr>
            <a:xfrm>
              <a:off x="1881275" y="866750"/>
              <a:ext cx="48275" cy="83400"/>
            </a:xfrm>
            <a:custGeom>
              <a:avLst/>
              <a:gdLst/>
              <a:ahLst/>
              <a:cxnLst/>
              <a:rect l="l" t="t" r="r" b="b"/>
              <a:pathLst>
                <a:path w="1931" h="3336" extrusionOk="0">
                  <a:moveTo>
                    <a:pt x="394" y="0"/>
                  </a:moveTo>
                  <a:cubicBezTo>
                    <a:pt x="178" y="0"/>
                    <a:pt x="1" y="182"/>
                    <a:pt x="1" y="381"/>
                  </a:cubicBezTo>
                  <a:lnTo>
                    <a:pt x="1" y="814"/>
                  </a:lnTo>
                  <a:cubicBezTo>
                    <a:pt x="1" y="1770"/>
                    <a:pt x="468" y="2687"/>
                    <a:pt x="1260" y="3262"/>
                  </a:cubicBezTo>
                  <a:cubicBezTo>
                    <a:pt x="1333" y="3319"/>
                    <a:pt x="1407" y="3336"/>
                    <a:pt x="1476" y="3336"/>
                  </a:cubicBezTo>
                  <a:cubicBezTo>
                    <a:pt x="1606" y="3336"/>
                    <a:pt x="1731" y="3284"/>
                    <a:pt x="1800" y="3176"/>
                  </a:cubicBezTo>
                  <a:cubicBezTo>
                    <a:pt x="1930" y="2994"/>
                    <a:pt x="1891" y="2760"/>
                    <a:pt x="1714" y="2635"/>
                  </a:cubicBezTo>
                  <a:cubicBezTo>
                    <a:pt x="1134" y="2220"/>
                    <a:pt x="775" y="1532"/>
                    <a:pt x="775" y="814"/>
                  </a:cubicBezTo>
                  <a:lnTo>
                    <a:pt x="775" y="381"/>
                  </a:lnTo>
                  <a:cubicBezTo>
                    <a:pt x="775" y="182"/>
                    <a:pt x="611" y="0"/>
                    <a:pt x="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33"/>
            <p:cNvSpPr/>
            <p:nvPr/>
          </p:nvSpPr>
          <p:spPr>
            <a:xfrm>
              <a:off x="1881275" y="825325"/>
              <a:ext cx="19400" cy="32900"/>
            </a:xfrm>
            <a:custGeom>
              <a:avLst/>
              <a:gdLst/>
              <a:ahLst/>
              <a:cxnLst/>
              <a:rect l="l" t="t" r="r" b="b"/>
              <a:pathLst>
                <a:path w="776" h="1316" extrusionOk="0">
                  <a:moveTo>
                    <a:pt x="394" y="0"/>
                  </a:moveTo>
                  <a:cubicBezTo>
                    <a:pt x="178" y="0"/>
                    <a:pt x="1" y="182"/>
                    <a:pt x="1" y="377"/>
                  </a:cubicBezTo>
                  <a:lnTo>
                    <a:pt x="1" y="917"/>
                  </a:lnTo>
                  <a:cubicBezTo>
                    <a:pt x="1" y="1134"/>
                    <a:pt x="178" y="1315"/>
                    <a:pt x="394" y="1315"/>
                  </a:cubicBezTo>
                  <a:cubicBezTo>
                    <a:pt x="611" y="1315"/>
                    <a:pt x="775" y="1134"/>
                    <a:pt x="775" y="917"/>
                  </a:cubicBezTo>
                  <a:lnTo>
                    <a:pt x="775" y="377"/>
                  </a:lnTo>
                  <a:cubicBezTo>
                    <a:pt x="775" y="182"/>
                    <a:pt x="611" y="0"/>
                    <a:pt x="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33"/>
            <p:cNvSpPr/>
            <p:nvPr/>
          </p:nvSpPr>
          <p:spPr>
            <a:xfrm>
              <a:off x="1964675" y="984175"/>
              <a:ext cx="140075" cy="122775"/>
            </a:xfrm>
            <a:custGeom>
              <a:avLst/>
              <a:gdLst/>
              <a:ahLst/>
              <a:cxnLst/>
              <a:rect l="l" t="t" r="r" b="b"/>
              <a:pathLst>
                <a:path w="5603" h="4911" extrusionOk="0">
                  <a:moveTo>
                    <a:pt x="4357" y="0"/>
                  </a:moveTo>
                  <a:cubicBezTo>
                    <a:pt x="3621" y="0"/>
                    <a:pt x="2707" y="91"/>
                    <a:pt x="1982" y="443"/>
                  </a:cubicBezTo>
                  <a:cubicBezTo>
                    <a:pt x="576" y="1144"/>
                    <a:pt x="0" y="3130"/>
                    <a:pt x="866" y="4298"/>
                  </a:cubicBezTo>
                  <a:cubicBezTo>
                    <a:pt x="883" y="4319"/>
                    <a:pt x="900" y="4337"/>
                    <a:pt x="918" y="4354"/>
                  </a:cubicBezTo>
                  <a:cubicBezTo>
                    <a:pt x="1336" y="4731"/>
                    <a:pt x="1896" y="4911"/>
                    <a:pt x="2473" y="4911"/>
                  </a:cubicBezTo>
                  <a:cubicBezTo>
                    <a:pt x="3385" y="4911"/>
                    <a:pt x="4340" y="4461"/>
                    <a:pt x="4846" y="3632"/>
                  </a:cubicBezTo>
                  <a:cubicBezTo>
                    <a:pt x="5603" y="2442"/>
                    <a:pt x="5603" y="603"/>
                    <a:pt x="5603" y="136"/>
                  </a:cubicBezTo>
                  <a:lnTo>
                    <a:pt x="5603" y="80"/>
                  </a:lnTo>
                  <a:lnTo>
                    <a:pt x="5551" y="80"/>
                  </a:lnTo>
                  <a:cubicBezTo>
                    <a:pt x="5352" y="50"/>
                    <a:pt x="4903" y="0"/>
                    <a:pt x="4357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33"/>
            <p:cNvSpPr/>
            <p:nvPr/>
          </p:nvSpPr>
          <p:spPr>
            <a:xfrm>
              <a:off x="2016900" y="992975"/>
              <a:ext cx="57250" cy="17525"/>
            </a:xfrm>
            <a:custGeom>
              <a:avLst/>
              <a:gdLst/>
              <a:ahLst/>
              <a:cxnLst/>
              <a:rect l="l" t="t" r="r" b="b"/>
              <a:pathLst>
                <a:path w="2290" h="701" extrusionOk="0">
                  <a:moveTo>
                    <a:pt x="2000" y="0"/>
                  </a:moveTo>
                  <a:cubicBezTo>
                    <a:pt x="1822" y="0"/>
                    <a:pt x="1641" y="17"/>
                    <a:pt x="1481" y="35"/>
                  </a:cubicBezTo>
                  <a:cubicBezTo>
                    <a:pt x="940" y="74"/>
                    <a:pt x="486" y="182"/>
                    <a:pt x="126" y="359"/>
                  </a:cubicBezTo>
                  <a:cubicBezTo>
                    <a:pt x="36" y="415"/>
                    <a:pt x="1" y="524"/>
                    <a:pt x="36" y="614"/>
                  </a:cubicBezTo>
                  <a:cubicBezTo>
                    <a:pt x="75" y="666"/>
                    <a:pt x="126" y="701"/>
                    <a:pt x="200" y="701"/>
                  </a:cubicBezTo>
                  <a:lnTo>
                    <a:pt x="217" y="701"/>
                  </a:lnTo>
                  <a:cubicBezTo>
                    <a:pt x="235" y="701"/>
                    <a:pt x="252" y="701"/>
                    <a:pt x="291" y="684"/>
                  </a:cubicBezTo>
                  <a:cubicBezTo>
                    <a:pt x="615" y="541"/>
                    <a:pt x="1009" y="433"/>
                    <a:pt x="1498" y="398"/>
                  </a:cubicBezTo>
                  <a:cubicBezTo>
                    <a:pt x="1658" y="377"/>
                    <a:pt x="1822" y="377"/>
                    <a:pt x="2000" y="377"/>
                  </a:cubicBezTo>
                  <a:lnTo>
                    <a:pt x="2091" y="377"/>
                  </a:lnTo>
                  <a:cubicBezTo>
                    <a:pt x="2199" y="377"/>
                    <a:pt x="2290" y="290"/>
                    <a:pt x="2290" y="199"/>
                  </a:cubicBezTo>
                  <a:cubicBezTo>
                    <a:pt x="2290" y="91"/>
                    <a:pt x="2199" y="17"/>
                    <a:pt x="2108" y="0"/>
                  </a:cubicBezTo>
                  <a:close/>
                </a:path>
              </a:pathLst>
            </a:custGeom>
            <a:solidFill>
              <a:srgbClr val="00D2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33"/>
            <p:cNvSpPr/>
            <p:nvPr/>
          </p:nvSpPr>
          <p:spPr>
            <a:xfrm>
              <a:off x="1806425" y="984175"/>
              <a:ext cx="140650" cy="122775"/>
            </a:xfrm>
            <a:custGeom>
              <a:avLst/>
              <a:gdLst/>
              <a:ahLst/>
              <a:cxnLst/>
              <a:rect l="l" t="t" r="r" b="b"/>
              <a:pathLst>
                <a:path w="5626" h="4911" extrusionOk="0">
                  <a:moveTo>
                    <a:pt x="1252" y="0"/>
                  </a:moveTo>
                  <a:cubicBezTo>
                    <a:pt x="705" y="0"/>
                    <a:pt x="256" y="50"/>
                    <a:pt x="57" y="80"/>
                  </a:cubicBezTo>
                  <a:lnTo>
                    <a:pt x="18" y="80"/>
                  </a:lnTo>
                  <a:lnTo>
                    <a:pt x="18" y="136"/>
                  </a:lnTo>
                  <a:cubicBezTo>
                    <a:pt x="1" y="603"/>
                    <a:pt x="1" y="2442"/>
                    <a:pt x="758" y="3632"/>
                  </a:cubicBezTo>
                  <a:cubicBezTo>
                    <a:pt x="1267" y="4461"/>
                    <a:pt x="2221" y="4911"/>
                    <a:pt x="3137" y="4911"/>
                  </a:cubicBezTo>
                  <a:cubicBezTo>
                    <a:pt x="3716" y="4911"/>
                    <a:pt x="4281" y="4731"/>
                    <a:pt x="4708" y="4354"/>
                  </a:cubicBezTo>
                  <a:cubicBezTo>
                    <a:pt x="4708" y="4337"/>
                    <a:pt x="4743" y="4319"/>
                    <a:pt x="4743" y="4298"/>
                  </a:cubicBezTo>
                  <a:cubicBezTo>
                    <a:pt x="5625" y="3130"/>
                    <a:pt x="5050" y="1144"/>
                    <a:pt x="3626" y="443"/>
                  </a:cubicBezTo>
                  <a:cubicBezTo>
                    <a:pt x="2902" y="91"/>
                    <a:pt x="1988" y="0"/>
                    <a:pt x="1252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33"/>
            <p:cNvSpPr/>
            <p:nvPr/>
          </p:nvSpPr>
          <p:spPr>
            <a:xfrm>
              <a:off x="1837575" y="992975"/>
              <a:ext cx="57250" cy="17525"/>
            </a:xfrm>
            <a:custGeom>
              <a:avLst/>
              <a:gdLst/>
              <a:ahLst/>
              <a:cxnLst/>
              <a:rect l="l" t="t" r="r" b="b"/>
              <a:pathLst>
                <a:path w="2290" h="701" extrusionOk="0">
                  <a:moveTo>
                    <a:pt x="178" y="0"/>
                  </a:moveTo>
                  <a:cubicBezTo>
                    <a:pt x="70" y="17"/>
                    <a:pt x="1" y="91"/>
                    <a:pt x="1" y="199"/>
                  </a:cubicBezTo>
                  <a:cubicBezTo>
                    <a:pt x="1" y="290"/>
                    <a:pt x="70" y="377"/>
                    <a:pt x="178" y="377"/>
                  </a:cubicBezTo>
                  <a:lnTo>
                    <a:pt x="269" y="377"/>
                  </a:lnTo>
                  <a:cubicBezTo>
                    <a:pt x="451" y="377"/>
                    <a:pt x="611" y="377"/>
                    <a:pt x="775" y="398"/>
                  </a:cubicBezTo>
                  <a:cubicBezTo>
                    <a:pt x="1260" y="433"/>
                    <a:pt x="1675" y="541"/>
                    <a:pt x="2000" y="684"/>
                  </a:cubicBezTo>
                  <a:cubicBezTo>
                    <a:pt x="2017" y="701"/>
                    <a:pt x="2034" y="701"/>
                    <a:pt x="2073" y="701"/>
                  </a:cubicBezTo>
                  <a:cubicBezTo>
                    <a:pt x="2142" y="701"/>
                    <a:pt x="2216" y="666"/>
                    <a:pt x="2233" y="614"/>
                  </a:cubicBezTo>
                  <a:cubicBezTo>
                    <a:pt x="2289" y="524"/>
                    <a:pt x="2251" y="415"/>
                    <a:pt x="2164" y="359"/>
                  </a:cubicBezTo>
                  <a:cubicBezTo>
                    <a:pt x="1783" y="182"/>
                    <a:pt x="1333" y="74"/>
                    <a:pt x="810" y="35"/>
                  </a:cubicBezTo>
                  <a:cubicBezTo>
                    <a:pt x="628" y="17"/>
                    <a:pt x="451" y="0"/>
                    <a:pt x="269" y="0"/>
                  </a:cubicBezTo>
                  <a:close/>
                </a:path>
              </a:pathLst>
            </a:custGeom>
            <a:solidFill>
              <a:srgbClr val="00D2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33"/>
            <p:cNvSpPr/>
            <p:nvPr/>
          </p:nvSpPr>
          <p:spPr>
            <a:xfrm>
              <a:off x="2214725" y="680600"/>
              <a:ext cx="21675" cy="676025"/>
            </a:xfrm>
            <a:custGeom>
              <a:avLst/>
              <a:gdLst/>
              <a:ahLst/>
              <a:cxnLst/>
              <a:rect l="l" t="t" r="r" b="b"/>
              <a:pathLst>
                <a:path w="867" h="27041" extrusionOk="0">
                  <a:moveTo>
                    <a:pt x="1" y="1"/>
                  </a:moveTo>
                  <a:lnTo>
                    <a:pt x="1" y="27040"/>
                  </a:lnTo>
                  <a:lnTo>
                    <a:pt x="866" y="27040"/>
                  </a:lnTo>
                  <a:lnTo>
                    <a:pt x="866" y="1"/>
                  </a:ln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33"/>
            <p:cNvSpPr/>
            <p:nvPr/>
          </p:nvSpPr>
          <p:spPr>
            <a:xfrm>
              <a:off x="2205325" y="512600"/>
              <a:ext cx="89700" cy="131850"/>
            </a:xfrm>
            <a:custGeom>
              <a:avLst/>
              <a:gdLst/>
              <a:ahLst/>
              <a:cxnLst/>
              <a:rect l="l" t="t" r="r" b="b"/>
              <a:pathLst>
                <a:path w="3588" h="5274" extrusionOk="0">
                  <a:moveTo>
                    <a:pt x="2204" y="0"/>
                  </a:moveTo>
                  <a:cubicBezTo>
                    <a:pt x="1676" y="0"/>
                    <a:pt x="1189" y="349"/>
                    <a:pt x="1026" y="880"/>
                  </a:cubicBezTo>
                  <a:lnTo>
                    <a:pt x="178" y="3675"/>
                  </a:lnTo>
                  <a:cubicBezTo>
                    <a:pt x="1" y="4341"/>
                    <a:pt x="360" y="5029"/>
                    <a:pt x="1009" y="5228"/>
                  </a:cubicBezTo>
                  <a:cubicBezTo>
                    <a:pt x="1123" y="5258"/>
                    <a:pt x="1238" y="5273"/>
                    <a:pt x="1352" y="5273"/>
                  </a:cubicBezTo>
                  <a:cubicBezTo>
                    <a:pt x="1896" y="5273"/>
                    <a:pt x="2393" y="4934"/>
                    <a:pt x="2557" y="4397"/>
                  </a:cubicBezTo>
                  <a:lnTo>
                    <a:pt x="3388" y="1585"/>
                  </a:lnTo>
                  <a:cubicBezTo>
                    <a:pt x="3587" y="936"/>
                    <a:pt x="3206" y="253"/>
                    <a:pt x="2557" y="54"/>
                  </a:cubicBezTo>
                  <a:cubicBezTo>
                    <a:pt x="2440" y="17"/>
                    <a:pt x="2321" y="0"/>
                    <a:pt x="2204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33"/>
            <p:cNvSpPr/>
            <p:nvPr/>
          </p:nvSpPr>
          <p:spPr>
            <a:xfrm>
              <a:off x="2229125" y="555375"/>
              <a:ext cx="128075" cy="105950"/>
            </a:xfrm>
            <a:custGeom>
              <a:avLst/>
              <a:gdLst/>
              <a:ahLst/>
              <a:cxnLst/>
              <a:rect l="l" t="t" r="r" b="b"/>
              <a:pathLst>
                <a:path w="5123" h="4238" extrusionOk="0">
                  <a:moveTo>
                    <a:pt x="3719" y="1"/>
                  </a:moveTo>
                  <a:cubicBezTo>
                    <a:pt x="3459" y="1"/>
                    <a:pt x="3199" y="82"/>
                    <a:pt x="2977" y="250"/>
                  </a:cubicBezTo>
                  <a:lnTo>
                    <a:pt x="649" y="2020"/>
                  </a:lnTo>
                  <a:cubicBezTo>
                    <a:pt x="109" y="2435"/>
                    <a:pt x="0" y="3210"/>
                    <a:pt x="416" y="3751"/>
                  </a:cubicBezTo>
                  <a:cubicBezTo>
                    <a:pt x="660" y="4069"/>
                    <a:pt x="1029" y="4237"/>
                    <a:pt x="1401" y="4237"/>
                  </a:cubicBezTo>
                  <a:cubicBezTo>
                    <a:pt x="1662" y="4237"/>
                    <a:pt x="1924" y="4155"/>
                    <a:pt x="2146" y="3984"/>
                  </a:cubicBezTo>
                  <a:lnTo>
                    <a:pt x="4474" y="2219"/>
                  </a:lnTo>
                  <a:cubicBezTo>
                    <a:pt x="5015" y="1804"/>
                    <a:pt x="5123" y="1029"/>
                    <a:pt x="4707" y="488"/>
                  </a:cubicBezTo>
                  <a:cubicBezTo>
                    <a:pt x="4462" y="169"/>
                    <a:pt x="4092" y="1"/>
                    <a:pt x="3719" y="1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33"/>
            <p:cNvSpPr/>
            <p:nvPr/>
          </p:nvSpPr>
          <p:spPr>
            <a:xfrm>
              <a:off x="2242650" y="626075"/>
              <a:ext cx="135750" cy="63650"/>
            </a:xfrm>
            <a:custGeom>
              <a:avLst/>
              <a:gdLst/>
              <a:ahLst/>
              <a:cxnLst/>
              <a:rect l="l" t="t" r="r" b="b"/>
              <a:pathLst>
                <a:path w="5430" h="2546" extrusionOk="0">
                  <a:moveTo>
                    <a:pt x="4181" y="1"/>
                  </a:moveTo>
                  <a:cubicBezTo>
                    <a:pt x="4170" y="1"/>
                    <a:pt x="4160" y="1"/>
                    <a:pt x="4149" y="1"/>
                  </a:cubicBezTo>
                  <a:lnTo>
                    <a:pt x="1229" y="75"/>
                  </a:lnTo>
                  <a:cubicBezTo>
                    <a:pt x="541" y="92"/>
                    <a:pt x="0" y="650"/>
                    <a:pt x="22" y="1338"/>
                  </a:cubicBezTo>
                  <a:cubicBezTo>
                    <a:pt x="39" y="2011"/>
                    <a:pt x="597" y="2545"/>
                    <a:pt x="1266" y="2545"/>
                  </a:cubicBezTo>
                  <a:cubicBezTo>
                    <a:pt x="1277" y="2545"/>
                    <a:pt x="1287" y="2545"/>
                    <a:pt x="1298" y="2545"/>
                  </a:cubicBezTo>
                  <a:lnTo>
                    <a:pt x="4218" y="2471"/>
                  </a:lnTo>
                  <a:cubicBezTo>
                    <a:pt x="4906" y="2454"/>
                    <a:pt x="5430" y="1896"/>
                    <a:pt x="5430" y="1208"/>
                  </a:cubicBezTo>
                  <a:cubicBezTo>
                    <a:pt x="5408" y="535"/>
                    <a:pt x="4851" y="1"/>
                    <a:pt x="4181" y="1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33"/>
            <p:cNvSpPr/>
            <p:nvPr/>
          </p:nvSpPr>
          <p:spPr>
            <a:xfrm>
              <a:off x="2230525" y="656550"/>
              <a:ext cx="130250" cy="103625"/>
            </a:xfrm>
            <a:custGeom>
              <a:avLst/>
              <a:gdLst/>
              <a:ahLst/>
              <a:cxnLst/>
              <a:rect l="l" t="t" r="r" b="b"/>
              <a:pathLst>
                <a:path w="5210" h="4145" extrusionOk="0">
                  <a:moveTo>
                    <a:pt x="1400" y="1"/>
                  </a:moveTo>
                  <a:cubicBezTo>
                    <a:pt x="1009" y="1"/>
                    <a:pt x="622" y="187"/>
                    <a:pt x="377" y="530"/>
                  </a:cubicBezTo>
                  <a:cubicBezTo>
                    <a:pt x="1" y="1110"/>
                    <a:pt x="143" y="1867"/>
                    <a:pt x="701" y="2260"/>
                  </a:cubicBezTo>
                  <a:lnTo>
                    <a:pt x="3103" y="3922"/>
                  </a:lnTo>
                  <a:cubicBezTo>
                    <a:pt x="3317" y="4073"/>
                    <a:pt x="3563" y="4145"/>
                    <a:pt x="3807" y="4145"/>
                  </a:cubicBezTo>
                  <a:cubicBezTo>
                    <a:pt x="4199" y="4145"/>
                    <a:pt x="4588" y="3959"/>
                    <a:pt x="4833" y="3615"/>
                  </a:cubicBezTo>
                  <a:cubicBezTo>
                    <a:pt x="5210" y="3039"/>
                    <a:pt x="5067" y="2282"/>
                    <a:pt x="4509" y="1884"/>
                  </a:cubicBezTo>
                  <a:lnTo>
                    <a:pt x="2108" y="227"/>
                  </a:lnTo>
                  <a:cubicBezTo>
                    <a:pt x="1893" y="74"/>
                    <a:pt x="1645" y="1"/>
                    <a:pt x="1400" y="1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33"/>
            <p:cNvSpPr/>
            <p:nvPr/>
          </p:nvSpPr>
          <p:spPr>
            <a:xfrm>
              <a:off x="2207050" y="674925"/>
              <a:ext cx="93800" cy="130625"/>
            </a:xfrm>
            <a:custGeom>
              <a:avLst/>
              <a:gdLst/>
              <a:ahLst/>
              <a:cxnLst/>
              <a:rect l="l" t="t" r="r" b="b"/>
              <a:pathLst>
                <a:path w="3752" h="5225" extrusionOk="0">
                  <a:moveTo>
                    <a:pt x="1383" y="1"/>
                  </a:moveTo>
                  <a:cubicBezTo>
                    <a:pt x="1248" y="1"/>
                    <a:pt x="1110" y="22"/>
                    <a:pt x="974" y="67"/>
                  </a:cubicBezTo>
                  <a:cubicBezTo>
                    <a:pt x="325" y="301"/>
                    <a:pt x="1" y="1006"/>
                    <a:pt x="217" y="1655"/>
                  </a:cubicBezTo>
                  <a:lnTo>
                    <a:pt x="1191" y="4394"/>
                  </a:lnTo>
                  <a:cubicBezTo>
                    <a:pt x="1374" y="4904"/>
                    <a:pt x="1850" y="5224"/>
                    <a:pt x="2351" y="5224"/>
                  </a:cubicBezTo>
                  <a:cubicBezTo>
                    <a:pt x="2488" y="5224"/>
                    <a:pt x="2626" y="5201"/>
                    <a:pt x="2761" y="5151"/>
                  </a:cubicBezTo>
                  <a:cubicBezTo>
                    <a:pt x="3410" y="4935"/>
                    <a:pt x="3752" y="4229"/>
                    <a:pt x="3518" y="3580"/>
                  </a:cubicBezTo>
                  <a:lnTo>
                    <a:pt x="2562" y="825"/>
                  </a:lnTo>
                  <a:cubicBezTo>
                    <a:pt x="2377" y="311"/>
                    <a:pt x="1897" y="1"/>
                    <a:pt x="1383" y="1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33"/>
            <p:cNvSpPr/>
            <p:nvPr/>
          </p:nvSpPr>
          <p:spPr>
            <a:xfrm>
              <a:off x="2156125" y="675675"/>
              <a:ext cx="90225" cy="131675"/>
            </a:xfrm>
            <a:custGeom>
              <a:avLst/>
              <a:gdLst/>
              <a:ahLst/>
              <a:cxnLst/>
              <a:rect l="l" t="t" r="r" b="b"/>
              <a:pathLst>
                <a:path w="3609" h="5267" extrusionOk="0">
                  <a:moveTo>
                    <a:pt x="2217" y="0"/>
                  </a:moveTo>
                  <a:cubicBezTo>
                    <a:pt x="1688" y="0"/>
                    <a:pt x="1195" y="342"/>
                    <a:pt x="1047" y="885"/>
                  </a:cubicBezTo>
                  <a:lnTo>
                    <a:pt x="199" y="3680"/>
                  </a:lnTo>
                  <a:cubicBezTo>
                    <a:pt x="0" y="4329"/>
                    <a:pt x="381" y="5030"/>
                    <a:pt x="1030" y="5212"/>
                  </a:cubicBezTo>
                  <a:cubicBezTo>
                    <a:pt x="1153" y="5249"/>
                    <a:pt x="1277" y="5266"/>
                    <a:pt x="1398" y="5266"/>
                  </a:cubicBezTo>
                  <a:cubicBezTo>
                    <a:pt x="1932" y="5266"/>
                    <a:pt x="2416" y="4924"/>
                    <a:pt x="2579" y="4381"/>
                  </a:cubicBezTo>
                  <a:lnTo>
                    <a:pt x="3409" y="1586"/>
                  </a:lnTo>
                  <a:cubicBezTo>
                    <a:pt x="3608" y="937"/>
                    <a:pt x="3228" y="254"/>
                    <a:pt x="2579" y="55"/>
                  </a:cubicBezTo>
                  <a:cubicBezTo>
                    <a:pt x="2459" y="18"/>
                    <a:pt x="2337" y="0"/>
                    <a:pt x="2217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33"/>
            <p:cNvSpPr/>
            <p:nvPr/>
          </p:nvSpPr>
          <p:spPr>
            <a:xfrm>
              <a:off x="2093925" y="658600"/>
              <a:ext cx="128075" cy="106075"/>
            </a:xfrm>
            <a:custGeom>
              <a:avLst/>
              <a:gdLst/>
              <a:ahLst/>
              <a:cxnLst/>
              <a:rect l="l" t="t" r="r" b="b"/>
              <a:pathLst>
                <a:path w="5123" h="4243" extrusionOk="0">
                  <a:moveTo>
                    <a:pt x="3722" y="0"/>
                  </a:moveTo>
                  <a:cubicBezTo>
                    <a:pt x="3461" y="0"/>
                    <a:pt x="3199" y="82"/>
                    <a:pt x="2977" y="253"/>
                  </a:cubicBezTo>
                  <a:lnTo>
                    <a:pt x="649" y="2018"/>
                  </a:lnTo>
                  <a:cubicBezTo>
                    <a:pt x="109" y="2434"/>
                    <a:pt x="0" y="3208"/>
                    <a:pt x="416" y="3766"/>
                  </a:cubicBezTo>
                  <a:cubicBezTo>
                    <a:pt x="657" y="4080"/>
                    <a:pt x="1018" y="4242"/>
                    <a:pt x="1385" y="4242"/>
                  </a:cubicBezTo>
                  <a:cubicBezTo>
                    <a:pt x="1651" y="4242"/>
                    <a:pt x="1919" y="4157"/>
                    <a:pt x="2146" y="3983"/>
                  </a:cubicBezTo>
                  <a:lnTo>
                    <a:pt x="4474" y="2217"/>
                  </a:lnTo>
                  <a:cubicBezTo>
                    <a:pt x="5015" y="1802"/>
                    <a:pt x="5123" y="1028"/>
                    <a:pt x="4707" y="487"/>
                  </a:cubicBezTo>
                  <a:cubicBezTo>
                    <a:pt x="4463" y="168"/>
                    <a:pt x="4094" y="0"/>
                    <a:pt x="3722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33"/>
            <p:cNvSpPr/>
            <p:nvPr/>
          </p:nvSpPr>
          <p:spPr>
            <a:xfrm>
              <a:off x="2072825" y="630200"/>
              <a:ext cx="135675" cy="63525"/>
            </a:xfrm>
            <a:custGeom>
              <a:avLst/>
              <a:gdLst/>
              <a:ahLst/>
              <a:cxnLst/>
              <a:rect l="l" t="t" r="r" b="b"/>
              <a:pathLst>
                <a:path w="5427" h="2541" extrusionOk="0">
                  <a:moveTo>
                    <a:pt x="4177" y="0"/>
                  </a:moveTo>
                  <a:cubicBezTo>
                    <a:pt x="4167" y="0"/>
                    <a:pt x="4156" y="0"/>
                    <a:pt x="4145" y="0"/>
                  </a:cubicBezTo>
                  <a:lnTo>
                    <a:pt x="1225" y="70"/>
                  </a:lnTo>
                  <a:cubicBezTo>
                    <a:pt x="542" y="91"/>
                    <a:pt x="1" y="649"/>
                    <a:pt x="18" y="1333"/>
                  </a:cubicBezTo>
                  <a:cubicBezTo>
                    <a:pt x="35" y="2006"/>
                    <a:pt x="576" y="2540"/>
                    <a:pt x="1245" y="2540"/>
                  </a:cubicBezTo>
                  <a:cubicBezTo>
                    <a:pt x="1256" y="2540"/>
                    <a:pt x="1266" y="2540"/>
                    <a:pt x="1277" y="2540"/>
                  </a:cubicBezTo>
                  <a:lnTo>
                    <a:pt x="4197" y="2471"/>
                  </a:lnTo>
                  <a:cubicBezTo>
                    <a:pt x="4885" y="2449"/>
                    <a:pt x="5426" y="1891"/>
                    <a:pt x="5409" y="1207"/>
                  </a:cubicBezTo>
                  <a:cubicBezTo>
                    <a:pt x="5387" y="535"/>
                    <a:pt x="4846" y="0"/>
                    <a:pt x="4177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33"/>
            <p:cNvSpPr/>
            <p:nvPr/>
          </p:nvSpPr>
          <p:spPr>
            <a:xfrm>
              <a:off x="2090350" y="560000"/>
              <a:ext cx="130675" cy="103325"/>
            </a:xfrm>
            <a:custGeom>
              <a:avLst/>
              <a:gdLst/>
              <a:ahLst/>
              <a:cxnLst/>
              <a:rect l="l" t="t" r="r" b="b"/>
              <a:pathLst>
                <a:path w="5227" h="4133" extrusionOk="0">
                  <a:moveTo>
                    <a:pt x="1419" y="1"/>
                  </a:moveTo>
                  <a:cubicBezTo>
                    <a:pt x="1023" y="1"/>
                    <a:pt x="633" y="189"/>
                    <a:pt x="399" y="537"/>
                  </a:cubicBezTo>
                  <a:cubicBezTo>
                    <a:pt x="1" y="1095"/>
                    <a:pt x="143" y="1870"/>
                    <a:pt x="706" y="2250"/>
                  </a:cubicBezTo>
                  <a:lnTo>
                    <a:pt x="3120" y="3907"/>
                  </a:lnTo>
                  <a:cubicBezTo>
                    <a:pt x="3334" y="4060"/>
                    <a:pt x="3577" y="4132"/>
                    <a:pt x="3818" y="4132"/>
                  </a:cubicBezTo>
                  <a:cubicBezTo>
                    <a:pt x="4205" y="4132"/>
                    <a:pt x="4588" y="3944"/>
                    <a:pt x="4833" y="3600"/>
                  </a:cubicBezTo>
                  <a:cubicBezTo>
                    <a:pt x="5227" y="3042"/>
                    <a:pt x="5084" y="2268"/>
                    <a:pt x="4526" y="1870"/>
                  </a:cubicBezTo>
                  <a:lnTo>
                    <a:pt x="2112" y="213"/>
                  </a:lnTo>
                  <a:cubicBezTo>
                    <a:pt x="1900" y="69"/>
                    <a:pt x="1659" y="1"/>
                    <a:pt x="1419" y="1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33"/>
            <p:cNvSpPr/>
            <p:nvPr/>
          </p:nvSpPr>
          <p:spPr>
            <a:xfrm>
              <a:off x="2150275" y="514325"/>
              <a:ext cx="94225" cy="130825"/>
            </a:xfrm>
            <a:custGeom>
              <a:avLst/>
              <a:gdLst/>
              <a:ahLst/>
              <a:cxnLst/>
              <a:rect l="l" t="t" r="r" b="b"/>
              <a:pathLst>
                <a:path w="3769" h="5233" extrusionOk="0">
                  <a:moveTo>
                    <a:pt x="1412" y="0"/>
                  </a:moveTo>
                  <a:cubicBezTo>
                    <a:pt x="1273" y="0"/>
                    <a:pt x="1131" y="24"/>
                    <a:pt x="991" y="75"/>
                  </a:cubicBezTo>
                  <a:cubicBezTo>
                    <a:pt x="342" y="292"/>
                    <a:pt x="0" y="1010"/>
                    <a:pt x="234" y="1642"/>
                  </a:cubicBezTo>
                  <a:lnTo>
                    <a:pt x="1207" y="4402"/>
                  </a:lnTo>
                  <a:cubicBezTo>
                    <a:pt x="1378" y="4912"/>
                    <a:pt x="1850" y="5232"/>
                    <a:pt x="2360" y="5232"/>
                  </a:cubicBezTo>
                  <a:cubicBezTo>
                    <a:pt x="2498" y="5232"/>
                    <a:pt x="2639" y="5209"/>
                    <a:pt x="2778" y="5159"/>
                  </a:cubicBezTo>
                  <a:cubicBezTo>
                    <a:pt x="3427" y="4943"/>
                    <a:pt x="3769" y="4220"/>
                    <a:pt x="3535" y="3588"/>
                  </a:cubicBezTo>
                  <a:lnTo>
                    <a:pt x="2562" y="833"/>
                  </a:lnTo>
                  <a:cubicBezTo>
                    <a:pt x="2392" y="323"/>
                    <a:pt x="1921" y="0"/>
                    <a:pt x="1412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33"/>
            <p:cNvSpPr/>
            <p:nvPr/>
          </p:nvSpPr>
          <p:spPr>
            <a:xfrm>
              <a:off x="2205325" y="512600"/>
              <a:ext cx="89700" cy="131850"/>
            </a:xfrm>
            <a:custGeom>
              <a:avLst/>
              <a:gdLst/>
              <a:ahLst/>
              <a:cxnLst/>
              <a:rect l="l" t="t" r="r" b="b"/>
              <a:pathLst>
                <a:path w="3588" h="5274" extrusionOk="0">
                  <a:moveTo>
                    <a:pt x="2204" y="0"/>
                  </a:moveTo>
                  <a:cubicBezTo>
                    <a:pt x="1676" y="0"/>
                    <a:pt x="1189" y="349"/>
                    <a:pt x="1026" y="880"/>
                  </a:cubicBezTo>
                  <a:lnTo>
                    <a:pt x="178" y="3675"/>
                  </a:lnTo>
                  <a:cubicBezTo>
                    <a:pt x="1" y="4341"/>
                    <a:pt x="360" y="5029"/>
                    <a:pt x="1009" y="5228"/>
                  </a:cubicBezTo>
                  <a:cubicBezTo>
                    <a:pt x="1123" y="5258"/>
                    <a:pt x="1238" y="5273"/>
                    <a:pt x="1352" y="5273"/>
                  </a:cubicBezTo>
                  <a:cubicBezTo>
                    <a:pt x="1896" y="5273"/>
                    <a:pt x="2393" y="4934"/>
                    <a:pt x="2557" y="4397"/>
                  </a:cubicBezTo>
                  <a:lnTo>
                    <a:pt x="3388" y="1585"/>
                  </a:lnTo>
                  <a:cubicBezTo>
                    <a:pt x="3587" y="936"/>
                    <a:pt x="3206" y="253"/>
                    <a:pt x="2557" y="54"/>
                  </a:cubicBezTo>
                  <a:cubicBezTo>
                    <a:pt x="2440" y="17"/>
                    <a:pt x="2321" y="0"/>
                    <a:pt x="2204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33"/>
            <p:cNvSpPr/>
            <p:nvPr/>
          </p:nvSpPr>
          <p:spPr>
            <a:xfrm>
              <a:off x="2166925" y="607300"/>
              <a:ext cx="117275" cy="105200"/>
            </a:xfrm>
            <a:custGeom>
              <a:avLst/>
              <a:gdLst/>
              <a:ahLst/>
              <a:cxnLst/>
              <a:rect l="l" t="t" r="r" b="b"/>
              <a:pathLst>
                <a:path w="4691" h="4208" extrusionOk="0">
                  <a:moveTo>
                    <a:pt x="2364" y="1"/>
                  </a:moveTo>
                  <a:cubicBezTo>
                    <a:pt x="1451" y="1"/>
                    <a:pt x="614" y="591"/>
                    <a:pt x="347" y="1509"/>
                  </a:cubicBezTo>
                  <a:cubicBezTo>
                    <a:pt x="1" y="2608"/>
                    <a:pt x="632" y="3780"/>
                    <a:pt x="1753" y="4122"/>
                  </a:cubicBezTo>
                  <a:cubicBezTo>
                    <a:pt x="1952" y="4180"/>
                    <a:pt x="2152" y="4208"/>
                    <a:pt x="2349" y="4208"/>
                  </a:cubicBezTo>
                  <a:cubicBezTo>
                    <a:pt x="3255" y="4208"/>
                    <a:pt x="4085" y="3623"/>
                    <a:pt x="4366" y="2716"/>
                  </a:cubicBezTo>
                  <a:cubicBezTo>
                    <a:pt x="4690" y="1600"/>
                    <a:pt x="4059" y="428"/>
                    <a:pt x="2960" y="86"/>
                  </a:cubicBezTo>
                  <a:cubicBezTo>
                    <a:pt x="2761" y="28"/>
                    <a:pt x="2561" y="1"/>
                    <a:pt x="23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33"/>
            <p:cNvSpPr/>
            <p:nvPr/>
          </p:nvSpPr>
          <p:spPr>
            <a:xfrm>
              <a:off x="2227825" y="817125"/>
              <a:ext cx="231700" cy="176500"/>
            </a:xfrm>
            <a:custGeom>
              <a:avLst/>
              <a:gdLst/>
              <a:ahLst/>
              <a:cxnLst/>
              <a:rect l="l" t="t" r="r" b="b"/>
              <a:pathLst>
                <a:path w="9268" h="7060" extrusionOk="0">
                  <a:moveTo>
                    <a:pt x="7780" y="0"/>
                  </a:moveTo>
                  <a:cubicBezTo>
                    <a:pt x="6547" y="0"/>
                    <a:pt x="4745" y="205"/>
                    <a:pt x="2903" y="1137"/>
                  </a:cubicBezTo>
                  <a:cubicBezTo>
                    <a:pt x="0" y="2600"/>
                    <a:pt x="1424" y="5053"/>
                    <a:pt x="1805" y="5611"/>
                  </a:cubicBezTo>
                  <a:cubicBezTo>
                    <a:pt x="1805" y="5611"/>
                    <a:pt x="1822" y="5645"/>
                    <a:pt x="1839" y="5680"/>
                  </a:cubicBezTo>
                  <a:cubicBezTo>
                    <a:pt x="1874" y="5719"/>
                    <a:pt x="1891" y="5736"/>
                    <a:pt x="1891" y="5736"/>
                  </a:cubicBezTo>
                  <a:cubicBezTo>
                    <a:pt x="2172" y="6076"/>
                    <a:pt x="3099" y="7060"/>
                    <a:pt x="4320" y="7060"/>
                  </a:cubicBezTo>
                  <a:cubicBezTo>
                    <a:pt x="4981" y="7060"/>
                    <a:pt x="5729" y="6771"/>
                    <a:pt x="6507" y="5935"/>
                  </a:cubicBezTo>
                  <a:cubicBezTo>
                    <a:pt x="8653" y="3625"/>
                    <a:pt x="9159" y="960"/>
                    <a:pt x="9246" y="220"/>
                  </a:cubicBezTo>
                  <a:cubicBezTo>
                    <a:pt x="9246" y="220"/>
                    <a:pt x="9268" y="129"/>
                    <a:pt x="9268" y="112"/>
                  </a:cubicBezTo>
                  <a:lnTo>
                    <a:pt x="9177" y="95"/>
                  </a:lnTo>
                  <a:cubicBezTo>
                    <a:pt x="8921" y="57"/>
                    <a:pt x="8430" y="0"/>
                    <a:pt x="7780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33"/>
            <p:cNvSpPr/>
            <p:nvPr/>
          </p:nvSpPr>
          <p:spPr>
            <a:xfrm>
              <a:off x="2280500" y="835425"/>
              <a:ext cx="158250" cy="118850"/>
            </a:xfrm>
            <a:custGeom>
              <a:avLst/>
              <a:gdLst/>
              <a:ahLst/>
              <a:cxnLst/>
              <a:rect l="l" t="t" r="r" b="b"/>
              <a:pathLst>
                <a:path w="6330" h="4754" extrusionOk="0">
                  <a:moveTo>
                    <a:pt x="6231" y="0"/>
                  </a:moveTo>
                  <a:cubicBezTo>
                    <a:pt x="6211" y="0"/>
                    <a:pt x="6189" y="4"/>
                    <a:pt x="6166" y="12"/>
                  </a:cubicBezTo>
                  <a:lnTo>
                    <a:pt x="57" y="4606"/>
                  </a:lnTo>
                  <a:cubicBezTo>
                    <a:pt x="22" y="4623"/>
                    <a:pt x="0" y="4680"/>
                    <a:pt x="39" y="4714"/>
                  </a:cubicBezTo>
                  <a:cubicBezTo>
                    <a:pt x="57" y="4753"/>
                    <a:pt x="74" y="4753"/>
                    <a:pt x="109" y="4753"/>
                  </a:cubicBezTo>
                  <a:cubicBezTo>
                    <a:pt x="130" y="4753"/>
                    <a:pt x="147" y="4753"/>
                    <a:pt x="165" y="4732"/>
                  </a:cubicBezTo>
                  <a:lnTo>
                    <a:pt x="6274" y="154"/>
                  </a:lnTo>
                  <a:cubicBezTo>
                    <a:pt x="6313" y="120"/>
                    <a:pt x="6330" y="63"/>
                    <a:pt x="6295" y="29"/>
                  </a:cubicBezTo>
                  <a:cubicBezTo>
                    <a:pt x="6283" y="9"/>
                    <a:pt x="6260" y="0"/>
                    <a:pt x="6231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33"/>
            <p:cNvSpPr/>
            <p:nvPr/>
          </p:nvSpPr>
          <p:spPr>
            <a:xfrm>
              <a:off x="2345400" y="851500"/>
              <a:ext cx="5975" cy="54525"/>
            </a:xfrm>
            <a:custGeom>
              <a:avLst/>
              <a:gdLst/>
              <a:ahLst/>
              <a:cxnLst/>
              <a:rect l="l" t="t" r="r" b="b"/>
              <a:pathLst>
                <a:path w="239" h="2181" extrusionOk="0">
                  <a:moveTo>
                    <a:pt x="165" y="0"/>
                  </a:moveTo>
                  <a:cubicBezTo>
                    <a:pt x="108" y="0"/>
                    <a:pt x="74" y="35"/>
                    <a:pt x="74" y="87"/>
                  </a:cubicBezTo>
                  <a:lnTo>
                    <a:pt x="0" y="2090"/>
                  </a:lnTo>
                  <a:cubicBezTo>
                    <a:pt x="0" y="2142"/>
                    <a:pt x="39" y="2181"/>
                    <a:pt x="91" y="2181"/>
                  </a:cubicBezTo>
                  <a:cubicBezTo>
                    <a:pt x="147" y="2181"/>
                    <a:pt x="182" y="2142"/>
                    <a:pt x="182" y="2090"/>
                  </a:cubicBezTo>
                  <a:lnTo>
                    <a:pt x="238" y="87"/>
                  </a:lnTo>
                  <a:cubicBezTo>
                    <a:pt x="238" y="35"/>
                    <a:pt x="199" y="0"/>
                    <a:pt x="165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33"/>
            <p:cNvSpPr/>
            <p:nvPr/>
          </p:nvSpPr>
          <p:spPr>
            <a:xfrm>
              <a:off x="2301275" y="884800"/>
              <a:ext cx="5850" cy="54550"/>
            </a:xfrm>
            <a:custGeom>
              <a:avLst/>
              <a:gdLst/>
              <a:ahLst/>
              <a:cxnLst/>
              <a:rect l="l" t="t" r="r" b="b"/>
              <a:pathLst>
                <a:path w="234" h="2182" extrusionOk="0">
                  <a:moveTo>
                    <a:pt x="143" y="1"/>
                  </a:moveTo>
                  <a:cubicBezTo>
                    <a:pt x="108" y="1"/>
                    <a:pt x="74" y="35"/>
                    <a:pt x="56" y="74"/>
                  </a:cubicBezTo>
                  <a:lnTo>
                    <a:pt x="0" y="2090"/>
                  </a:lnTo>
                  <a:cubicBezTo>
                    <a:pt x="0" y="2129"/>
                    <a:pt x="35" y="2181"/>
                    <a:pt x="91" y="2181"/>
                  </a:cubicBezTo>
                  <a:cubicBezTo>
                    <a:pt x="126" y="2181"/>
                    <a:pt x="164" y="2147"/>
                    <a:pt x="164" y="2090"/>
                  </a:cubicBezTo>
                  <a:lnTo>
                    <a:pt x="234" y="92"/>
                  </a:lnTo>
                  <a:cubicBezTo>
                    <a:pt x="234" y="35"/>
                    <a:pt x="199" y="1"/>
                    <a:pt x="143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33"/>
            <p:cNvSpPr/>
            <p:nvPr/>
          </p:nvSpPr>
          <p:spPr>
            <a:xfrm>
              <a:off x="2345400" y="901900"/>
              <a:ext cx="53675" cy="16675"/>
            </a:xfrm>
            <a:custGeom>
              <a:avLst/>
              <a:gdLst/>
              <a:ahLst/>
              <a:cxnLst/>
              <a:rect l="l" t="t" r="r" b="b"/>
              <a:pathLst>
                <a:path w="2147" h="667" extrusionOk="0">
                  <a:moveTo>
                    <a:pt x="130" y="0"/>
                  </a:moveTo>
                  <a:cubicBezTo>
                    <a:pt x="74" y="0"/>
                    <a:pt x="39" y="18"/>
                    <a:pt x="22" y="74"/>
                  </a:cubicBezTo>
                  <a:cubicBezTo>
                    <a:pt x="0" y="108"/>
                    <a:pt x="39" y="165"/>
                    <a:pt x="74" y="165"/>
                  </a:cubicBezTo>
                  <a:lnTo>
                    <a:pt x="2021" y="667"/>
                  </a:lnTo>
                  <a:lnTo>
                    <a:pt x="2038" y="667"/>
                  </a:lnTo>
                  <a:cubicBezTo>
                    <a:pt x="2077" y="667"/>
                    <a:pt x="2112" y="649"/>
                    <a:pt x="2129" y="615"/>
                  </a:cubicBezTo>
                  <a:cubicBezTo>
                    <a:pt x="2146" y="558"/>
                    <a:pt x="2112" y="524"/>
                    <a:pt x="2055" y="506"/>
                  </a:cubicBezTo>
                  <a:lnTo>
                    <a:pt x="130" y="0"/>
                  </a:ln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33"/>
            <p:cNvSpPr/>
            <p:nvPr/>
          </p:nvSpPr>
          <p:spPr>
            <a:xfrm>
              <a:off x="2301275" y="935150"/>
              <a:ext cx="53225" cy="16850"/>
            </a:xfrm>
            <a:custGeom>
              <a:avLst/>
              <a:gdLst/>
              <a:ahLst/>
              <a:cxnLst/>
              <a:rect l="l" t="t" r="r" b="b"/>
              <a:pathLst>
                <a:path w="2129" h="674" extrusionOk="0">
                  <a:moveTo>
                    <a:pt x="85" y="1"/>
                  </a:moveTo>
                  <a:cubicBezTo>
                    <a:pt x="53" y="1"/>
                    <a:pt x="17" y="31"/>
                    <a:pt x="17" y="59"/>
                  </a:cubicBezTo>
                  <a:cubicBezTo>
                    <a:pt x="0" y="115"/>
                    <a:pt x="17" y="150"/>
                    <a:pt x="74" y="167"/>
                  </a:cubicBezTo>
                  <a:lnTo>
                    <a:pt x="2020" y="673"/>
                  </a:lnTo>
                  <a:lnTo>
                    <a:pt x="2038" y="673"/>
                  </a:lnTo>
                  <a:cubicBezTo>
                    <a:pt x="2072" y="673"/>
                    <a:pt x="2111" y="656"/>
                    <a:pt x="2129" y="617"/>
                  </a:cubicBezTo>
                  <a:cubicBezTo>
                    <a:pt x="2129" y="565"/>
                    <a:pt x="2111" y="509"/>
                    <a:pt x="2055" y="509"/>
                  </a:cubicBezTo>
                  <a:lnTo>
                    <a:pt x="108" y="7"/>
                  </a:lnTo>
                  <a:cubicBezTo>
                    <a:pt x="101" y="3"/>
                    <a:pt x="94" y="1"/>
                    <a:pt x="85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33"/>
            <p:cNvSpPr/>
            <p:nvPr/>
          </p:nvSpPr>
          <p:spPr>
            <a:xfrm>
              <a:off x="2353500" y="827600"/>
              <a:ext cx="64925" cy="20675"/>
            </a:xfrm>
            <a:custGeom>
              <a:avLst/>
              <a:gdLst/>
              <a:ahLst/>
              <a:cxnLst/>
              <a:rect l="l" t="t" r="r" b="b"/>
              <a:pathLst>
                <a:path w="2597" h="827" extrusionOk="0">
                  <a:moveTo>
                    <a:pt x="1" y="0"/>
                  </a:moveTo>
                  <a:lnTo>
                    <a:pt x="1" y="826"/>
                  </a:lnTo>
                  <a:lnTo>
                    <a:pt x="2597" y="826"/>
                  </a:lnTo>
                  <a:lnTo>
                    <a:pt x="2597" y="0"/>
                  </a:lnTo>
                  <a:close/>
                </a:path>
              </a:pathLst>
            </a:custGeom>
            <a:solidFill>
              <a:srgbClr val="00D2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33"/>
            <p:cNvSpPr/>
            <p:nvPr/>
          </p:nvSpPr>
          <p:spPr>
            <a:xfrm>
              <a:off x="2057050" y="1151150"/>
              <a:ext cx="156425" cy="104125"/>
            </a:xfrm>
            <a:custGeom>
              <a:avLst/>
              <a:gdLst/>
              <a:ahLst/>
              <a:cxnLst/>
              <a:rect l="l" t="t" r="r" b="b"/>
              <a:pathLst>
                <a:path w="6257" h="4165" extrusionOk="0">
                  <a:moveTo>
                    <a:pt x="2709" y="1"/>
                  </a:moveTo>
                  <a:cubicBezTo>
                    <a:pt x="1395" y="1"/>
                    <a:pt x="390" y="374"/>
                    <a:pt x="69" y="522"/>
                  </a:cubicBezTo>
                  <a:cubicBezTo>
                    <a:pt x="69" y="522"/>
                    <a:pt x="17" y="539"/>
                    <a:pt x="0" y="539"/>
                  </a:cubicBezTo>
                  <a:lnTo>
                    <a:pt x="35" y="613"/>
                  </a:lnTo>
                  <a:cubicBezTo>
                    <a:pt x="216" y="1063"/>
                    <a:pt x="973" y="2668"/>
                    <a:pt x="2704" y="3767"/>
                  </a:cubicBezTo>
                  <a:cubicBezTo>
                    <a:pt x="3153" y="4053"/>
                    <a:pt x="3546" y="4165"/>
                    <a:pt x="3886" y="4165"/>
                  </a:cubicBezTo>
                  <a:cubicBezTo>
                    <a:pt x="4896" y="4165"/>
                    <a:pt x="5435" y="3182"/>
                    <a:pt x="5568" y="2884"/>
                  </a:cubicBezTo>
                  <a:cubicBezTo>
                    <a:pt x="5568" y="2884"/>
                    <a:pt x="5585" y="2867"/>
                    <a:pt x="5585" y="2849"/>
                  </a:cubicBezTo>
                  <a:cubicBezTo>
                    <a:pt x="5607" y="2810"/>
                    <a:pt x="5607" y="2793"/>
                    <a:pt x="5607" y="2793"/>
                  </a:cubicBezTo>
                  <a:cubicBezTo>
                    <a:pt x="5750" y="2378"/>
                    <a:pt x="6256" y="595"/>
                    <a:pt x="4179" y="163"/>
                  </a:cubicBezTo>
                  <a:cubicBezTo>
                    <a:pt x="3662" y="46"/>
                    <a:pt x="3167" y="1"/>
                    <a:pt x="2709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33"/>
            <p:cNvSpPr/>
            <p:nvPr/>
          </p:nvSpPr>
          <p:spPr>
            <a:xfrm>
              <a:off x="2072300" y="1169850"/>
              <a:ext cx="119975" cy="51575"/>
            </a:xfrm>
            <a:custGeom>
              <a:avLst/>
              <a:gdLst/>
              <a:ahLst/>
              <a:cxnLst/>
              <a:rect l="l" t="t" r="r" b="b"/>
              <a:pathLst>
                <a:path w="4799" h="2063" extrusionOk="0">
                  <a:moveTo>
                    <a:pt x="99" y="1"/>
                  </a:moveTo>
                  <a:cubicBezTo>
                    <a:pt x="67" y="1"/>
                    <a:pt x="35" y="21"/>
                    <a:pt x="22" y="64"/>
                  </a:cubicBezTo>
                  <a:cubicBezTo>
                    <a:pt x="0" y="98"/>
                    <a:pt x="22" y="155"/>
                    <a:pt x="74" y="172"/>
                  </a:cubicBezTo>
                  <a:lnTo>
                    <a:pt x="4673" y="2062"/>
                  </a:lnTo>
                  <a:lnTo>
                    <a:pt x="4707" y="2062"/>
                  </a:lnTo>
                  <a:cubicBezTo>
                    <a:pt x="4742" y="2062"/>
                    <a:pt x="4781" y="2045"/>
                    <a:pt x="4781" y="2011"/>
                  </a:cubicBezTo>
                  <a:cubicBezTo>
                    <a:pt x="4798" y="1976"/>
                    <a:pt x="4781" y="1920"/>
                    <a:pt x="4742" y="1902"/>
                  </a:cubicBezTo>
                  <a:lnTo>
                    <a:pt x="130" y="7"/>
                  </a:lnTo>
                  <a:cubicBezTo>
                    <a:pt x="120" y="3"/>
                    <a:pt x="110" y="1"/>
                    <a:pt x="99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33"/>
            <p:cNvSpPr/>
            <p:nvPr/>
          </p:nvSpPr>
          <p:spPr>
            <a:xfrm>
              <a:off x="2110150" y="1197375"/>
              <a:ext cx="33875" cy="20050"/>
            </a:xfrm>
            <a:custGeom>
              <a:avLst/>
              <a:gdLst/>
              <a:ahLst/>
              <a:cxnLst/>
              <a:rect l="l" t="t" r="r" b="b"/>
              <a:pathLst>
                <a:path w="1355" h="802" extrusionOk="0">
                  <a:moveTo>
                    <a:pt x="1243" y="1"/>
                  </a:moveTo>
                  <a:cubicBezTo>
                    <a:pt x="1232" y="1"/>
                    <a:pt x="1221" y="4"/>
                    <a:pt x="1212" y="10"/>
                  </a:cubicBezTo>
                  <a:lnTo>
                    <a:pt x="57" y="637"/>
                  </a:lnTo>
                  <a:cubicBezTo>
                    <a:pt x="22" y="659"/>
                    <a:pt x="0" y="711"/>
                    <a:pt x="39" y="767"/>
                  </a:cubicBezTo>
                  <a:cubicBezTo>
                    <a:pt x="39" y="784"/>
                    <a:pt x="74" y="801"/>
                    <a:pt x="108" y="801"/>
                  </a:cubicBezTo>
                  <a:lnTo>
                    <a:pt x="147" y="801"/>
                  </a:lnTo>
                  <a:lnTo>
                    <a:pt x="1281" y="152"/>
                  </a:lnTo>
                  <a:cubicBezTo>
                    <a:pt x="1337" y="135"/>
                    <a:pt x="1354" y="79"/>
                    <a:pt x="1320" y="44"/>
                  </a:cubicBezTo>
                  <a:cubicBezTo>
                    <a:pt x="1304" y="19"/>
                    <a:pt x="1273" y="1"/>
                    <a:pt x="1243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33"/>
            <p:cNvSpPr/>
            <p:nvPr/>
          </p:nvSpPr>
          <p:spPr>
            <a:xfrm>
              <a:off x="2143575" y="1210900"/>
              <a:ext cx="33775" cy="20475"/>
            </a:xfrm>
            <a:custGeom>
              <a:avLst/>
              <a:gdLst/>
              <a:ahLst/>
              <a:cxnLst/>
              <a:rect l="l" t="t" r="r" b="b"/>
              <a:pathLst>
                <a:path w="1351" h="819" extrusionOk="0">
                  <a:moveTo>
                    <a:pt x="1240" y="1"/>
                  </a:moveTo>
                  <a:cubicBezTo>
                    <a:pt x="1228" y="1"/>
                    <a:pt x="1217" y="3"/>
                    <a:pt x="1207" y="9"/>
                  </a:cubicBezTo>
                  <a:lnTo>
                    <a:pt x="52" y="658"/>
                  </a:lnTo>
                  <a:cubicBezTo>
                    <a:pt x="17" y="676"/>
                    <a:pt x="0" y="728"/>
                    <a:pt x="35" y="767"/>
                  </a:cubicBezTo>
                  <a:cubicBezTo>
                    <a:pt x="35" y="801"/>
                    <a:pt x="69" y="818"/>
                    <a:pt x="108" y="818"/>
                  </a:cubicBezTo>
                  <a:cubicBezTo>
                    <a:pt x="126" y="818"/>
                    <a:pt x="126" y="801"/>
                    <a:pt x="143" y="801"/>
                  </a:cubicBezTo>
                  <a:lnTo>
                    <a:pt x="1281" y="170"/>
                  </a:lnTo>
                  <a:cubicBezTo>
                    <a:pt x="1333" y="152"/>
                    <a:pt x="1350" y="96"/>
                    <a:pt x="1315" y="44"/>
                  </a:cubicBezTo>
                  <a:cubicBezTo>
                    <a:pt x="1303" y="19"/>
                    <a:pt x="1270" y="1"/>
                    <a:pt x="1240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33"/>
            <p:cNvSpPr/>
            <p:nvPr/>
          </p:nvSpPr>
          <p:spPr>
            <a:xfrm>
              <a:off x="2130050" y="1165850"/>
              <a:ext cx="13975" cy="35775"/>
            </a:xfrm>
            <a:custGeom>
              <a:avLst/>
              <a:gdLst/>
              <a:ahLst/>
              <a:cxnLst/>
              <a:rect l="l" t="t" r="r" b="b"/>
              <a:pathLst>
                <a:path w="559" h="1431" extrusionOk="0">
                  <a:moveTo>
                    <a:pt x="100" y="1"/>
                  </a:moveTo>
                  <a:cubicBezTo>
                    <a:pt x="90" y="1"/>
                    <a:pt x="79" y="3"/>
                    <a:pt x="70" y="7"/>
                  </a:cubicBezTo>
                  <a:cubicBezTo>
                    <a:pt x="18" y="7"/>
                    <a:pt x="0" y="59"/>
                    <a:pt x="0" y="115"/>
                  </a:cubicBezTo>
                  <a:lnTo>
                    <a:pt x="377" y="1357"/>
                  </a:lnTo>
                  <a:cubicBezTo>
                    <a:pt x="377" y="1396"/>
                    <a:pt x="416" y="1431"/>
                    <a:pt x="450" y="1431"/>
                  </a:cubicBezTo>
                  <a:cubicBezTo>
                    <a:pt x="468" y="1431"/>
                    <a:pt x="468" y="1413"/>
                    <a:pt x="485" y="1413"/>
                  </a:cubicBezTo>
                  <a:cubicBezTo>
                    <a:pt x="524" y="1413"/>
                    <a:pt x="558" y="1357"/>
                    <a:pt x="541" y="1305"/>
                  </a:cubicBezTo>
                  <a:lnTo>
                    <a:pt x="178" y="59"/>
                  </a:lnTo>
                  <a:cubicBezTo>
                    <a:pt x="165" y="20"/>
                    <a:pt x="132" y="1"/>
                    <a:pt x="100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33"/>
            <p:cNvSpPr/>
            <p:nvPr/>
          </p:nvSpPr>
          <p:spPr>
            <a:xfrm>
              <a:off x="2163350" y="1179425"/>
              <a:ext cx="14000" cy="35725"/>
            </a:xfrm>
            <a:custGeom>
              <a:avLst/>
              <a:gdLst/>
              <a:ahLst/>
              <a:cxnLst/>
              <a:rect l="l" t="t" r="r" b="b"/>
              <a:pathLst>
                <a:path w="560" h="1429" extrusionOk="0">
                  <a:moveTo>
                    <a:pt x="95" y="1"/>
                  </a:moveTo>
                  <a:cubicBezTo>
                    <a:pt x="88" y="1"/>
                    <a:pt x="81" y="2"/>
                    <a:pt x="74" y="5"/>
                  </a:cubicBezTo>
                  <a:cubicBezTo>
                    <a:pt x="18" y="22"/>
                    <a:pt x="1" y="57"/>
                    <a:pt x="1" y="113"/>
                  </a:cubicBezTo>
                  <a:lnTo>
                    <a:pt x="382" y="1377"/>
                  </a:lnTo>
                  <a:cubicBezTo>
                    <a:pt x="382" y="1411"/>
                    <a:pt x="416" y="1429"/>
                    <a:pt x="451" y="1429"/>
                  </a:cubicBezTo>
                  <a:lnTo>
                    <a:pt x="490" y="1429"/>
                  </a:lnTo>
                  <a:cubicBezTo>
                    <a:pt x="524" y="1411"/>
                    <a:pt x="559" y="1355"/>
                    <a:pt x="542" y="1320"/>
                  </a:cubicBezTo>
                  <a:lnTo>
                    <a:pt x="183" y="57"/>
                  </a:lnTo>
                  <a:cubicBezTo>
                    <a:pt x="168" y="29"/>
                    <a:pt x="128" y="1"/>
                    <a:pt x="95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33"/>
            <p:cNvSpPr/>
            <p:nvPr/>
          </p:nvSpPr>
          <p:spPr>
            <a:xfrm>
              <a:off x="2076400" y="1181800"/>
              <a:ext cx="30200" cy="35625"/>
            </a:xfrm>
            <a:custGeom>
              <a:avLst/>
              <a:gdLst/>
              <a:ahLst/>
              <a:cxnLst/>
              <a:rect l="l" t="t" r="r" b="b"/>
              <a:pathLst>
                <a:path w="1208" h="1425" extrusionOk="0">
                  <a:moveTo>
                    <a:pt x="234" y="1"/>
                  </a:moveTo>
                  <a:cubicBezTo>
                    <a:pt x="199" y="1"/>
                    <a:pt x="161" y="18"/>
                    <a:pt x="126" y="36"/>
                  </a:cubicBezTo>
                  <a:cubicBezTo>
                    <a:pt x="35" y="92"/>
                    <a:pt x="0" y="217"/>
                    <a:pt x="52" y="308"/>
                  </a:cubicBezTo>
                  <a:cubicBezTo>
                    <a:pt x="269" y="685"/>
                    <a:pt x="541" y="1044"/>
                    <a:pt x="831" y="1368"/>
                  </a:cubicBezTo>
                  <a:cubicBezTo>
                    <a:pt x="883" y="1407"/>
                    <a:pt x="939" y="1424"/>
                    <a:pt x="991" y="1424"/>
                  </a:cubicBezTo>
                  <a:cubicBezTo>
                    <a:pt x="1026" y="1424"/>
                    <a:pt x="1082" y="1407"/>
                    <a:pt x="1117" y="1368"/>
                  </a:cubicBezTo>
                  <a:cubicBezTo>
                    <a:pt x="1156" y="1351"/>
                    <a:pt x="1173" y="1334"/>
                    <a:pt x="1173" y="1299"/>
                  </a:cubicBezTo>
                  <a:cubicBezTo>
                    <a:pt x="1208" y="1225"/>
                    <a:pt x="1190" y="1134"/>
                    <a:pt x="1134" y="1083"/>
                  </a:cubicBezTo>
                  <a:cubicBezTo>
                    <a:pt x="848" y="793"/>
                    <a:pt x="615" y="451"/>
                    <a:pt x="416" y="109"/>
                  </a:cubicBezTo>
                  <a:cubicBezTo>
                    <a:pt x="360" y="36"/>
                    <a:pt x="308" y="1"/>
                    <a:pt x="234" y="1"/>
                  </a:cubicBezTo>
                  <a:close/>
                </a:path>
              </a:pathLst>
            </a:custGeom>
            <a:solidFill>
              <a:srgbClr val="00D2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33"/>
            <p:cNvSpPr/>
            <p:nvPr/>
          </p:nvSpPr>
          <p:spPr>
            <a:xfrm>
              <a:off x="1671225" y="680600"/>
              <a:ext cx="21675" cy="676025"/>
            </a:xfrm>
            <a:custGeom>
              <a:avLst/>
              <a:gdLst/>
              <a:ahLst/>
              <a:cxnLst/>
              <a:rect l="l" t="t" r="r" b="b"/>
              <a:pathLst>
                <a:path w="867" h="27041" extrusionOk="0">
                  <a:moveTo>
                    <a:pt x="1" y="1"/>
                  </a:moveTo>
                  <a:lnTo>
                    <a:pt x="1" y="27040"/>
                  </a:lnTo>
                  <a:lnTo>
                    <a:pt x="866" y="27040"/>
                  </a:lnTo>
                  <a:lnTo>
                    <a:pt x="866" y="1"/>
                  </a:ln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33"/>
            <p:cNvSpPr/>
            <p:nvPr/>
          </p:nvSpPr>
          <p:spPr>
            <a:xfrm>
              <a:off x="1666250" y="635800"/>
              <a:ext cx="69050" cy="101225"/>
            </a:xfrm>
            <a:custGeom>
              <a:avLst/>
              <a:gdLst/>
              <a:ahLst/>
              <a:cxnLst/>
              <a:rect l="l" t="t" r="r" b="b"/>
              <a:pathLst>
                <a:path w="2762" h="4049" extrusionOk="0">
                  <a:moveTo>
                    <a:pt x="1688" y="0"/>
                  </a:moveTo>
                  <a:cubicBezTo>
                    <a:pt x="1291" y="0"/>
                    <a:pt x="913" y="266"/>
                    <a:pt x="797" y="676"/>
                  </a:cubicBezTo>
                  <a:lnTo>
                    <a:pt x="148" y="2822"/>
                  </a:lnTo>
                  <a:cubicBezTo>
                    <a:pt x="1" y="3328"/>
                    <a:pt x="291" y="3848"/>
                    <a:pt x="797" y="4012"/>
                  </a:cubicBezTo>
                  <a:cubicBezTo>
                    <a:pt x="881" y="4037"/>
                    <a:pt x="967" y="4049"/>
                    <a:pt x="1052" y="4049"/>
                  </a:cubicBezTo>
                  <a:cubicBezTo>
                    <a:pt x="1458" y="4049"/>
                    <a:pt x="1847" y="3781"/>
                    <a:pt x="1965" y="3363"/>
                  </a:cubicBezTo>
                  <a:lnTo>
                    <a:pt x="2614" y="1217"/>
                  </a:lnTo>
                  <a:cubicBezTo>
                    <a:pt x="2761" y="711"/>
                    <a:pt x="2471" y="192"/>
                    <a:pt x="1965" y="45"/>
                  </a:cubicBezTo>
                  <a:cubicBezTo>
                    <a:pt x="1874" y="14"/>
                    <a:pt x="1780" y="0"/>
                    <a:pt x="1688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33"/>
            <p:cNvSpPr/>
            <p:nvPr/>
          </p:nvSpPr>
          <p:spPr>
            <a:xfrm>
              <a:off x="1684750" y="668550"/>
              <a:ext cx="98225" cy="81450"/>
            </a:xfrm>
            <a:custGeom>
              <a:avLst/>
              <a:gdLst/>
              <a:ahLst/>
              <a:cxnLst/>
              <a:rect l="l" t="t" r="r" b="b"/>
              <a:pathLst>
                <a:path w="3929" h="3258" extrusionOk="0">
                  <a:moveTo>
                    <a:pt x="2859" y="1"/>
                  </a:moveTo>
                  <a:cubicBezTo>
                    <a:pt x="2660" y="1"/>
                    <a:pt x="2459" y="64"/>
                    <a:pt x="2289" y="197"/>
                  </a:cubicBezTo>
                  <a:lnTo>
                    <a:pt x="507" y="1564"/>
                  </a:lnTo>
                  <a:cubicBezTo>
                    <a:pt x="91" y="1871"/>
                    <a:pt x="1" y="2468"/>
                    <a:pt x="325" y="2884"/>
                  </a:cubicBezTo>
                  <a:cubicBezTo>
                    <a:pt x="506" y="3126"/>
                    <a:pt x="795" y="3257"/>
                    <a:pt x="1085" y="3257"/>
                  </a:cubicBezTo>
                  <a:cubicBezTo>
                    <a:pt x="1287" y="3257"/>
                    <a:pt x="1489" y="3194"/>
                    <a:pt x="1658" y="3061"/>
                  </a:cubicBezTo>
                  <a:lnTo>
                    <a:pt x="3444" y="1711"/>
                  </a:lnTo>
                  <a:cubicBezTo>
                    <a:pt x="3860" y="1387"/>
                    <a:pt x="3929" y="790"/>
                    <a:pt x="3604" y="374"/>
                  </a:cubicBezTo>
                  <a:cubicBezTo>
                    <a:pt x="3426" y="132"/>
                    <a:pt x="3145" y="1"/>
                    <a:pt x="285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33"/>
            <p:cNvSpPr/>
            <p:nvPr/>
          </p:nvSpPr>
          <p:spPr>
            <a:xfrm>
              <a:off x="1695125" y="722975"/>
              <a:ext cx="104075" cy="48725"/>
            </a:xfrm>
            <a:custGeom>
              <a:avLst/>
              <a:gdLst/>
              <a:ahLst/>
              <a:cxnLst/>
              <a:rect l="l" t="t" r="r" b="b"/>
              <a:pathLst>
                <a:path w="4163" h="1949" extrusionOk="0">
                  <a:moveTo>
                    <a:pt x="3221" y="1"/>
                  </a:moveTo>
                  <a:cubicBezTo>
                    <a:pt x="3211" y="1"/>
                    <a:pt x="3200" y="1"/>
                    <a:pt x="3189" y="1"/>
                  </a:cubicBezTo>
                  <a:lnTo>
                    <a:pt x="940" y="58"/>
                  </a:lnTo>
                  <a:cubicBezTo>
                    <a:pt x="416" y="75"/>
                    <a:pt x="1" y="508"/>
                    <a:pt x="18" y="1031"/>
                  </a:cubicBezTo>
                  <a:cubicBezTo>
                    <a:pt x="35" y="1540"/>
                    <a:pt x="451" y="1949"/>
                    <a:pt x="960" y="1949"/>
                  </a:cubicBezTo>
                  <a:cubicBezTo>
                    <a:pt x="971" y="1949"/>
                    <a:pt x="981" y="1949"/>
                    <a:pt x="992" y="1948"/>
                  </a:cubicBezTo>
                  <a:lnTo>
                    <a:pt x="3228" y="1896"/>
                  </a:lnTo>
                  <a:cubicBezTo>
                    <a:pt x="3752" y="1896"/>
                    <a:pt x="4163" y="1464"/>
                    <a:pt x="4163" y="923"/>
                  </a:cubicBezTo>
                  <a:cubicBezTo>
                    <a:pt x="4146" y="410"/>
                    <a:pt x="3730" y="1"/>
                    <a:pt x="322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33"/>
            <p:cNvSpPr/>
            <p:nvPr/>
          </p:nvSpPr>
          <p:spPr>
            <a:xfrm>
              <a:off x="1685625" y="746500"/>
              <a:ext cx="100075" cy="79250"/>
            </a:xfrm>
            <a:custGeom>
              <a:avLst/>
              <a:gdLst/>
              <a:ahLst/>
              <a:cxnLst/>
              <a:rect l="l" t="t" r="r" b="b"/>
              <a:pathLst>
                <a:path w="4003" h="3170" extrusionOk="0">
                  <a:moveTo>
                    <a:pt x="1093" y="1"/>
                  </a:moveTo>
                  <a:cubicBezTo>
                    <a:pt x="788" y="1"/>
                    <a:pt x="489" y="144"/>
                    <a:pt x="307" y="415"/>
                  </a:cubicBezTo>
                  <a:cubicBezTo>
                    <a:pt x="0" y="847"/>
                    <a:pt x="108" y="1423"/>
                    <a:pt x="541" y="1730"/>
                  </a:cubicBezTo>
                  <a:lnTo>
                    <a:pt x="2380" y="3010"/>
                  </a:lnTo>
                  <a:cubicBezTo>
                    <a:pt x="2542" y="3118"/>
                    <a:pt x="2727" y="3169"/>
                    <a:pt x="2912" y="3169"/>
                  </a:cubicBezTo>
                  <a:cubicBezTo>
                    <a:pt x="3219" y="3169"/>
                    <a:pt x="3525" y="3026"/>
                    <a:pt x="3717" y="2755"/>
                  </a:cubicBezTo>
                  <a:cubicBezTo>
                    <a:pt x="4002" y="2323"/>
                    <a:pt x="3894" y="1747"/>
                    <a:pt x="3461" y="1440"/>
                  </a:cubicBezTo>
                  <a:lnTo>
                    <a:pt x="1623" y="159"/>
                  </a:lnTo>
                  <a:cubicBezTo>
                    <a:pt x="1460" y="52"/>
                    <a:pt x="1276" y="1"/>
                    <a:pt x="1093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33"/>
            <p:cNvSpPr/>
            <p:nvPr/>
          </p:nvSpPr>
          <p:spPr>
            <a:xfrm>
              <a:off x="1667675" y="760350"/>
              <a:ext cx="72050" cy="100475"/>
            </a:xfrm>
            <a:custGeom>
              <a:avLst/>
              <a:gdLst/>
              <a:ahLst/>
              <a:cxnLst/>
              <a:rect l="l" t="t" r="r" b="b"/>
              <a:pathLst>
                <a:path w="2882" h="4019" extrusionOk="0">
                  <a:moveTo>
                    <a:pt x="1066" y="0"/>
                  </a:moveTo>
                  <a:cubicBezTo>
                    <a:pt x="963" y="0"/>
                    <a:pt x="859" y="18"/>
                    <a:pt x="757" y="55"/>
                  </a:cubicBezTo>
                  <a:cubicBezTo>
                    <a:pt x="251" y="237"/>
                    <a:pt x="0" y="778"/>
                    <a:pt x="177" y="1267"/>
                  </a:cubicBezTo>
                  <a:lnTo>
                    <a:pt x="917" y="3374"/>
                  </a:lnTo>
                  <a:cubicBezTo>
                    <a:pt x="1062" y="3777"/>
                    <a:pt x="1435" y="4019"/>
                    <a:pt x="1826" y="4019"/>
                  </a:cubicBezTo>
                  <a:cubicBezTo>
                    <a:pt x="1926" y="4019"/>
                    <a:pt x="2026" y="4003"/>
                    <a:pt x="2124" y="3971"/>
                  </a:cubicBezTo>
                  <a:cubicBezTo>
                    <a:pt x="2613" y="3789"/>
                    <a:pt x="2881" y="3248"/>
                    <a:pt x="2704" y="2759"/>
                  </a:cubicBezTo>
                  <a:lnTo>
                    <a:pt x="1964" y="635"/>
                  </a:lnTo>
                  <a:cubicBezTo>
                    <a:pt x="1821" y="249"/>
                    <a:pt x="1453" y="0"/>
                    <a:pt x="1066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33"/>
            <p:cNvSpPr/>
            <p:nvPr/>
          </p:nvSpPr>
          <p:spPr>
            <a:xfrm>
              <a:off x="1628825" y="760800"/>
              <a:ext cx="69050" cy="101525"/>
            </a:xfrm>
            <a:custGeom>
              <a:avLst/>
              <a:gdLst/>
              <a:ahLst/>
              <a:cxnLst/>
              <a:rect l="l" t="t" r="r" b="b"/>
              <a:pathLst>
                <a:path w="2762" h="4061" extrusionOk="0">
                  <a:moveTo>
                    <a:pt x="1708" y="1"/>
                  </a:moveTo>
                  <a:cubicBezTo>
                    <a:pt x="1294" y="1"/>
                    <a:pt x="915" y="271"/>
                    <a:pt x="797" y="686"/>
                  </a:cubicBezTo>
                  <a:lnTo>
                    <a:pt x="148" y="2832"/>
                  </a:lnTo>
                  <a:cubicBezTo>
                    <a:pt x="1" y="3338"/>
                    <a:pt x="291" y="3862"/>
                    <a:pt x="797" y="4022"/>
                  </a:cubicBezTo>
                  <a:cubicBezTo>
                    <a:pt x="882" y="4048"/>
                    <a:pt x="969" y="4060"/>
                    <a:pt x="1056" y="4060"/>
                  </a:cubicBezTo>
                  <a:cubicBezTo>
                    <a:pt x="1460" y="4060"/>
                    <a:pt x="1848" y="3790"/>
                    <a:pt x="1969" y="3373"/>
                  </a:cubicBezTo>
                  <a:lnTo>
                    <a:pt x="2618" y="1227"/>
                  </a:lnTo>
                  <a:cubicBezTo>
                    <a:pt x="2761" y="725"/>
                    <a:pt x="2471" y="202"/>
                    <a:pt x="1969" y="37"/>
                  </a:cubicBezTo>
                  <a:cubicBezTo>
                    <a:pt x="1882" y="13"/>
                    <a:pt x="1794" y="1"/>
                    <a:pt x="1708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33"/>
            <p:cNvSpPr/>
            <p:nvPr/>
          </p:nvSpPr>
          <p:spPr>
            <a:xfrm>
              <a:off x="1581125" y="747850"/>
              <a:ext cx="98250" cy="81525"/>
            </a:xfrm>
            <a:custGeom>
              <a:avLst/>
              <a:gdLst/>
              <a:ahLst/>
              <a:cxnLst/>
              <a:rect l="l" t="t" r="r" b="b"/>
              <a:pathLst>
                <a:path w="3930" h="3261" extrusionOk="0">
                  <a:moveTo>
                    <a:pt x="2840" y="0"/>
                  </a:moveTo>
                  <a:cubicBezTo>
                    <a:pt x="2642" y="0"/>
                    <a:pt x="2442" y="64"/>
                    <a:pt x="2272" y="196"/>
                  </a:cubicBezTo>
                  <a:lnTo>
                    <a:pt x="485" y="1550"/>
                  </a:lnTo>
                  <a:cubicBezTo>
                    <a:pt x="70" y="1875"/>
                    <a:pt x="1" y="2468"/>
                    <a:pt x="308" y="2883"/>
                  </a:cubicBezTo>
                  <a:cubicBezTo>
                    <a:pt x="500" y="3128"/>
                    <a:pt x="785" y="3261"/>
                    <a:pt x="1073" y="3261"/>
                  </a:cubicBezTo>
                  <a:cubicBezTo>
                    <a:pt x="1271" y="3261"/>
                    <a:pt x="1471" y="3197"/>
                    <a:pt x="1641" y="3065"/>
                  </a:cubicBezTo>
                  <a:lnTo>
                    <a:pt x="3423" y="1710"/>
                  </a:lnTo>
                  <a:cubicBezTo>
                    <a:pt x="3838" y="1386"/>
                    <a:pt x="3929" y="793"/>
                    <a:pt x="3605" y="378"/>
                  </a:cubicBezTo>
                  <a:cubicBezTo>
                    <a:pt x="3413" y="132"/>
                    <a:pt x="3127" y="0"/>
                    <a:pt x="284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33"/>
            <p:cNvSpPr/>
            <p:nvPr/>
          </p:nvSpPr>
          <p:spPr>
            <a:xfrm>
              <a:off x="1564900" y="726125"/>
              <a:ext cx="104075" cy="48725"/>
            </a:xfrm>
            <a:custGeom>
              <a:avLst/>
              <a:gdLst/>
              <a:ahLst/>
              <a:cxnLst/>
              <a:rect l="l" t="t" r="r" b="b"/>
              <a:pathLst>
                <a:path w="4163" h="1949" extrusionOk="0">
                  <a:moveTo>
                    <a:pt x="3204" y="0"/>
                  </a:moveTo>
                  <a:cubicBezTo>
                    <a:pt x="3193" y="0"/>
                    <a:pt x="3183" y="1"/>
                    <a:pt x="3172" y="1"/>
                  </a:cubicBezTo>
                  <a:lnTo>
                    <a:pt x="935" y="57"/>
                  </a:lnTo>
                  <a:cubicBezTo>
                    <a:pt x="416" y="74"/>
                    <a:pt x="1" y="507"/>
                    <a:pt x="1" y="1031"/>
                  </a:cubicBezTo>
                  <a:cubicBezTo>
                    <a:pt x="18" y="1543"/>
                    <a:pt x="433" y="1948"/>
                    <a:pt x="943" y="1948"/>
                  </a:cubicBezTo>
                  <a:cubicBezTo>
                    <a:pt x="953" y="1948"/>
                    <a:pt x="964" y="1948"/>
                    <a:pt x="974" y="1948"/>
                  </a:cubicBezTo>
                  <a:lnTo>
                    <a:pt x="3207" y="1896"/>
                  </a:lnTo>
                  <a:cubicBezTo>
                    <a:pt x="3748" y="1879"/>
                    <a:pt x="4163" y="1446"/>
                    <a:pt x="4146" y="922"/>
                  </a:cubicBezTo>
                  <a:cubicBezTo>
                    <a:pt x="4129" y="409"/>
                    <a:pt x="3713" y="0"/>
                    <a:pt x="3204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33"/>
            <p:cNvSpPr/>
            <p:nvPr/>
          </p:nvSpPr>
          <p:spPr>
            <a:xfrm>
              <a:off x="1578425" y="672225"/>
              <a:ext cx="100075" cy="79175"/>
            </a:xfrm>
            <a:custGeom>
              <a:avLst/>
              <a:gdLst/>
              <a:ahLst/>
              <a:cxnLst/>
              <a:rect l="l" t="t" r="r" b="b"/>
              <a:pathLst>
                <a:path w="4003" h="3167" extrusionOk="0">
                  <a:moveTo>
                    <a:pt x="1071" y="0"/>
                  </a:moveTo>
                  <a:cubicBezTo>
                    <a:pt x="773" y="0"/>
                    <a:pt x="475" y="143"/>
                    <a:pt x="286" y="409"/>
                  </a:cubicBezTo>
                  <a:cubicBezTo>
                    <a:pt x="1" y="842"/>
                    <a:pt x="109" y="1439"/>
                    <a:pt x="542" y="1724"/>
                  </a:cubicBezTo>
                  <a:lnTo>
                    <a:pt x="2380" y="3005"/>
                  </a:lnTo>
                  <a:cubicBezTo>
                    <a:pt x="2543" y="3114"/>
                    <a:pt x="2729" y="3167"/>
                    <a:pt x="2913" y="3167"/>
                  </a:cubicBezTo>
                  <a:cubicBezTo>
                    <a:pt x="3217" y="3167"/>
                    <a:pt x="3515" y="3023"/>
                    <a:pt x="3695" y="2754"/>
                  </a:cubicBezTo>
                  <a:cubicBezTo>
                    <a:pt x="4003" y="2339"/>
                    <a:pt x="3894" y="1742"/>
                    <a:pt x="3462" y="1439"/>
                  </a:cubicBezTo>
                  <a:lnTo>
                    <a:pt x="1606" y="175"/>
                  </a:lnTo>
                  <a:cubicBezTo>
                    <a:pt x="1445" y="57"/>
                    <a:pt x="1258" y="0"/>
                    <a:pt x="107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33"/>
            <p:cNvSpPr/>
            <p:nvPr/>
          </p:nvSpPr>
          <p:spPr>
            <a:xfrm>
              <a:off x="1624400" y="637075"/>
              <a:ext cx="72050" cy="100450"/>
            </a:xfrm>
            <a:custGeom>
              <a:avLst/>
              <a:gdLst/>
              <a:ahLst/>
              <a:cxnLst/>
              <a:rect l="l" t="t" r="r" b="b"/>
              <a:pathLst>
                <a:path w="2882" h="4018" extrusionOk="0">
                  <a:moveTo>
                    <a:pt x="1058" y="0"/>
                  </a:moveTo>
                  <a:cubicBezTo>
                    <a:pt x="958" y="0"/>
                    <a:pt x="857" y="16"/>
                    <a:pt x="758" y="50"/>
                  </a:cubicBezTo>
                  <a:cubicBezTo>
                    <a:pt x="251" y="227"/>
                    <a:pt x="0" y="768"/>
                    <a:pt x="178" y="1274"/>
                  </a:cubicBezTo>
                  <a:lnTo>
                    <a:pt x="918" y="3386"/>
                  </a:lnTo>
                  <a:cubicBezTo>
                    <a:pt x="1047" y="3767"/>
                    <a:pt x="1421" y="4018"/>
                    <a:pt x="1811" y="4018"/>
                  </a:cubicBezTo>
                  <a:cubicBezTo>
                    <a:pt x="1916" y="4018"/>
                    <a:pt x="2022" y="3999"/>
                    <a:pt x="2125" y="3961"/>
                  </a:cubicBezTo>
                  <a:cubicBezTo>
                    <a:pt x="2614" y="3797"/>
                    <a:pt x="2882" y="3256"/>
                    <a:pt x="2704" y="2754"/>
                  </a:cubicBezTo>
                  <a:lnTo>
                    <a:pt x="1965" y="643"/>
                  </a:lnTo>
                  <a:cubicBezTo>
                    <a:pt x="1820" y="243"/>
                    <a:pt x="1448" y="0"/>
                    <a:pt x="1058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33"/>
            <p:cNvSpPr/>
            <p:nvPr/>
          </p:nvSpPr>
          <p:spPr>
            <a:xfrm>
              <a:off x="1666250" y="635800"/>
              <a:ext cx="69050" cy="101225"/>
            </a:xfrm>
            <a:custGeom>
              <a:avLst/>
              <a:gdLst/>
              <a:ahLst/>
              <a:cxnLst/>
              <a:rect l="l" t="t" r="r" b="b"/>
              <a:pathLst>
                <a:path w="2762" h="4049" extrusionOk="0">
                  <a:moveTo>
                    <a:pt x="1688" y="0"/>
                  </a:moveTo>
                  <a:cubicBezTo>
                    <a:pt x="1291" y="0"/>
                    <a:pt x="913" y="266"/>
                    <a:pt x="797" y="676"/>
                  </a:cubicBezTo>
                  <a:lnTo>
                    <a:pt x="148" y="2822"/>
                  </a:lnTo>
                  <a:cubicBezTo>
                    <a:pt x="1" y="3328"/>
                    <a:pt x="291" y="3848"/>
                    <a:pt x="797" y="4012"/>
                  </a:cubicBezTo>
                  <a:cubicBezTo>
                    <a:pt x="881" y="4037"/>
                    <a:pt x="967" y="4049"/>
                    <a:pt x="1052" y="4049"/>
                  </a:cubicBezTo>
                  <a:cubicBezTo>
                    <a:pt x="1458" y="4049"/>
                    <a:pt x="1847" y="3781"/>
                    <a:pt x="1965" y="3363"/>
                  </a:cubicBezTo>
                  <a:lnTo>
                    <a:pt x="2614" y="1217"/>
                  </a:lnTo>
                  <a:cubicBezTo>
                    <a:pt x="2761" y="711"/>
                    <a:pt x="2471" y="192"/>
                    <a:pt x="1965" y="45"/>
                  </a:cubicBezTo>
                  <a:cubicBezTo>
                    <a:pt x="1874" y="14"/>
                    <a:pt x="1780" y="0"/>
                    <a:pt x="1688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33"/>
            <p:cNvSpPr/>
            <p:nvPr/>
          </p:nvSpPr>
          <p:spPr>
            <a:xfrm>
              <a:off x="1636950" y="708700"/>
              <a:ext cx="90225" cy="80475"/>
            </a:xfrm>
            <a:custGeom>
              <a:avLst/>
              <a:gdLst/>
              <a:ahLst/>
              <a:cxnLst/>
              <a:rect l="l" t="t" r="r" b="b"/>
              <a:pathLst>
                <a:path w="3609" h="3219" extrusionOk="0">
                  <a:moveTo>
                    <a:pt x="1811" y="0"/>
                  </a:moveTo>
                  <a:cubicBezTo>
                    <a:pt x="1107" y="0"/>
                    <a:pt x="462" y="454"/>
                    <a:pt x="256" y="1148"/>
                  </a:cubicBezTo>
                  <a:cubicBezTo>
                    <a:pt x="0" y="1996"/>
                    <a:pt x="489" y="2900"/>
                    <a:pt x="1337" y="3151"/>
                  </a:cubicBezTo>
                  <a:cubicBezTo>
                    <a:pt x="1495" y="3197"/>
                    <a:pt x="1653" y="3219"/>
                    <a:pt x="1809" y="3219"/>
                  </a:cubicBezTo>
                  <a:cubicBezTo>
                    <a:pt x="2509" y="3219"/>
                    <a:pt x="3148" y="2777"/>
                    <a:pt x="3353" y="2069"/>
                  </a:cubicBezTo>
                  <a:cubicBezTo>
                    <a:pt x="3609" y="1221"/>
                    <a:pt x="3120" y="322"/>
                    <a:pt x="2272" y="66"/>
                  </a:cubicBezTo>
                  <a:cubicBezTo>
                    <a:pt x="2118" y="22"/>
                    <a:pt x="1963" y="0"/>
                    <a:pt x="1811" y="0"/>
                  </a:cubicBezTo>
                  <a:close/>
                </a:path>
              </a:pathLst>
            </a:custGeom>
            <a:solidFill>
              <a:srgbClr val="FFD6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33"/>
            <p:cNvSpPr/>
            <p:nvPr/>
          </p:nvSpPr>
          <p:spPr>
            <a:xfrm>
              <a:off x="1491900" y="1060600"/>
              <a:ext cx="182050" cy="121175"/>
            </a:xfrm>
            <a:custGeom>
              <a:avLst/>
              <a:gdLst/>
              <a:ahLst/>
              <a:cxnLst/>
              <a:rect l="l" t="t" r="r" b="b"/>
              <a:pathLst>
                <a:path w="7282" h="4847" extrusionOk="0">
                  <a:moveTo>
                    <a:pt x="3169" y="1"/>
                  </a:moveTo>
                  <a:cubicBezTo>
                    <a:pt x="1629" y="1"/>
                    <a:pt x="460" y="431"/>
                    <a:pt x="70" y="592"/>
                  </a:cubicBezTo>
                  <a:cubicBezTo>
                    <a:pt x="70" y="592"/>
                    <a:pt x="18" y="631"/>
                    <a:pt x="1" y="631"/>
                  </a:cubicBezTo>
                  <a:lnTo>
                    <a:pt x="18" y="700"/>
                  </a:lnTo>
                  <a:cubicBezTo>
                    <a:pt x="234" y="1223"/>
                    <a:pt x="1117" y="3101"/>
                    <a:pt x="3137" y="4377"/>
                  </a:cubicBezTo>
                  <a:cubicBezTo>
                    <a:pt x="3661" y="4716"/>
                    <a:pt x="4120" y="4847"/>
                    <a:pt x="4516" y="4847"/>
                  </a:cubicBezTo>
                  <a:cubicBezTo>
                    <a:pt x="5686" y="4847"/>
                    <a:pt x="6311" y="3701"/>
                    <a:pt x="6473" y="3352"/>
                  </a:cubicBezTo>
                  <a:cubicBezTo>
                    <a:pt x="6473" y="3352"/>
                    <a:pt x="6490" y="3335"/>
                    <a:pt x="6508" y="3296"/>
                  </a:cubicBezTo>
                  <a:cubicBezTo>
                    <a:pt x="6508" y="3279"/>
                    <a:pt x="6525" y="3261"/>
                    <a:pt x="6525" y="3261"/>
                  </a:cubicBezTo>
                  <a:cubicBezTo>
                    <a:pt x="6689" y="2777"/>
                    <a:pt x="7282" y="700"/>
                    <a:pt x="4868" y="181"/>
                  </a:cubicBezTo>
                  <a:cubicBezTo>
                    <a:pt x="4269" y="52"/>
                    <a:pt x="3697" y="1"/>
                    <a:pt x="3169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33"/>
            <p:cNvSpPr/>
            <p:nvPr/>
          </p:nvSpPr>
          <p:spPr>
            <a:xfrm>
              <a:off x="1509850" y="1082525"/>
              <a:ext cx="138900" cy="59625"/>
            </a:xfrm>
            <a:custGeom>
              <a:avLst/>
              <a:gdLst/>
              <a:ahLst/>
              <a:cxnLst/>
              <a:rect l="l" t="t" r="r" b="b"/>
              <a:pathLst>
                <a:path w="5556" h="2385" extrusionOk="0">
                  <a:moveTo>
                    <a:pt x="108" y="0"/>
                  </a:moveTo>
                  <a:cubicBezTo>
                    <a:pt x="74" y="0"/>
                    <a:pt x="37" y="29"/>
                    <a:pt x="22" y="61"/>
                  </a:cubicBezTo>
                  <a:cubicBezTo>
                    <a:pt x="1" y="96"/>
                    <a:pt x="22" y="147"/>
                    <a:pt x="74" y="169"/>
                  </a:cubicBezTo>
                  <a:lnTo>
                    <a:pt x="5430" y="2367"/>
                  </a:lnTo>
                  <a:cubicBezTo>
                    <a:pt x="5430" y="2384"/>
                    <a:pt x="5448" y="2384"/>
                    <a:pt x="5465" y="2384"/>
                  </a:cubicBezTo>
                  <a:cubicBezTo>
                    <a:pt x="5500" y="2384"/>
                    <a:pt x="5517" y="2367"/>
                    <a:pt x="5539" y="2332"/>
                  </a:cubicBezTo>
                  <a:cubicBezTo>
                    <a:pt x="5556" y="2276"/>
                    <a:pt x="5539" y="2241"/>
                    <a:pt x="5500" y="2224"/>
                  </a:cubicBezTo>
                  <a:lnTo>
                    <a:pt x="131" y="5"/>
                  </a:lnTo>
                  <a:cubicBezTo>
                    <a:pt x="124" y="2"/>
                    <a:pt x="116" y="0"/>
                    <a:pt x="108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33"/>
            <p:cNvSpPr/>
            <p:nvPr/>
          </p:nvSpPr>
          <p:spPr>
            <a:xfrm>
              <a:off x="1554100" y="1114475"/>
              <a:ext cx="38300" cy="22700"/>
            </a:xfrm>
            <a:custGeom>
              <a:avLst/>
              <a:gdLst/>
              <a:ahLst/>
              <a:cxnLst/>
              <a:rect l="l" t="t" r="r" b="b"/>
              <a:pathLst>
                <a:path w="1532" h="908" extrusionOk="0">
                  <a:moveTo>
                    <a:pt x="1420" y="1"/>
                  </a:moveTo>
                  <a:cubicBezTo>
                    <a:pt x="1409" y="1"/>
                    <a:pt x="1398" y="3"/>
                    <a:pt x="1389" y="7"/>
                  </a:cubicBezTo>
                  <a:lnTo>
                    <a:pt x="52" y="747"/>
                  </a:lnTo>
                  <a:cubicBezTo>
                    <a:pt x="18" y="782"/>
                    <a:pt x="0" y="816"/>
                    <a:pt x="18" y="873"/>
                  </a:cubicBezTo>
                  <a:cubicBezTo>
                    <a:pt x="35" y="890"/>
                    <a:pt x="70" y="907"/>
                    <a:pt x="108" y="907"/>
                  </a:cubicBezTo>
                  <a:lnTo>
                    <a:pt x="143" y="907"/>
                  </a:lnTo>
                  <a:lnTo>
                    <a:pt x="1476" y="167"/>
                  </a:lnTo>
                  <a:cubicBezTo>
                    <a:pt x="1515" y="133"/>
                    <a:pt x="1532" y="98"/>
                    <a:pt x="1497" y="42"/>
                  </a:cubicBezTo>
                  <a:cubicBezTo>
                    <a:pt x="1481" y="17"/>
                    <a:pt x="1449" y="1"/>
                    <a:pt x="1420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33"/>
            <p:cNvSpPr/>
            <p:nvPr/>
          </p:nvSpPr>
          <p:spPr>
            <a:xfrm>
              <a:off x="1592825" y="1130425"/>
              <a:ext cx="38300" cy="22975"/>
            </a:xfrm>
            <a:custGeom>
              <a:avLst/>
              <a:gdLst/>
              <a:ahLst/>
              <a:cxnLst/>
              <a:rect l="l" t="t" r="r" b="b"/>
              <a:pathLst>
                <a:path w="1532" h="919" extrusionOk="0">
                  <a:moveTo>
                    <a:pt x="1432" y="0"/>
                  </a:moveTo>
                  <a:cubicBezTo>
                    <a:pt x="1416" y="0"/>
                    <a:pt x="1401" y="6"/>
                    <a:pt x="1389" y="18"/>
                  </a:cubicBezTo>
                  <a:lnTo>
                    <a:pt x="56" y="758"/>
                  </a:lnTo>
                  <a:cubicBezTo>
                    <a:pt x="17" y="775"/>
                    <a:pt x="0" y="827"/>
                    <a:pt x="17" y="866"/>
                  </a:cubicBezTo>
                  <a:cubicBezTo>
                    <a:pt x="35" y="901"/>
                    <a:pt x="74" y="918"/>
                    <a:pt x="108" y="918"/>
                  </a:cubicBezTo>
                  <a:cubicBezTo>
                    <a:pt x="108" y="918"/>
                    <a:pt x="126" y="901"/>
                    <a:pt x="143" y="901"/>
                  </a:cubicBezTo>
                  <a:lnTo>
                    <a:pt x="1480" y="161"/>
                  </a:lnTo>
                  <a:cubicBezTo>
                    <a:pt x="1514" y="144"/>
                    <a:pt x="1532" y="92"/>
                    <a:pt x="1514" y="53"/>
                  </a:cubicBezTo>
                  <a:cubicBezTo>
                    <a:pt x="1492" y="19"/>
                    <a:pt x="1461" y="0"/>
                    <a:pt x="1432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33"/>
            <p:cNvSpPr/>
            <p:nvPr/>
          </p:nvSpPr>
          <p:spPr>
            <a:xfrm>
              <a:off x="1577025" y="1077650"/>
              <a:ext cx="15375" cy="41025"/>
            </a:xfrm>
            <a:custGeom>
              <a:avLst/>
              <a:gdLst/>
              <a:ahLst/>
              <a:cxnLst/>
              <a:rect l="l" t="t" r="r" b="b"/>
              <a:pathLst>
                <a:path w="615" h="1641" extrusionOk="0">
                  <a:moveTo>
                    <a:pt x="57" y="1"/>
                  </a:moveTo>
                  <a:cubicBezTo>
                    <a:pt x="18" y="18"/>
                    <a:pt x="0" y="74"/>
                    <a:pt x="0" y="109"/>
                  </a:cubicBezTo>
                  <a:lnTo>
                    <a:pt x="433" y="1571"/>
                  </a:lnTo>
                  <a:cubicBezTo>
                    <a:pt x="450" y="1606"/>
                    <a:pt x="472" y="1640"/>
                    <a:pt x="524" y="1640"/>
                  </a:cubicBezTo>
                  <a:lnTo>
                    <a:pt x="541" y="1640"/>
                  </a:lnTo>
                  <a:cubicBezTo>
                    <a:pt x="580" y="1623"/>
                    <a:pt x="615" y="1571"/>
                    <a:pt x="598" y="1532"/>
                  </a:cubicBezTo>
                  <a:lnTo>
                    <a:pt x="165" y="74"/>
                  </a:lnTo>
                  <a:cubicBezTo>
                    <a:pt x="165" y="18"/>
                    <a:pt x="109" y="1"/>
                    <a:pt x="5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33"/>
            <p:cNvSpPr/>
            <p:nvPr/>
          </p:nvSpPr>
          <p:spPr>
            <a:xfrm>
              <a:off x="1615850" y="1093775"/>
              <a:ext cx="15275" cy="40700"/>
            </a:xfrm>
            <a:custGeom>
              <a:avLst/>
              <a:gdLst/>
              <a:ahLst/>
              <a:cxnLst/>
              <a:rect l="l" t="t" r="r" b="b"/>
              <a:pathLst>
                <a:path w="611" h="1628" extrusionOk="0">
                  <a:moveTo>
                    <a:pt x="92" y="0"/>
                  </a:moveTo>
                  <a:cubicBezTo>
                    <a:pt x="84" y="0"/>
                    <a:pt x="77" y="1"/>
                    <a:pt x="70" y="5"/>
                  </a:cubicBezTo>
                  <a:cubicBezTo>
                    <a:pt x="18" y="22"/>
                    <a:pt x="1" y="61"/>
                    <a:pt x="1" y="113"/>
                  </a:cubicBezTo>
                  <a:lnTo>
                    <a:pt x="433" y="1575"/>
                  </a:lnTo>
                  <a:cubicBezTo>
                    <a:pt x="451" y="1610"/>
                    <a:pt x="485" y="1627"/>
                    <a:pt x="520" y="1627"/>
                  </a:cubicBezTo>
                  <a:lnTo>
                    <a:pt x="541" y="1627"/>
                  </a:lnTo>
                  <a:cubicBezTo>
                    <a:pt x="576" y="1610"/>
                    <a:pt x="611" y="1575"/>
                    <a:pt x="593" y="1519"/>
                  </a:cubicBezTo>
                  <a:lnTo>
                    <a:pt x="161" y="61"/>
                  </a:lnTo>
                  <a:cubicBezTo>
                    <a:pt x="161" y="29"/>
                    <a:pt x="126" y="0"/>
                    <a:pt x="92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33"/>
            <p:cNvSpPr/>
            <p:nvPr/>
          </p:nvSpPr>
          <p:spPr>
            <a:xfrm>
              <a:off x="1513975" y="1096150"/>
              <a:ext cx="35175" cy="41450"/>
            </a:xfrm>
            <a:custGeom>
              <a:avLst/>
              <a:gdLst/>
              <a:ahLst/>
              <a:cxnLst/>
              <a:rect l="l" t="t" r="r" b="b"/>
              <a:pathLst>
                <a:path w="1407" h="1658" extrusionOk="0">
                  <a:moveTo>
                    <a:pt x="0" y="0"/>
                  </a:moveTo>
                  <a:lnTo>
                    <a:pt x="0" y="1657"/>
                  </a:lnTo>
                  <a:lnTo>
                    <a:pt x="1406" y="1657"/>
                  </a:lnTo>
                  <a:lnTo>
                    <a:pt x="1406" y="0"/>
                  </a:lnTo>
                  <a:close/>
                </a:path>
              </a:pathLst>
            </a:custGeom>
            <a:solidFill>
              <a:srgbClr val="00D2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33"/>
            <p:cNvSpPr/>
            <p:nvPr/>
          </p:nvSpPr>
          <p:spPr>
            <a:xfrm>
              <a:off x="1694700" y="866250"/>
              <a:ext cx="119425" cy="100650"/>
            </a:xfrm>
            <a:custGeom>
              <a:avLst/>
              <a:gdLst/>
              <a:ahLst/>
              <a:cxnLst/>
              <a:rect l="l" t="t" r="r" b="b"/>
              <a:pathLst>
                <a:path w="4777" h="4026" extrusionOk="0">
                  <a:moveTo>
                    <a:pt x="4582" y="0"/>
                  </a:moveTo>
                  <a:cubicBezTo>
                    <a:pt x="4052" y="0"/>
                    <a:pt x="2732" y="109"/>
                    <a:pt x="1459" y="959"/>
                  </a:cubicBezTo>
                  <a:cubicBezTo>
                    <a:pt x="1" y="1932"/>
                    <a:pt x="918" y="3140"/>
                    <a:pt x="1173" y="3412"/>
                  </a:cubicBezTo>
                  <a:cubicBezTo>
                    <a:pt x="1173" y="3412"/>
                    <a:pt x="1173" y="3429"/>
                    <a:pt x="1190" y="3447"/>
                  </a:cubicBezTo>
                  <a:cubicBezTo>
                    <a:pt x="1208" y="3464"/>
                    <a:pt x="1225" y="3464"/>
                    <a:pt x="1225" y="3464"/>
                  </a:cubicBezTo>
                  <a:cubicBezTo>
                    <a:pt x="1376" y="3615"/>
                    <a:pt x="1859" y="4026"/>
                    <a:pt x="2447" y="4026"/>
                  </a:cubicBezTo>
                  <a:cubicBezTo>
                    <a:pt x="2839" y="4026"/>
                    <a:pt x="3277" y="3844"/>
                    <a:pt x="3695" y="3282"/>
                  </a:cubicBezTo>
                  <a:cubicBezTo>
                    <a:pt x="4686" y="1915"/>
                    <a:pt x="4777" y="453"/>
                    <a:pt x="4777" y="59"/>
                  </a:cubicBezTo>
                  <a:lnTo>
                    <a:pt x="4777" y="3"/>
                  </a:lnTo>
                  <a:lnTo>
                    <a:pt x="4721" y="3"/>
                  </a:lnTo>
                  <a:cubicBezTo>
                    <a:pt x="4684" y="1"/>
                    <a:pt x="4637" y="0"/>
                    <a:pt x="4582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33"/>
            <p:cNvSpPr/>
            <p:nvPr/>
          </p:nvSpPr>
          <p:spPr>
            <a:xfrm>
              <a:off x="1726725" y="875100"/>
              <a:ext cx="78425" cy="75050"/>
            </a:xfrm>
            <a:custGeom>
              <a:avLst/>
              <a:gdLst/>
              <a:ahLst/>
              <a:cxnLst/>
              <a:rect l="l" t="t" r="r" b="b"/>
              <a:pathLst>
                <a:path w="3137" h="3002" extrusionOk="0">
                  <a:moveTo>
                    <a:pt x="3054" y="0"/>
                  </a:moveTo>
                  <a:cubicBezTo>
                    <a:pt x="3032" y="0"/>
                    <a:pt x="3009" y="10"/>
                    <a:pt x="2990" y="30"/>
                  </a:cubicBezTo>
                  <a:lnTo>
                    <a:pt x="35" y="2859"/>
                  </a:lnTo>
                  <a:cubicBezTo>
                    <a:pt x="0" y="2894"/>
                    <a:pt x="0" y="2950"/>
                    <a:pt x="18" y="2985"/>
                  </a:cubicBezTo>
                  <a:cubicBezTo>
                    <a:pt x="35" y="3002"/>
                    <a:pt x="69" y="3002"/>
                    <a:pt x="87" y="3002"/>
                  </a:cubicBezTo>
                  <a:cubicBezTo>
                    <a:pt x="108" y="3002"/>
                    <a:pt x="126" y="3002"/>
                    <a:pt x="143" y="2985"/>
                  </a:cubicBezTo>
                  <a:lnTo>
                    <a:pt x="3098" y="138"/>
                  </a:lnTo>
                  <a:cubicBezTo>
                    <a:pt x="3137" y="116"/>
                    <a:pt x="3137" y="64"/>
                    <a:pt x="3115" y="30"/>
                  </a:cubicBezTo>
                  <a:cubicBezTo>
                    <a:pt x="3098" y="10"/>
                    <a:pt x="3076" y="0"/>
                    <a:pt x="3054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33"/>
            <p:cNvSpPr/>
            <p:nvPr/>
          </p:nvSpPr>
          <p:spPr>
            <a:xfrm>
              <a:off x="1755500" y="889350"/>
              <a:ext cx="6825" cy="31075"/>
            </a:xfrm>
            <a:custGeom>
              <a:avLst/>
              <a:gdLst/>
              <a:ahLst/>
              <a:cxnLst/>
              <a:rect l="l" t="t" r="r" b="b"/>
              <a:pathLst>
                <a:path w="273" h="1243" extrusionOk="0">
                  <a:moveTo>
                    <a:pt x="74" y="0"/>
                  </a:moveTo>
                  <a:cubicBezTo>
                    <a:pt x="39" y="0"/>
                    <a:pt x="0" y="35"/>
                    <a:pt x="0" y="87"/>
                  </a:cubicBezTo>
                  <a:lnTo>
                    <a:pt x="91" y="1151"/>
                  </a:lnTo>
                  <a:cubicBezTo>
                    <a:pt x="108" y="1207"/>
                    <a:pt x="147" y="1242"/>
                    <a:pt x="182" y="1242"/>
                  </a:cubicBezTo>
                  <a:lnTo>
                    <a:pt x="199" y="1242"/>
                  </a:lnTo>
                  <a:cubicBezTo>
                    <a:pt x="234" y="1242"/>
                    <a:pt x="273" y="1190"/>
                    <a:pt x="273" y="1151"/>
                  </a:cubicBezTo>
                  <a:lnTo>
                    <a:pt x="182" y="70"/>
                  </a:lnTo>
                  <a:cubicBezTo>
                    <a:pt x="164" y="35"/>
                    <a:pt x="126" y="0"/>
                    <a:pt x="74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33"/>
            <p:cNvSpPr/>
            <p:nvPr/>
          </p:nvSpPr>
          <p:spPr>
            <a:xfrm>
              <a:off x="1733850" y="909575"/>
              <a:ext cx="7275" cy="31175"/>
            </a:xfrm>
            <a:custGeom>
              <a:avLst/>
              <a:gdLst/>
              <a:ahLst/>
              <a:cxnLst/>
              <a:rect l="l" t="t" r="r" b="b"/>
              <a:pathLst>
                <a:path w="291" h="1247" extrusionOk="0">
                  <a:moveTo>
                    <a:pt x="92" y="0"/>
                  </a:moveTo>
                  <a:cubicBezTo>
                    <a:pt x="40" y="18"/>
                    <a:pt x="1" y="57"/>
                    <a:pt x="1" y="109"/>
                  </a:cubicBezTo>
                  <a:lnTo>
                    <a:pt x="109" y="1173"/>
                  </a:lnTo>
                  <a:cubicBezTo>
                    <a:pt x="109" y="1225"/>
                    <a:pt x="148" y="1246"/>
                    <a:pt x="200" y="1246"/>
                  </a:cubicBezTo>
                  <a:cubicBezTo>
                    <a:pt x="256" y="1246"/>
                    <a:pt x="291" y="1208"/>
                    <a:pt x="273" y="1156"/>
                  </a:cubicBezTo>
                  <a:lnTo>
                    <a:pt x="182" y="91"/>
                  </a:lnTo>
                  <a:cubicBezTo>
                    <a:pt x="182" y="35"/>
                    <a:pt x="126" y="0"/>
                    <a:pt x="92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33"/>
            <p:cNvSpPr/>
            <p:nvPr/>
          </p:nvSpPr>
          <p:spPr>
            <a:xfrm>
              <a:off x="1757750" y="916225"/>
              <a:ext cx="31625" cy="7750"/>
            </a:xfrm>
            <a:custGeom>
              <a:avLst/>
              <a:gdLst/>
              <a:ahLst/>
              <a:cxnLst/>
              <a:rect l="l" t="t" r="r" b="b"/>
              <a:pathLst>
                <a:path w="1265" h="310" extrusionOk="0">
                  <a:moveTo>
                    <a:pt x="81" y="1"/>
                  </a:moveTo>
                  <a:cubicBezTo>
                    <a:pt x="44" y="1"/>
                    <a:pt x="18" y="34"/>
                    <a:pt x="18" y="76"/>
                  </a:cubicBezTo>
                  <a:cubicBezTo>
                    <a:pt x="1" y="115"/>
                    <a:pt x="36" y="167"/>
                    <a:pt x="92" y="167"/>
                  </a:cubicBezTo>
                  <a:lnTo>
                    <a:pt x="1156" y="310"/>
                  </a:lnTo>
                  <a:lnTo>
                    <a:pt x="1173" y="310"/>
                  </a:lnTo>
                  <a:cubicBezTo>
                    <a:pt x="1208" y="310"/>
                    <a:pt x="1247" y="275"/>
                    <a:pt x="1247" y="241"/>
                  </a:cubicBezTo>
                  <a:cubicBezTo>
                    <a:pt x="1264" y="184"/>
                    <a:pt x="1225" y="150"/>
                    <a:pt x="1173" y="150"/>
                  </a:cubicBezTo>
                  <a:lnTo>
                    <a:pt x="109" y="7"/>
                  </a:lnTo>
                  <a:cubicBezTo>
                    <a:pt x="99" y="3"/>
                    <a:pt x="89" y="1"/>
                    <a:pt x="81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33"/>
            <p:cNvSpPr/>
            <p:nvPr/>
          </p:nvSpPr>
          <p:spPr>
            <a:xfrm>
              <a:off x="1736550" y="936625"/>
              <a:ext cx="31175" cy="8125"/>
            </a:xfrm>
            <a:custGeom>
              <a:avLst/>
              <a:gdLst/>
              <a:ahLst/>
              <a:cxnLst/>
              <a:rect l="l" t="t" r="r" b="b"/>
              <a:pathLst>
                <a:path w="1247" h="325" extrusionOk="0">
                  <a:moveTo>
                    <a:pt x="92" y="0"/>
                  </a:moveTo>
                  <a:cubicBezTo>
                    <a:pt x="57" y="0"/>
                    <a:pt x="1" y="35"/>
                    <a:pt x="1" y="74"/>
                  </a:cubicBezTo>
                  <a:cubicBezTo>
                    <a:pt x="1" y="126"/>
                    <a:pt x="40" y="164"/>
                    <a:pt x="74" y="182"/>
                  </a:cubicBezTo>
                  <a:lnTo>
                    <a:pt x="1139" y="325"/>
                  </a:lnTo>
                  <a:lnTo>
                    <a:pt x="1156" y="325"/>
                  </a:lnTo>
                  <a:cubicBezTo>
                    <a:pt x="1191" y="325"/>
                    <a:pt x="1230" y="290"/>
                    <a:pt x="1247" y="234"/>
                  </a:cubicBezTo>
                  <a:cubicBezTo>
                    <a:pt x="1247" y="199"/>
                    <a:pt x="1208" y="143"/>
                    <a:pt x="1173" y="143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33"/>
            <p:cNvSpPr/>
            <p:nvPr/>
          </p:nvSpPr>
          <p:spPr>
            <a:xfrm>
              <a:off x="1759175" y="873550"/>
              <a:ext cx="34625" cy="13975"/>
            </a:xfrm>
            <a:custGeom>
              <a:avLst/>
              <a:gdLst/>
              <a:ahLst/>
              <a:cxnLst/>
              <a:rect l="l" t="t" r="r" b="b"/>
              <a:pathLst>
                <a:path w="1385" h="559" extrusionOk="0">
                  <a:moveTo>
                    <a:pt x="1190" y="1"/>
                  </a:moveTo>
                  <a:cubicBezTo>
                    <a:pt x="826" y="35"/>
                    <a:pt x="467" y="126"/>
                    <a:pt x="126" y="234"/>
                  </a:cubicBezTo>
                  <a:cubicBezTo>
                    <a:pt x="35" y="269"/>
                    <a:pt x="0" y="360"/>
                    <a:pt x="35" y="451"/>
                  </a:cubicBezTo>
                  <a:cubicBezTo>
                    <a:pt x="35" y="485"/>
                    <a:pt x="52" y="503"/>
                    <a:pt x="69" y="524"/>
                  </a:cubicBezTo>
                  <a:cubicBezTo>
                    <a:pt x="87" y="542"/>
                    <a:pt x="143" y="559"/>
                    <a:pt x="195" y="559"/>
                  </a:cubicBezTo>
                  <a:lnTo>
                    <a:pt x="251" y="559"/>
                  </a:lnTo>
                  <a:cubicBezTo>
                    <a:pt x="558" y="451"/>
                    <a:pt x="883" y="377"/>
                    <a:pt x="1225" y="343"/>
                  </a:cubicBezTo>
                  <a:cubicBezTo>
                    <a:pt x="1315" y="325"/>
                    <a:pt x="1385" y="234"/>
                    <a:pt x="1367" y="144"/>
                  </a:cubicBezTo>
                  <a:cubicBezTo>
                    <a:pt x="1367" y="53"/>
                    <a:pt x="1276" y="1"/>
                    <a:pt x="1207" y="1"/>
                  </a:cubicBezTo>
                  <a:close/>
                </a:path>
              </a:pathLst>
            </a:custGeom>
            <a:solidFill>
              <a:srgbClr val="00D2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33"/>
            <p:cNvSpPr/>
            <p:nvPr/>
          </p:nvSpPr>
          <p:spPr>
            <a:xfrm>
              <a:off x="2276925" y="1224100"/>
              <a:ext cx="186600" cy="132525"/>
            </a:xfrm>
            <a:custGeom>
              <a:avLst/>
              <a:gdLst/>
              <a:ahLst/>
              <a:cxnLst/>
              <a:rect l="l" t="t" r="r" b="b"/>
              <a:pathLst>
                <a:path w="7464" h="5301" extrusionOk="0">
                  <a:moveTo>
                    <a:pt x="3875" y="0"/>
                  </a:moveTo>
                  <a:cubicBezTo>
                    <a:pt x="3864" y="0"/>
                    <a:pt x="3853" y="0"/>
                    <a:pt x="3842" y="1"/>
                  </a:cubicBezTo>
                  <a:cubicBezTo>
                    <a:pt x="3211" y="22"/>
                    <a:pt x="2705" y="541"/>
                    <a:pt x="2722" y="1190"/>
                  </a:cubicBezTo>
                  <a:lnTo>
                    <a:pt x="2761" y="2705"/>
                  </a:lnTo>
                  <a:lnTo>
                    <a:pt x="2272" y="1986"/>
                  </a:lnTo>
                  <a:cubicBezTo>
                    <a:pt x="2058" y="1659"/>
                    <a:pt x="1696" y="1481"/>
                    <a:pt x="1326" y="1481"/>
                  </a:cubicBezTo>
                  <a:cubicBezTo>
                    <a:pt x="1104" y="1481"/>
                    <a:pt x="880" y="1545"/>
                    <a:pt x="684" y="1679"/>
                  </a:cubicBezTo>
                  <a:cubicBezTo>
                    <a:pt x="143" y="2021"/>
                    <a:pt x="1" y="2744"/>
                    <a:pt x="360" y="3267"/>
                  </a:cubicBezTo>
                  <a:lnTo>
                    <a:pt x="1731" y="5300"/>
                  </a:lnTo>
                  <a:lnTo>
                    <a:pt x="5227" y="5283"/>
                  </a:lnTo>
                  <a:lnTo>
                    <a:pt x="6940" y="3769"/>
                  </a:lnTo>
                  <a:cubicBezTo>
                    <a:pt x="7429" y="3354"/>
                    <a:pt x="7464" y="2635"/>
                    <a:pt x="7048" y="2146"/>
                  </a:cubicBezTo>
                  <a:cubicBezTo>
                    <a:pt x="6821" y="1891"/>
                    <a:pt x="6499" y="1759"/>
                    <a:pt x="6176" y="1759"/>
                  </a:cubicBezTo>
                  <a:cubicBezTo>
                    <a:pt x="5908" y="1759"/>
                    <a:pt x="5640" y="1850"/>
                    <a:pt x="5426" y="2038"/>
                  </a:cubicBezTo>
                  <a:lnTo>
                    <a:pt x="5067" y="2363"/>
                  </a:lnTo>
                  <a:lnTo>
                    <a:pt x="5032" y="1121"/>
                  </a:lnTo>
                  <a:cubicBezTo>
                    <a:pt x="5011" y="500"/>
                    <a:pt x="4509" y="0"/>
                    <a:pt x="3875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ytone One"/>
              <a:buNone/>
              <a:defRPr sz="30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2" name="Google Shape;2492;p37"/>
          <p:cNvSpPr/>
          <p:nvPr/>
        </p:nvSpPr>
        <p:spPr>
          <a:xfrm>
            <a:off x="6208225" y="1611088"/>
            <a:ext cx="3611700" cy="36117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3" name="Google Shape;2493;p37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5120400" cy="175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Aerium</a:t>
            </a:r>
            <a:endParaRPr/>
          </a:p>
        </p:txBody>
      </p:sp>
      <p:sp>
        <p:nvSpPr>
          <p:cNvPr id="2494" name="Google Shape;2494;p37"/>
          <p:cNvSpPr txBox="1">
            <a:spLocks noGrp="1"/>
          </p:cNvSpPr>
          <p:nvPr>
            <p:ph type="subTitle" idx="1"/>
          </p:nvPr>
        </p:nvSpPr>
        <p:spPr>
          <a:xfrm>
            <a:off x="713225" y="2192538"/>
            <a:ext cx="3192469" cy="11460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fr-FR" b="1" dirty="0"/>
              <a:t>Système de Surveillance de la Qualité de l'Air CO₂</a:t>
            </a:r>
          </a:p>
        </p:txBody>
      </p:sp>
      <p:grpSp>
        <p:nvGrpSpPr>
          <p:cNvPr id="2495" name="Google Shape;2495;p37"/>
          <p:cNvGrpSpPr/>
          <p:nvPr/>
        </p:nvGrpSpPr>
        <p:grpSpPr>
          <a:xfrm>
            <a:off x="3543047" y="1998952"/>
            <a:ext cx="4962455" cy="2353774"/>
            <a:chOff x="3543047" y="2291777"/>
            <a:chExt cx="4962455" cy="2353774"/>
          </a:xfrm>
        </p:grpSpPr>
        <p:grpSp>
          <p:nvGrpSpPr>
            <p:cNvPr id="2496" name="Google Shape;2496;p37"/>
            <p:cNvGrpSpPr/>
            <p:nvPr/>
          </p:nvGrpSpPr>
          <p:grpSpPr>
            <a:xfrm>
              <a:off x="5144543" y="3090517"/>
              <a:ext cx="711915" cy="309843"/>
              <a:chOff x="5089506" y="3133229"/>
              <a:chExt cx="711915" cy="309843"/>
            </a:xfrm>
          </p:grpSpPr>
          <p:sp>
            <p:nvSpPr>
              <p:cNvPr id="2497" name="Google Shape;2497;p37"/>
              <p:cNvSpPr/>
              <p:nvPr/>
            </p:nvSpPr>
            <p:spPr>
              <a:xfrm>
                <a:off x="5089506" y="3133229"/>
                <a:ext cx="711915" cy="309843"/>
              </a:xfrm>
              <a:custGeom>
                <a:avLst/>
                <a:gdLst/>
                <a:ahLst/>
                <a:cxnLst/>
                <a:rect l="l" t="t" r="r" b="b"/>
                <a:pathLst>
                  <a:path w="8568" h="3729" extrusionOk="0">
                    <a:moveTo>
                      <a:pt x="4485" y="1"/>
                    </a:moveTo>
                    <a:cubicBezTo>
                      <a:pt x="4480" y="1"/>
                      <a:pt x="4475" y="1"/>
                      <a:pt x="4470" y="1"/>
                    </a:cubicBezTo>
                    <a:cubicBezTo>
                      <a:pt x="3848" y="17"/>
                      <a:pt x="3328" y="424"/>
                      <a:pt x="3150" y="995"/>
                    </a:cubicBezTo>
                    <a:cubicBezTo>
                      <a:pt x="3069" y="972"/>
                      <a:pt x="2987" y="965"/>
                      <a:pt x="2898" y="965"/>
                    </a:cubicBezTo>
                    <a:cubicBezTo>
                      <a:pt x="2231" y="979"/>
                      <a:pt x="1706" y="1521"/>
                      <a:pt x="1714" y="2188"/>
                    </a:cubicBezTo>
                    <a:lnTo>
                      <a:pt x="1632" y="2188"/>
                    </a:lnTo>
                    <a:cubicBezTo>
                      <a:pt x="698" y="2202"/>
                      <a:pt x="209" y="2862"/>
                      <a:pt x="1" y="3728"/>
                    </a:cubicBezTo>
                    <a:lnTo>
                      <a:pt x="8567" y="3602"/>
                    </a:lnTo>
                    <a:cubicBezTo>
                      <a:pt x="8382" y="2907"/>
                      <a:pt x="7826" y="2357"/>
                      <a:pt x="7130" y="2179"/>
                    </a:cubicBezTo>
                    <a:cubicBezTo>
                      <a:pt x="7108" y="1592"/>
                      <a:pt x="6626" y="1128"/>
                      <a:pt x="6033" y="1128"/>
                    </a:cubicBezTo>
                    <a:cubicBezTo>
                      <a:pt x="6028" y="1128"/>
                      <a:pt x="6024" y="1128"/>
                      <a:pt x="6019" y="1128"/>
                    </a:cubicBezTo>
                    <a:cubicBezTo>
                      <a:pt x="5975" y="1128"/>
                      <a:pt x="5921" y="1135"/>
                      <a:pt x="5877" y="1143"/>
                    </a:cubicBezTo>
                    <a:cubicBezTo>
                      <a:pt x="5744" y="488"/>
                      <a:pt x="5174" y="1"/>
                      <a:pt x="4485" y="1"/>
                    </a:cubicBezTo>
                    <a:close/>
                  </a:path>
                </a:pathLst>
              </a:custGeom>
              <a:solidFill>
                <a:srgbClr val="A1E1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Google Shape;2498;p37"/>
              <p:cNvSpPr/>
              <p:nvPr/>
            </p:nvSpPr>
            <p:spPr>
              <a:xfrm>
                <a:off x="5497810" y="3229281"/>
                <a:ext cx="78271" cy="156625"/>
              </a:xfrm>
              <a:custGeom>
                <a:avLst/>
                <a:gdLst/>
                <a:ahLst/>
                <a:cxnLst/>
                <a:rect l="l" t="t" r="r" b="b"/>
                <a:pathLst>
                  <a:path w="942" h="1885" extrusionOk="0">
                    <a:moveTo>
                      <a:pt x="941" y="1"/>
                    </a:moveTo>
                    <a:cubicBezTo>
                      <a:pt x="422" y="1"/>
                      <a:pt x="1" y="424"/>
                      <a:pt x="1" y="943"/>
                    </a:cubicBezTo>
                    <a:cubicBezTo>
                      <a:pt x="1" y="1461"/>
                      <a:pt x="422" y="1884"/>
                      <a:pt x="941" y="1884"/>
                    </a:cubicBezTo>
                    <a:cubicBezTo>
                      <a:pt x="941" y="1884"/>
                      <a:pt x="274" y="1713"/>
                      <a:pt x="230" y="943"/>
                    </a:cubicBezTo>
                    <a:cubicBezTo>
                      <a:pt x="193" y="246"/>
                      <a:pt x="941" y="1"/>
                      <a:pt x="941" y="1"/>
                    </a:cubicBezTo>
                    <a:close/>
                  </a:path>
                </a:pathLst>
              </a:custGeom>
              <a:solidFill>
                <a:srgbClr val="CBEF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Google Shape;2499;p37"/>
              <p:cNvSpPr/>
              <p:nvPr/>
            </p:nvSpPr>
            <p:spPr>
              <a:xfrm>
                <a:off x="5098230" y="3321096"/>
                <a:ext cx="222349" cy="113418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1365" extrusionOk="0">
                    <a:moveTo>
                      <a:pt x="1260" y="0"/>
                    </a:moveTo>
                    <a:cubicBezTo>
                      <a:pt x="1148" y="0"/>
                      <a:pt x="1045" y="16"/>
                      <a:pt x="942" y="38"/>
                    </a:cubicBezTo>
                    <a:cubicBezTo>
                      <a:pt x="481" y="222"/>
                      <a:pt x="186" y="616"/>
                      <a:pt x="1" y="1119"/>
                    </a:cubicBezTo>
                    <a:cubicBezTo>
                      <a:pt x="163" y="800"/>
                      <a:pt x="518" y="319"/>
                      <a:pt x="1267" y="267"/>
                    </a:cubicBezTo>
                    <a:lnTo>
                      <a:pt x="1356" y="267"/>
                    </a:lnTo>
                    <a:cubicBezTo>
                      <a:pt x="2320" y="267"/>
                      <a:pt x="2676" y="1364"/>
                      <a:pt x="2676" y="1364"/>
                    </a:cubicBezTo>
                    <a:cubicBezTo>
                      <a:pt x="2660" y="608"/>
                      <a:pt x="2037" y="0"/>
                      <a:pt x="1281" y="0"/>
                    </a:cubicBezTo>
                    <a:close/>
                  </a:path>
                </a:pathLst>
              </a:custGeom>
              <a:solidFill>
                <a:srgbClr val="CBEF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Google Shape;2500;p37"/>
              <p:cNvSpPr/>
              <p:nvPr/>
            </p:nvSpPr>
            <p:spPr>
              <a:xfrm>
                <a:off x="5389445" y="3256351"/>
                <a:ext cx="42044" cy="41877"/>
              </a:xfrm>
              <a:custGeom>
                <a:avLst/>
                <a:gdLst/>
                <a:ahLst/>
                <a:cxnLst/>
                <a:rect l="l" t="t" r="r" b="b"/>
                <a:pathLst>
                  <a:path w="506" h="504" extrusionOk="0">
                    <a:moveTo>
                      <a:pt x="253" y="1"/>
                    </a:moveTo>
                    <a:cubicBezTo>
                      <a:pt x="113" y="1"/>
                      <a:pt x="0" y="113"/>
                      <a:pt x="0" y="253"/>
                    </a:cubicBezTo>
                    <a:cubicBezTo>
                      <a:pt x="0" y="394"/>
                      <a:pt x="113" y="504"/>
                      <a:pt x="253" y="504"/>
                    </a:cubicBezTo>
                    <a:cubicBezTo>
                      <a:pt x="394" y="504"/>
                      <a:pt x="506" y="394"/>
                      <a:pt x="506" y="253"/>
                    </a:cubicBezTo>
                    <a:cubicBezTo>
                      <a:pt x="506" y="113"/>
                      <a:pt x="394" y="1"/>
                      <a:pt x="253" y="1"/>
                    </a:cubicBezTo>
                    <a:close/>
                  </a:path>
                </a:pathLst>
              </a:custGeom>
              <a:solidFill>
                <a:srgbClr val="CBEF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01" name="Google Shape;2501;p37"/>
            <p:cNvGrpSpPr/>
            <p:nvPr/>
          </p:nvGrpSpPr>
          <p:grpSpPr>
            <a:xfrm>
              <a:off x="3543047" y="3827485"/>
              <a:ext cx="564098" cy="245780"/>
              <a:chOff x="3406747" y="3772073"/>
              <a:chExt cx="564098" cy="245780"/>
            </a:xfrm>
          </p:grpSpPr>
          <p:sp>
            <p:nvSpPr>
              <p:cNvPr id="2502" name="Google Shape;2502;p37"/>
              <p:cNvSpPr/>
              <p:nvPr/>
            </p:nvSpPr>
            <p:spPr>
              <a:xfrm>
                <a:off x="3406747" y="3772073"/>
                <a:ext cx="564098" cy="245780"/>
              </a:xfrm>
              <a:custGeom>
                <a:avLst/>
                <a:gdLst/>
                <a:ahLst/>
                <a:cxnLst/>
                <a:rect l="l" t="t" r="r" b="b"/>
                <a:pathLst>
                  <a:path w="6789" h="2958" extrusionOk="0">
                    <a:moveTo>
                      <a:pt x="3232" y="0"/>
                    </a:moveTo>
                    <a:cubicBezTo>
                      <a:pt x="2690" y="0"/>
                      <a:pt x="2239" y="391"/>
                      <a:pt x="2135" y="906"/>
                    </a:cubicBezTo>
                    <a:cubicBezTo>
                      <a:pt x="2097" y="899"/>
                      <a:pt x="2062" y="899"/>
                      <a:pt x="2017" y="890"/>
                    </a:cubicBezTo>
                    <a:cubicBezTo>
                      <a:pt x="1550" y="890"/>
                      <a:pt x="1157" y="1261"/>
                      <a:pt x="1135" y="1727"/>
                    </a:cubicBezTo>
                    <a:cubicBezTo>
                      <a:pt x="586" y="1868"/>
                      <a:pt x="150" y="2305"/>
                      <a:pt x="1" y="2855"/>
                    </a:cubicBezTo>
                    <a:lnTo>
                      <a:pt x="6789" y="2958"/>
                    </a:lnTo>
                    <a:cubicBezTo>
                      <a:pt x="6625" y="2268"/>
                      <a:pt x="6241" y="1743"/>
                      <a:pt x="5499" y="1734"/>
                    </a:cubicBezTo>
                    <a:lnTo>
                      <a:pt x="5432" y="1734"/>
                    </a:lnTo>
                    <a:cubicBezTo>
                      <a:pt x="5441" y="1210"/>
                      <a:pt x="5025" y="772"/>
                      <a:pt x="4498" y="765"/>
                    </a:cubicBezTo>
                    <a:cubicBezTo>
                      <a:pt x="4425" y="765"/>
                      <a:pt x="4358" y="772"/>
                      <a:pt x="4292" y="787"/>
                    </a:cubicBezTo>
                    <a:cubicBezTo>
                      <a:pt x="4159" y="335"/>
                      <a:pt x="3742" y="9"/>
                      <a:pt x="3246" y="1"/>
                    </a:cubicBezTo>
                    <a:cubicBezTo>
                      <a:pt x="3241" y="1"/>
                      <a:pt x="3237" y="0"/>
                      <a:pt x="3232" y="0"/>
                    </a:cubicBezTo>
                    <a:close/>
                  </a:path>
                </a:pathLst>
              </a:custGeom>
              <a:solidFill>
                <a:srgbClr val="A1E1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Google Shape;2503;p37"/>
              <p:cNvSpPr/>
              <p:nvPr/>
            </p:nvSpPr>
            <p:spPr>
              <a:xfrm>
                <a:off x="3585390" y="3847851"/>
                <a:ext cx="62151" cy="124552"/>
              </a:xfrm>
              <a:custGeom>
                <a:avLst/>
                <a:gdLst/>
                <a:ahLst/>
                <a:cxnLst/>
                <a:rect l="l" t="t" r="r" b="b"/>
                <a:pathLst>
                  <a:path w="748" h="1499" extrusionOk="0">
                    <a:moveTo>
                      <a:pt x="1" y="1"/>
                    </a:moveTo>
                    <a:cubicBezTo>
                      <a:pt x="1" y="1"/>
                      <a:pt x="593" y="193"/>
                      <a:pt x="563" y="750"/>
                    </a:cubicBezTo>
                    <a:cubicBezTo>
                      <a:pt x="534" y="1365"/>
                      <a:pt x="1" y="1498"/>
                      <a:pt x="1" y="1498"/>
                    </a:cubicBezTo>
                    <a:cubicBezTo>
                      <a:pt x="415" y="1498"/>
                      <a:pt x="748" y="1164"/>
                      <a:pt x="748" y="750"/>
                    </a:cubicBezTo>
                    <a:cubicBezTo>
                      <a:pt x="748" y="333"/>
                      <a:pt x="415" y="1"/>
                      <a:pt x="1" y="1"/>
                    </a:cubicBezTo>
                    <a:close/>
                  </a:path>
                </a:pathLst>
              </a:custGeom>
              <a:solidFill>
                <a:srgbClr val="CBEF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37"/>
              <p:cNvSpPr/>
              <p:nvPr/>
            </p:nvSpPr>
            <p:spPr>
              <a:xfrm>
                <a:off x="3901797" y="3923546"/>
                <a:ext cx="37557" cy="23598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84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64" y="61"/>
                      <a:pt x="297" y="157"/>
                      <a:pt x="416" y="283"/>
                    </a:cubicBezTo>
                    <a:lnTo>
                      <a:pt x="452" y="232"/>
                    </a:lnTo>
                    <a:cubicBezTo>
                      <a:pt x="319" y="120"/>
                      <a:pt x="171" y="38"/>
                      <a:pt x="0" y="0"/>
                    </a:cubicBezTo>
                    <a:close/>
                  </a:path>
                </a:pathLst>
              </a:custGeom>
              <a:solidFill>
                <a:srgbClr val="959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37"/>
              <p:cNvSpPr/>
              <p:nvPr/>
            </p:nvSpPr>
            <p:spPr>
              <a:xfrm>
                <a:off x="3787880" y="3920554"/>
                <a:ext cx="148565" cy="90568"/>
              </a:xfrm>
              <a:custGeom>
                <a:avLst/>
                <a:gdLst/>
                <a:ahLst/>
                <a:cxnLst/>
                <a:rect l="l" t="t" r="r" b="b"/>
                <a:pathLst>
                  <a:path w="1788" h="1090" extrusionOk="0">
                    <a:moveTo>
                      <a:pt x="1105" y="1"/>
                    </a:moveTo>
                    <a:cubicBezTo>
                      <a:pt x="505" y="1"/>
                      <a:pt x="16" y="481"/>
                      <a:pt x="0" y="1089"/>
                    </a:cubicBezTo>
                    <a:cubicBezTo>
                      <a:pt x="0" y="1089"/>
                      <a:pt x="283" y="214"/>
                      <a:pt x="1046" y="214"/>
                    </a:cubicBezTo>
                    <a:lnTo>
                      <a:pt x="1121" y="214"/>
                    </a:lnTo>
                    <a:cubicBezTo>
                      <a:pt x="1364" y="237"/>
                      <a:pt x="1565" y="312"/>
                      <a:pt x="1713" y="415"/>
                    </a:cubicBezTo>
                    <a:lnTo>
                      <a:pt x="1787" y="319"/>
                    </a:lnTo>
                    <a:cubicBezTo>
                      <a:pt x="1668" y="193"/>
                      <a:pt x="1535" y="97"/>
                      <a:pt x="1371" y="36"/>
                    </a:cubicBezTo>
                    <a:cubicBezTo>
                      <a:pt x="1298" y="15"/>
                      <a:pt x="1209" y="1"/>
                      <a:pt x="1121" y="1"/>
                    </a:cubicBezTo>
                    <a:close/>
                  </a:path>
                </a:pathLst>
              </a:custGeom>
              <a:solidFill>
                <a:srgbClr val="CBEF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06" name="Google Shape;2506;p37"/>
            <p:cNvSpPr/>
            <p:nvPr/>
          </p:nvSpPr>
          <p:spPr>
            <a:xfrm>
              <a:off x="4583678" y="2820859"/>
              <a:ext cx="603981" cy="219275"/>
            </a:xfrm>
            <a:custGeom>
              <a:avLst/>
              <a:gdLst/>
              <a:ahLst/>
              <a:cxnLst/>
              <a:rect l="l" t="t" r="r" b="b"/>
              <a:pathLst>
                <a:path w="7269" h="2639" extrusionOk="0">
                  <a:moveTo>
                    <a:pt x="3113" y="1"/>
                  </a:moveTo>
                  <a:cubicBezTo>
                    <a:pt x="2305" y="1"/>
                    <a:pt x="1615" y="497"/>
                    <a:pt x="1334" y="1192"/>
                  </a:cubicBezTo>
                  <a:cubicBezTo>
                    <a:pt x="1283" y="1185"/>
                    <a:pt x="1238" y="1185"/>
                    <a:pt x="1187" y="1185"/>
                  </a:cubicBezTo>
                  <a:cubicBezTo>
                    <a:pt x="534" y="1185"/>
                    <a:pt x="1" y="1712"/>
                    <a:pt x="1" y="2371"/>
                  </a:cubicBezTo>
                  <a:cubicBezTo>
                    <a:pt x="1" y="2460"/>
                    <a:pt x="15" y="2549"/>
                    <a:pt x="38" y="2638"/>
                  </a:cubicBezTo>
                  <a:lnTo>
                    <a:pt x="5876" y="2638"/>
                  </a:lnTo>
                  <a:cubicBezTo>
                    <a:pt x="5891" y="2624"/>
                    <a:pt x="5907" y="2615"/>
                    <a:pt x="5921" y="2601"/>
                  </a:cubicBezTo>
                  <a:cubicBezTo>
                    <a:pt x="5921" y="2615"/>
                    <a:pt x="5928" y="2624"/>
                    <a:pt x="5935" y="2638"/>
                  </a:cubicBezTo>
                  <a:lnTo>
                    <a:pt x="7217" y="2638"/>
                  </a:lnTo>
                  <a:cubicBezTo>
                    <a:pt x="7248" y="2556"/>
                    <a:pt x="7269" y="2467"/>
                    <a:pt x="7269" y="2371"/>
                  </a:cubicBezTo>
                  <a:cubicBezTo>
                    <a:pt x="7269" y="1986"/>
                    <a:pt x="6958" y="1674"/>
                    <a:pt x="6573" y="1674"/>
                  </a:cubicBezTo>
                  <a:cubicBezTo>
                    <a:pt x="6440" y="1674"/>
                    <a:pt x="6314" y="1712"/>
                    <a:pt x="6202" y="1779"/>
                  </a:cubicBezTo>
                  <a:cubicBezTo>
                    <a:pt x="6136" y="1335"/>
                    <a:pt x="5750" y="993"/>
                    <a:pt x="5291" y="993"/>
                  </a:cubicBezTo>
                  <a:cubicBezTo>
                    <a:pt x="5128" y="993"/>
                    <a:pt x="4980" y="1038"/>
                    <a:pt x="4854" y="1103"/>
                  </a:cubicBezTo>
                  <a:cubicBezTo>
                    <a:pt x="4543" y="453"/>
                    <a:pt x="3883" y="1"/>
                    <a:pt x="3113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07" name="Google Shape;2507;p37"/>
            <p:cNvGrpSpPr/>
            <p:nvPr/>
          </p:nvGrpSpPr>
          <p:grpSpPr>
            <a:xfrm>
              <a:off x="5369392" y="2716836"/>
              <a:ext cx="335102" cy="121976"/>
              <a:chOff x="5369379" y="2651511"/>
              <a:chExt cx="335102" cy="121976"/>
            </a:xfrm>
          </p:grpSpPr>
          <p:sp>
            <p:nvSpPr>
              <p:cNvPr id="2508" name="Google Shape;2508;p37"/>
              <p:cNvSpPr/>
              <p:nvPr/>
            </p:nvSpPr>
            <p:spPr>
              <a:xfrm>
                <a:off x="5369379" y="2651511"/>
                <a:ext cx="335102" cy="121976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1468" extrusionOk="0">
                    <a:moveTo>
                      <a:pt x="2306" y="0"/>
                    </a:moveTo>
                    <a:cubicBezTo>
                      <a:pt x="1875" y="0"/>
                      <a:pt x="1512" y="253"/>
                      <a:pt x="1342" y="616"/>
                    </a:cubicBezTo>
                    <a:cubicBezTo>
                      <a:pt x="1267" y="578"/>
                      <a:pt x="1187" y="557"/>
                      <a:pt x="1098" y="557"/>
                    </a:cubicBezTo>
                    <a:cubicBezTo>
                      <a:pt x="838" y="557"/>
                      <a:pt x="623" y="742"/>
                      <a:pt x="586" y="986"/>
                    </a:cubicBezTo>
                    <a:cubicBezTo>
                      <a:pt x="527" y="950"/>
                      <a:pt x="460" y="927"/>
                      <a:pt x="387" y="927"/>
                    </a:cubicBezTo>
                    <a:cubicBezTo>
                      <a:pt x="171" y="927"/>
                      <a:pt x="1" y="1105"/>
                      <a:pt x="1" y="1320"/>
                    </a:cubicBezTo>
                    <a:cubicBezTo>
                      <a:pt x="1" y="1372"/>
                      <a:pt x="8" y="1416"/>
                      <a:pt x="31" y="1468"/>
                    </a:cubicBezTo>
                    <a:lnTo>
                      <a:pt x="742" y="1468"/>
                    </a:lnTo>
                    <a:cubicBezTo>
                      <a:pt x="742" y="1460"/>
                      <a:pt x="742" y="1453"/>
                      <a:pt x="749" y="1446"/>
                    </a:cubicBezTo>
                    <a:cubicBezTo>
                      <a:pt x="757" y="1453"/>
                      <a:pt x="764" y="1460"/>
                      <a:pt x="771" y="1468"/>
                    </a:cubicBezTo>
                    <a:lnTo>
                      <a:pt x="4009" y="1468"/>
                    </a:lnTo>
                    <a:cubicBezTo>
                      <a:pt x="4023" y="1416"/>
                      <a:pt x="4032" y="1364"/>
                      <a:pt x="4032" y="1320"/>
                    </a:cubicBezTo>
                    <a:cubicBezTo>
                      <a:pt x="4032" y="957"/>
                      <a:pt x="3735" y="660"/>
                      <a:pt x="3373" y="660"/>
                    </a:cubicBezTo>
                    <a:cubicBezTo>
                      <a:pt x="3342" y="660"/>
                      <a:pt x="3321" y="660"/>
                      <a:pt x="3291" y="667"/>
                    </a:cubicBezTo>
                    <a:cubicBezTo>
                      <a:pt x="3134" y="274"/>
                      <a:pt x="2750" y="0"/>
                      <a:pt x="230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37"/>
              <p:cNvSpPr/>
              <p:nvPr/>
            </p:nvSpPr>
            <p:spPr>
              <a:xfrm>
                <a:off x="5480803" y="2651511"/>
                <a:ext cx="162025" cy="109097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313" extrusionOk="0">
                    <a:moveTo>
                      <a:pt x="965" y="0"/>
                    </a:moveTo>
                    <a:cubicBezTo>
                      <a:pt x="534" y="0"/>
                      <a:pt x="171" y="253"/>
                      <a:pt x="1" y="616"/>
                    </a:cubicBezTo>
                    <a:lnTo>
                      <a:pt x="1372" y="1313"/>
                    </a:lnTo>
                    <a:cubicBezTo>
                      <a:pt x="1372" y="979"/>
                      <a:pt x="1624" y="705"/>
                      <a:pt x="1950" y="660"/>
                    </a:cubicBezTo>
                    <a:cubicBezTo>
                      <a:pt x="1793" y="274"/>
                      <a:pt x="1409" y="0"/>
                      <a:pt x="96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37"/>
              <p:cNvSpPr/>
              <p:nvPr/>
            </p:nvSpPr>
            <p:spPr>
              <a:xfrm>
                <a:off x="5642745" y="2706350"/>
                <a:ext cx="61736" cy="54258"/>
              </a:xfrm>
              <a:custGeom>
                <a:avLst/>
                <a:gdLst/>
                <a:ahLst/>
                <a:cxnLst/>
                <a:rect l="l" t="t" r="r" b="b"/>
                <a:pathLst>
                  <a:path w="743" h="653" extrusionOk="0">
                    <a:moveTo>
                      <a:pt x="1" y="0"/>
                    </a:moveTo>
                    <a:lnTo>
                      <a:pt x="742" y="653"/>
                    </a:lnTo>
                    <a:cubicBezTo>
                      <a:pt x="742" y="290"/>
                      <a:pt x="445" y="0"/>
                      <a:pt x="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37"/>
              <p:cNvSpPr/>
              <p:nvPr/>
            </p:nvSpPr>
            <p:spPr>
              <a:xfrm>
                <a:off x="5594719" y="2706350"/>
                <a:ext cx="48109" cy="54258"/>
              </a:xfrm>
              <a:custGeom>
                <a:avLst/>
                <a:gdLst/>
                <a:ahLst/>
                <a:cxnLst/>
                <a:rect l="l" t="t" r="r" b="b"/>
                <a:pathLst>
                  <a:path w="579" h="653" extrusionOk="0">
                    <a:moveTo>
                      <a:pt x="579" y="0"/>
                    </a:moveTo>
                    <a:cubicBezTo>
                      <a:pt x="253" y="45"/>
                      <a:pt x="1" y="319"/>
                      <a:pt x="1" y="653"/>
                    </a:cubicBez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37"/>
              <p:cNvSpPr/>
              <p:nvPr/>
            </p:nvSpPr>
            <p:spPr>
              <a:xfrm>
                <a:off x="5417987" y="2697792"/>
                <a:ext cx="62899" cy="35646"/>
              </a:xfrm>
              <a:custGeom>
                <a:avLst/>
                <a:gdLst/>
                <a:ahLst/>
                <a:cxnLst/>
                <a:rect l="l" t="t" r="r" b="b"/>
                <a:pathLst>
                  <a:path w="757" h="429" extrusionOk="0">
                    <a:moveTo>
                      <a:pt x="513" y="0"/>
                    </a:moveTo>
                    <a:cubicBezTo>
                      <a:pt x="253" y="0"/>
                      <a:pt x="38" y="185"/>
                      <a:pt x="1" y="429"/>
                    </a:cubicBezTo>
                    <a:lnTo>
                      <a:pt x="757" y="59"/>
                    </a:lnTo>
                    <a:cubicBezTo>
                      <a:pt x="682" y="21"/>
                      <a:pt x="602" y="0"/>
                      <a:pt x="5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13" name="Google Shape;2513;p37"/>
            <p:cNvSpPr/>
            <p:nvPr/>
          </p:nvSpPr>
          <p:spPr>
            <a:xfrm>
              <a:off x="3698744" y="3470154"/>
              <a:ext cx="409551" cy="200745"/>
            </a:xfrm>
            <a:custGeom>
              <a:avLst/>
              <a:gdLst/>
              <a:ahLst/>
              <a:cxnLst/>
              <a:rect l="l" t="t" r="r" b="b"/>
              <a:pathLst>
                <a:path w="4929" h="2416" extrusionOk="0">
                  <a:moveTo>
                    <a:pt x="2165" y="1"/>
                  </a:moveTo>
                  <a:cubicBezTo>
                    <a:pt x="1290" y="1"/>
                    <a:pt x="579" y="682"/>
                    <a:pt x="527" y="1541"/>
                  </a:cubicBezTo>
                  <a:cubicBezTo>
                    <a:pt x="223" y="1601"/>
                    <a:pt x="1" y="1868"/>
                    <a:pt x="1" y="2186"/>
                  </a:cubicBezTo>
                  <a:cubicBezTo>
                    <a:pt x="1" y="2261"/>
                    <a:pt x="15" y="2341"/>
                    <a:pt x="45" y="2416"/>
                  </a:cubicBezTo>
                  <a:lnTo>
                    <a:pt x="4922" y="2416"/>
                  </a:lnTo>
                  <a:cubicBezTo>
                    <a:pt x="4922" y="2394"/>
                    <a:pt x="4929" y="2371"/>
                    <a:pt x="4929" y="2357"/>
                  </a:cubicBezTo>
                  <a:cubicBezTo>
                    <a:pt x="4929" y="1889"/>
                    <a:pt x="4550" y="1512"/>
                    <a:pt x="4084" y="1512"/>
                  </a:cubicBezTo>
                  <a:cubicBezTo>
                    <a:pt x="3988" y="1512"/>
                    <a:pt x="3890" y="1534"/>
                    <a:pt x="3810" y="1564"/>
                  </a:cubicBezTo>
                  <a:cubicBezTo>
                    <a:pt x="3766" y="696"/>
                    <a:pt x="3045" y="1"/>
                    <a:pt x="2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37"/>
            <p:cNvSpPr/>
            <p:nvPr/>
          </p:nvSpPr>
          <p:spPr>
            <a:xfrm>
              <a:off x="7550383" y="3515693"/>
              <a:ext cx="296382" cy="145324"/>
            </a:xfrm>
            <a:custGeom>
              <a:avLst/>
              <a:gdLst/>
              <a:ahLst/>
              <a:cxnLst/>
              <a:rect l="l" t="t" r="r" b="b"/>
              <a:pathLst>
                <a:path w="3567" h="1749" extrusionOk="0">
                  <a:moveTo>
                    <a:pt x="1566" y="0"/>
                  </a:moveTo>
                  <a:cubicBezTo>
                    <a:pt x="935" y="0"/>
                    <a:pt x="424" y="496"/>
                    <a:pt x="380" y="1112"/>
                  </a:cubicBezTo>
                  <a:cubicBezTo>
                    <a:pt x="165" y="1156"/>
                    <a:pt x="1" y="1348"/>
                    <a:pt x="1" y="1578"/>
                  </a:cubicBezTo>
                  <a:cubicBezTo>
                    <a:pt x="1" y="1638"/>
                    <a:pt x="17" y="1697"/>
                    <a:pt x="31" y="1748"/>
                  </a:cubicBezTo>
                  <a:lnTo>
                    <a:pt x="3567" y="1748"/>
                  </a:lnTo>
                  <a:lnTo>
                    <a:pt x="3567" y="1704"/>
                  </a:lnTo>
                  <a:cubicBezTo>
                    <a:pt x="3567" y="1371"/>
                    <a:pt x="3291" y="1098"/>
                    <a:pt x="2958" y="1098"/>
                  </a:cubicBezTo>
                  <a:cubicBezTo>
                    <a:pt x="2884" y="1098"/>
                    <a:pt x="2818" y="1112"/>
                    <a:pt x="2750" y="1133"/>
                  </a:cubicBezTo>
                  <a:cubicBezTo>
                    <a:pt x="2722" y="504"/>
                    <a:pt x="2203" y="0"/>
                    <a:pt x="1566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37"/>
            <p:cNvSpPr/>
            <p:nvPr/>
          </p:nvSpPr>
          <p:spPr>
            <a:xfrm>
              <a:off x="4270820" y="3715773"/>
              <a:ext cx="1197493" cy="666216"/>
            </a:xfrm>
            <a:custGeom>
              <a:avLst/>
              <a:gdLst/>
              <a:ahLst/>
              <a:cxnLst/>
              <a:rect l="l" t="t" r="r" b="b"/>
              <a:pathLst>
                <a:path w="14412" h="8018" extrusionOk="0">
                  <a:moveTo>
                    <a:pt x="8469" y="0"/>
                  </a:moveTo>
                  <a:cubicBezTo>
                    <a:pt x="8269" y="0"/>
                    <a:pt x="8106" y="171"/>
                    <a:pt x="8106" y="370"/>
                  </a:cubicBezTo>
                  <a:lnTo>
                    <a:pt x="8106" y="1675"/>
                  </a:lnTo>
                  <a:cubicBezTo>
                    <a:pt x="8106" y="1875"/>
                    <a:pt x="7935" y="2038"/>
                    <a:pt x="7736" y="2038"/>
                  </a:cubicBezTo>
                  <a:cubicBezTo>
                    <a:pt x="7542" y="2038"/>
                    <a:pt x="7387" y="1891"/>
                    <a:pt x="7371" y="1704"/>
                  </a:cubicBezTo>
                  <a:lnTo>
                    <a:pt x="7371" y="1037"/>
                  </a:lnTo>
                  <a:cubicBezTo>
                    <a:pt x="7371" y="838"/>
                    <a:pt x="7210" y="667"/>
                    <a:pt x="7009" y="667"/>
                  </a:cubicBezTo>
                  <a:cubicBezTo>
                    <a:pt x="6802" y="667"/>
                    <a:pt x="6639" y="838"/>
                    <a:pt x="6639" y="1037"/>
                  </a:cubicBezTo>
                  <a:lnTo>
                    <a:pt x="6639" y="1809"/>
                  </a:lnTo>
                  <a:cubicBezTo>
                    <a:pt x="6639" y="2015"/>
                    <a:pt x="6475" y="2179"/>
                    <a:pt x="6276" y="2179"/>
                  </a:cubicBezTo>
                  <a:cubicBezTo>
                    <a:pt x="6068" y="2179"/>
                    <a:pt x="5904" y="2015"/>
                    <a:pt x="5904" y="1809"/>
                  </a:cubicBezTo>
                  <a:lnTo>
                    <a:pt x="5904" y="601"/>
                  </a:lnTo>
                  <a:cubicBezTo>
                    <a:pt x="5904" y="393"/>
                    <a:pt x="5742" y="230"/>
                    <a:pt x="5534" y="230"/>
                  </a:cubicBezTo>
                  <a:cubicBezTo>
                    <a:pt x="5408" y="230"/>
                    <a:pt x="5298" y="297"/>
                    <a:pt x="5237" y="393"/>
                  </a:cubicBezTo>
                  <a:cubicBezTo>
                    <a:pt x="5193" y="452"/>
                    <a:pt x="5172" y="519"/>
                    <a:pt x="5172" y="601"/>
                  </a:cubicBezTo>
                  <a:lnTo>
                    <a:pt x="5172" y="993"/>
                  </a:lnTo>
                  <a:cubicBezTo>
                    <a:pt x="5172" y="1179"/>
                    <a:pt x="5015" y="1334"/>
                    <a:pt x="4830" y="1334"/>
                  </a:cubicBezTo>
                  <a:lnTo>
                    <a:pt x="4802" y="1334"/>
                  </a:lnTo>
                  <a:cubicBezTo>
                    <a:pt x="4631" y="1334"/>
                    <a:pt x="4490" y="1201"/>
                    <a:pt x="4467" y="1037"/>
                  </a:cubicBezTo>
                  <a:lnTo>
                    <a:pt x="288" y="6959"/>
                  </a:lnTo>
                  <a:cubicBezTo>
                    <a:pt x="0" y="7366"/>
                    <a:pt x="237" y="7982"/>
                    <a:pt x="711" y="8010"/>
                  </a:cubicBezTo>
                  <a:cubicBezTo>
                    <a:pt x="726" y="8017"/>
                    <a:pt x="740" y="8017"/>
                    <a:pt x="756" y="8017"/>
                  </a:cubicBezTo>
                  <a:lnTo>
                    <a:pt x="13656" y="8017"/>
                  </a:lnTo>
                  <a:cubicBezTo>
                    <a:pt x="13670" y="8017"/>
                    <a:pt x="13685" y="8017"/>
                    <a:pt x="13701" y="8010"/>
                  </a:cubicBezTo>
                  <a:cubicBezTo>
                    <a:pt x="14174" y="7982"/>
                    <a:pt x="14412" y="7366"/>
                    <a:pt x="14122" y="6959"/>
                  </a:cubicBezTo>
                  <a:lnTo>
                    <a:pt x="9550" y="527"/>
                  </a:lnTo>
                  <a:lnTo>
                    <a:pt x="9550" y="1341"/>
                  </a:lnTo>
                  <a:cubicBezTo>
                    <a:pt x="9550" y="1526"/>
                    <a:pt x="9395" y="1683"/>
                    <a:pt x="9210" y="1683"/>
                  </a:cubicBezTo>
                  <a:lnTo>
                    <a:pt x="9180" y="1683"/>
                  </a:lnTo>
                  <a:cubicBezTo>
                    <a:pt x="8988" y="1683"/>
                    <a:pt x="8839" y="1526"/>
                    <a:pt x="8839" y="1341"/>
                  </a:cubicBezTo>
                  <a:lnTo>
                    <a:pt x="8839" y="393"/>
                  </a:lnTo>
                  <a:lnTo>
                    <a:pt x="8839" y="370"/>
                  </a:lnTo>
                  <a:cubicBezTo>
                    <a:pt x="8839" y="171"/>
                    <a:pt x="8670" y="0"/>
                    <a:pt x="84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37"/>
            <p:cNvSpPr/>
            <p:nvPr/>
          </p:nvSpPr>
          <p:spPr>
            <a:xfrm>
              <a:off x="4628356" y="3569203"/>
              <a:ext cx="435973" cy="327624"/>
            </a:xfrm>
            <a:custGeom>
              <a:avLst/>
              <a:gdLst/>
              <a:ahLst/>
              <a:cxnLst/>
              <a:rect l="l" t="t" r="r" b="b"/>
              <a:pathLst>
                <a:path w="5247" h="3943" extrusionOk="0">
                  <a:moveTo>
                    <a:pt x="2891" y="0"/>
                  </a:moveTo>
                  <a:cubicBezTo>
                    <a:pt x="2418" y="0"/>
                    <a:pt x="1973" y="238"/>
                    <a:pt x="1683" y="646"/>
                  </a:cubicBezTo>
                  <a:lnTo>
                    <a:pt x="890" y="1771"/>
                  </a:lnTo>
                  <a:lnTo>
                    <a:pt x="890" y="1764"/>
                  </a:lnTo>
                  <a:lnTo>
                    <a:pt x="165" y="2804"/>
                  </a:lnTo>
                  <a:lnTo>
                    <a:pt x="165" y="2804"/>
                  </a:lnTo>
                  <a:cubicBezTo>
                    <a:pt x="165" y="2803"/>
                    <a:pt x="164" y="2802"/>
                    <a:pt x="164" y="2801"/>
                  </a:cubicBezTo>
                  <a:lnTo>
                    <a:pt x="1" y="3039"/>
                  </a:lnTo>
                  <a:lnTo>
                    <a:pt x="1" y="3039"/>
                  </a:lnTo>
                  <a:lnTo>
                    <a:pt x="165" y="2804"/>
                  </a:lnTo>
                  <a:lnTo>
                    <a:pt x="165" y="2804"/>
                  </a:lnTo>
                  <a:cubicBezTo>
                    <a:pt x="189" y="2966"/>
                    <a:pt x="329" y="3091"/>
                    <a:pt x="499" y="3091"/>
                  </a:cubicBezTo>
                  <a:lnTo>
                    <a:pt x="534" y="3091"/>
                  </a:lnTo>
                  <a:cubicBezTo>
                    <a:pt x="721" y="3091"/>
                    <a:pt x="876" y="2943"/>
                    <a:pt x="876" y="2749"/>
                  </a:cubicBezTo>
                  <a:lnTo>
                    <a:pt x="876" y="2356"/>
                  </a:lnTo>
                  <a:cubicBezTo>
                    <a:pt x="876" y="2283"/>
                    <a:pt x="899" y="2209"/>
                    <a:pt x="934" y="2157"/>
                  </a:cubicBezTo>
                  <a:cubicBezTo>
                    <a:pt x="943" y="2143"/>
                    <a:pt x="957" y="2127"/>
                    <a:pt x="965" y="2120"/>
                  </a:cubicBezTo>
                  <a:cubicBezTo>
                    <a:pt x="972" y="2113"/>
                    <a:pt x="972" y="2106"/>
                    <a:pt x="979" y="2099"/>
                  </a:cubicBezTo>
                  <a:cubicBezTo>
                    <a:pt x="988" y="2090"/>
                    <a:pt x="1002" y="2083"/>
                    <a:pt x="1009" y="2075"/>
                  </a:cubicBezTo>
                  <a:cubicBezTo>
                    <a:pt x="1023" y="2068"/>
                    <a:pt x="1032" y="2054"/>
                    <a:pt x="1046" y="2045"/>
                  </a:cubicBezTo>
                  <a:cubicBezTo>
                    <a:pt x="1053" y="2045"/>
                    <a:pt x="1061" y="2038"/>
                    <a:pt x="1068" y="2038"/>
                  </a:cubicBezTo>
                  <a:cubicBezTo>
                    <a:pt x="1091" y="2024"/>
                    <a:pt x="1121" y="2017"/>
                    <a:pt x="1142" y="2010"/>
                  </a:cubicBezTo>
                  <a:cubicBezTo>
                    <a:pt x="1173" y="2001"/>
                    <a:pt x="1201" y="1994"/>
                    <a:pt x="1231" y="1994"/>
                  </a:cubicBezTo>
                  <a:cubicBezTo>
                    <a:pt x="1439" y="1994"/>
                    <a:pt x="1601" y="2157"/>
                    <a:pt x="1601" y="2365"/>
                  </a:cubicBezTo>
                  <a:lnTo>
                    <a:pt x="1601" y="3573"/>
                  </a:lnTo>
                  <a:cubicBezTo>
                    <a:pt x="1601" y="3779"/>
                    <a:pt x="1765" y="3943"/>
                    <a:pt x="1973" y="3943"/>
                  </a:cubicBezTo>
                  <a:cubicBezTo>
                    <a:pt x="2172" y="3943"/>
                    <a:pt x="2336" y="3779"/>
                    <a:pt x="2336" y="3573"/>
                  </a:cubicBezTo>
                  <a:lnTo>
                    <a:pt x="2336" y="2801"/>
                  </a:lnTo>
                  <a:cubicBezTo>
                    <a:pt x="2336" y="2602"/>
                    <a:pt x="2499" y="2431"/>
                    <a:pt x="2706" y="2431"/>
                  </a:cubicBezTo>
                  <a:cubicBezTo>
                    <a:pt x="2907" y="2431"/>
                    <a:pt x="3068" y="2602"/>
                    <a:pt x="3068" y="2801"/>
                  </a:cubicBezTo>
                  <a:lnTo>
                    <a:pt x="3068" y="3468"/>
                  </a:lnTo>
                  <a:cubicBezTo>
                    <a:pt x="3084" y="3655"/>
                    <a:pt x="3239" y="3802"/>
                    <a:pt x="3433" y="3802"/>
                  </a:cubicBezTo>
                  <a:cubicBezTo>
                    <a:pt x="3632" y="3802"/>
                    <a:pt x="3803" y="3639"/>
                    <a:pt x="3803" y="3439"/>
                  </a:cubicBezTo>
                  <a:lnTo>
                    <a:pt x="3803" y="2134"/>
                  </a:lnTo>
                  <a:cubicBezTo>
                    <a:pt x="3803" y="1935"/>
                    <a:pt x="3966" y="1764"/>
                    <a:pt x="4166" y="1764"/>
                  </a:cubicBezTo>
                  <a:cubicBezTo>
                    <a:pt x="4367" y="1764"/>
                    <a:pt x="4536" y="1935"/>
                    <a:pt x="4536" y="2134"/>
                  </a:cubicBezTo>
                  <a:lnTo>
                    <a:pt x="4536" y="2157"/>
                  </a:lnTo>
                  <a:lnTo>
                    <a:pt x="4536" y="3105"/>
                  </a:lnTo>
                  <a:cubicBezTo>
                    <a:pt x="4536" y="3290"/>
                    <a:pt x="4685" y="3447"/>
                    <a:pt x="4870" y="3447"/>
                  </a:cubicBezTo>
                  <a:lnTo>
                    <a:pt x="4907" y="3447"/>
                  </a:lnTo>
                  <a:cubicBezTo>
                    <a:pt x="5092" y="3447"/>
                    <a:pt x="5247" y="3290"/>
                    <a:pt x="5247" y="3105"/>
                  </a:cubicBezTo>
                  <a:lnTo>
                    <a:pt x="5247" y="2291"/>
                  </a:lnTo>
                  <a:lnTo>
                    <a:pt x="4062" y="631"/>
                  </a:lnTo>
                  <a:cubicBezTo>
                    <a:pt x="3780" y="231"/>
                    <a:pt x="3351" y="0"/>
                    <a:pt x="2891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37"/>
            <p:cNvSpPr/>
            <p:nvPr/>
          </p:nvSpPr>
          <p:spPr>
            <a:xfrm>
              <a:off x="4317517" y="4131971"/>
              <a:ext cx="759276" cy="249353"/>
            </a:xfrm>
            <a:custGeom>
              <a:avLst/>
              <a:gdLst/>
              <a:ahLst/>
              <a:cxnLst/>
              <a:rect l="l" t="t" r="r" b="b"/>
              <a:pathLst>
                <a:path w="9138" h="3001" extrusionOk="0">
                  <a:moveTo>
                    <a:pt x="1104" y="1"/>
                  </a:moveTo>
                  <a:lnTo>
                    <a:pt x="0" y="1571"/>
                  </a:lnTo>
                  <a:cubicBezTo>
                    <a:pt x="75" y="1550"/>
                    <a:pt x="149" y="1534"/>
                    <a:pt x="229" y="1534"/>
                  </a:cubicBezTo>
                  <a:cubicBezTo>
                    <a:pt x="608" y="1534"/>
                    <a:pt x="912" y="1808"/>
                    <a:pt x="971" y="2172"/>
                  </a:cubicBezTo>
                  <a:cubicBezTo>
                    <a:pt x="1015" y="2149"/>
                    <a:pt x="1067" y="2135"/>
                    <a:pt x="1128" y="2135"/>
                  </a:cubicBezTo>
                  <a:cubicBezTo>
                    <a:pt x="1163" y="2135"/>
                    <a:pt x="1200" y="2142"/>
                    <a:pt x="1238" y="2156"/>
                  </a:cubicBezTo>
                  <a:cubicBezTo>
                    <a:pt x="1341" y="2030"/>
                    <a:pt x="1490" y="1957"/>
                    <a:pt x="1661" y="1957"/>
                  </a:cubicBezTo>
                  <a:cubicBezTo>
                    <a:pt x="1956" y="1957"/>
                    <a:pt x="2195" y="2201"/>
                    <a:pt x="2195" y="2498"/>
                  </a:cubicBezTo>
                  <a:lnTo>
                    <a:pt x="2195" y="2535"/>
                  </a:lnTo>
                  <a:cubicBezTo>
                    <a:pt x="2246" y="2498"/>
                    <a:pt x="2305" y="2467"/>
                    <a:pt x="2372" y="2467"/>
                  </a:cubicBezTo>
                  <a:cubicBezTo>
                    <a:pt x="2527" y="2467"/>
                    <a:pt x="2653" y="2594"/>
                    <a:pt x="2653" y="2750"/>
                  </a:cubicBezTo>
                  <a:cubicBezTo>
                    <a:pt x="2653" y="2860"/>
                    <a:pt x="2595" y="2957"/>
                    <a:pt x="2497" y="3001"/>
                  </a:cubicBezTo>
                  <a:lnTo>
                    <a:pt x="5188" y="3001"/>
                  </a:lnTo>
                  <a:cubicBezTo>
                    <a:pt x="5136" y="2973"/>
                    <a:pt x="5106" y="2912"/>
                    <a:pt x="5106" y="2853"/>
                  </a:cubicBezTo>
                  <a:cubicBezTo>
                    <a:pt x="5106" y="2750"/>
                    <a:pt x="5188" y="2668"/>
                    <a:pt x="5291" y="2668"/>
                  </a:cubicBezTo>
                  <a:cubicBezTo>
                    <a:pt x="5335" y="2668"/>
                    <a:pt x="5380" y="2683"/>
                    <a:pt x="5410" y="2706"/>
                  </a:cubicBezTo>
                  <a:lnTo>
                    <a:pt x="5410" y="2683"/>
                  </a:lnTo>
                  <a:cubicBezTo>
                    <a:pt x="5410" y="2483"/>
                    <a:pt x="5573" y="2327"/>
                    <a:pt x="5765" y="2327"/>
                  </a:cubicBezTo>
                  <a:cubicBezTo>
                    <a:pt x="5876" y="2327"/>
                    <a:pt x="5981" y="2379"/>
                    <a:pt x="6039" y="2453"/>
                  </a:cubicBezTo>
                  <a:cubicBezTo>
                    <a:pt x="6070" y="2446"/>
                    <a:pt x="6091" y="2446"/>
                    <a:pt x="6121" y="2446"/>
                  </a:cubicBezTo>
                  <a:cubicBezTo>
                    <a:pt x="6159" y="2446"/>
                    <a:pt x="6187" y="2453"/>
                    <a:pt x="6224" y="2467"/>
                  </a:cubicBezTo>
                  <a:cubicBezTo>
                    <a:pt x="6240" y="2357"/>
                    <a:pt x="6292" y="2261"/>
                    <a:pt x="6365" y="2186"/>
                  </a:cubicBezTo>
                  <a:lnTo>
                    <a:pt x="6388" y="734"/>
                  </a:lnTo>
                  <a:cubicBezTo>
                    <a:pt x="6402" y="734"/>
                    <a:pt x="6409" y="1505"/>
                    <a:pt x="6418" y="2142"/>
                  </a:cubicBezTo>
                  <a:cubicBezTo>
                    <a:pt x="6498" y="2083"/>
                    <a:pt x="6603" y="2046"/>
                    <a:pt x="6713" y="2046"/>
                  </a:cubicBezTo>
                  <a:cubicBezTo>
                    <a:pt x="6774" y="2046"/>
                    <a:pt x="6833" y="2060"/>
                    <a:pt x="6884" y="2074"/>
                  </a:cubicBezTo>
                  <a:cubicBezTo>
                    <a:pt x="7076" y="2135"/>
                    <a:pt x="7218" y="2306"/>
                    <a:pt x="7218" y="2512"/>
                  </a:cubicBezTo>
                  <a:lnTo>
                    <a:pt x="7218" y="2549"/>
                  </a:lnTo>
                  <a:cubicBezTo>
                    <a:pt x="7233" y="2542"/>
                    <a:pt x="7247" y="2542"/>
                    <a:pt x="7270" y="2542"/>
                  </a:cubicBezTo>
                  <a:lnTo>
                    <a:pt x="7284" y="2542"/>
                  </a:lnTo>
                  <a:cubicBezTo>
                    <a:pt x="7441" y="2386"/>
                    <a:pt x="7626" y="2245"/>
                    <a:pt x="7832" y="2112"/>
                  </a:cubicBezTo>
                  <a:cubicBezTo>
                    <a:pt x="7841" y="1934"/>
                    <a:pt x="7900" y="1756"/>
                    <a:pt x="8010" y="1601"/>
                  </a:cubicBezTo>
                  <a:lnTo>
                    <a:pt x="9137" y="1"/>
                  </a:lnTo>
                  <a:close/>
                </a:path>
              </a:pathLst>
            </a:custGeom>
            <a:solidFill>
              <a:srgbClr val="DFD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37"/>
            <p:cNvSpPr/>
            <p:nvPr/>
          </p:nvSpPr>
          <p:spPr>
            <a:xfrm>
              <a:off x="4949749" y="3411082"/>
              <a:ext cx="1654488" cy="975310"/>
            </a:xfrm>
            <a:custGeom>
              <a:avLst/>
              <a:gdLst/>
              <a:ahLst/>
              <a:cxnLst/>
              <a:rect l="l" t="t" r="r" b="b"/>
              <a:pathLst>
                <a:path w="19912" h="11738" extrusionOk="0">
                  <a:moveTo>
                    <a:pt x="8752" y="0"/>
                  </a:moveTo>
                  <a:cubicBezTo>
                    <a:pt x="8604" y="0"/>
                    <a:pt x="8471" y="59"/>
                    <a:pt x="8368" y="155"/>
                  </a:cubicBezTo>
                  <a:cubicBezTo>
                    <a:pt x="8270" y="251"/>
                    <a:pt x="8211" y="391"/>
                    <a:pt x="8211" y="541"/>
                  </a:cubicBezTo>
                  <a:lnTo>
                    <a:pt x="8211" y="770"/>
                  </a:lnTo>
                  <a:lnTo>
                    <a:pt x="8211" y="3512"/>
                  </a:lnTo>
                  <a:lnTo>
                    <a:pt x="8211" y="3742"/>
                  </a:lnTo>
                  <a:cubicBezTo>
                    <a:pt x="8211" y="3890"/>
                    <a:pt x="8153" y="4023"/>
                    <a:pt x="8048" y="4126"/>
                  </a:cubicBezTo>
                  <a:cubicBezTo>
                    <a:pt x="7952" y="4224"/>
                    <a:pt x="7818" y="4283"/>
                    <a:pt x="7664" y="4283"/>
                  </a:cubicBezTo>
                  <a:cubicBezTo>
                    <a:pt x="7367" y="4283"/>
                    <a:pt x="7123" y="4037"/>
                    <a:pt x="7123" y="3742"/>
                  </a:cubicBezTo>
                  <a:lnTo>
                    <a:pt x="7123" y="770"/>
                  </a:lnTo>
                  <a:lnTo>
                    <a:pt x="7123" y="756"/>
                  </a:lnTo>
                  <a:lnTo>
                    <a:pt x="401" y="10277"/>
                  </a:lnTo>
                  <a:cubicBezTo>
                    <a:pt x="1" y="10848"/>
                    <a:pt x="328" y="11693"/>
                    <a:pt x="979" y="11737"/>
                  </a:cubicBezTo>
                  <a:lnTo>
                    <a:pt x="18933" y="11737"/>
                  </a:lnTo>
                  <a:cubicBezTo>
                    <a:pt x="19586" y="11693"/>
                    <a:pt x="19911" y="10839"/>
                    <a:pt x="19511" y="10277"/>
                  </a:cubicBezTo>
                  <a:lnTo>
                    <a:pt x="12561" y="496"/>
                  </a:lnTo>
                  <a:lnTo>
                    <a:pt x="12561" y="3393"/>
                  </a:lnTo>
                  <a:cubicBezTo>
                    <a:pt x="12561" y="3541"/>
                    <a:pt x="12494" y="3674"/>
                    <a:pt x="12398" y="3770"/>
                  </a:cubicBezTo>
                  <a:cubicBezTo>
                    <a:pt x="12302" y="3875"/>
                    <a:pt x="12161" y="3934"/>
                    <a:pt x="12014" y="3934"/>
                  </a:cubicBezTo>
                  <a:cubicBezTo>
                    <a:pt x="11717" y="3934"/>
                    <a:pt x="11471" y="3690"/>
                    <a:pt x="11471" y="3393"/>
                  </a:cubicBezTo>
                  <a:lnTo>
                    <a:pt x="11471" y="1592"/>
                  </a:lnTo>
                  <a:cubicBezTo>
                    <a:pt x="11471" y="1290"/>
                    <a:pt x="11227" y="1044"/>
                    <a:pt x="10923" y="1044"/>
                  </a:cubicBezTo>
                  <a:cubicBezTo>
                    <a:pt x="10776" y="1044"/>
                    <a:pt x="10642" y="1112"/>
                    <a:pt x="10537" y="1208"/>
                  </a:cubicBezTo>
                  <a:cubicBezTo>
                    <a:pt x="10441" y="1304"/>
                    <a:pt x="10383" y="1444"/>
                    <a:pt x="10383" y="1592"/>
                  </a:cubicBezTo>
                  <a:lnTo>
                    <a:pt x="10383" y="2734"/>
                  </a:lnTo>
                  <a:cubicBezTo>
                    <a:pt x="10383" y="2890"/>
                    <a:pt x="10324" y="3023"/>
                    <a:pt x="10219" y="3119"/>
                  </a:cubicBezTo>
                  <a:cubicBezTo>
                    <a:pt x="10123" y="3223"/>
                    <a:pt x="9990" y="3281"/>
                    <a:pt x="9835" y="3281"/>
                  </a:cubicBezTo>
                  <a:cubicBezTo>
                    <a:pt x="9538" y="3281"/>
                    <a:pt x="9293" y="3038"/>
                    <a:pt x="9293" y="2734"/>
                  </a:cubicBezTo>
                  <a:lnTo>
                    <a:pt x="9302" y="2734"/>
                  </a:lnTo>
                  <a:lnTo>
                    <a:pt x="9302" y="541"/>
                  </a:lnTo>
                  <a:cubicBezTo>
                    <a:pt x="9302" y="244"/>
                    <a:pt x="9056" y="0"/>
                    <a:pt x="87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37"/>
            <p:cNvSpPr/>
            <p:nvPr/>
          </p:nvSpPr>
          <p:spPr>
            <a:xfrm>
              <a:off x="5541599" y="3263847"/>
              <a:ext cx="451927" cy="503110"/>
            </a:xfrm>
            <a:custGeom>
              <a:avLst/>
              <a:gdLst/>
              <a:ahLst/>
              <a:cxnLst/>
              <a:rect l="l" t="t" r="r" b="b"/>
              <a:pathLst>
                <a:path w="5439" h="6055" extrusionOk="0">
                  <a:moveTo>
                    <a:pt x="2815" y="1"/>
                  </a:moveTo>
                  <a:cubicBezTo>
                    <a:pt x="2163" y="1"/>
                    <a:pt x="1547" y="334"/>
                    <a:pt x="1147" y="897"/>
                  </a:cubicBezTo>
                  <a:lnTo>
                    <a:pt x="0" y="2528"/>
                  </a:lnTo>
                  <a:lnTo>
                    <a:pt x="0" y="2542"/>
                  </a:lnTo>
                  <a:lnTo>
                    <a:pt x="0" y="5514"/>
                  </a:lnTo>
                  <a:cubicBezTo>
                    <a:pt x="0" y="5809"/>
                    <a:pt x="244" y="6055"/>
                    <a:pt x="541" y="6055"/>
                  </a:cubicBezTo>
                  <a:cubicBezTo>
                    <a:pt x="695" y="6055"/>
                    <a:pt x="829" y="5996"/>
                    <a:pt x="925" y="5898"/>
                  </a:cubicBezTo>
                  <a:cubicBezTo>
                    <a:pt x="1030" y="5795"/>
                    <a:pt x="1088" y="5662"/>
                    <a:pt x="1088" y="5514"/>
                  </a:cubicBezTo>
                  <a:lnTo>
                    <a:pt x="1088" y="5284"/>
                  </a:lnTo>
                  <a:lnTo>
                    <a:pt x="1088" y="2542"/>
                  </a:lnTo>
                  <a:lnTo>
                    <a:pt x="1088" y="2313"/>
                  </a:lnTo>
                  <a:cubicBezTo>
                    <a:pt x="1088" y="2163"/>
                    <a:pt x="1147" y="2023"/>
                    <a:pt x="1245" y="1927"/>
                  </a:cubicBezTo>
                  <a:cubicBezTo>
                    <a:pt x="1348" y="1831"/>
                    <a:pt x="1481" y="1772"/>
                    <a:pt x="1629" y="1772"/>
                  </a:cubicBezTo>
                  <a:cubicBezTo>
                    <a:pt x="1933" y="1772"/>
                    <a:pt x="2179" y="2016"/>
                    <a:pt x="2179" y="2313"/>
                  </a:cubicBezTo>
                  <a:lnTo>
                    <a:pt x="2179" y="4506"/>
                  </a:lnTo>
                  <a:lnTo>
                    <a:pt x="2170" y="4506"/>
                  </a:lnTo>
                  <a:cubicBezTo>
                    <a:pt x="2170" y="4810"/>
                    <a:pt x="2415" y="5053"/>
                    <a:pt x="2712" y="5053"/>
                  </a:cubicBezTo>
                  <a:cubicBezTo>
                    <a:pt x="2867" y="5053"/>
                    <a:pt x="3000" y="4995"/>
                    <a:pt x="3096" y="4891"/>
                  </a:cubicBezTo>
                  <a:cubicBezTo>
                    <a:pt x="3201" y="4795"/>
                    <a:pt x="3260" y="4662"/>
                    <a:pt x="3260" y="4506"/>
                  </a:cubicBezTo>
                  <a:lnTo>
                    <a:pt x="3260" y="3364"/>
                  </a:lnTo>
                  <a:cubicBezTo>
                    <a:pt x="3260" y="3216"/>
                    <a:pt x="3318" y="3076"/>
                    <a:pt x="3414" y="2980"/>
                  </a:cubicBezTo>
                  <a:cubicBezTo>
                    <a:pt x="3519" y="2884"/>
                    <a:pt x="3653" y="2816"/>
                    <a:pt x="3800" y="2816"/>
                  </a:cubicBezTo>
                  <a:cubicBezTo>
                    <a:pt x="4104" y="2816"/>
                    <a:pt x="4348" y="3062"/>
                    <a:pt x="4348" y="3364"/>
                  </a:cubicBezTo>
                  <a:lnTo>
                    <a:pt x="4348" y="5165"/>
                  </a:lnTo>
                  <a:cubicBezTo>
                    <a:pt x="4348" y="5462"/>
                    <a:pt x="4594" y="5706"/>
                    <a:pt x="4891" y="5706"/>
                  </a:cubicBezTo>
                  <a:cubicBezTo>
                    <a:pt x="5038" y="5706"/>
                    <a:pt x="5179" y="5647"/>
                    <a:pt x="5275" y="5542"/>
                  </a:cubicBezTo>
                  <a:cubicBezTo>
                    <a:pt x="5371" y="5446"/>
                    <a:pt x="5438" y="5313"/>
                    <a:pt x="5438" y="5165"/>
                  </a:cubicBezTo>
                  <a:lnTo>
                    <a:pt x="5438" y="2268"/>
                  </a:lnTo>
                  <a:lnTo>
                    <a:pt x="4437" y="867"/>
                  </a:lnTo>
                  <a:cubicBezTo>
                    <a:pt x="4053" y="326"/>
                    <a:pt x="3452" y="1"/>
                    <a:pt x="2815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37"/>
            <p:cNvSpPr/>
            <p:nvPr/>
          </p:nvSpPr>
          <p:spPr>
            <a:xfrm>
              <a:off x="5023034" y="4384980"/>
              <a:ext cx="11217" cy="1413"/>
            </a:xfrm>
            <a:custGeom>
              <a:avLst/>
              <a:gdLst/>
              <a:ahLst/>
              <a:cxnLst/>
              <a:rect l="l" t="t" r="r" b="b"/>
              <a:pathLst>
                <a:path w="135" h="17" extrusionOk="0">
                  <a:moveTo>
                    <a:pt x="1" y="0"/>
                  </a:moveTo>
                  <a:lnTo>
                    <a:pt x="1" y="0"/>
                  </a:lnTo>
                  <a:cubicBezTo>
                    <a:pt x="31" y="8"/>
                    <a:pt x="61" y="16"/>
                    <a:pt x="97" y="16"/>
                  </a:cubicBezTo>
                  <a:lnTo>
                    <a:pt x="134" y="16"/>
                  </a:lnTo>
                  <a:lnTo>
                    <a:pt x="97" y="16"/>
                  </a:lnTo>
                  <a:cubicBezTo>
                    <a:pt x="61" y="16"/>
                    <a:pt x="31" y="8"/>
                    <a:pt x="1" y="0"/>
                  </a:cubicBezTo>
                  <a:close/>
                </a:path>
              </a:pathLst>
            </a:custGeom>
            <a:solidFill>
              <a:srgbClr val="677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37"/>
            <p:cNvSpPr/>
            <p:nvPr/>
          </p:nvSpPr>
          <p:spPr>
            <a:xfrm>
              <a:off x="4968195" y="4041403"/>
              <a:ext cx="1233970" cy="344990"/>
            </a:xfrm>
            <a:custGeom>
              <a:avLst/>
              <a:gdLst/>
              <a:ahLst/>
              <a:cxnLst/>
              <a:rect l="l" t="t" r="r" b="b"/>
              <a:pathLst>
                <a:path w="14851" h="4152" extrusionOk="0">
                  <a:moveTo>
                    <a:pt x="661" y="4135"/>
                  </a:moveTo>
                  <a:cubicBezTo>
                    <a:pt x="691" y="4143"/>
                    <a:pt x="721" y="4151"/>
                    <a:pt x="757" y="4151"/>
                  </a:cubicBezTo>
                  <a:lnTo>
                    <a:pt x="6101" y="4151"/>
                  </a:lnTo>
                  <a:cubicBezTo>
                    <a:pt x="6101" y="4151"/>
                    <a:pt x="6101" y="4143"/>
                    <a:pt x="6108" y="4135"/>
                  </a:cubicBezTo>
                  <a:close/>
                  <a:moveTo>
                    <a:pt x="2076" y="1"/>
                  </a:moveTo>
                  <a:lnTo>
                    <a:pt x="179" y="2691"/>
                  </a:lnTo>
                  <a:cubicBezTo>
                    <a:pt x="69" y="2846"/>
                    <a:pt x="10" y="3024"/>
                    <a:pt x="1" y="3202"/>
                  </a:cubicBezTo>
                  <a:cubicBezTo>
                    <a:pt x="862" y="2661"/>
                    <a:pt x="2121" y="2313"/>
                    <a:pt x="3522" y="2313"/>
                  </a:cubicBezTo>
                  <a:cubicBezTo>
                    <a:pt x="4811" y="2313"/>
                    <a:pt x="5982" y="2602"/>
                    <a:pt x="6826" y="3068"/>
                  </a:cubicBezTo>
                  <a:cubicBezTo>
                    <a:pt x="7664" y="2231"/>
                    <a:pt x="8982" y="1683"/>
                    <a:pt x="10472" y="1683"/>
                  </a:cubicBezTo>
                  <a:cubicBezTo>
                    <a:pt x="12524" y="1683"/>
                    <a:pt x="14265" y="2720"/>
                    <a:pt x="14843" y="4151"/>
                  </a:cubicBezTo>
                  <a:lnTo>
                    <a:pt x="14850" y="1"/>
                  </a:lnTo>
                  <a:close/>
                </a:path>
              </a:pathLst>
            </a:custGeom>
            <a:solidFill>
              <a:srgbClr val="DFD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37"/>
            <p:cNvSpPr/>
            <p:nvPr/>
          </p:nvSpPr>
          <p:spPr>
            <a:xfrm>
              <a:off x="6429914" y="3718848"/>
              <a:ext cx="553629" cy="671866"/>
            </a:xfrm>
            <a:custGeom>
              <a:avLst/>
              <a:gdLst/>
              <a:ahLst/>
              <a:cxnLst/>
              <a:rect l="l" t="t" r="r" b="b"/>
              <a:pathLst>
                <a:path w="6663" h="8086" extrusionOk="0">
                  <a:moveTo>
                    <a:pt x="1" y="1"/>
                  </a:moveTo>
                  <a:lnTo>
                    <a:pt x="1" y="8085"/>
                  </a:lnTo>
                  <a:lnTo>
                    <a:pt x="6662" y="8085"/>
                  </a:lnTo>
                  <a:lnTo>
                    <a:pt x="6662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37"/>
            <p:cNvSpPr/>
            <p:nvPr/>
          </p:nvSpPr>
          <p:spPr>
            <a:xfrm>
              <a:off x="6429914" y="3960141"/>
              <a:ext cx="553629" cy="34649"/>
            </a:xfrm>
            <a:custGeom>
              <a:avLst/>
              <a:gdLst/>
              <a:ahLst/>
              <a:cxnLst/>
              <a:rect l="l" t="t" r="r" b="b"/>
              <a:pathLst>
                <a:path w="6663" h="417" extrusionOk="0">
                  <a:moveTo>
                    <a:pt x="1" y="1"/>
                  </a:moveTo>
                  <a:lnTo>
                    <a:pt x="1" y="417"/>
                  </a:lnTo>
                  <a:lnTo>
                    <a:pt x="6662" y="417"/>
                  </a:lnTo>
                  <a:lnTo>
                    <a:pt x="6662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37"/>
            <p:cNvSpPr/>
            <p:nvPr/>
          </p:nvSpPr>
          <p:spPr>
            <a:xfrm>
              <a:off x="6429914" y="4086355"/>
              <a:ext cx="553629" cy="116492"/>
            </a:xfrm>
            <a:custGeom>
              <a:avLst/>
              <a:gdLst/>
              <a:ahLst/>
              <a:cxnLst/>
              <a:rect l="l" t="t" r="r" b="b"/>
              <a:pathLst>
                <a:path w="6663" h="1402" extrusionOk="0">
                  <a:moveTo>
                    <a:pt x="1" y="0"/>
                  </a:moveTo>
                  <a:lnTo>
                    <a:pt x="1" y="1402"/>
                  </a:lnTo>
                  <a:lnTo>
                    <a:pt x="6662" y="1402"/>
                  </a:lnTo>
                  <a:lnTo>
                    <a:pt x="6662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37"/>
            <p:cNvSpPr/>
            <p:nvPr/>
          </p:nvSpPr>
          <p:spPr>
            <a:xfrm>
              <a:off x="6826336" y="4081452"/>
              <a:ext cx="68549" cy="125134"/>
            </a:xfrm>
            <a:custGeom>
              <a:avLst/>
              <a:gdLst/>
              <a:ahLst/>
              <a:cxnLst/>
              <a:rect l="l" t="t" r="r" b="b"/>
              <a:pathLst>
                <a:path w="825" h="1506" extrusionOk="0">
                  <a:moveTo>
                    <a:pt x="743" y="82"/>
                  </a:moveTo>
                  <a:lnTo>
                    <a:pt x="743" y="1423"/>
                  </a:lnTo>
                  <a:lnTo>
                    <a:pt x="83" y="1423"/>
                  </a:lnTo>
                  <a:lnTo>
                    <a:pt x="83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37"/>
            <p:cNvSpPr/>
            <p:nvPr/>
          </p:nvSpPr>
          <p:spPr>
            <a:xfrm>
              <a:off x="6703280" y="4081452"/>
              <a:ext cx="68466" cy="125134"/>
            </a:xfrm>
            <a:custGeom>
              <a:avLst/>
              <a:gdLst/>
              <a:ahLst/>
              <a:cxnLst/>
              <a:rect l="l" t="t" r="r" b="b"/>
              <a:pathLst>
                <a:path w="824" h="1506" extrusionOk="0">
                  <a:moveTo>
                    <a:pt x="742" y="82"/>
                  </a:moveTo>
                  <a:lnTo>
                    <a:pt x="742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37"/>
            <p:cNvSpPr/>
            <p:nvPr/>
          </p:nvSpPr>
          <p:spPr>
            <a:xfrm>
              <a:off x="6950223" y="4081452"/>
              <a:ext cx="36393" cy="125134"/>
            </a:xfrm>
            <a:custGeom>
              <a:avLst/>
              <a:gdLst/>
              <a:ahLst/>
              <a:cxnLst/>
              <a:rect l="l" t="t" r="r" b="b"/>
              <a:pathLst>
                <a:path w="438" h="1506" extrusionOk="0">
                  <a:moveTo>
                    <a:pt x="363" y="82"/>
                  </a:moveTo>
                  <a:lnTo>
                    <a:pt x="363" y="1423"/>
                  </a:lnTo>
                  <a:lnTo>
                    <a:pt x="75" y="1423"/>
                  </a:lnTo>
                  <a:lnTo>
                    <a:pt x="75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438" y="1505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37"/>
            <p:cNvSpPr/>
            <p:nvPr/>
          </p:nvSpPr>
          <p:spPr>
            <a:xfrm>
              <a:off x="6887989" y="4081452"/>
              <a:ext cx="68466" cy="125134"/>
            </a:xfrm>
            <a:custGeom>
              <a:avLst/>
              <a:gdLst/>
              <a:ahLst/>
              <a:cxnLst/>
              <a:rect l="l" t="t" r="r" b="b"/>
              <a:pathLst>
                <a:path w="824" h="1506" extrusionOk="0">
                  <a:moveTo>
                    <a:pt x="749" y="82"/>
                  </a:moveTo>
                  <a:lnTo>
                    <a:pt x="749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37"/>
            <p:cNvSpPr/>
            <p:nvPr/>
          </p:nvSpPr>
          <p:spPr>
            <a:xfrm>
              <a:off x="6764933" y="4081452"/>
              <a:ext cx="68300" cy="125134"/>
            </a:xfrm>
            <a:custGeom>
              <a:avLst/>
              <a:gdLst/>
              <a:ahLst/>
              <a:cxnLst/>
              <a:rect l="l" t="t" r="r" b="b"/>
              <a:pathLst>
                <a:path w="822" h="1506" extrusionOk="0">
                  <a:moveTo>
                    <a:pt x="740" y="82"/>
                  </a:moveTo>
                  <a:lnTo>
                    <a:pt x="740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822" y="1505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37"/>
            <p:cNvSpPr/>
            <p:nvPr/>
          </p:nvSpPr>
          <p:spPr>
            <a:xfrm>
              <a:off x="6426258" y="4081452"/>
              <a:ext cx="36975" cy="125134"/>
            </a:xfrm>
            <a:custGeom>
              <a:avLst/>
              <a:gdLst/>
              <a:ahLst/>
              <a:cxnLst/>
              <a:rect l="l" t="t" r="r" b="b"/>
              <a:pathLst>
                <a:path w="445" h="1506" extrusionOk="0">
                  <a:moveTo>
                    <a:pt x="363" y="82"/>
                  </a:moveTo>
                  <a:lnTo>
                    <a:pt x="363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445" y="1505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37"/>
            <p:cNvSpPr/>
            <p:nvPr/>
          </p:nvSpPr>
          <p:spPr>
            <a:xfrm>
              <a:off x="6456336" y="4081452"/>
              <a:ext cx="68549" cy="125134"/>
            </a:xfrm>
            <a:custGeom>
              <a:avLst/>
              <a:gdLst/>
              <a:ahLst/>
              <a:cxnLst/>
              <a:rect l="l" t="t" r="r" b="b"/>
              <a:pathLst>
                <a:path w="825" h="1506" extrusionOk="0">
                  <a:moveTo>
                    <a:pt x="750" y="82"/>
                  </a:moveTo>
                  <a:lnTo>
                    <a:pt x="750" y="1423"/>
                  </a:lnTo>
                  <a:lnTo>
                    <a:pt x="83" y="1423"/>
                  </a:lnTo>
                  <a:lnTo>
                    <a:pt x="83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37"/>
            <p:cNvSpPr/>
            <p:nvPr/>
          </p:nvSpPr>
          <p:spPr>
            <a:xfrm>
              <a:off x="6518571" y="4081452"/>
              <a:ext cx="67801" cy="125134"/>
            </a:xfrm>
            <a:custGeom>
              <a:avLst/>
              <a:gdLst/>
              <a:ahLst/>
              <a:cxnLst/>
              <a:rect l="l" t="t" r="r" b="b"/>
              <a:pathLst>
                <a:path w="816" h="1506" extrusionOk="0">
                  <a:moveTo>
                    <a:pt x="742" y="82"/>
                  </a:moveTo>
                  <a:lnTo>
                    <a:pt x="742" y="1423"/>
                  </a:lnTo>
                  <a:lnTo>
                    <a:pt x="75" y="1423"/>
                  </a:lnTo>
                  <a:lnTo>
                    <a:pt x="75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15" y="1505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37"/>
            <p:cNvSpPr/>
            <p:nvPr/>
          </p:nvSpPr>
          <p:spPr>
            <a:xfrm>
              <a:off x="6641627" y="4081452"/>
              <a:ext cx="68549" cy="125134"/>
            </a:xfrm>
            <a:custGeom>
              <a:avLst/>
              <a:gdLst/>
              <a:ahLst/>
              <a:cxnLst/>
              <a:rect l="l" t="t" r="r" b="b"/>
              <a:pathLst>
                <a:path w="825" h="1506" extrusionOk="0">
                  <a:moveTo>
                    <a:pt x="743" y="82"/>
                  </a:moveTo>
                  <a:lnTo>
                    <a:pt x="743" y="1423"/>
                  </a:lnTo>
                  <a:lnTo>
                    <a:pt x="83" y="1423"/>
                  </a:lnTo>
                  <a:lnTo>
                    <a:pt x="83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37"/>
            <p:cNvSpPr/>
            <p:nvPr/>
          </p:nvSpPr>
          <p:spPr>
            <a:xfrm>
              <a:off x="6580224" y="4081452"/>
              <a:ext cx="68300" cy="125134"/>
            </a:xfrm>
            <a:custGeom>
              <a:avLst/>
              <a:gdLst/>
              <a:ahLst/>
              <a:cxnLst/>
              <a:rect l="l" t="t" r="r" b="b"/>
              <a:pathLst>
                <a:path w="822" h="1506" extrusionOk="0">
                  <a:moveTo>
                    <a:pt x="740" y="82"/>
                  </a:moveTo>
                  <a:lnTo>
                    <a:pt x="740" y="1423"/>
                  </a:lnTo>
                  <a:lnTo>
                    <a:pt x="73" y="1423"/>
                  </a:lnTo>
                  <a:lnTo>
                    <a:pt x="73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822" y="1505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37"/>
            <p:cNvSpPr/>
            <p:nvPr/>
          </p:nvSpPr>
          <p:spPr>
            <a:xfrm>
              <a:off x="6593020" y="3340123"/>
              <a:ext cx="173741" cy="1050590"/>
            </a:xfrm>
            <a:custGeom>
              <a:avLst/>
              <a:gdLst/>
              <a:ahLst/>
              <a:cxnLst/>
              <a:rect l="l" t="t" r="r" b="b"/>
              <a:pathLst>
                <a:path w="2091" h="12644" extrusionOk="0">
                  <a:moveTo>
                    <a:pt x="565" y="1"/>
                  </a:moveTo>
                  <a:lnTo>
                    <a:pt x="1" y="12613"/>
                  </a:lnTo>
                  <a:lnTo>
                    <a:pt x="2090" y="12643"/>
                  </a:lnTo>
                  <a:lnTo>
                    <a:pt x="1824" y="17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37"/>
            <p:cNvSpPr/>
            <p:nvPr/>
          </p:nvSpPr>
          <p:spPr>
            <a:xfrm>
              <a:off x="6593020" y="3340871"/>
              <a:ext cx="99293" cy="1039871"/>
            </a:xfrm>
            <a:custGeom>
              <a:avLst/>
              <a:gdLst/>
              <a:ahLst/>
              <a:cxnLst/>
              <a:rect l="l" t="t" r="r" b="b"/>
              <a:pathLst>
                <a:path w="1195" h="12515" extrusionOk="0">
                  <a:moveTo>
                    <a:pt x="565" y="0"/>
                  </a:moveTo>
                  <a:lnTo>
                    <a:pt x="1" y="12515"/>
                  </a:lnTo>
                  <a:lnTo>
                    <a:pt x="1047" y="12515"/>
                  </a:lnTo>
                  <a:lnTo>
                    <a:pt x="1194" y="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9293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37"/>
            <p:cNvSpPr/>
            <p:nvPr/>
          </p:nvSpPr>
          <p:spPr>
            <a:xfrm>
              <a:off x="6626339" y="3592634"/>
              <a:ext cx="124469" cy="62899"/>
            </a:xfrm>
            <a:custGeom>
              <a:avLst/>
              <a:gdLst/>
              <a:ahLst/>
              <a:cxnLst/>
              <a:rect l="l" t="t" r="r" b="b"/>
              <a:pathLst>
                <a:path w="1498" h="757" extrusionOk="0">
                  <a:moveTo>
                    <a:pt x="37" y="1"/>
                  </a:moveTo>
                  <a:lnTo>
                    <a:pt x="0" y="734"/>
                  </a:lnTo>
                  <a:lnTo>
                    <a:pt x="749" y="741"/>
                  </a:lnTo>
                  <a:lnTo>
                    <a:pt x="1497" y="757"/>
                  </a:lnTo>
                  <a:lnTo>
                    <a:pt x="1483" y="22"/>
                  </a:lnTo>
                  <a:lnTo>
                    <a:pt x="756" y="1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37"/>
            <p:cNvSpPr/>
            <p:nvPr/>
          </p:nvSpPr>
          <p:spPr>
            <a:xfrm>
              <a:off x="6618944" y="3735383"/>
              <a:ext cx="135520" cy="90651"/>
            </a:xfrm>
            <a:custGeom>
              <a:avLst/>
              <a:gdLst/>
              <a:ahLst/>
              <a:cxnLst/>
              <a:rect l="l" t="t" r="r" b="b"/>
              <a:pathLst>
                <a:path w="1631" h="1091" extrusionOk="0">
                  <a:moveTo>
                    <a:pt x="45" y="1"/>
                  </a:moveTo>
                  <a:lnTo>
                    <a:pt x="0" y="1068"/>
                  </a:lnTo>
                  <a:lnTo>
                    <a:pt x="816" y="1077"/>
                  </a:lnTo>
                  <a:lnTo>
                    <a:pt x="1631" y="1091"/>
                  </a:lnTo>
                  <a:lnTo>
                    <a:pt x="1608" y="17"/>
                  </a:lnTo>
                  <a:lnTo>
                    <a:pt x="831" y="10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37"/>
            <p:cNvSpPr/>
            <p:nvPr/>
          </p:nvSpPr>
          <p:spPr>
            <a:xfrm>
              <a:off x="5886256" y="2611175"/>
              <a:ext cx="321475" cy="256914"/>
            </a:xfrm>
            <a:custGeom>
              <a:avLst/>
              <a:gdLst/>
              <a:ahLst/>
              <a:cxnLst/>
              <a:rect l="l" t="t" r="r" b="b"/>
              <a:pathLst>
                <a:path w="3869" h="3092" extrusionOk="0">
                  <a:moveTo>
                    <a:pt x="3647" y="1"/>
                  </a:moveTo>
                  <a:cubicBezTo>
                    <a:pt x="2706" y="1"/>
                    <a:pt x="1898" y="579"/>
                    <a:pt x="1557" y="1393"/>
                  </a:cubicBezTo>
                  <a:cubicBezTo>
                    <a:pt x="1505" y="1386"/>
                    <a:pt x="1445" y="1386"/>
                    <a:pt x="1393" y="1386"/>
                  </a:cubicBezTo>
                  <a:cubicBezTo>
                    <a:pt x="623" y="1386"/>
                    <a:pt x="1" y="2009"/>
                    <a:pt x="1" y="2772"/>
                  </a:cubicBezTo>
                  <a:cubicBezTo>
                    <a:pt x="1" y="2884"/>
                    <a:pt x="15" y="2987"/>
                    <a:pt x="38" y="3092"/>
                  </a:cubicBezTo>
                  <a:lnTo>
                    <a:pt x="3869" y="3092"/>
                  </a:lnTo>
                  <a:lnTo>
                    <a:pt x="3869" y="2217"/>
                  </a:lnTo>
                  <a:lnTo>
                    <a:pt x="3869" y="8"/>
                  </a:lnTo>
                  <a:cubicBezTo>
                    <a:pt x="3794" y="1"/>
                    <a:pt x="3721" y="1"/>
                    <a:pt x="3647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37"/>
            <p:cNvSpPr/>
            <p:nvPr/>
          </p:nvSpPr>
          <p:spPr>
            <a:xfrm>
              <a:off x="6203411" y="2610012"/>
              <a:ext cx="391022" cy="258659"/>
            </a:xfrm>
            <a:custGeom>
              <a:avLst/>
              <a:gdLst/>
              <a:ahLst/>
              <a:cxnLst/>
              <a:rect l="l" t="t" r="r" b="b"/>
              <a:pathLst>
                <a:path w="4706" h="3113" extrusionOk="0">
                  <a:moveTo>
                    <a:pt x="0" y="1"/>
                  </a:moveTo>
                  <a:lnTo>
                    <a:pt x="0" y="8"/>
                  </a:lnTo>
                  <a:lnTo>
                    <a:pt x="0" y="2231"/>
                  </a:lnTo>
                  <a:lnTo>
                    <a:pt x="0" y="3113"/>
                  </a:lnTo>
                  <a:lnTo>
                    <a:pt x="3061" y="3113"/>
                  </a:lnTo>
                  <a:cubicBezTo>
                    <a:pt x="3075" y="3097"/>
                    <a:pt x="3089" y="3090"/>
                    <a:pt x="3105" y="3075"/>
                  </a:cubicBezTo>
                  <a:cubicBezTo>
                    <a:pt x="3112" y="3090"/>
                    <a:pt x="3120" y="3097"/>
                    <a:pt x="3120" y="3113"/>
                  </a:cubicBezTo>
                  <a:lnTo>
                    <a:pt x="4638" y="3113"/>
                  </a:lnTo>
                  <a:cubicBezTo>
                    <a:pt x="4683" y="3017"/>
                    <a:pt x="4706" y="2912"/>
                    <a:pt x="4706" y="2794"/>
                  </a:cubicBezTo>
                  <a:cubicBezTo>
                    <a:pt x="4706" y="2341"/>
                    <a:pt x="4334" y="1971"/>
                    <a:pt x="3883" y="1971"/>
                  </a:cubicBezTo>
                  <a:cubicBezTo>
                    <a:pt x="3719" y="1971"/>
                    <a:pt x="3571" y="2016"/>
                    <a:pt x="3445" y="2097"/>
                  </a:cubicBezTo>
                  <a:cubicBezTo>
                    <a:pt x="3363" y="1571"/>
                    <a:pt x="2904" y="1171"/>
                    <a:pt x="2357" y="1171"/>
                  </a:cubicBezTo>
                  <a:cubicBezTo>
                    <a:pt x="2172" y="1171"/>
                    <a:pt x="1994" y="1215"/>
                    <a:pt x="1837" y="1297"/>
                  </a:cubicBezTo>
                  <a:cubicBezTo>
                    <a:pt x="1505" y="593"/>
                    <a:pt x="815" y="82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37"/>
            <p:cNvSpPr/>
            <p:nvPr/>
          </p:nvSpPr>
          <p:spPr>
            <a:xfrm>
              <a:off x="7406388" y="3808668"/>
              <a:ext cx="625086" cy="580051"/>
            </a:xfrm>
            <a:custGeom>
              <a:avLst/>
              <a:gdLst/>
              <a:ahLst/>
              <a:cxnLst/>
              <a:rect l="l" t="t" r="r" b="b"/>
              <a:pathLst>
                <a:path w="7523" h="6981" extrusionOk="0">
                  <a:moveTo>
                    <a:pt x="0" y="1"/>
                  </a:moveTo>
                  <a:lnTo>
                    <a:pt x="0" y="6981"/>
                  </a:lnTo>
                  <a:lnTo>
                    <a:pt x="7523" y="6981"/>
                  </a:lnTo>
                  <a:lnTo>
                    <a:pt x="7523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37"/>
            <p:cNvSpPr/>
            <p:nvPr/>
          </p:nvSpPr>
          <p:spPr>
            <a:xfrm>
              <a:off x="8031391" y="3821713"/>
              <a:ext cx="665" cy="559030"/>
            </a:xfrm>
            <a:custGeom>
              <a:avLst/>
              <a:gdLst/>
              <a:ahLst/>
              <a:cxnLst/>
              <a:rect l="l" t="t" r="r" b="b"/>
              <a:pathLst>
                <a:path w="8" h="6728" extrusionOk="0">
                  <a:moveTo>
                    <a:pt x="1" y="0"/>
                  </a:moveTo>
                  <a:lnTo>
                    <a:pt x="1" y="6728"/>
                  </a:lnTo>
                  <a:lnTo>
                    <a:pt x="8" y="6728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5259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37"/>
            <p:cNvSpPr/>
            <p:nvPr/>
          </p:nvSpPr>
          <p:spPr>
            <a:xfrm>
              <a:off x="7876843" y="3821713"/>
              <a:ext cx="154630" cy="525212"/>
            </a:xfrm>
            <a:custGeom>
              <a:avLst/>
              <a:gdLst/>
              <a:ahLst/>
              <a:cxnLst/>
              <a:rect l="l" t="t" r="r" b="b"/>
              <a:pathLst>
                <a:path w="1861" h="6321" extrusionOk="0">
                  <a:moveTo>
                    <a:pt x="0" y="0"/>
                  </a:moveTo>
                  <a:lnTo>
                    <a:pt x="0" y="6321"/>
                  </a:lnTo>
                  <a:lnTo>
                    <a:pt x="1861" y="6321"/>
                  </a:lnTo>
                  <a:lnTo>
                    <a:pt x="1861" y="0"/>
                  </a:lnTo>
                  <a:close/>
                </a:path>
              </a:pathLst>
            </a:custGeom>
            <a:solidFill>
              <a:srgbClr val="8586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37"/>
            <p:cNvSpPr/>
            <p:nvPr/>
          </p:nvSpPr>
          <p:spPr>
            <a:xfrm>
              <a:off x="7380463" y="3796454"/>
              <a:ext cx="676103" cy="25342"/>
            </a:xfrm>
            <a:custGeom>
              <a:avLst/>
              <a:gdLst/>
              <a:ahLst/>
              <a:cxnLst/>
              <a:rect l="l" t="t" r="r" b="b"/>
              <a:pathLst>
                <a:path w="8137" h="305" extrusionOk="0">
                  <a:moveTo>
                    <a:pt x="150" y="0"/>
                  </a:moveTo>
                  <a:cubicBezTo>
                    <a:pt x="68" y="0"/>
                    <a:pt x="1" y="66"/>
                    <a:pt x="1" y="148"/>
                  </a:cubicBezTo>
                  <a:cubicBezTo>
                    <a:pt x="1" y="237"/>
                    <a:pt x="68" y="304"/>
                    <a:pt x="150" y="304"/>
                  </a:cubicBezTo>
                  <a:lnTo>
                    <a:pt x="7989" y="304"/>
                  </a:lnTo>
                  <a:cubicBezTo>
                    <a:pt x="8071" y="304"/>
                    <a:pt x="8137" y="237"/>
                    <a:pt x="8137" y="148"/>
                  </a:cubicBezTo>
                  <a:cubicBezTo>
                    <a:pt x="8137" y="66"/>
                    <a:pt x="8071" y="0"/>
                    <a:pt x="7989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37"/>
            <p:cNvSpPr/>
            <p:nvPr/>
          </p:nvSpPr>
          <p:spPr>
            <a:xfrm>
              <a:off x="7949381" y="3921421"/>
              <a:ext cx="39551" cy="57914"/>
            </a:xfrm>
            <a:custGeom>
              <a:avLst/>
              <a:gdLst/>
              <a:ahLst/>
              <a:cxnLst/>
              <a:rect l="l" t="t" r="r" b="b"/>
              <a:pathLst>
                <a:path w="476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75" y="696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37"/>
            <p:cNvSpPr/>
            <p:nvPr/>
          </p:nvSpPr>
          <p:spPr>
            <a:xfrm>
              <a:off x="7878588" y="3921421"/>
              <a:ext cx="38969" cy="57914"/>
            </a:xfrm>
            <a:custGeom>
              <a:avLst/>
              <a:gdLst/>
              <a:ahLst/>
              <a:cxnLst/>
              <a:rect l="l" t="t" r="r" b="b"/>
              <a:pathLst>
                <a:path w="469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37"/>
            <p:cNvSpPr/>
            <p:nvPr/>
          </p:nvSpPr>
          <p:spPr>
            <a:xfrm>
              <a:off x="7807214" y="3921421"/>
              <a:ext cx="38803" cy="57914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7" y="696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37"/>
            <p:cNvSpPr/>
            <p:nvPr/>
          </p:nvSpPr>
          <p:spPr>
            <a:xfrm>
              <a:off x="7735839" y="3921421"/>
              <a:ext cx="38803" cy="57914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7" y="696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37"/>
            <p:cNvSpPr/>
            <p:nvPr/>
          </p:nvSpPr>
          <p:spPr>
            <a:xfrm>
              <a:off x="7664382" y="3921421"/>
              <a:ext cx="38886" cy="57914"/>
            </a:xfrm>
            <a:custGeom>
              <a:avLst/>
              <a:gdLst/>
              <a:ahLst/>
              <a:cxnLst/>
              <a:rect l="l" t="t" r="r" b="b"/>
              <a:pathLst>
                <a:path w="468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37"/>
            <p:cNvSpPr/>
            <p:nvPr/>
          </p:nvSpPr>
          <p:spPr>
            <a:xfrm>
              <a:off x="7593008" y="3921421"/>
              <a:ext cx="38803" cy="57914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6" y="696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37"/>
            <p:cNvSpPr/>
            <p:nvPr/>
          </p:nvSpPr>
          <p:spPr>
            <a:xfrm>
              <a:off x="7521633" y="3921421"/>
              <a:ext cx="38803" cy="57914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6" y="696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37"/>
            <p:cNvSpPr/>
            <p:nvPr/>
          </p:nvSpPr>
          <p:spPr>
            <a:xfrm>
              <a:off x="7450093" y="3921421"/>
              <a:ext cx="38969" cy="57914"/>
            </a:xfrm>
            <a:custGeom>
              <a:avLst/>
              <a:gdLst/>
              <a:ahLst/>
              <a:cxnLst/>
              <a:rect l="l" t="t" r="r" b="b"/>
              <a:pathLst>
                <a:path w="469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37"/>
            <p:cNvSpPr/>
            <p:nvPr/>
          </p:nvSpPr>
          <p:spPr>
            <a:xfrm>
              <a:off x="7949381" y="4032845"/>
              <a:ext cx="39551" cy="57997"/>
            </a:xfrm>
            <a:custGeom>
              <a:avLst/>
              <a:gdLst/>
              <a:ahLst/>
              <a:cxnLst/>
              <a:rect l="l" t="t" r="r" b="b"/>
              <a:pathLst>
                <a:path w="476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75" y="698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37"/>
            <p:cNvSpPr/>
            <p:nvPr/>
          </p:nvSpPr>
          <p:spPr>
            <a:xfrm>
              <a:off x="7878588" y="4032845"/>
              <a:ext cx="38969" cy="57997"/>
            </a:xfrm>
            <a:custGeom>
              <a:avLst/>
              <a:gdLst/>
              <a:ahLst/>
              <a:cxnLst/>
              <a:rect l="l" t="t" r="r" b="b"/>
              <a:pathLst>
                <a:path w="469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37"/>
            <p:cNvSpPr/>
            <p:nvPr/>
          </p:nvSpPr>
          <p:spPr>
            <a:xfrm>
              <a:off x="7807214" y="4032845"/>
              <a:ext cx="38803" cy="57997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7" y="698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37"/>
            <p:cNvSpPr/>
            <p:nvPr/>
          </p:nvSpPr>
          <p:spPr>
            <a:xfrm>
              <a:off x="7735839" y="4032845"/>
              <a:ext cx="38803" cy="57997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7" y="698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37"/>
            <p:cNvSpPr/>
            <p:nvPr/>
          </p:nvSpPr>
          <p:spPr>
            <a:xfrm>
              <a:off x="7664382" y="4032845"/>
              <a:ext cx="38886" cy="57997"/>
            </a:xfrm>
            <a:custGeom>
              <a:avLst/>
              <a:gdLst/>
              <a:ahLst/>
              <a:cxnLst/>
              <a:rect l="l" t="t" r="r" b="b"/>
              <a:pathLst>
                <a:path w="468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37"/>
            <p:cNvSpPr/>
            <p:nvPr/>
          </p:nvSpPr>
          <p:spPr>
            <a:xfrm>
              <a:off x="7593008" y="4032845"/>
              <a:ext cx="38803" cy="57997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6" y="698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37"/>
            <p:cNvSpPr/>
            <p:nvPr/>
          </p:nvSpPr>
          <p:spPr>
            <a:xfrm>
              <a:off x="7521633" y="4032845"/>
              <a:ext cx="38803" cy="57997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6" y="698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37"/>
            <p:cNvSpPr/>
            <p:nvPr/>
          </p:nvSpPr>
          <p:spPr>
            <a:xfrm>
              <a:off x="7450093" y="4032845"/>
              <a:ext cx="38969" cy="57997"/>
            </a:xfrm>
            <a:custGeom>
              <a:avLst/>
              <a:gdLst/>
              <a:ahLst/>
              <a:cxnLst/>
              <a:rect l="l" t="t" r="r" b="b"/>
              <a:pathLst>
                <a:path w="469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37"/>
            <p:cNvSpPr/>
            <p:nvPr/>
          </p:nvSpPr>
          <p:spPr>
            <a:xfrm>
              <a:off x="7949381" y="4144268"/>
              <a:ext cx="39551" cy="58578"/>
            </a:xfrm>
            <a:custGeom>
              <a:avLst/>
              <a:gdLst/>
              <a:ahLst/>
              <a:cxnLst/>
              <a:rect l="l" t="t" r="r" b="b"/>
              <a:pathLst>
                <a:path w="476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75" y="705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37"/>
            <p:cNvSpPr/>
            <p:nvPr/>
          </p:nvSpPr>
          <p:spPr>
            <a:xfrm>
              <a:off x="7878588" y="4144268"/>
              <a:ext cx="38969" cy="58578"/>
            </a:xfrm>
            <a:custGeom>
              <a:avLst/>
              <a:gdLst/>
              <a:ahLst/>
              <a:cxnLst/>
              <a:rect l="l" t="t" r="r" b="b"/>
              <a:pathLst>
                <a:path w="469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37"/>
            <p:cNvSpPr/>
            <p:nvPr/>
          </p:nvSpPr>
          <p:spPr>
            <a:xfrm>
              <a:off x="7807214" y="4144268"/>
              <a:ext cx="38803" cy="58578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7" y="705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37"/>
            <p:cNvSpPr/>
            <p:nvPr/>
          </p:nvSpPr>
          <p:spPr>
            <a:xfrm>
              <a:off x="7735839" y="4144268"/>
              <a:ext cx="38803" cy="58578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7" y="705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37"/>
            <p:cNvSpPr/>
            <p:nvPr/>
          </p:nvSpPr>
          <p:spPr>
            <a:xfrm>
              <a:off x="7664382" y="4144268"/>
              <a:ext cx="38886" cy="58578"/>
            </a:xfrm>
            <a:custGeom>
              <a:avLst/>
              <a:gdLst/>
              <a:ahLst/>
              <a:cxnLst/>
              <a:rect l="l" t="t" r="r" b="b"/>
              <a:pathLst>
                <a:path w="468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37"/>
            <p:cNvSpPr/>
            <p:nvPr/>
          </p:nvSpPr>
          <p:spPr>
            <a:xfrm>
              <a:off x="7593008" y="4144268"/>
              <a:ext cx="38803" cy="58578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6" y="705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37"/>
            <p:cNvSpPr/>
            <p:nvPr/>
          </p:nvSpPr>
          <p:spPr>
            <a:xfrm>
              <a:off x="7521633" y="4144268"/>
              <a:ext cx="38803" cy="58578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6" y="705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37"/>
            <p:cNvSpPr/>
            <p:nvPr/>
          </p:nvSpPr>
          <p:spPr>
            <a:xfrm>
              <a:off x="7450093" y="4144268"/>
              <a:ext cx="38969" cy="58578"/>
            </a:xfrm>
            <a:custGeom>
              <a:avLst/>
              <a:gdLst/>
              <a:ahLst/>
              <a:cxnLst/>
              <a:rect l="l" t="t" r="r" b="b"/>
              <a:pathLst>
                <a:path w="469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37"/>
            <p:cNvSpPr/>
            <p:nvPr/>
          </p:nvSpPr>
          <p:spPr>
            <a:xfrm>
              <a:off x="7405723" y="4346842"/>
              <a:ext cx="625751" cy="37058"/>
            </a:xfrm>
            <a:custGeom>
              <a:avLst/>
              <a:gdLst/>
              <a:ahLst/>
              <a:cxnLst/>
              <a:rect l="l" t="t" r="r" b="b"/>
              <a:pathLst>
                <a:path w="7531" h="446" extrusionOk="0">
                  <a:moveTo>
                    <a:pt x="1" y="1"/>
                  </a:moveTo>
                  <a:lnTo>
                    <a:pt x="1" y="445"/>
                  </a:lnTo>
                  <a:lnTo>
                    <a:pt x="7531" y="445"/>
                  </a:lnTo>
                  <a:lnTo>
                    <a:pt x="7531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37"/>
            <p:cNvSpPr/>
            <p:nvPr/>
          </p:nvSpPr>
          <p:spPr>
            <a:xfrm>
              <a:off x="6977809" y="3630772"/>
              <a:ext cx="519229" cy="759941"/>
            </a:xfrm>
            <a:custGeom>
              <a:avLst/>
              <a:gdLst/>
              <a:ahLst/>
              <a:cxnLst/>
              <a:rect l="l" t="t" r="r" b="b"/>
              <a:pathLst>
                <a:path w="6249" h="9146" extrusionOk="0">
                  <a:moveTo>
                    <a:pt x="1246" y="1"/>
                  </a:moveTo>
                  <a:cubicBezTo>
                    <a:pt x="1246" y="1"/>
                    <a:pt x="854" y="8122"/>
                    <a:pt x="1" y="9145"/>
                  </a:cubicBezTo>
                  <a:lnTo>
                    <a:pt x="6248" y="9145"/>
                  </a:lnTo>
                  <a:cubicBezTo>
                    <a:pt x="6248" y="9145"/>
                    <a:pt x="4966" y="6373"/>
                    <a:pt x="4758" y="1"/>
                  </a:cubicBez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37"/>
            <p:cNvSpPr/>
            <p:nvPr/>
          </p:nvSpPr>
          <p:spPr>
            <a:xfrm>
              <a:off x="7237133" y="3630772"/>
              <a:ext cx="255585" cy="749970"/>
            </a:xfrm>
            <a:custGeom>
              <a:avLst/>
              <a:gdLst/>
              <a:ahLst/>
              <a:cxnLst/>
              <a:rect l="l" t="t" r="r" b="b"/>
              <a:pathLst>
                <a:path w="3076" h="9026" extrusionOk="0">
                  <a:moveTo>
                    <a:pt x="1" y="1"/>
                  </a:moveTo>
                  <a:lnTo>
                    <a:pt x="1" y="9026"/>
                  </a:lnTo>
                  <a:lnTo>
                    <a:pt x="3076" y="9026"/>
                  </a:lnTo>
                  <a:cubicBezTo>
                    <a:pt x="3038" y="8944"/>
                    <a:pt x="2987" y="8804"/>
                    <a:pt x="2926" y="8619"/>
                  </a:cubicBezTo>
                  <a:cubicBezTo>
                    <a:pt x="2697" y="7959"/>
                    <a:pt x="2327" y="6684"/>
                    <a:pt x="2037" y="4706"/>
                  </a:cubicBezTo>
                  <a:cubicBezTo>
                    <a:pt x="1934" y="3981"/>
                    <a:pt x="1838" y="3164"/>
                    <a:pt x="1763" y="2247"/>
                  </a:cubicBezTo>
                  <a:cubicBezTo>
                    <a:pt x="1756" y="2186"/>
                    <a:pt x="1749" y="2128"/>
                    <a:pt x="1749" y="2069"/>
                  </a:cubicBezTo>
                  <a:cubicBezTo>
                    <a:pt x="1697" y="1423"/>
                    <a:pt x="1660" y="735"/>
                    <a:pt x="1637" y="1"/>
                  </a:cubicBezTo>
                  <a:close/>
                </a:path>
              </a:pathLst>
            </a:custGeom>
            <a:solidFill>
              <a:srgbClr val="A964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37"/>
            <p:cNvSpPr/>
            <p:nvPr/>
          </p:nvSpPr>
          <p:spPr>
            <a:xfrm>
              <a:off x="7064721" y="3840741"/>
              <a:ext cx="324550" cy="38221"/>
            </a:xfrm>
            <a:custGeom>
              <a:avLst/>
              <a:gdLst/>
              <a:ahLst/>
              <a:cxnLst/>
              <a:rect l="l" t="t" r="r" b="b"/>
              <a:pathLst>
                <a:path w="3906" h="460" extrusionOk="0">
                  <a:moveTo>
                    <a:pt x="38" y="1"/>
                  </a:moveTo>
                  <a:lnTo>
                    <a:pt x="0" y="460"/>
                  </a:lnTo>
                  <a:lnTo>
                    <a:pt x="3906" y="460"/>
                  </a:lnTo>
                  <a:lnTo>
                    <a:pt x="386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37"/>
            <p:cNvSpPr/>
            <p:nvPr/>
          </p:nvSpPr>
          <p:spPr>
            <a:xfrm>
              <a:off x="7051095" y="3991050"/>
              <a:ext cx="356705" cy="38803"/>
            </a:xfrm>
            <a:custGeom>
              <a:avLst/>
              <a:gdLst/>
              <a:ahLst/>
              <a:cxnLst/>
              <a:rect l="l" t="t" r="r" b="b"/>
              <a:pathLst>
                <a:path w="4293" h="467" extrusionOk="0">
                  <a:moveTo>
                    <a:pt x="45" y="0"/>
                  </a:moveTo>
                  <a:lnTo>
                    <a:pt x="1" y="466"/>
                  </a:lnTo>
                  <a:lnTo>
                    <a:pt x="4292" y="466"/>
                  </a:lnTo>
                  <a:lnTo>
                    <a:pt x="422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37"/>
            <p:cNvSpPr/>
            <p:nvPr/>
          </p:nvSpPr>
          <p:spPr>
            <a:xfrm>
              <a:off x="7082004" y="3630772"/>
              <a:ext cx="292477" cy="43207"/>
            </a:xfrm>
            <a:custGeom>
              <a:avLst/>
              <a:gdLst/>
              <a:ahLst/>
              <a:cxnLst/>
              <a:rect l="l" t="t" r="r" b="b"/>
              <a:pathLst>
                <a:path w="3520" h="520" extrusionOk="0">
                  <a:moveTo>
                    <a:pt x="29" y="1"/>
                  </a:moveTo>
                  <a:lnTo>
                    <a:pt x="1" y="513"/>
                  </a:lnTo>
                  <a:lnTo>
                    <a:pt x="3520" y="520"/>
                  </a:lnTo>
                  <a:lnTo>
                    <a:pt x="350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37"/>
            <p:cNvSpPr/>
            <p:nvPr/>
          </p:nvSpPr>
          <p:spPr>
            <a:xfrm>
              <a:off x="6201499" y="3282376"/>
              <a:ext cx="293806" cy="1108338"/>
            </a:xfrm>
            <a:custGeom>
              <a:avLst/>
              <a:gdLst/>
              <a:ahLst/>
              <a:cxnLst/>
              <a:rect l="l" t="t" r="r" b="b"/>
              <a:pathLst>
                <a:path w="3536" h="13339" extrusionOk="0">
                  <a:moveTo>
                    <a:pt x="7" y="0"/>
                  </a:moveTo>
                  <a:lnTo>
                    <a:pt x="0" y="13338"/>
                  </a:lnTo>
                  <a:lnTo>
                    <a:pt x="3536" y="13338"/>
                  </a:lnTo>
                  <a:cubicBezTo>
                    <a:pt x="3536" y="13338"/>
                    <a:pt x="3491" y="5773"/>
                    <a:pt x="3395" y="5261"/>
                  </a:cubicBezTo>
                  <a:cubicBezTo>
                    <a:pt x="3306" y="4757"/>
                    <a:pt x="3009" y="3794"/>
                    <a:pt x="2076" y="2757"/>
                  </a:cubicBezTo>
                  <a:cubicBezTo>
                    <a:pt x="1149" y="1711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37"/>
            <p:cNvSpPr/>
            <p:nvPr/>
          </p:nvSpPr>
          <p:spPr>
            <a:xfrm>
              <a:off x="6202081" y="3282376"/>
              <a:ext cx="293225" cy="1098367"/>
            </a:xfrm>
            <a:custGeom>
              <a:avLst/>
              <a:gdLst/>
              <a:ahLst/>
              <a:cxnLst/>
              <a:rect l="l" t="t" r="r" b="b"/>
              <a:pathLst>
                <a:path w="3529" h="13219" extrusionOk="0">
                  <a:moveTo>
                    <a:pt x="0" y="0"/>
                  </a:moveTo>
                  <a:lnTo>
                    <a:pt x="1275" y="2853"/>
                  </a:lnTo>
                  <a:cubicBezTo>
                    <a:pt x="1334" y="2972"/>
                    <a:pt x="2261" y="4839"/>
                    <a:pt x="2268" y="6810"/>
                  </a:cubicBezTo>
                  <a:lnTo>
                    <a:pt x="2328" y="13219"/>
                  </a:lnTo>
                  <a:lnTo>
                    <a:pt x="3529" y="13219"/>
                  </a:lnTo>
                  <a:cubicBezTo>
                    <a:pt x="3529" y="12931"/>
                    <a:pt x="3521" y="12122"/>
                    <a:pt x="3513" y="11122"/>
                  </a:cubicBezTo>
                  <a:lnTo>
                    <a:pt x="3513" y="11040"/>
                  </a:lnTo>
                  <a:cubicBezTo>
                    <a:pt x="3505" y="10619"/>
                    <a:pt x="3505" y="10158"/>
                    <a:pt x="3498" y="9699"/>
                  </a:cubicBezTo>
                  <a:lnTo>
                    <a:pt x="3498" y="9618"/>
                  </a:lnTo>
                  <a:cubicBezTo>
                    <a:pt x="3491" y="9269"/>
                    <a:pt x="3491" y="8913"/>
                    <a:pt x="3484" y="8574"/>
                  </a:cubicBezTo>
                  <a:cubicBezTo>
                    <a:pt x="3484" y="8431"/>
                    <a:pt x="3477" y="8298"/>
                    <a:pt x="3477" y="8158"/>
                  </a:cubicBezTo>
                  <a:cubicBezTo>
                    <a:pt x="3454" y="6706"/>
                    <a:pt x="3424" y="5462"/>
                    <a:pt x="3388" y="5261"/>
                  </a:cubicBezTo>
                  <a:lnTo>
                    <a:pt x="3388" y="5254"/>
                  </a:lnTo>
                  <a:cubicBezTo>
                    <a:pt x="3299" y="4741"/>
                    <a:pt x="2995" y="3786"/>
                    <a:pt x="2069" y="2757"/>
                  </a:cubicBezTo>
                  <a:cubicBezTo>
                    <a:pt x="1142" y="171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964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37"/>
            <p:cNvSpPr/>
            <p:nvPr/>
          </p:nvSpPr>
          <p:spPr>
            <a:xfrm>
              <a:off x="6202081" y="3739869"/>
              <a:ext cx="285248" cy="52347"/>
            </a:xfrm>
            <a:custGeom>
              <a:avLst/>
              <a:gdLst/>
              <a:ahLst/>
              <a:cxnLst/>
              <a:rect l="l" t="t" r="r" b="b"/>
              <a:pathLst>
                <a:path w="3433" h="630" extrusionOk="0">
                  <a:moveTo>
                    <a:pt x="0" y="0"/>
                  </a:moveTo>
                  <a:lnTo>
                    <a:pt x="0" y="630"/>
                  </a:lnTo>
                  <a:lnTo>
                    <a:pt x="3433" y="630"/>
                  </a:lnTo>
                  <a:lnTo>
                    <a:pt x="3433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37"/>
            <p:cNvSpPr/>
            <p:nvPr/>
          </p:nvSpPr>
          <p:spPr>
            <a:xfrm>
              <a:off x="6201499" y="3888767"/>
              <a:ext cx="289569" cy="12380"/>
            </a:xfrm>
            <a:custGeom>
              <a:avLst/>
              <a:gdLst/>
              <a:ahLst/>
              <a:cxnLst/>
              <a:rect l="l" t="t" r="r" b="b"/>
              <a:pathLst>
                <a:path w="3485" h="149" extrusionOk="0">
                  <a:moveTo>
                    <a:pt x="0" y="1"/>
                  </a:moveTo>
                  <a:lnTo>
                    <a:pt x="0" y="148"/>
                  </a:lnTo>
                  <a:lnTo>
                    <a:pt x="3484" y="148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37"/>
            <p:cNvSpPr/>
            <p:nvPr/>
          </p:nvSpPr>
          <p:spPr>
            <a:xfrm>
              <a:off x="6201499" y="3917765"/>
              <a:ext cx="289569" cy="12297"/>
            </a:xfrm>
            <a:custGeom>
              <a:avLst/>
              <a:gdLst/>
              <a:ahLst/>
              <a:cxnLst/>
              <a:rect l="l" t="t" r="r" b="b"/>
              <a:pathLst>
                <a:path w="3485" h="148" extrusionOk="0">
                  <a:moveTo>
                    <a:pt x="0" y="0"/>
                  </a:moveTo>
                  <a:lnTo>
                    <a:pt x="0" y="148"/>
                  </a:lnTo>
                  <a:lnTo>
                    <a:pt x="3484" y="148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37"/>
            <p:cNvSpPr/>
            <p:nvPr/>
          </p:nvSpPr>
          <p:spPr>
            <a:xfrm>
              <a:off x="6201499" y="3946680"/>
              <a:ext cx="289569" cy="12380"/>
            </a:xfrm>
            <a:custGeom>
              <a:avLst/>
              <a:gdLst/>
              <a:ahLst/>
              <a:cxnLst/>
              <a:rect l="l" t="t" r="r" b="b"/>
              <a:pathLst>
                <a:path w="3485" h="149" extrusionOk="0">
                  <a:moveTo>
                    <a:pt x="0" y="1"/>
                  </a:moveTo>
                  <a:lnTo>
                    <a:pt x="0" y="148"/>
                  </a:lnTo>
                  <a:lnTo>
                    <a:pt x="3484" y="148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37"/>
            <p:cNvSpPr/>
            <p:nvPr/>
          </p:nvSpPr>
          <p:spPr>
            <a:xfrm>
              <a:off x="6201499" y="3975513"/>
              <a:ext cx="289569" cy="12464"/>
            </a:xfrm>
            <a:custGeom>
              <a:avLst/>
              <a:gdLst/>
              <a:ahLst/>
              <a:cxnLst/>
              <a:rect l="l" t="t" r="r" b="b"/>
              <a:pathLst>
                <a:path w="3485" h="150" extrusionOk="0">
                  <a:moveTo>
                    <a:pt x="0" y="1"/>
                  </a:moveTo>
                  <a:lnTo>
                    <a:pt x="0" y="150"/>
                  </a:lnTo>
                  <a:lnTo>
                    <a:pt x="3484" y="150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37"/>
            <p:cNvSpPr/>
            <p:nvPr/>
          </p:nvSpPr>
          <p:spPr>
            <a:xfrm>
              <a:off x="6201499" y="4004511"/>
              <a:ext cx="289569" cy="12464"/>
            </a:xfrm>
            <a:custGeom>
              <a:avLst/>
              <a:gdLst/>
              <a:ahLst/>
              <a:cxnLst/>
              <a:rect l="l" t="t" r="r" b="b"/>
              <a:pathLst>
                <a:path w="3485" h="150" extrusionOk="0">
                  <a:moveTo>
                    <a:pt x="0" y="0"/>
                  </a:moveTo>
                  <a:lnTo>
                    <a:pt x="0" y="150"/>
                  </a:lnTo>
                  <a:lnTo>
                    <a:pt x="3484" y="150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37"/>
            <p:cNvSpPr/>
            <p:nvPr/>
          </p:nvSpPr>
          <p:spPr>
            <a:xfrm>
              <a:off x="4890090" y="4233507"/>
              <a:ext cx="741994" cy="151556"/>
            </a:xfrm>
            <a:custGeom>
              <a:avLst/>
              <a:gdLst/>
              <a:ahLst/>
              <a:cxnLst/>
              <a:rect l="l" t="t" r="r" b="b"/>
              <a:pathLst>
                <a:path w="8930" h="1824" extrusionOk="0">
                  <a:moveTo>
                    <a:pt x="4462" y="1"/>
                  </a:moveTo>
                  <a:cubicBezTo>
                    <a:pt x="2364" y="1"/>
                    <a:pt x="585" y="772"/>
                    <a:pt x="0" y="1823"/>
                  </a:cubicBezTo>
                  <a:lnTo>
                    <a:pt x="8929" y="1823"/>
                  </a:lnTo>
                  <a:cubicBezTo>
                    <a:pt x="8344" y="772"/>
                    <a:pt x="6566" y="1"/>
                    <a:pt x="4462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37"/>
            <p:cNvSpPr/>
            <p:nvPr/>
          </p:nvSpPr>
          <p:spPr>
            <a:xfrm>
              <a:off x="5474296" y="4181243"/>
              <a:ext cx="727287" cy="206312"/>
            </a:xfrm>
            <a:custGeom>
              <a:avLst/>
              <a:gdLst/>
              <a:ahLst/>
              <a:cxnLst/>
              <a:rect l="l" t="t" r="r" b="b"/>
              <a:pathLst>
                <a:path w="8753" h="2483" extrusionOk="0">
                  <a:moveTo>
                    <a:pt x="4381" y="0"/>
                  </a:moveTo>
                  <a:cubicBezTo>
                    <a:pt x="2322" y="0"/>
                    <a:pt x="572" y="1046"/>
                    <a:pt x="1" y="2483"/>
                  </a:cubicBezTo>
                  <a:lnTo>
                    <a:pt x="8752" y="2483"/>
                  </a:lnTo>
                  <a:cubicBezTo>
                    <a:pt x="8181" y="1046"/>
                    <a:pt x="6440" y="0"/>
                    <a:pt x="4381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37"/>
            <p:cNvSpPr/>
            <p:nvPr/>
          </p:nvSpPr>
          <p:spPr>
            <a:xfrm>
              <a:off x="5614718" y="4229269"/>
              <a:ext cx="124469" cy="69048"/>
            </a:xfrm>
            <a:custGeom>
              <a:avLst/>
              <a:gdLst/>
              <a:ahLst/>
              <a:cxnLst/>
              <a:rect l="l" t="t" r="r" b="b"/>
              <a:pathLst>
                <a:path w="1498" h="831" extrusionOk="0">
                  <a:moveTo>
                    <a:pt x="978" y="0"/>
                  </a:moveTo>
                  <a:cubicBezTo>
                    <a:pt x="882" y="0"/>
                    <a:pt x="772" y="14"/>
                    <a:pt x="660" y="52"/>
                  </a:cubicBezTo>
                  <a:cubicBezTo>
                    <a:pt x="246" y="171"/>
                    <a:pt x="0" y="475"/>
                    <a:pt x="89" y="660"/>
                  </a:cubicBezTo>
                  <a:cubicBezTo>
                    <a:pt x="143" y="779"/>
                    <a:pt x="290" y="831"/>
                    <a:pt x="475" y="831"/>
                  </a:cubicBezTo>
                  <a:cubicBezTo>
                    <a:pt x="594" y="831"/>
                    <a:pt x="735" y="807"/>
                    <a:pt x="868" y="770"/>
                  </a:cubicBezTo>
                  <a:cubicBezTo>
                    <a:pt x="1224" y="667"/>
                    <a:pt x="1498" y="459"/>
                    <a:pt x="1467" y="260"/>
                  </a:cubicBezTo>
                  <a:cubicBezTo>
                    <a:pt x="1446" y="112"/>
                    <a:pt x="1245" y="0"/>
                    <a:pt x="978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37"/>
            <p:cNvSpPr/>
            <p:nvPr/>
          </p:nvSpPr>
          <p:spPr>
            <a:xfrm>
              <a:off x="5758214" y="4239739"/>
              <a:ext cx="64810" cy="33319"/>
            </a:xfrm>
            <a:custGeom>
              <a:avLst/>
              <a:gdLst/>
              <a:ahLst/>
              <a:cxnLst/>
              <a:rect l="l" t="t" r="r" b="b"/>
              <a:pathLst>
                <a:path w="780" h="401" extrusionOk="0">
                  <a:moveTo>
                    <a:pt x="393" y="0"/>
                  </a:moveTo>
                  <a:cubicBezTo>
                    <a:pt x="171" y="0"/>
                    <a:pt x="0" y="103"/>
                    <a:pt x="16" y="215"/>
                  </a:cubicBezTo>
                  <a:cubicBezTo>
                    <a:pt x="23" y="326"/>
                    <a:pt x="185" y="400"/>
                    <a:pt x="386" y="400"/>
                  </a:cubicBezTo>
                  <a:lnTo>
                    <a:pt x="393" y="400"/>
                  </a:lnTo>
                  <a:cubicBezTo>
                    <a:pt x="594" y="400"/>
                    <a:pt x="763" y="319"/>
                    <a:pt x="772" y="215"/>
                  </a:cubicBezTo>
                  <a:cubicBezTo>
                    <a:pt x="779" y="103"/>
                    <a:pt x="608" y="0"/>
                    <a:pt x="393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37"/>
            <p:cNvSpPr/>
            <p:nvPr/>
          </p:nvSpPr>
          <p:spPr>
            <a:xfrm>
              <a:off x="4773764" y="4109204"/>
              <a:ext cx="144161" cy="181718"/>
            </a:xfrm>
            <a:custGeom>
              <a:avLst/>
              <a:gdLst/>
              <a:ahLst/>
              <a:cxnLst/>
              <a:rect l="l" t="t" r="r" b="b"/>
              <a:pathLst>
                <a:path w="1735" h="2187" extrusionOk="0">
                  <a:moveTo>
                    <a:pt x="867" y="1"/>
                  </a:moveTo>
                  <a:cubicBezTo>
                    <a:pt x="490" y="1"/>
                    <a:pt x="178" y="303"/>
                    <a:pt x="178" y="682"/>
                  </a:cubicBezTo>
                  <a:cubicBezTo>
                    <a:pt x="178" y="712"/>
                    <a:pt x="186" y="741"/>
                    <a:pt x="193" y="778"/>
                  </a:cubicBezTo>
                  <a:cubicBezTo>
                    <a:pt x="66" y="926"/>
                    <a:pt x="1" y="1112"/>
                    <a:pt x="1" y="1319"/>
                  </a:cubicBezTo>
                  <a:cubicBezTo>
                    <a:pt x="1" y="1801"/>
                    <a:pt x="385" y="2187"/>
                    <a:pt x="867" y="2187"/>
                  </a:cubicBezTo>
                  <a:cubicBezTo>
                    <a:pt x="1342" y="2187"/>
                    <a:pt x="1735" y="1801"/>
                    <a:pt x="1735" y="1319"/>
                  </a:cubicBezTo>
                  <a:cubicBezTo>
                    <a:pt x="1735" y="1112"/>
                    <a:pt x="1660" y="926"/>
                    <a:pt x="1541" y="778"/>
                  </a:cubicBezTo>
                  <a:cubicBezTo>
                    <a:pt x="1541" y="741"/>
                    <a:pt x="1550" y="712"/>
                    <a:pt x="1550" y="682"/>
                  </a:cubicBezTo>
                  <a:cubicBezTo>
                    <a:pt x="1550" y="303"/>
                    <a:pt x="1245" y="1"/>
                    <a:pt x="86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37"/>
            <p:cNvSpPr/>
            <p:nvPr/>
          </p:nvSpPr>
          <p:spPr>
            <a:xfrm>
              <a:off x="4845138" y="4192876"/>
              <a:ext cx="6315" cy="189778"/>
            </a:xfrm>
            <a:custGeom>
              <a:avLst/>
              <a:gdLst/>
              <a:ahLst/>
              <a:cxnLst/>
              <a:rect l="l" t="t" r="r" b="b"/>
              <a:pathLst>
                <a:path w="76" h="2284" extrusionOk="0">
                  <a:moveTo>
                    <a:pt x="38" y="1"/>
                  </a:moveTo>
                  <a:lnTo>
                    <a:pt x="1" y="2247"/>
                  </a:lnTo>
                  <a:cubicBezTo>
                    <a:pt x="1" y="2268"/>
                    <a:pt x="15" y="2284"/>
                    <a:pt x="38" y="2284"/>
                  </a:cubicBezTo>
                  <a:cubicBezTo>
                    <a:pt x="59" y="2284"/>
                    <a:pt x="75" y="2268"/>
                    <a:pt x="75" y="2247"/>
                  </a:cubicBezTo>
                  <a:cubicBezTo>
                    <a:pt x="75" y="2247"/>
                    <a:pt x="59" y="1"/>
                    <a:pt x="38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37"/>
            <p:cNvSpPr/>
            <p:nvPr/>
          </p:nvSpPr>
          <p:spPr>
            <a:xfrm>
              <a:off x="4811902" y="4237828"/>
              <a:ext cx="36393" cy="29580"/>
            </a:xfrm>
            <a:custGeom>
              <a:avLst/>
              <a:gdLst/>
              <a:ahLst/>
              <a:cxnLst/>
              <a:rect l="l" t="t" r="r" b="b"/>
              <a:pathLst>
                <a:path w="438" h="356" extrusionOk="0">
                  <a:moveTo>
                    <a:pt x="0" y="0"/>
                  </a:moveTo>
                  <a:cubicBezTo>
                    <a:pt x="205" y="342"/>
                    <a:pt x="404" y="356"/>
                    <a:pt x="434" y="356"/>
                  </a:cubicBezTo>
                  <a:cubicBezTo>
                    <a:pt x="437" y="356"/>
                    <a:pt x="438" y="356"/>
                    <a:pt x="438" y="356"/>
                  </a:cubicBezTo>
                  <a:lnTo>
                    <a:pt x="438" y="311"/>
                  </a:lnTo>
                  <a:cubicBezTo>
                    <a:pt x="438" y="311"/>
                    <a:pt x="434" y="314"/>
                    <a:pt x="422" y="314"/>
                  </a:cubicBezTo>
                  <a:cubicBezTo>
                    <a:pt x="396" y="314"/>
                    <a:pt x="334" y="300"/>
                    <a:pt x="201" y="208"/>
                  </a:cubicBezTo>
                  <a:cubicBezTo>
                    <a:pt x="82" y="12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37"/>
            <p:cNvSpPr/>
            <p:nvPr/>
          </p:nvSpPr>
          <p:spPr>
            <a:xfrm>
              <a:off x="4848213" y="4229851"/>
              <a:ext cx="31408" cy="25342"/>
            </a:xfrm>
            <a:custGeom>
              <a:avLst/>
              <a:gdLst/>
              <a:ahLst/>
              <a:cxnLst/>
              <a:rect l="l" t="t" r="r" b="b"/>
              <a:pathLst>
                <a:path w="378" h="305" extrusionOk="0">
                  <a:moveTo>
                    <a:pt x="378" y="0"/>
                  </a:moveTo>
                  <a:cubicBezTo>
                    <a:pt x="378" y="0"/>
                    <a:pt x="305" y="105"/>
                    <a:pt x="209" y="171"/>
                  </a:cubicBezTo>
                  <a:cubicBezTo>
                    <a:pt x="96" y="250"/>
                    <a:pt x="41" y="263"/>
                    <a:pt x="17" y="263"/>
                  </a:cubicBezTo>
                  <a:cubicBezTo>
                    <a:pt x="5" y="263"/>
                    <a:pt x="1" y="260"/>
                    <a:pt x="1" y="260"/>
                  </a:cubicBezTo>
                  <a:lnTo>
                    <a:pt x="1" y="260"/>
                  </a:lnTo>
                  <a:lnTo>
                    <a:pt x="8" y="304"/>
                  </a:lnTo>
                  <a:cubicBezTo>
                    <a:pt x="8" y="304"/>
                    <a:pt x="8" y="304"/>
                    <a:pt x="9" y="304"/>
                  </a:cubicBezTo>
                  <a:cubicBezTo>
                    <a:pt x="24" y="304"/>
                    <a:pt x="194" y="298"/>
                    <a:pt x="378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37"/>
            <p:cNvSpPr/>
            <p:nvPr/>
          </p:nvSpPr>
          <p:spPr>
            <a:xfrm>
              <a:off x="4822953" y="4211904"/>
              <a:ext cx="25342" cy="20523"/>
            </a:xfrm>
            <a:custGeom>
              <a:avLst/>
              <a:gdLst/>
              <a:ahLst/>
              <a:cxnLst/>
              <a:rect l="l" t="t" r="r" b="b"/>
              <a:pathLst>
                <a:path w="305" h="247" extrusionOk="0">
                  <a:moveTo>
                    <a:pt x="1" y="1"/>
                  </a:moveTo>
                  <a:cubicBezTo>
                    <a:pt x="149" y="240"/>
                    <a:pt x="289" y="246"/>
                    <a:pt x="304" y="246"/>
                  </a:cubicBezTo>
                  <a:cubicBezTo>
                    <a:pt x="304" y="246"/>
                    <a:pt x="305" y="246"/>
                    <a:pt x="305" y="246"/>
                  </a:cubicBezTo>
                  <a:lnTo>
                    <a:pt x="305" y="209"/>
                  </a:lnTo>
                  <a:cubicBezTo>
                    <a:pt x="305" y="209"/>
                    <a:pt x="302" y="211"/>
                    <a:pt x="293" y="211"/>
                  </a:cubicBezTo>
                  <a:cubicBezTo>
                    <a:pt x="275" y="211"/>
                    <a:pt x="232" y="201"/>
                    <a:pt x="141" y="134"/>
                  </a:cubicBezTo>
                  <a:cubicBezTo>
                    <a:pt x="60" y="8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37"/>
            <p:cNvSpPr/>
            <p:nvPr/>
          </p:nvSpPr>
          <p:spPr>
            <a:xfrm>
              <a:off x="5807570" y="3795207"/>
              <a:ext cx="528286" cy="514161"/>
            </a:xfrm>
            <a:custGeom>
              <a:avLst/>
              <a:gdLst/>
              <a:ahLst/>
              <a:cxnLst/>
              <a:rect l="l" t="t" r="r" b="b"/>
              <a:pathLst>
                <a:path w="6358" h="6188" extrusionOk="0">
                  <a:moveTo>
                    <a:pt x="3090" y="1"/>
                  </a:moveTo>
                  <a:cubicBezTo>
                    <a:pt x="2978" y="1"/>
                    <a:pt x="2867" y="30"/>
                    <a:pt x="2771" y="90"/>
                  </a:cubicBezTo>
                  <a:cubicBezTo>
                    <a:pt x="2067" y="534"/>
                    <a:pt x="0" y="6188"/>
                    <a:pt x="3089" y="6188"/>
                  </a:cubicBezTo>
                  <a:cubicBezTo>
                    <a:pt x="6358" y="6188"/>
                    <a:pt x="4112" y="534"/>
                    <a:pt x="3415" y="90"/>
                  </a:cubicBezTo>
                  <a:cubicBezTo>
                    <a:pt x="3315" y="30"/>
                    <a:pt x="3202" y="1"/>
                    <a:pt x="3090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37"/>
            <p:cNvSpPr/>
            <p:nvPr/>
          </p:nvSpPr>
          <p:spPr>
            <a:xfrm>
              <a:off x="5807570" y="3802436"/>
              <a:ext cx="256748" cy="506932"/>
            </a:xfrm>
            <a:custGeom>
              <a:avLst/>
              <a:gdLst/>
              <a:ahLst/>
              <a:cxnLst/>
              <a:rect l="l" t="t" r="r" b="b"/>
              <a:pathLst>
                <a:path w="3090" h="6101" extrusionOk="0">
                  <a:moveTo>
                    <a:pt x="2776" y="1"/>
                  </a:moveTo>
                  <a:cubicBezTo>
                    <a:pt x="2775" y="1"/>
                    <a:pt x="2773" y="2"/>
                    <a:pt x="2771" y="3"/>
                  </a:cubicBezTo>
                  <a:cubicBezTo>
                    <a:pt x="2067" y="447"/>
                    <a:pt x="0" y="6101"/>
                    <a:pt x="3089" y="6101"/>
                  </a:cubicBezTo>
                  <a:cubicBezTo>
                    <a:pt x="3089" y="6101"/>
                    <a:pt x="2312" y="6033"/>
                    <a:pt x="2268" y="3826"/>
                  </a:cubicBezTo>
                  <a:cubicBezTo>
                    <a:pt x="2215" y="1638"/>
                    <a:pt x="2848" y="1"/>
                    <a:pt x="2776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37"/>
            <p:cNvSpPr/>
            <p:nvPr/>
          </p:nvSpPr>
          <p:spPr>
            <a:xfrm>
              <a:off x="6056258" y="4028690"/>
              <a:ext cx="36975" cy="355791"/>
            </a:xfrm>
            <a:custGeom>
              <a:avLst/>
              <a:gdLst/>
              <a:ahLst/>
              <a:cxnLst/>
              <a:rect l="l" t="t" r="r" b="b"/>
              <a:pathLst>
                <a:path w="445" h="4282" extrusionOk="0">
                  <a:moveTo>
                    <a:pt x="224" y="1"/>
                  </a:moveTo>
                  <a:cubicBezTo>
                    <a:pt x="223" y="1"/>
                    <a:pt x="222" y="6"/>
                    <a:pt x="222" y="20"/>
                  </a:cubicBezTo>
                  <a:lnTo>
                    <a:pt x="0" y="4281"/>
                  </a:lnTo>
                  <a:lnTo>
                    <a:pt x="445" y="4281"/>
                  </a:lnTo>
                  <a:cubicBezTo>
                    <a:pt x="430" y="2458"/>
                    <a:pt x="267" y="20"/>
                    <a:pt x="229" y="20"/>
                  </a:cubicBezTo>
                  <a:cubicBezTo>
                    <a:pt x="229" y="20"/>
                    <a:pt x="226" y="1"/>
                    <a:pt x="224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37"/>
            <p:cNvSpPr/>
            <p:nvPr/>
          </p:nvSpPr>
          <p:spPr>
            <a:xfrm>
              <a:off x="5974331" y="4154738"/>
              <a:ext cx="101037" cy="81345"/>
            </a:xfrm>
            <a:custGeom>
              <a:avLst/>
              <a:gdLst/>
              <a:ahLst/>
              <a:cxnLst/>
              <a:rect l="l" t="t" r="r" b="b"/>
              <a:pathLst>
                <a:path w="1216" h="979" extrusionOk="0">
                  <a:moveTo>
                    <a:pt x="1" y="1"/>
                  </a:moveTo>
                  <a:cubicBezTo>
                    <a:pt x="595" y="952"/>
                    <a:pt x="1136" y="979"/>
                    <a:pt x="1196" y="979"/>
                  </a:cubicBezTo>
                  <a:cubicBezTo>
                    <a:pt x="1199" y="979"/>
                    <a:pt x="1201" y="979"/>
                    <a:pt x="1201" y="979"/>
                  </a:cubicBezTo>
                  <a:lnTo>
                    <a:pt x="1215" y="838"/>
                  </a:lnTo>
                  <a:lnTo>
                    <a:pt x="1215" y="838"/>
                  </a:lnTo>
                  <a:cubicBezTo>
                    <a:pt x="1215" y="838"/>
                    <a:pt x="1203" y="847"/>
                    <a:pt x="1168" y="847"/>
                  </a:cubicBezTo>
                  <a:cubicBezTo>
                    <a:pt x="1093" y="847"/>
                    <a:pt x="919" y="806"/>
                    <a:pt x="556" y="548"/>
                  </a:cubicBezTo>
                  <a:cubicBezTo>
                    <a:pt x="245" y="33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37"/>
            <p:cNvSpPr/>
            <p:nvPr/>
          </p:nvSpPr>
          <p:spPr>
            <a:xfrm>
              <a:off x="6075286" y="4131971"/>
              <a:ext cx="85084" cy="68965"/>
            </a:xfrm>
            <a:custGeom>
              <a:avLst/>
              <a:gdLst/>
              <a:ahLst/>
              <a:cxnLst/>
              <a:rect l="l" t="t" r="r" b="b"/>
              <a:pathLst>
                <a:path w="1024" h="830" extrusionOk="0">
                  <a:moveTo>
                    <a:pt x="1023" y="1"/>
                  </a:moveTo>
                  <a:lnTo>
                    <a:pt x="1023" y="1"/>
                  </a:lnTo>
                  <a:cubicBezTo>
                    <a:pt x="1023" y="1"/>
                    <a:pt x="824" y="282"/>
                    <a:pt x="557" y="467"/>
                  </a:cubicBezTo>
                  <a:cubicBezTo>
                    <a:pt x="255" y="685"/>
                    <a:pt x="108" y="721"/>
                    <a:pt x="44" y="721"/>
                  </a:cubicBezTo>
                  <a:cubicBezTo>
                    <a:pt x="12" y="721"/>
                    <a:pt x="0" y="712"/>
                    <a:pt x="0" y="712"/>
                  </a:cubicBezTo>
                  <a:lnTo>
                    <a:pt x="0" y="712"/>
                  </a:lnTo>
                  <a:lnTo>
                    <a:pt x="8" y="830"/>
                  </a:lnTo>
                  <a:cubicBezTo>
                    <a:pt x="8" y="830"/>
                    <a:pt x="10" y="830"/>
                    <a:pt x="14" y="830"/>
                  </a:cubicBezTo>
                  <a:cubicBezTo>
                    <a:pt x="72" y="830"/>
                    <a:pt x="531" y="803"/>
                    <a:pt x="1023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37"/>
            <p:cNvSpPr/>
            <p:nvPr/>
          </p:nvSpPr>
          <p:spPr>
            <a:xfrm>
              <a:off x="6006238" y="4082616"/>
              <a:ext cx="69131" cy="55504"/>
            </a:xfrm>
            <a:custGeom>
              <a:avLst/>
              <a:gdLst/>
              <a:ahLst/>
              <a:cxnLst/>
              <a:rect l="l" t="t" r="r" b="b"/>
              <a:pathLst>
                <a:path w="832" h="668" extrusionOk="0">
                  <a:moveTo>
                    <a:pt x="1" y="1"/>
                  </a:moveTo>
                  <a:lnTo>
                    <a:pt x="1" y="1"/>
                  </a:lnTo>
                  <a:cubicBezTo>
                    <a:pt x="398" y="648"/>
                    <a:pt x="774" y="668"/>
                    <a:pt x="820" y="668"/>
                  </a:cubicBezTo>
                  <a:cubicBezTo>
                    <a:pt x="823" y="668"/>
                    <a:pt x="824" y="668"/>
                    <a:pt x="824" y="668"/>
                  </a:cubicBezTo>
                  <a:lnTo>
                    <a:pt x="831" y="572"/>
                  </a:lnTo>
                  <a:lnTo>
                    <a:pt x="831" y="572"/>
                  </a:lnTo>
                  <a:cubicBezTo>
                    <a:pt x="831" y="572"/>
                    <a:pt x="821" y="580"/>
                    <a:pt x="793" y="580"/>
                  </a:cubicBezTo>
                  <a:cubicBezTo>
                    <a:pt x="739" y="580"/>
                    <a:pt x="618" y="550"/>
                    <a:pt x="380" y="380"/>
                  </a:cubicBezTo>
                  <a:cubicBezTo>
                    <a:pt x="165" y="23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37"/>
            <p:cNvSpPr/>
            <p:nvPr/>
          </p:nvSpPr>
          <p:spPr>
            <a:xfrm>
              <a:off x="5289587" y="3976011"/>
              <a:ext cx="367756" cy="357952"/>
            </a:xfrm>
            <a:custGeom>
              <a:avLst/>
              <a:gdLst/>
              <a:ahLst/>
              <a:cxnLst/>
              <a:rect l="l" t="t" r="r" b="b"/>
              <a:pathLst>
                <a:path w="4426" h="4308" extrusionOk="0">
                  <a:moveTo>
                    <a:pt x="2151" y="1"/>
                  </a:moveTo>
                  <a:cubicBezTo>
                    <a:pt x="2073" y="1"/>
                    <a:pt x="1995" y="21"/>
                    <a:pt x="1929" y="62"/>
                  </a:cubicBezTo>
                  <a:cubicBezTo>
                    <a:pt x="1440" y="366"/>
                    <a:pt x="1" y="4307"/>
                    <a:pt x="2151" y="4307"/>
                  </a:cubicBezTo>
                  <a:cubicBezTo>
                    <a:pt x="4425" y="4307"/>
                    <a:pt x="2862" y="366"/>
                    <a:pt x="2373" y="62"/>
                  </a:cubicBezTo>
                  <a:cubicBezTo>
                    <a:pt x="2307" y="21"/>
                    <a:pt x="2229" y="1"/>
                    <a:pt x="2151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37"/>
            <p:cNvSpPr/>
            <p:nvPr/>
          </p:nvSpPr>
          <p:spPr>
            <a:xfrm>
              <a:off x="5289587" y="3980997"/>
              <a:ext cx="178727" cy="352966"/>
            </a:xfrm>
            <a:custGeom>
              <a:avLst/>
              <a:gdLst/>
              <a:ahLst/>
              <a:cxnLst/>
              <a:rect l="l" t="t" r="r" b="b"/>
              <a:pathLst>
                <a:path w="2151" h="4248" extrusionOk="0">
                  <a:moveTo>
                    <a:pt x="1932" y="1"/>
                  </a:moveTo>
                  <a:cubicBezTo>
                    <a:pt x="1931" y="1"/>
                    <a:pt x="1930" y="1"/>
                    <a:pt x="1929" y="2"/>
                  </a:cubicBezTo>
                  <a:cubicBezTo>
                    <a:pt x="1440" y="306"/>
                    <a:pt x="1" y="4247"/>
                    <a:pt x="2151" y="4247"/>
                  </a:cubicBezTo>
                  <a:cubicBezTo>
                    <a:pt x="2151" y="4247"/>
                    <a:pt x="1610" y="4203"/>
                    <a:pt x="1580" y="2663"/>
                  </a:cubicBezTo>
                  <a:cubicBezTo>
                    <a:pt x="1543" y="1142"/>
                    <a:pt x="1985" y="1"/>
                    <a:pt x="1932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37"/>
            <p:cNvSpPr/>
            <p:nvPr/>
          </p:nvSpPr>
          <p:spPr>
            <a:xfrm>
              <a:off x="5462663" y="4138618"/>
              <a:ext cx="25924" cy="247774"/>
            </a:xfrm>
            <a:custGeom>
              <a:avLst/>
              <a:gdLst/>
              <a:ahLst/>
              <a:cxnLst/>
              <a:rect l="l" t="t" r="r" b="b"/>
              <a:pathLst>
                <a:path w="312" h="2982" extrusionOk="0">
                  <a:moveTo>
                    <a:pt x="159" y="0"/>
                  </a:moveTo>
                  <a:cubicBezTo>
                    <a:pt x="158" y="0"/>
                    <a:pt x="157" y="4"/>
                    <a:pt x="157" y="17"/>
                  </a:cubicBezTo>
                  <a:lnTo>
                    <a:pt x="0" y="2981"/>
                  </a:lnTo>
                  <a:lnTo>
                    <a:pt x="312" y="2981"/>
                  </a:lnTo>
                  <a:cubicBezTo>
                    <a:pt x="304" y="1713"/>
                    <a:pt x="185" y="17"/>
                    <a:pt x="164" y="17"/>
                  </a:cubicBezTo>
                  <a:cubicBezTo>
                    <a:pt x="164" y="17"/>
                    <a:pt x="161" y="0"/>
                    <a:pt x="159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37"/>
            <p:cNvSpPr/>
            <p:nvPr/>
          </p:nvSpPr>
          <p:spPr>
            <a:xfrm>
              <a:off x="5406079" y="4226112"/>
              <a:ext cx="69629" cy="56834"/>
            </a:xfrm>
            <a:custGeom>
              <a:avLst/>
              <a:gdLst/>
              <a:ahLst/>
              <a:cxnLst/>
              <a:rect l="l" t="t" r="r" b="b"/>
              <a:pathLst>
                <a:path w="838" h="684" extrusionOk="0">
                  <a:moveTo>
                    <a:pt x="0" y="1"/>
                  </a:moveTo>
                  <a:lnTo>
                    <a:pt x="0" y="1"/>
                  </a:lnTo>
                  <a:cubicBezTo>
                    <a:pt x="406" y="665"/>
                    <a:pt x="785" y="684"/>
                    <a:pt x="827" y="684"/>
                  </a:cubicBezTo>
                  <a:cubicBezTo>
                    <a:pt x="829" y="684"/>
                    <a:pt x="831" y="684"/>
                    <a:pt x="831" y="684"/>
                  </a:cubicBezTo>
                  <a:lnTo>
                    <a:pt x="838" y="586"/>
                  </a:lnTo>
                  <a:lnTo>
                    <a:pt x="838" y="586"/>
                  </a:lnTo>
                  <a:cubicBezTo>
                    <a:pt x="838" y="586"/>
                    <a:pt x="830" y="592"/>
                    <a:pt x="806" y="592"/>
                  </a:cubicBezTo>
                  <a:cubicBezTo>
                    <a:pt x="757" y="592"/>
                    <a:pt x="639" y="564"/>
                    <a:pt x="386" y="387"/>
                  </a:cubicBezTo>
                  <a:cubicBezTo>
                    <a:pt x="164" y="23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37"/>
            <p:cNvSpPr/>
            <p:nvPr/>
          </p:nvSpPr>
          <p:spPr>
            <a:xfrm>
              <a:off x="5475625" y="4210740"/>
              <a:ext cx="59825" cy="48109"/>
            </a:xfrm>
            <a:custGeom>
              <a:avLst/>
              <a:gdLst/>
              <a:ahLst/>
              <a:cxnLst/>
              <a:rect l="l" t="t" r="r" b="b"/>
              <a:pathLst>
                <a:path w="720" h="579" extrusionOk="0">
                  <a:moveTo>
                    <a:pt x="719" y="1"/>
                  </a:moveTo>
                  <a:cubicBezTo>
                    <a:pt x="719" y="1"/>
                    <a:pt x="579" y="193"/>
                    <a:pt x="394" y="326"/>
                  </a:cubicBezTo>
                  <a:cubicBezTo>
                    <a:pt x="184" y="472"/>
                    <a:pt x="81" y="497"/>
                    <a:pt x="34" y="497"/>
                  </a:cubicBezTo>
                  <a:cubicBezTo>
                    <a:pt x="10" y="497"/>
                    <a:pt x="1" y="490"/>
                    <a:pt x="1" y="490"/>
                  </a:cubicBezTo>
                  <a:lnTo>
                    <a:pt x="1" y="490"/>
                  </a:lnTo>
                  <a:lnTo>
                    <a:pt x="8" y="579"/>
                  </a:lnTo>
                  <a:cubicBezTo>
                    <a:pt x="8" y="579"/>
                    <a:pt x="9" y="579"/>
                    <a:pt x="10" y="579"/>
                  </a:cubicBezTo>
                  <a:cubicBezTo>
                    <a:pt x="39" y="579"/>
                    <a:pt x="366" y="566"/>
                    <a:pt x="71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37"/>
            <p:cNvSpPr/>
            <p:nvPr/>
          </p:nvSpPr>
          <p:spPr>
            <a:xfrm>
              <a:off x="5427599" y="4176341"/>
              <a:ext cx="48109" cy="38803"/>
            </a:xfrm>
            <a:custGeom>
              <a:avLst/>
              <a:gdLst/>
              <a:ahLst/>
              <a:cxnLst/>
              <a:rect l="l" t="t" r="r" b="b"/>
              <a:pathLst>
                <a:path w="579" h="467" extrusionOk="0">
                  <a:moveTo>
                    <a:pt x="1" y="0"/>
                  </a:moveTo>
                  <a:lnTo>
                    <a:pt x="1" y="0"/>
                  </a:lnTo>
                  <a:cubicBezTo>
                    <a:pt x="296" y="460"/>
                    <a:pt x="563" y="466"/>
                    <a:pt x="578" y="466"/>
                  </a:cubicBezTo>
                  <a:cubicBezTo>
                    <a:pt x="579" y="466"/>
                    <a:pt x="579" y="466"/>
                    <a:pt x="579" y="466"/>
                  </a:cubicBezTo>
                  <a:lnTo>
                    <a:pt x="579" y="393"/>
                  </a:lnTo>
                  <a:cubicBezTo>
                    <a:pt x="579" y="393"/>
                    <a:pt x="571" y="400"/>
                    <a:pt x="550" y="400"/>
                  </a:cubicBezTo>
                  <a:cubicBezTo>
                    <a:pt x="511" y="400"/>
                    <a:pt x="429" y="379"/>
                    <a:pt x="268" y="260"/>
                  </a:cubicBezTo>
                  <a:cubicBezTo>
                    <a:pt x="118" y="155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37"/>
            <p:cNvSpPr/>
            <p:nvPr/>
          </p:nvSpPr>
          <p:spPr>
            <a:xfrm>
              <a:off x="5695980" y="3921504"/>
              <a:ext cx="400411" cy="389692"/>
            </a:xfrm>
            <a:custGeom>
              <a:avLst/>
              <a:gdLst/>
              <a:ahLst/>
              <a:cxnLst/>
              <a:rect l="l" t="t" r="r" b="b"/>
              <a:pathLst>
                <a:path w="4819" h="4690" extrusionOk="0">
                  <a:moveTo>
                    <a:pt x="2476" y="1"/>
                  </a:moveTo>
                  <a:cubicBezTo>
                    <a:pt x="2391" y="1"/>
                    <a:pt x="2306" y="25"/>
                    <a:pt x="2232" y="73"/>
                  </a:cubicBezTo>
                  <a:cubicBezTo>
                    <a:pt x="1699" y="407"/>
                    <a:pt x="0" y="4689"/>
                    <a:pt x="2476" y="4689"/>
                  </a:cubicBezTo>
                  <a:cubicBezTo>
                    <a:pt x="4818" y="4689"/>
                    <a:pt x="3255" y="407"/>
                    <a:pt x="2721" y="73"/>
                  </a:cubicBezTo>
                  <a:cubicBezTo>
                    <a:pt x="2647" y="25"/>
                    <a:pt x="2561" y="1"/>
                    <a:pt x="2476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37"/>
            <p:cNvSpPr/>
            <p:nvPr/>
          </p:nvSpPr>
          <p:spPr>
            <a:xfrm>
              <a:off x="5702212" y="3938454"/>
              <a:ext cx="187285" cy="370332"/>
            </a:xfrm>
            <a:custGeom>
              <a:avLst/>
              <a:gdLst/>
              <a:ahLst/>
              <a:cxnLst/>
              <a:rect l="l" t="t" r="r" b="b"/>
              <a:pathLst>
                <a:path w="2254" h="4457" extrusionOk="0">
                  <a:moveTo>
                    <a:pt x="2028" y="0"/>
                  </a:moveTo>
                  <a:cubicBezTo>
                    <a:pt x="2027" y="0"/>
                    <a:pt x="2025" y="1"/>
                    <a:pt x="2024" y="2"/>
                  </a:cubicBezTo>
                  <a:cubicBezTo>
                    <a:pt x="1505" y="322"/>
                    <a:pt x="0" y="4457"/>
                    <a:pt x="2253" y="4457"/>
                  </a:cubicBezTo>
                  <a:cubicBezTo>
                    <a:pt x="2253" y="4457"/>
                    <a:pt x="1690" y="4412"/>
                    <a:pt x="1652" y="2796"/>
                  </a:cubicBezTo>
                  <a:cubicBezTo>
                    <a:pt x="1616" y="1200"/>
                    <a:pt x="2077" y="0"/>
                    <a:pt x="2028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37"/>
            <p:cNvSpPr/>
            <p:nvPr/>
          </p:nvSpPr>
          <p:spPr>
            <a:xfrm>
              <a:off x="5883182" y="4123828"/>
              <a:ext cx="27170" cy="264309"/>
            </a:xfrm>
            <a:custGeom>
              <a:avLst/>
              <a:gdLst/>
              <a:ahLst/>
              <a:cxnLst/>
              <a:rect l="l" t="t" r="r" b="b"/>
              <a:pathLst>
                <a:path w="327" h="3181" extrusionOk="0">
                  <a:moveTo>
                    <a:pt x="166" y="0"/>
                  </a:moveTo>
                  <a:cubicBezTo>
                    <a:pt x="165" y="0"/>
                    <a:pt x="164" y="5"/>
                    <a:pt x="164" y="17"/>
                  </a:cubicBezTo>
                  <a:lnTo>
                    <a:pt x="1" y="3181"/>
                  </a:lnTo>
                  <a:cubicBezTo>
                    <a:pt x="13" y="3178"/>
                    <a:pt x="49" y="3178"/>
                    <a:pt x="94" y="3178"/>
                  </a:cubicBezTo>
                  <a:cubicBezTo>
                    <a:pt x="182" y="3178"/>
                    <a:pt x="302" y="3181"/>
                    <a:pt x="326" y="3181"/>
                  </a:cubicBezTo>
                  <a:cubicBezTo>
                    <a:pt x="319" y="1826"/>
                    <a:pt x="193" y="17"/>
                    <a:pt x="171" y="17"/>
                  </a:cubicBezTo>
                  <a:cubicBezTo>
                    <a:pt x="171" y="17"/>
                    <a:pt x="168" y="0"/>
                    <a:pt x="166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37"/>
            <p:cNvSpPr/>
            <p:nvPr/>
          </p:nvSpPr>
          <p:spPr>
            <a:xfrm>
              <a:off x="5822277" y="4216972"/>
              <a:ext cx="74615" cy="60406"/>
            </a:xfrm>
            <a:custGeom>
              <a:avLst/>
              <a:gdLst/>
              <a:ahLst/>
              <a:cxnLst/>
              <a:rect l="l" t="t" r="r" b="b"/>
              <a:pathLst>
                <a:path w="898" h="727" extrusionOk="0">
                  <a:moveTo>
                    <a:pt x="1" y="0"/>
                  </a:moveTo>
                  <a:lnTo>
                    <a:pt x="1" y="0"/>
                  </a:lnTo>
                  <a:cubicBezTo>
                    <a:pt x="433" y="706"/>
                    <a:pt x="840" y="726"/>
                    <a:pt x="886" y="726"/>
                  </a:cubicBezTo>
                  <a:cubicBezTo>
                    <a:pt x="889" y="726"/>
                    <a:pt x="890" y="726"/>
                    <a:pt x="890" y="726"/>
                  </a:cubicBezTo>
                  <a:lnTo>
                    <a:pt x="897" y="623"/>
                  </a:lnTo>
                  <a:lnTo>
                    <a:pt x="897" y="623"/>
                  </a:lnTo>
                  <a:cubicBezTo>
                    <a:pt x="897" y="623"/>
                    <a:pt x="888" y="630"/>
                    <a:pt x="862" y="630"/>
                  </a:cubicBezTo>
                  <a:cubicBezTo>
                    <a:pt x="807" y="630"/>
                    <a:pt x="678" y="600"/>
                    <a:pt x="408" y="415"/>
                  </a:cubicBezTo>
                  <a:cubicBezTo>
                    <a:pt x="179" y="25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37"/>
            <p:cNvSpPr/>
            <p:nvPr/>
          </p:nvSpPr>
          <p:spPr>
            <a:xfrm>
              <a:off x="5896808" y="4200271"/>
              <a:ext cx="63481" cy="51183"/>
            </a:xfrm>
            <a:custGeom>
              <a:avLst/>
              <a:gdLst/>
              <a:ahLst/>
              <a:cxnLst/>
              <a:rect l="l" t="t" r="r" b="b"/>
              <a:pathLst>
                <a:path w="764" h="616" extrusionOk="0">
                  <a:moveTo>
                    <a:pt x="763" y="0"/>
                  </a:moveTo>
                  <a:lnTo>
                    <a:pt x="763" y="0"/>
                  </a:lnTo>
                  <a:cubicBezTo>
                    <a:pt x="763" y="1"/>
                    <a:pt x="615" y="209"/>
                    <a:pt x="415" y="349"/>
                  </a:cubicBezTo>
                  <a:cubicBezTo>
                    <a:pt x="192" y="507"/>
                    <a:pt x="82" y="533"/>
                    <a:pt x="33" y="533"/>
                  </a:cubicBezTo>
                  <a:cubicBezTo>
                    <a:pt x="9" y="533"/>
                    <a:pt x="0" y="527"/>
                    <a:pt x="0" y="527"/>
                  </a:cubicBezTo>
                  <a:lnTo>
                    <a:pt x="0" y="527"/>
                  </a:lnTo>
                  <a:lnTo>
                    <a:pt x="7" y="616"/>
                  </a:lnTo>
                  <a:cubicBezTo>
                    <a:pt x="7" y="616"/>
                    <a:pt x="9" y="616"/>
                    <a:pt x="12" y="616"/>
                  </a:cubicBezTo>
                  <a:cubicBezTo>
                    <a:pt x="56" y="616"/>
                    <a:pt x="397" y="596"/>
                    <a:pt x="763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37"/>
            <p:cNvSpPr/>
            <p:nvPr/>
          </p:nvSpPr>
          <p:spPr>
            <a:xfrm>
              <a:off x="5845625" y="4163296"/>
              <a:ext cx="51267" cy="42044"/>
            </a:xfrm>
            <a:custGeom>
              <a:avLst/>
              <a:gdLst/>
              <a:ahLst/>
              <a:cxnLst/>
              <a:rect l="l" t="t" r="r" b="b"/>
              <a:pathLst>
                <a:path w="617" h="506" extrusionOk="0">
                  <a:moveTo>
                    <a:pt x="1" y="1"/>
                  </a:moveTo>
                  <a:lnTo>
                    <a:pt x="1" y="1"/>
                  </a:lnTo>
                  <a:cubicBezTo>
                    <a:pt x="303" y="493"/>
                    <a:pt x="579" y="506"/>
                    <a:pt x="607" y="506"/>
                  </a:cubicBezTo>
                  <a:cubicBezTo>
                    <a:pt x="608" y="506"/>
                    <a:pt x="609" y="506"/>
                    <a:pt x="609" y="506"/>
                  </a:cubicBezTo>
                  <a:lnTo>
                    <a:pt x="616" y="431"/>
                  </a:lnTo>
                  <a:lnTo>
                    <a:pt x="616" y="431"/>
                  </a:lnTo>
                  <a:cubicBezTo>
                    <a:pt x="616" y="431"/>
                    <a:pt x="610" y="436"/>
                    <a:pt x="593" y="436"/>
                  </a:cubicBezTo>
                  <a:cubicBezTo>
                    <a:pt x="557" y="436"/>
                    <a:pt x="469" y="415"/>
                    <a:pt x="282" y="284"/>
                  </a:cubicBezTo>
                  <a:cubicBezTo>
                    <a:pt x="127" y="17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37"/>
            <p:cNvSpPr/>
            <p:nvPr/>
          </p:nvSpPr>
          <p:spPr>
            <a:xfrm>
              <a:off x="4970770" y="3920175"/>
              <a:ext cx="400245" cy="389194"/>
            </a:xfrm>
            <a:custGeom>
              <a:avLst/>
              <a:gdLst/>
              <a:ahLst/>
              <a:cxnLst/>
              <a:rect l="l" t="t" r="r" b="b"/>
              <a:pathLst>
                <a:path w="4817" h="4684" extrusionOk="0">
                  <a:moveTo>
                    <a:pt x="2475" y="1"/>
                  </a:moveTo>
                  <a:cubicBezTo>
                    <a:pt x="2390" y="1"/>
                    <a:pt x="2305" y="23"/>
                    <a:pt x="2230" y="67"/>
                  </a:cubicBezTo>
                  <a:cubicBezTo>
                    <a:pt x="1704" y="400"/>
                    <a:pt x="0" y="4684"/>
                    <a:pt x="2476" y="4684"/>
                  </a:cubicBezTo>
                  <a:cubicBezTo>
                    <a:pt x="4816" y="4684"/>
                    <a:pt x="3253" y="400"/>
                    <a:pt x="2719" y="67"/>
                  </a:cubicBezTo>
                  <a:cubicBezTo>
                    <a:pt x="2646" y="23"/>
                    <a:pt x="2561" y="1"/>
                    <a:pt x="2475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37"/>
            <p:cNvSpPr/>
            <p:nvPr/>
          </p:nvSpPr>
          <p:spPr>
            <a:xfrm>
              <a:off x="4976919" y="3936710"/>
              <a:ext cx="187950" cy="370748"/>
            </a:xfrm>
            <a:custGeom>
              <a:avLst/>
              <a:gdLst/>
              <a:ahLst/>
              <a:cxnLst/>
              <a:rect l="l" t="t" r="r" b="b"/>
              <a:pathLst>
                <a:path w="2262" h="4462" extrusionOk="0">
                  <a:moveTo>
                    <a:pt x="2027" y="0"/>
                  </a:moveTo>
                  <a:cubicBezTo>
                    <a:pt x="2026" y="0"/>
                    <a:pt x="2024" y="1"/>
                    <a:pt x="2023" y="2"/>
                  </a:cubicBezTo>
                  <a:cubicBezTo>
                    <a:pt x="1512" y="327"/>
                    <a:pt x="1" y="4462"/>
                    <a:pt x="2261" y="4462"/>
                  </a:cubicBezTo>
                  <a:cubicBezTo>
                    <a:pt x="2261" y="4462"/>
                    <a:pt x="1690" y="4410"/>
                    <a:pt x="1653" y="2795"/>
                  </a:cubicBezTo>
                  <a:cubicBezTo>
                    <a:pt x="1623" y="1194"/>
                    <a:pt x="2088" y="0"/>
                    <a:pt x="2027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37"/>
            <p:cNvSpPr/>
            <p:nvPr/>
          </p:nvSpPr>
          <p:spPr>
            <a:xfrm>
              <a:off x="5157972" y="4122000"/>
              <a:ext cx="27669" cy="264392"/>
            </a:xfrm>
            <a:custGeom>
              <a:avLst/>
              <a:gdLst/>
              <a:ahLst/>
              <a:cxnLst/>
              <a:rect l="l" t="t" r="r" b="b"/>
              <a:pathLst>
                <a:path w="333" h="3182" extrusionOk="0">
                  <a:moveTo>
                    <a:pt x="165" y="0"/>
                  </a:moveTo>
                  <a:cubicBezTo>
                    <a:pt x="163" y="0"/>
                    <a:pt x="162" y="4"/>
                    <a:pt x="162" y="16"/>
                  </a:cubicBezTo>
                  <a:lnTo>
                    <a:pt x="0" y="3181"/>
                  </a:lnTo>
                  <a:lnTo>
                    <a:pt x="333" y="3181"/>
                  </a:lnTo>
                  <a:cubicBezTo>
                    <a:pt x="319" y="1825"/>
                    <a:pt x="200" y="16"/>
                    <a:pt x="171" y="16"/>
                  </a:cubicBezTo>
                  <a:cubicBezTo>
                    <a:pt x="171" y="16"/>
                    <a:pt x="167" y="0"/>
                    <a:pt x="165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37"/>
            <p:cNvSpPr/>
            <p:nvPr/>
          </p:nvSpPr>
          <p:spPr>
            <a:xfrm>
              <a:off x="5096901" y="4215643"/>
              <a:ext cx="75363" cy="60490"/>
            </a:xfrm>
            <a:custGeom>
              <a:avLst/>
              <a:gdLst/>
              <a:ahLst/>
              <a:cxnLst/>
              <a:rect l="l" t="t" r="r" b="b"/>
              <a:pathLst>
                <a:path w="907" h="728" extrusionOk="0">
                  <a:moveTo>
                    <a:pt x="1" y="0"/>
                  </a:moveTo>
                  <a:cubicBezTo>
                    <a:pt x="443" y="709"/>
                    <a:pt x="844" y="728"/>
                    <a:pt x="886" y="728"/>
                  </a:cubicBezTo>
                  <a:cubicBezTo>
                    <a:pt x="889" y="728"/>
                    <a:pt x="890" y="728"/>
                    <a:pt x="890" y="728"/>
                  </a:cubicBezTo>
                  <a:lnTo>
                    <a:pt x="906" y="623"/>
                  </a:lnTo>
                  <a:lnTo>
                    <a:pt x="906" y="623"/>
                  </a:lnTo>
                  <a:cubicBezTo>
                    <a:pt x="906" y="623"/>
                    <a:pt x="896" y="630"/>
                    <a:pt x="868" y="630"/>
                  </a:cubicBezTo>
                  <a:cubicBezTo>
                    <a:pt x="812" y="630"/>
                    <a:pt x="681" y="599"/>
                    <a:pt x="417" y="409"/>
                  </a:cubicBezTo>
                  <a:cubicBezTo>
                    <a:pt x="186" y="246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37"/>
            <p:cNvSpPr/>
            <p:nvPr/>
          </p:nvSpPr>
          <p:spPr>
            <a:xfrm>
              <a:off x="5172181" y="4199108"/>
              <a:ext cx="63481" cy="51183"/>
            </a:xfrm>
            <a:custGeom>
              <a:avLst/>
              <a:gdLst/>
              <a:ahLst/>
              <a:cxnLst/>
              <a:rect l="l" t="t" r="r" b="b"/>
              <a:pathLst>
                <a:path w="764" h="616" extrusionOk="0">
                  <a:moveTo>
                    <a:pt x="763" y="0"/>
                  </a:moveTo>
                  <a:lnTo>
                    <a:pt x="763" y="0"/>
                  </a:lnTo>
                  <a:cubicBezTo>
                    <a:pt x="763" y="0"/>
                    <a:pt x="606" y="208"/>
                    <a:pt x="414" y="342"/>
                  </a:cubicBezTo>
                  <a:cubicBezTo>
                    <a:pt x="184" y="506"/>
                    <a:pt x="76" y="533"/>
                    <a:pt x="30" y="533"/>
                  </a:cubicBezTo>
                  <a:cubicBezTo>
                    <a:pt x="8" y="533"/>
                    <a:pt x="0" y="527"/>
                    <a:pt x="0" y="527"/>
                  </a:cubicBezTo>
                  <a:lnTo>
                    <a:pt x="0" y="527"/>
                  </a:lnTo>
                  <a:lnTo>
                    <a:pt x="7" y="616"/>
                  </a:lnTo>
                  <a:cubicBezTo>
                    <a:pt x="7" y="616"/>
                    <a:pt x="8" y="616"/>
                    <a:pt x="9" y="616"/>
                  </a:cubicBezTo>
                  <a:cubicBezTo>
                    <a:pt x="39" y="616"/>
                    <a:pt x="387" y="603"/>
                    <a:pt x="763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37"/>
            <p:cNvSpPr/>
            <p:nvPr/>
          </p:nvSpPr>
          <p:spPr>
            <a:xfrm>
              <a:off x="5120415" y="4162133"/>
              <a:ext cx="51848" cy="41296"/>
            </a:xfrm>
            <a:custGeom>
              <a:avLst/>
              <a:gdLst/>
              <a:ahLst/>
              <a:cxnLst/>
              <a:rect l="l" t="t" r="r" b="b"/>
              <a:pathLst>
                <a:path w="624" h="497" extrusionOk="0">
                  <a:moveTo>
                    <a:pt x="1" y="1"/>
                  </a:moveTo>
                  <a:cubicBezTo>
                    <a:pt x="302" y="484"/>
                    <a:pt x="583" y="497"/>
                    <a:pt x="612" y="497"/>
                  </a:cubicBezTo>
                  <a:cubicBezTo>
                    <a:pt x="613" y="497"/>
                    <a:pt x="614" y="497"/>
                    <a:pt x="614" y="497"/>
                  </a:cubicBezTo>
                  <a:lnTo>
                    <a:pt x="623" y="422"/>
                  </a:lnTo>
                  <a:lnTo>
                    <a:pt x="623" y="422"/>
                  </a:lnTo>
                  <a:cubicBezTo>
                    <a:pt x="623" y="422"/>
                    <a:pt x="615" y="429"/>
                    <a:pt x="591" y="429"/>
                  </a:cubicBezTo>
                  <a:cubicBezTo>
                    <a:pt x="549" y="429"/>
                    <a:pt x="458" y="407"/>
                    <a:pt x="282" y="282"/>
                  </a:cubicBezTo>
                  <a:cubicBezTo>
                    <a:pt x="125" y="17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37"/>
            <p:cNvSpPr/>
            <p:nvPr/>
          </p:nvSpPr>
          <p:spPr>
            <a:xfrm>
              <a:off x="5079784" y="3847803"/>
              <a:ext cx="471037" cy="457909"/>
            </a:xfrm>
            <a:custGeom>
              <a:avLst/>
              <a:gdLst/>
              <a:ahLst/>
              <a:cxnLst/>
              <a:rect l="l" t="t" r="r" b="b"/>
              <a:pathLst>
                <a:path w="5669" h="5511" extrusionOk="0">
                  <a:moveTo>
                    <a:pt x="2909" y="1"/>
                  </a:moveTo>
                  <a:cubicBezTo>
                    <a:pt x="2808" y="1"/>
                    <a:pt x="2708" y="27"/>
                    <a:pt x="2624" y="79"/>
                  </a:cubicBezTo>
                  <a:cubicBezTo>
                    <a:pt x="2001" y="471"/>
                    <a:pt x="1" y="5510"/>
                    <a:pt x="2912" y="5510"/>
                  </a:cubicBezTo>
                  <a:cubicBezTo>
                    <a:pt x="5668" y="5510"/>
                    <a:pt x="3824" y="471"/>
                    <a:pt x="3202" y="79"/>
                  </a:cubicBezTo>
                  <a:cubicBezTo>
                    <a:pt x="3113" y="27"/>
                    <a:pt x="3011" y="1"/>
                    <a:pt x="2909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37"/>
            <p:cNvSpPr/>
            <p:nvPr/>
          </p:nvSpPr>
          <p:spPr>
            <a:xfrm>
              <a:off x="5088924" y="3867080"/>
              <a:ext cx="222930" cy="440377"/>
            </a:xfrm>
            <a:custGeom>
              <a:avLst/>
              <a:gdLst/>
              <a:ahLst/>
              <a:cxnLst/>
              <a:rect l="l" t="t" r="r" b="b"/>
              <a:pathLst>
                <a:path w="2683" h="5300" extrusionOk="0">
                  <a:moveTo>
                    <a:pt x="2413" y="1"/>
                  </a:moveTo>
                  <a:cubicBezTo>
                    <a:pt x="2412" y="1"/>
                    <a:pt x="2410" y="1"/>
                    <a:pt x="2409" y="2"/>
                  </a:cubicBezTo>
                  <a:cubicBezTo>
                    <a:pt x="1793" y="388"/>
                    <a:pt x="1" y="5300"/>
                    <a:pt x="2683" y="5300"/>
                  </a:cubicBezTo>
                  <a:cubicBezTo>
                    <a:pt x="2683" y="5300"/>
                    <a:pt x="2009" y="5241"/>
                    <a:pt x="1971" y="3322"/>
                  </a:cubicBezTo>
                  <a:cubicBezTo>
                    <a:pt x="1928" y="1421"/>
                    <a:pt x="2478" y="1"/>
                    <a:pt x="2413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37"/>
            <p:cNvSpPr/>
            <p:nvPr/>
          </p:nvSpPr>
          <p:spPr>
            <a:xfrm>
              <a:off x="5303213" y="4092420"/>
              <a:ext cx="30826" cy="293972"/>
            </a:xfrm>
            <a:custGeom>
              <a:avLst/>
              <a:gdLst/>
              <a:ahLst/>
              <a:cxnLst/>
              <a:rect l="l" t="t" r="r" b="b"/>
              <a:pathLst>
                <a:path w="371" h="3538" extrusionOk="0">
                  <a:moveTo>
                    <a:pt x="187" y="0"/>
                  </a:moveTo>
                  <a:cubicBezTo>
                    <a:pt x="186" y="0"/>
                    <a:pt x="185" y="4"/>
                    <a:pt x="185" y="16"/>
                  </a:cubicBezTo>
                  <a:lnTo>
                    <a:pt x="1" y="3537"/>
                  </a:lnTo>
                  <a:lnTo>
                    <a:pt x="370" y="3537"/>
                  </a:lnTo>
                  <a:cubicBezTo>
                    <a:pt x="356" y="2033"/>
                    <a:pt x="223" y="16"/>
                    <a:pt x="193" y="16"/>
                  </a:cubicBezTo>
                  <a:cubicBezTo>
                    <a:pt x="193" y="16"/>
                    <a:pt x="189" y="0"/>
                    <a:pt x="187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37"/>
            <p:cNvSpPr/>
            <p:nvPr/>
          </p:nvSpPr>
          <p:spPr>
            <a:xfrm>
              <a:off x="5236160" y="4196615"/>
              <a:ext cx="83090" cy="67137"/>
            </a:xfrm>
            <a:custGeom>
              <a:avLst/>
              <a:gdLst/>
              <a:ahLst/>
              <a:cxnLst/>
              <a:rect l="l" t="t" r="r" b="b"/>
              <a:pathLst>
                <a:path w="1000" h="808" extrusionOk="0">
                  <a:moveTo>
                    <a:pt x="0" y="0"/>
                  </a:moveTo>
                  <a:lnTo>
                    <a:pt x="0" y="0"/>
                  </a:lnTo>
                  <a:cubicBezTo>
                    <a:pt x="484" y="787"/>
                    <a:pt x="935" y="807"/>
                    <a:pt x="981" y="807"/>
                  </a:cubicBezTo>
                  <a:cubicBezTo>
                    <a:pt x="984" y="807"/>
                    <a:pt x="985" y="807"/>
                    <a:pt x="985" y="807"/>
                  </a:cubicBezTo>
                  <a:lnTo>
                    <a:pt x="1000" y="690"/>
                  </a:lnTo>
                  <a:lnTo>
                    <a:pt x="1000" y="690"/>
                  </a:lnTo>
                  <a:cubicBezTo>
                    <a:pt x="1000" y="690"/>
                    <a:pt x="989" y="697"/>
                    <a:pt x="960" y="697"/>
                  </a:cubicBezTo>
                  <a:cubicBezTo>
                    <a:pt x="899" y="697"/>
                    <a:pt x="755" y="664"/>
                    <a:pt x="452" y="452"/>
                  </a:cubicBezTo>
                  <a:cubicBezTo>
                    <a:pt x="199" y="27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37"/>
            <p:cNvSpPr/>
            <p:nvPr/>
          </p:nvSpPr>
          <p:spPr>
            <a:xfrm>
              <a:off x="5319167" y="4178086"/>
              <a:ext cx="70294" cy="56834"/>
            </a:xfrm>
            <a:custGeom>
              <a:avLst/>
              <a:gdLst/>
              <a:ahLst/>
              <a:cxnLst/>
              <a:rect l="l" t="t" r="r" b="b"/>
              <a:pathLst>
                <a:path w="846" h="684" extrusionOk="0">
                  <a:moveTo>
                    <a:pt x="845" y="1"/>
                  </a:moveTo>
                  <a:cubicBezTo>
                    <a:pt x="845" y="1"/>
                    <a:pt x="676" y="230"/>
                    <a:pt x="461" y="387"/>
                  </a:cubicBezTo>
                  <a:cubicBezTo>
                    <a:pt x="210" y="564"/>
                    <a:pt x="89" y="593"/>
                    <a:pt x="37" y="593"/>
                  </a:cubicBezTo>
                  <a:cubicBezTo>
                    <a:pt x="10" y="593"/>
                    <a:pt x="1" y="586"/>
                    <a:pt x="1" y="586"/>
                  </a:cubicBezTo>
                  <a:lnTo>
                    <a:pt x="1" y="586"/>
                  </a:lnTo>
                  <a:lnTo>
                    <a:pt x="9" y="684"/>
                  </a:lnTo>
                  <a:cubicBezTo>
                    <a:pt x="9" y="684"/>
                    <a:pt x="11" y="684"/>
                    <a:pt x="13" y="684"/>
                  </a:cubicBezTo>
                  <a:cubicBezTo>
                    <a:pt x="55" y="684"/>
                    <a:pt x="434" y="665"/>
                    <a:pt x="845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37"/>
            <p:cNvSpPr/>
            <p:nvPr/>
          </p:nvSpPr>
          <p:spPr>
            <a:xfrm>
              <a:off x="5262001" y="4136873"/>
              <a:ext cx="57249" cy="46364"/>
            </a:xfrm>
            <a:custGeom>
              <a:avLst/>
              <a:gdLst/>
              <a:ahLst/>
              <a:cxnLst/>
              <a:rect l="l" t="t" r="r" b="b"/>
              <a:pathLst>
                <a:path w="689" h="558" extrusionOk="0">
                  <a:moveTo>
                    <a:pt x="0" y="1"/>
                  </a:moveTo>
                  <a:lnTo>
                    <a:pt x="0" y="1"/>
                  </a:lnTo>
                  <a:cubicBezTo>
                    <a:pt x="339" y="544"/>
                    <a:pt x="650" y="557"/>
                    <a:pt x="679" y="557"/>
                  </a:cubicBezTo>
                  <a:cubicBezTo>
                    <a:pt x="681" y="557"/>
                    <a:pt x="681" y="557"/>
                    <a:pt x="681" y="557"/>
                  </a:cubicBezTo>
                  <a:lnTo>
                    <a:pt x="689" y="475"/>
                  </a:lnTo>
                  <a:lnTo>
                    <a:pt x="689" y="475"/>
                  </a:lnTo>
                  <a:cubicBezTo>
                    <a:pt x="689" y="475"/>
                    <a:pt x="681" y="481"/>
                    <a:pt x="660" y="481"/>
                  </a:cubicBezTo>
                  <a:cubicBezTo>
                    <a:pt x="617" y="481"/>
                    <a:pt x="517" y="457"/>
                    <a:pt x="312" y="312"/>
                  </a:cubicBezTo>
                  <a:cubicBezTo>
                    <a:pt x="141" y="193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37"/>
            <p:cNvSpPr/>
            <p:nvPr/>
          </p:nvSpPr>
          <p:spPr>
            <a:xfrm>
              <a:off x="4913521" y="3981744"/>
              <a:ext cx="214954" cy="270956"/>
            </a:xfrm>
            <a:custGeom>
              <a:avLst/>
              <a:gdLst/>
              <a:ahLst/>
              <a:cxnLst/>
              <a:rect l="l" t="t" r="r" b="b"/>
              <a:pathLst>
                <a:path w="2587" h="3261" extrusionOk="0">
                  <a:moveTo>
                    <a:pt x="1290" y="0"/>
                  </a:moveTo>
                  <a:cubicBezTo>
                    <a:pt x="734" y="0"/>
                    <a:pt x="275" y="452"/>
                    <a:pt x="275" y="1016"/>
                  </a:cubicBezTo>
                  <a:cubicBezTo>
                    <a:pt x="275" y="1067"/>
                    <a:pt x="282" y="1112"/>
                    <a:pt x="289" y="1156"/>
                  </a:cubicBezTo>
                  <a:cubicBezTo>
                    <a:pt x="111" y="1379"/>
                    <a:pt x="1" y="1659"/>
                    <a:pt x="1" y="1964"/>
                  </a:cubicBezTo>
                  <a:cubicBezTo>
                    <a:pt x="1" y="2682"/>
                    <a:pt x="579" y="3260"/>
                    <a:pt x="1290" y="3260"/>
                  </a:cubicBezTo>
                  <a:cubicBezTo>
                    <a:pt x="2009" y="3260"/>
                    <a:pt x="2587" y="2682"/>
                    <a:pt x="2587" y="1964"/>
                  </a:cubicBezTo>
                  <a:cubicBezTo>
                    <a:pt x="2587" y="1659"/>
                    <a:pt x="2475" y="1379"/>
                    <a:pt x="2297" y="1156"/>
                  </a:cubicBezTo>
                  <a:cubicBezTo>
                    <a:pt x="2304" y="1112"/>
                    <a:pt x="2313" y="1067"/>
                    <a:pt x="2313" y="1016"/>
                  </a:cubicBezTo>
                  <a:cubicBezTo>
                    <a:pt x="2313" y="452"/>
                    <a:pt x="1852" y="0"/>
                    <a:pt x="1290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37"/>
            <p:cNvSpPr/>
            <p:nvPr/>
          </p:nvSpPr>
          <p:spPr>
            <a:xfrm>
              <a:off x="5020707" y="4064419"/>
              <a:ext cx="9805" cy="321974"/>
            </a:xfrm>
            <a:custGeom>
              <a:avLst/>
              <a:gdLst/>
              <a:ahLst/>
              <a:cxnLst/>
              <a:rect l="l" t="t" r="r" b="b"/>
              <a:pathLst>
                <a:path w="118" h="3875" extrusionOk="0">
                  <a:moveTo>
                    <a:pt x="54" y="0"/>
                  </a:moveTo>
                  <a:cubicBezTo>
                    <a:pt x="53" y="0"/>
                    <a:pt x="52" y="4"/>
                    <a:pt x="52" y="14"/>
                  </a:cubicBezTo>
                  <a:lnTo>
                    <a:pt x="0" y="3821"/>
                  </a:lnTo>
                  <a:cubicBezTo>
                    <a:pt x="0" y="3851"/>
                    <a:pt x="22" y="3874"/>
                    <a:pt x="52" y="3874"/>
                  </a:cubicBezTo>
                  <a:lnTo>
                    <a:pt x="59" y="3874"/>
                  </a:lnTo>
                  <a:cubicBezTo>
                    <a:pt x="96" y="3874"/>
                    <a:pt x="118" y="3851"/>
                    <a:pt x="118" y="3821"/>
                  </a:cubicBezTo>
                  <a:cubicBezTo>
                    <a:pt x="118" y="3821"/>
                    <a:pt x="96" y="14"/>
                    <a:pt x="59" y="14"/>
                  </a:cubicBezTo>
                  <a:cubicBezTo>
                    <a:pt x="59" y="14"/>
                    <a:pt x="56" y="0"/>
                    <a:pt x="54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37"/>
            <p:cNvSpPr/>
            <p:nvPr/>
          </p:nvSpPr>
          <p:spPr>
            <a:xfrm>
              <a:off x="4964539" y="4142524"/>
              <a:ext cx="61071" cy="49854"/>
            </a:xfrm>
            <a:custGeom>
              <a:avLst/>
              <a:gdLst/>
              <a:ahLst/>
              <a:cxnLst/>
              <a:rect l="l" t="t" r="r" b="b"/>
              <a:pathLst>
                <a:path w="735" h="600" extrusionOk="0">
                  <a:moveTo>
                    <a:pt x="0" y="0"/>
                  </a:moveTo>
                  <a:lnTo>
                    <a:pt x="0" y="0"/>
                  </a:lnTo>
                  <a:cubicBezTo>
                    <a:pt x="353" y="580"/>
                    <a:pt x="679" y="600"/>
                    <a:pt x="723" y="600"/>
                  </a:cubicBezTo>
                  <a:cubicBezTo>
                    <a:pt x="726" y="600"/>
                    <a:pt x="728" y="599"/>
                    <a:pt x="728" y="599"/>
                  </a:cubicBezTo>
                  <a:lnTo>
                    <a:pt x="735" y="511"/>
                  </a:lnTo>
                  <a:lnTo>
                    <a:pt x="735" y="511"/>
                  </a:lnTo>
                  <a:cubicBezTo>
                    <a:pt x="735" y="511"/>
                    <a:pt x="726" y="517"/>
                    <a:pt x="702" y="517"/>
                  </a:cubicBezTo>
                  <a:cubicBezTo>
                    <a:pt x="656" y="517"/>
                    <a:pt x="550" y="492"/>
                    <a:pt x="335" y="340"/>
                  </a:cubicBezTo>
                  <a:cubicBezTo>
                    <a:pt x="150" y="199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37"/>
            <p:cNvSpPr/>
            <p:nvPr/>
          </p:nvSpPr>
          <p:spPr>
            <a:xfrm>
              <a:off x="5025527" y="4128315"/>
              <a:ext cx="51848" cy="42459"/>
            </a:xfrm>
            <a:custGeom>
              <a:avLst/>
              <a:gdLst/>
              <a:ahLst/>
              <a:cxnLst/>
              <a:rect l="l" t="t" r="r" b="b"/>
              <a:pathLst>
                <a:path w="624" h="511" extrusionOk="0">
                  <a:moveTo>
                    <a:pt x="623" y="0"/>
                  </a:moveTo>
                  <a:cubicBezTo>
                    <a:pt x="623" y="0"/>
                    <a:pt x="497" y="178"/>
                    <a:pt x="342" y="289"/>
                  </a:cubicBezTo>
                  <a:cubicBezTo>
                    <a:pt x="156" y="421"/>
                    <a:pt x="67" y="444"/>
                    <a:pt x="28" y="444"/>
                  </a:cubicBezTo>
                  <a:cubicBezTo>
                    <a:pt x="8" y="444"/>
                    <a:pt x="1" y="438"/>
                    <a:pt x="1" y="438"/>
                  </a:cubicBezTo>
                  <a:lnTo>
                    <a:pt x="1" y="438"/>
                  </a:lnTo>
                  <a:lnTo>
                    <a:pt x="8" y="511"/>
                  </a:lnTo>
                  <a:cubicBezTo>
                    <a:pt x="8" y="511"/>
                    <a:pt x="9" y="511"/>
                    <a:pt x="11" y="511"/>
                  </a:cubicBezTo>
                  <a:cubicBezTo>
                    <a:pt x="42" y="511"/>
                    <a:pt x="323" y="497"/>
                    <a:pt x="623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37"/>
            <p:cNvSpPr/>
            <p:nvPr/>
          </p:nvSpPr>
          <p:spPr>
            <a:xfrm>
              <a:off x="4983732" y="4098153"/>
              <a:ext cx="41877" cy="33901"/>
            </a:xfrm>
            <a:custGeom>
              <a:avLst/>
              <a:gdLst/>
              <a:ahLst/>
              <a:cxnLst/>
              <a:rect l="l" t="t" r="r" b="b"/>
              <a:pathLst>
                <a:path w="504" h="408" extrusionOk="0">
                  <a:moveTo>
                    <a:pt x="1" y="1"/>
                  </a:moveTo>
                  <a:lnTo>
                    <a:pt x="1" y="1"/>
                  </a:lnTo>
                  <a:cubicBezTo>
                    <a:pt x="242" y="395"/>
                    <a:pt x="467" y="408"/>
                    <a:pt x="494" y="408"/>
                  </a:cubicBezTo>
                  <a:cubicBezTo>
                    <a:pt x="496" y="408"/>
                    <a:pt x="497" y="408"/>
                    <a:pt x="497" y="408"/>
                  </a:cubicBezTo>
                  <a:lnTo>
                    <a:pt x="504" y="347"/>
                  </a:lnTo>
                  <a:lnTo>
                    <a:pt x="504" y="347"/>
                  </a:lnTo>
                  <a:cubicBezTo>
                    <a:pt x="504" y="347"/>
                    <a:pt x="497" y="353"/>
                    <a:pt x="479" y="353"/>
                  </a:cubicBezTo>
                  <a:cubicBezTo>
                    <a:pt x="446" y="353"/>
                    <a:pt x="374" y="334"/>
                    <a:pt x="230" y="230"/>
                  </a:cubicBezTo>
                  <a:cubicBezTo>
                    <a:pt x="104" y="14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37"/>
            <p:cNvSpPr/>
            <p:nvPr/>
          </p:nvSpPr>
          <p:spPr>
            <a:xfrm>
              <a:off x="4520672" y="4091922"/>
              <a:ext cx="154049" cy="194763"/>
            </a:xfrm>
            <a:custGeom>
              <a:avLst/>
              <a:gdLst/>
              <a:ahLst/>
              <a:cxnLst/>
              <a:rect l="l" t="t" r="r" b="b"/>
              <a:pathLst>
                <a:path w="1854" h="2344" extrusionOk="0">
                  <a:moveTo>
                    <a:pt x="927" y="1"/>
                  </a:moveTo>
                  <a:cubicBezTo>
                    <a:pt x="527" y="1"/>
                    <a:pt x="194" y="326"/>
                    <a:pt x="194" y="734"/>
                  </a:cubicBezTo>
                  <a:cubicBezTo>
                    <a:pt x="194" y="764"/>
                    <a:pt x="201" y="801"/>
                    <a:pt x="208" y="831"/>
                  </a:cubicBezTo>
                  <a:cubicBezTo>
                    <a:pt x="75" y="993"/>
                    <a:pt x="0" y="1194"/>
                    <a:pt x="0" y="1417"/>
                  </a:cubicBezTo>
                  <a:cubicBezTo>
                    <a:pt x="0" y="1927"/>
                    <a:pt x="416" y="2343"/>
                    <a:pt x="927" y="2343"/>
                  </a:cubicBezTo>
                  <a:cubicBezTo>
                    <a:pt x="1439" y="2343"/>
                    <a:pt x="1853" y="1927"/>
                    <a:pt x="1853" y="1417"/>
                  </a:cubicBezTo>
                  <a:cubicBezTo>
                    <a:pt x="1853" y="1194"/>
                    <a:pt x="1772" y="993"/>
                    <a:pt x="1645" y="831"/>
                  </a:cubicBezTo>
                  <a:cubicBezTo>
                    <a:pt x="1652" y="801"/>
                    <a:pt x="1652" y="764"/>
                    <a:pt x="1652" y="734"/>
                  </a:cubicBezTo>
                  <a:cubicBezTo>
                    <a:pt x="1652" y="326"/>
                    <a:pt x="1327" y="1"/>
                    <a:pt x="92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37"/>
            <p:cNvSpPr/>
            <p:nvPr/>
          </p:nvSpPr>
          <p:spPr>
            <a:xfrm>
              <a:off x="4597032" y="4151497"/>
              <a:ext cx="7478" cy="231156"/>
            </a:xfrm>
            <a:custGeom>
              <a:avLst/>
              <a:gdLst/>
              <a:ahLst/>
              <a:cxnLst/>
              <a:rect l="l" t="t" r="r" b="b"/>
              <a:pathLst>
                <a:path w="90" h="2782" extrusionOk="0">
                  <a:moveTo>
                    <a:pt x="47" y="0"/>
                  </a:moveTo>
                  <a:cubicBezTo>
                    <a:pt x="46" y="0"/>
                    <a:pt x="45" y="2"/>
                    <a:pt x="45" y="10"/>
                  </a:cubicBezTo>
                  <a:lnTo>
                    <a:pt x="1" y="2738"/>
                  </a:lnTo>
                  <a:cubicBezTo>
                    <a:pt x="1" y="2759"/>
                    <a:pt x="22" y="2782"/>
                    <a:pt x="45" y="2782"/>
                  </a:cubicBezTo>
                  <a:lnTo>
                    <a:pt x="52" y="2782"/>
                  </a:lnTo>
                  <a:cubicBezTo>
                    <a:pt x="75" y="2782"/>
                    <a:pt x="90" y="2759"/>
                    <a:pt x="90" y="2738"/>
                  </a:cubicBezTo>
                  <a:cubicBezTo>
                    <a:pt x="90" y="2738"/>
                    <a:pt x="75" y="10"/>
                    <a:pt x="52" y="10"/>
                  </a:cubicBezTo>
                  <a:cubicBezTo>
                    <a:pt x="52" y="10"/>
                    <a:pt x="49" y="0"/>
                    <a:pt x="47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37"/>
            <p:cNvSpPr/>
            <p:nvPr/>
          </p:nvSpPr>
          <p:spPr>
            <a:xfrm>
              <a:off x="4556982" y="4207084"/>
              <a:ext cx="43872" cy="36393"/>
            </a:xfrm>
            <a:custGeom>
              <a:avLst/>
              <a:gdLst/>
              <a:ahLst/>
              <a:cxnLst/>
              <a:rect l="l" t="t" r="r" b="b"/>
              <a:pathLst>
                <a:path w="528" h="438" extrusionOk="0">
                  <a:moveTo>
                    <a:pt x="1" y="0"/>
                  </a:moveTo>
                  <a:cubicBezTo>
                    <a:pt x="266" y="431"/>
                    <a:pt x="505" y="438"/>
                    <a:pt x="519" y="438"/>
                  </a:cubicBezTo>
                  <a:cubicBezTo>
                    <a:pt x="520" y="438"/>
                    <a:pt x="520" y="438"/>
                    <a:pt x="520" y="438"/>
                  </a:cubicBezTo>
                  <a:lnTo>
                    <a:pt x="527" y="370"/>
                  </a:lnTo>
                  <a:lnTo>
                    <a:pt x="527" y="370"/>
                  </a:lnTo>
                  <a:cubicBezTo>
                    <a:pt x="527" y="370"/>
                    <a:pt x="521" y="375"/>
                    <a:pt x="504" y="375"/>
                  </a:cubicBezTo>
                  <a:cubicBezTo>
                    <a:pt x="470" y="375"/>
                    <a:pt x="396" y="356"/>
                    <a:pt x="246" y="246"/>
                  </a:cubicBezTo>
                  <a:cubicBezTo>
                    <a:pt x="104" y="14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37"/>
            <p:cNvSpPr/>
            <p:nvPr/>
          </p:nvSpPr>
          <p:spPr>
            <a:xfrm>
              <a:off x="4600771" y="4197197"/>
              <a:ext cx="37557" cy="30909"/>
            </a:xfrm>
            <a:custGeom>
              <a:avLst/>
              <a:gdLst/>
              <a:ahLst/>
              <a:cxnLst/>
              <a:rect l="l" t="t" r="r" b="b"/>
              <a:pathLst>
                <a:path w="452" h="372" extrusionOk="0">
                  <a:moveTo>
                    <a:pt x="452" y="0"/>
                  </a:moveTo>
                  <a:lnTo>
                    <a:pt x="452" y="0"/>
                  </a:lnTo>
                  <a:cubicBezTo>
                    <a:pt x="452" y="0"/>
                    <a:pt x="356" y="126"/>
                    <a:pt x="244" y="208"/>
                  </a:cubicBezTo>
                  <a:cubicBezTo>
                    <a:pt x="102" y="308"/>
                    <a:pt x="39" y="323"/>
                    <a:pt x="14" y="323"/>
                  </a:cubicBezTo>
                  <a:cubicBezTo>
                    <a:pt x="4" y="323"/>
                    <a:pt x="0" y="320"/>
                    <a:pt x="0" y="320"/>
                  </a:cubicBezTo>
                  <a:lnTo>
                    <a:pt x="0" y="320"/>
                  </a:lnTo>
                  <a:lnTo>
                    <a:pt x="7" y="372"/>
                  </a:lnTo>
                  <a:cubicBezTo>
                    <a:pt x="7" y="372"/>
                    <a:pt x="8" y="372"/>
                    <a:pt x="8" y="372"/>
                  </a:cubicBezTo>
                  <a:cubicBezTo>
                    <a:pt x="22" y="372"/>
                    <a:pt x="224" y="365"/>
                    <a:pt x="452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37"/>
            <p:cNvSpPr/>
            <p:nvPr/>
          </p:nvSpPr>
          <p:spPr>
            <a:xfrm>
              <a:off x="4570609" y="4175760"/>
              <a:ext cx="30245" cy="24595"/>
            </a:xfrm>
            <a:custGeom>
              <a:avLst/>
              <a:gdLst/>
              <a:ahLst/>
              <a:cxnLst/>
              <a:rect l="l" t="t" r="r" b="b"/>
              <a:pathLst>
                <a:path w="364" h="296" extrusionOk="0">
                  <a:moveTo>
                    <a:pt x="0" y="0"/>
                  </a:moveTo>
                  <a:cubicBezTo>
                    <a:pt x="184" y="289"/>
                    <a:pt x="348" y="295"/>
                    <a:pt x="362" y="295"/>
                  </a:cubicBezTo>
                  <a:cubicBezTo>
                    <a:pt x="363" y="295"/>
                    <a:pt x="363" y="295"/>
                    <a:pt x="363" y="295"/>
                  </a:cubicBezTo>
                  <a:lnTo>
                    <a:pt x="363" y="251"/>
                  </a:lnTo>
                  <a:cubicBezTo>
                    <a:pt x="363" y="251"/>
                    <a:pt x="359" y="254"/>
                    <a:pt x="347" y="254"/>
                  </a:cubicBezTo>
                  <a:cubicBezTo>
                    <a:pt x="325" y="254"/>
                    <a:pt x="274" y="241"/>
                    <a:pt x="171" y="162"/>
                  </a:cubicBezTo>
                  <a:cubicBezTo>
                    <a:pt x="73" y="9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37"/>
            <p:cNvSpPr/>
            <p:nvPr/>
          </p:nvSpPr>
          <p:spPr>
            <a:xfrm>
              <a:off x="4235590" y="4259348"/>
              <a:ext cx="302448" cy="125715"/>
            </a:xfrm>
            <a:custGeom>
              <a:avLst/>
              <a:gdLst/>
              <a:ahLst/>
              <a:cxnLst/>
              <a:rect l="l" t="t" r="r" b="b"/>
              <a:pathLst>
                <a:path w="3640" h="1513" extrusionOk="0">
                  <a:moveTo>
                    <a:pt x="1215" y="1"/>
                  </a:moveTo>
                  <a:cubicBezTo>
                    <a:pt x="801" y="1"/>
                    <a:pt x="469" y="335"/>
                    <a:pt x="469" y="750"/>
                  </a:cubicBezTo>
                  <a:lnTo>
                    <a:pt x="469" y="764"/>
                  </a:lnTo>
                  <a:cubicBezTo>
                    <a:pt x="438" y="757"/>
                    <a:pt x="408" y="750"/>
                    <a:pt x="380" y="750"/>
                  </a:cubicBezTo>
                  <a:cubicBezTo>
                    <a:pt x="172" y="750"/>
                    <a:pt x="1" y="920"/>
                    <a:pt x="1" y="1128"/>
                  </a:cubicBezTo>
                  <a:cubicBezTo>
                    <a:pt x="1" y="1335"/>
                    <a:pt x="172" y="1498"/>
                    <a:pt x="380" y="1498"/>
                  </a:cubicBezTo>
                  <a:lnTo>
                    <a:pt x="380" y="1512"/>
                  </a:lnTo>
                  <a:lnTo>
                    <a:pt x="3403" y="1512"/>
                  </a:lnTo>
                  <a:lnTo>
                    <a:pt x="3403" y="1498"/>
                  </a:lnTo>
                  <a:cubicBezTo>
                    <a:pt x="3536" y="1475"/>
                    <a:pt x="3639" y="1365"/>
                    <a:pt x="3639" y="1217"/>
                  </a:cubicBezTo>
                  <a:cubicBezTo>
                    <a:pt x="3639" y="1061"/>
                    <a:pt x="3513" y="934"/>
                    <a:pt x="3358" y="934"/>
                  </a:cubicBezTo>
                  <a:cubicBezTo>
                    <a:pt x="3291" y="934"/>
                    <a:pt x="3232" y="965"/>
                    <a:pt x="3181" y="1002"/>
                  </a:cubicBezTo>
                  <a:lnTo>
                    <a:pt x="3181" y="965"/>
                  </a:lnTo>
                  <a:cubicBezTo>
                    <a:pt x="3181" y="668"/>
                    <a:pt x="2942" y="424"/>
                    <a:pt x="2647" y="424"/>
                  </a:cubicBezTo>
                  <a:cubicBezTo>
                    <a:pt x="2476" y="424"/>
                    <a:pt x="2327" y="497"/>
                    <a:pt x="2224" y="623"/>
                  </a:cubicBezTo>
                  <a:cubicBezTo>
                    <a:pt x="2186" y="609"/>
                    <a:pt x="2149" y="602"/>
                    <a:pt x="2114" y="602"/>
                  </a:cubicBezTo>
                  <a:cubicBezTo>
                    <a:pt x="2053" y="602"/>
                    <a:pt x="2001" y="616"/>
                    <a:pt x="1957" y="639"/>
                  </a:cubicBezTo>
                  <a:cubicBezTo>
                    <a:pt x="1898" y="275"/>
                    <a:pt x="1594" y="1"/>
                    <a:pt x="1215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37"/>
            <p:cNvSpPr/>
            <p:nvPr/>
          </p:nvSpPr>
          <p:spPr>
            <a:xfrm>
              <a:off x="4273147" y="4263087"/>
              <a:ext cx="41296" cy="59742"/>
            </a:xfrm>
            <a:custGeom>
              <a:avLst/>
              <a:gdLst/>
              <a:ahLst/>
              <a:cxnLst/>
              <a:rect l="l" t="t" r="r" b="b"/>
              <a:pathLst>
                <a:path w="497" h="719" extrusionOk="0">
                  <a:moveTo>
                    <a:pt x="497" y="0"/>
                  </a:moveTo>
                  <a:lnTo>
                    <a:pt x="497" y="0"/>
                  </a:lnTo>
                  <a:cubicBezTo>
                    <a:pt x="209" y="82"/>
                    <a:pt x="1" y="349"/>
                    <a:pt x="1" y="667"/>
                  </a:cubicBezTo>
                  <a:lnTo>
                    <a:pt x="1" y="712"/>
                  </a:lnTo>
                  <a:cubicBezTo>
                    <a:pt x="8" y="712"/>
                    <a:pt x="8" y="712"/>
                    <a:pt x="17" y="719"/>
                  </a:cubicBezTo>
                  <a:lnTo>
                    <a:pt x="17" y="705"/>
                  </a:lnTo>
                  <a:cubicBezTo>
                    <a:pt x="17" y="386"/>
                    <a:pt x="216" y="112"/>
                    <a:pt x="497" y="0"/>
                  </a:cubicBezTo>
                  <a:close/>
                </a:path>
              </a:pathLst>
            </a:custGeom>
            <a:solidFill>
              <a:srgbClr val="959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37"/>
            <p:cNvSpPr/>
            <p:nvPr/>
          </p:nvSpPr>
          <p:spPr>
            <a:xfrm>
              <a:off x="4273147" y="4261259"/>
              <a:ext cx="56834" cy="114083"/>
            </a:xfrm>
            <a:custGeom>
              <a:avLst/>
              <a:gdLst/>
              <a:ahLst/>
              <a:cxnLst/>
              <a:rect l="l" t="t" r="r" b="b"/>
              <a:pathLst>
                <a:path w="684" h="1373" extrusionOk="0">
                  <a:moveTo>
                    <a:pt x="683" y="1"/>
                  </a:moveTo>
                  <a:cubicBezTo>
                    <a:pt x="623" y="1"/>
                    <a:pt x="557" y="8"/>
                    <a:pt x="497" y="22"/>
                  </a:cubicBezTo>
                  <a:cubicBezTo>
                    <a:pt x="216" y="134"/>
                    <a:pt x="17" y="408"/>
                    <a:pt x="17" y="727"/>
                  </a:cubicBezTo>
                  <a:lnTo>
                    <a:pt x="17" y="741"/>
                  </a:lnTo>
                  <a:cubicBezTo>
                    <a:pt x="8" y="734"/>
                    <a:pt x="8" y="734"/>
                    <a:pt x="1" y="734"/>
                  </a:cubicBezTo>
                  <a:cubicBezTo>
                    <a:pt x="24" y="1089"/>
                    <a:pt x="319" y="1372"/>
                    <a:pt x="683" y="1372"/>
                  </a:cubicBezTo>
                  <a:cubicBezTo>
                    <a:pt x="683" y="1372"/>
                    <a:pt x="290" y="1246"/>
                    <a:pt x="260" y="689"/>
                  </a:cubicBezTo>
                  <a:cubicBezTo>
                    <a:pt x="230" y="179"/>
                    <a:pt x="683" y="1"/>
                    <a:pt x="683" y="1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37"/>
            <p:cNvSpPr/>
            <p:nvPr/>
          </p:nvSpPr>
          <p:spPr>
            <a:xfrm>
              <a:off x="4382161" y="4309950"/>
              <a:ext cx="59825" cy="30162"/>
            </a:xfrm>
            <a:custGeom>
              <a:avLst/>
              <a:gdLst/>
              <a:ahLst/>
              <a:cxnLst/>
              <a:rect l="l" t="t" r="r" b="b"/>
              <a:pathLst>
                <a:path w="720" h="363" extrusionOk="0">
                  <a:moveTo>
                    <a:pt x="357" y="0"/>
                  </a:moveTo>
                  <a:cubicBezTo>
                    <a:pt x="163" y="7"/>
                    <a:pt x="1" y="171"/>
                    <a:pt x="8" y="363"/>
                  </a:cubicBezTo>
                  <a:cubicBezTo>
                    <a:pt x="8" y="363"/>
                    <a:pt x="67" y="164"/>
                    <a:pt x="357" y="141"/>
                  </a:cubicBezTo>
                  <a:lnTo>
                    <a:pt x="385" y="141"/>
                  </a:lnTo>
                  <a:cubicBezTo>
                    <a:pt x="630" y="141"/>
                    <a:pt x="719" y="356"/>
                    <a:pt x="719" y="356"/>
                  </a:cubicBezTo>
                  <a:cubicBezTo>
                    <a:pt x="719" y="164"/>
                    <a:pt x="556" y="0"/>
                    <a:pt x="364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37"/>
            <p:cNvSpPr/>
            <p:nvPr/>
          </p:nvSpPr>
          <p:spPr>
            <a:xfrm>
              <a:off x="5192371" y="3780002"/>
              <a:ext cx="98046" cy="42958"/>
            </a:xfrm>
            <a:custGeom>
              <a:avLst/>
              <a:gdLst/>
              <a:ahLst/>
              <a:cxnLst/>
              <a:rect l="l" t="t" r="r" b="b"/>
              <a:pathLst>
                <a:path w="1180" h="517" extrusionOk="0">
                  <a:moveTo>
                    <a:pt x="1026" y="0"/>
                  </a:moveTo>
                  <a:cubicBezTo>
                    <a:pt x="950" y="0"/>
                    <a:pt x="859" y="34"/>
                    <a:pt x="771" y="102"/>
                  </a:cubicBezTo>
                  <a:cubicBezTo>
                    <a:pt x="698" y="154"/>
                    <a:pt x="637" y="228"/>
                    <a:pt x="609" y="294"/>
                  </a:cubicBezTo>
                  <a:cubicBezTo>
                    <a:pt x="548" y="250"/>
                    <a:pt x="468" y="220"/>
                    <a:pt x="380" y="205"/>
                  </a:cubicBezTo>
                  <a:cubicBezTo>
                    <a:pt x="346" y="200"/>
                    <a:pt x="315" y="198"/>
                    <a:pt x="285" y="198"/>
                  </a:cubicBezTo>
                  <a:cubicBezTo>
                    <a:pt x="128" y="198"/>
                    <a:pt x="20" y="263"/>
                    <a:pt x="1" y="369"/>
                  </a:cubicBezTo>
                  <a:cubicBezTo>
                    <a:pt x="1" y="369"/>
                    <a:pt x="44" y="287"/>
                    <a:pt x="248" y="287"/>
                  </a:cubicBezTo>
                  <a:cubicBezTo>
                    <a:pt x="282" y="287"/>
                    <a:pt x="320" y="289"/>
                    <a:pt x="364" y="294"/>
                  </a:cubicBezTo>
                  <a:cubicBezTo>
                    <a:pt x="460" y="301"/>
                    <a:pt x="534" y="332"/>
                    <a:pt x="586" y="362"/>
                  </a:cubicBezTo>
                  <a:lnTo>
                    <a:pt x="579" y="517"/>
                  </a:lnTo>
                  <a:lnTo>
                    <a:pt x="653" y="502"/>
                  </a:lnTo>
                  <a:lnTo>
                    <a:pt x="742" y="479"/>
                  </a:lnTo>
                  <a:lnTo>
                    <a:pt x="661" y="346"/>
                  </a:lnTo>
                  <a:cubicBezTo>
                    <a:pt x="698" y="294"/>
                    <a:pt x="742" y="236"/>
                    <a:pt x="824" y="168"/>
                  </a:cubicBezTo>
                  <a:cubicBezTo>
                    <a:pt x="938" y="77"/>
                    <a:pt x="1032" y="56"/>
                    <a:pt x="1094" y="56"/>
                  </a:cubicBezTo>
                  <a:cubicBezTo>
                    <a:pt x="1149" y="56"/>
                    <a:pt x="1180" y="72"/>
                    <a:pt x="1180" y="72"/>
                  </a:cubicBezTo>
                  <a:cubicBezTo>
                    <a:pt x="1145" y="25"/>
                    <a:pt x="1091" y="0"/>
                    <a:pt x="1026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37"/>
            <p:cNvSpPr/>
            <p:nvPr/>
          </p:nvSpPr>
          <p:spPr>
            <a:xfrm>
              <a:off x="4806824" y="3215603"/>
              <a:ext cx="152272" cy="73749"/>
            </a:xfrm>
            <a:custGeom>
              <a:avLst/>
              <a:gdLst/>
              <a:ahLst/>
              <a:cxnLst/>
              <a:rect l="l" t="t" r="r" b="b"/>
              <a:pathLst>
                <a:path w="993" h="481" extrusionOk="0">
                  <a:moveTo>
                    <a:pt x="851" y="0"/>
                  </a:moveTo>
                  <a:cubicBezTo>
                    <a:pt x="787" y="0"/>
                    <a:pt x="715" y="30"/>
                    <a:pt x="644" y="89"/>
                  </a:cubicBezTo>
                  <a:cubicBezTo>
                    <a:pt x="578" y="141"/>
                    <a:pt x="534" y="207"/>
                    <a:pt x="511" y="267"/>
                  </a:cubicBezTo>
                  <a:cubicBezTo>
                    <a:pt x="459" y="230"/>
                    <a:pt x="394" y="192"/>
                    <a:pt x="312" y="178"/>
                  </a:cubicBezTo>
                  <a:cubicBezTo>
                    <a:pt x="281" y="173"/>
                    <a:pt x="251" y="170"/>
                    <a:pt x="224" y="170"/>
                  </a:cubicBezTo>
                  <a:cubicBezTo>
                    <a:pt x="93" y="170"/>
                    <a:pt x="6" y="227"/>
                    <a:pt x="1" y="326"/>
                  </a:cubicBezTo>
                  <a:cubicBezTo>
                    <a:pt x="1" y="326"/>
                    <a:pt x="33" y="251"/>
                    <a:pt x="203" y="251"/>
                  </a:cubicBezTo>
                  <a:cubicBezTo>
                    <a:pt x="233" y="251"/>
                    <a:pt x="266" y="253"/>
                    <a:pt x="305" y="258"/>
                  </a:cubicBezTo>
                  <a:cubicBezTo>
                    <a:pt x="386" y="274"/>
                    <a:pt x="445" y="303"/>
                    <a:pt x="490" y="333"/>
                  </a:cubicBezTo>
                  <a:lnTo>
                    <a:pt x="490" y="480"/>
                  </a:lnTo>
                  <a:lnTo>
                    <a:pt x="555" y="466"/>
                  </a:lnTo>
                  <a:lnTo>
                    <a:pt x="630" y="452"/>
                  </a:lnTo>
                  <a:lnTo>
                    <a:pt x="555" y="319"/>
                  </a:lnTo>
                  <a:cubicBezTo>
                    <a:pt x="586" y="274"/>
                    <a:pt x="623" y="214"/>
                    <a:pt x="689" y="162"/>
                  </a:cubicBezTo>
                  <a:cubicBezTo>
                    <a:pt x="782" y="77"/>
                    <a:pt x="862" y="57"/>
                    <a:pt x="916" y="57"/>
                  </a:cubicBezTo>
                  <a:cubicBezTo>
                    <a:pt x="964" y="57"/>
                    <a:pt x="993" y="73"/>
                    <a:pt x="993" y="73"/>
                  </a:cubicBezTo>
                  <a:cubicBezTo>
                    <a:pt x="958" y="24"/>
                    <a:pt x="908" y="0"/>
                    <a:pt x="851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37"/>
            <p:cNvSpPr/>
            <p:nvPr/>
          </p:nvSpPr>
          <p:spPr>
            <a:xfrm>
              <a:off x="4614314" y="3649467"/>
              <a:ext cx="49937" cy="21437"/>
            </a:xfrm>
            <a:custGeom>
              <a:avLst/>
              <a:gdLst/>
              <a:ahLst/>
              <a:cxnLst/>
              <a:rect l="l" t="t" r="r" b="b"/>
              <a:pathLst>
                <a:path w="601" h="258" extrusionOk="0">
                  <a:moveTo>
                    <a:pt x="520" y="1"/>
                  </a:moveTo>
                  <a:cubicBezTo>
                    <a:pt x="482" y="1"/>
                    <a:pt x="437" y="17"/>
                    <a:pt x="392" y="50"/>
                  </a:cubicBezTo>
                  <a:cubicBezTo>
                    <a:pt x="348" y="80"/>
                    <a:pt x="326" y="110"/>
                    <a:pt x="303" y="146"/>
                  </a:cubicBezTo>
                  <a:cubicBezTo>
                    <a:pt x="275" y="124"/>
                    <a:pt x="237" y="110"/>
                    <a:pt x="193" y="101"/>
                  </a:cubicBezTo>
                  <a:cubicBezTo>
                    <a:pt x="178" y="99"/>
                    <a:pt x="164" y="98"/>
                    <a:pt x="150" y="98"/>
                  </a:cubicBezTo>
                  <a:cubicBezTo>
                    <a:pt x="68" y="98"/>
                    <a:pt x="7" y="133"/>
                    <a:pt x="1" y="183"/>
                  </a:cubicBezTo>
                  <a:cubicBezTo>
                    <a:pt x="1" y="183"/>
                    <a:pt x="23" y="143"/>
                    <a:pt x="134" y="143"/>
                  </a:cubicBezTo>
                  <a:cubicBezTo>
                    <a:pt x="150" y="143"/>
                    <a:pt x="167" y="144"/>
                    <a:pt x="186" y="146"/>
                  </a:cubicBezTo>
                  <a:cubicBezTo>
                    <a:pt x="230" y="146"/>
                    <a:pt x="268" y="162"/>
                    <a:pt x="296" y="176"/>
                  </a:cubicBezTo>
                  <a:lnTo>
                    <a:pt x="289" y="258"/>
                  </a:lnTo>
                  <a:lnTo>
                    <a:pt x="333" y="243"/>
                  </a:lnTo>
                  <a:lnTo>
                    <a:pt x="378" y="234"/>
                  </a:lnTo>
                  <a:lnTo>
                    <a:pt x="333" y="169"/>
                  </a:lnTo>
                  <a:cubicBezTo>
                    <a:pt x="348" y="146"/>
                    <a:pt x="378" y="117"/>
                    <a:pt x="415" y="87"/>
                  </a:cubicBezTo>
                  <a:cubicBezTo>
                    <a:pt x="475" y="39"/>
                    <a:pt x="524" y="28"/>
                    <a:pt x="557" y="28"/>
                  </a:cubicBezTo>
                  <a:cubicBezTo>
                    <a:pt x="585" y="28"/>
                    <a:pt x="600" y="35"/>
                    <a:pt x="600" y="35"/>
                  </a:cubicBezTo>
                  <a:cubicBezTo>
                    <a:pt x="580" y="12"/>
                    <a:pt x="552" y="1"/>
                    <a:pt x="520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37"/>
            <p:cNvSpPr/>
            <p:nvPr/>
          </p:nvSpPr>
          <p:spPr>
            <a:xfrm>
              <a:off x="4273158" y="3783825"/>
              <a:ext cx="124976" cy="53510"/>
            </a:xfrm>
            <a:custGeom>
              <a:avLst/>
              <a:gdLst/>
              <a:ahLst/>
              <a:cxnLst/>
              <a:rect l="l" t="t" r="r" b="b"/>
              <a:pathLst>
                <a:path w="815" h="349" extrusionOk="0">
                  <a:moveTo>
                    <a:pt x="712" y="1"/>
                  </a:moveTo>
                  <a:cubicBezTo>
                    <a:pt x="659" y="1"/>
                    <a:pt x="596" y="23"/>
                    <a:pt x="534" y="68"/>
                  </a:cubicBezTo>
                  <a:cubicBezTo>
                    <a:pt x="482" y="105"/>
                    <a:pt x="445" y="157"/>
                    <a:pt x="424" y="201"/>
                  </a:cubicBezTo>
                  <a:cubicBezTo>
                    <a:pt x="379" y="171"/>
                    <a:pt x="326" y="150"/>
                    <a:pt x="260" y="143"/>
                  </a:cubicBezTo>
                  <a:cubicBezTo>
                    <a:pt x="237" y="139"/>
                    <a:pt x="215" y="137"/>
                    <a:pt x="194" y="137"/>
                  </a:cubicBezTo>
                  <a:cubicBezTo>
                    <a:pt x="88" y="137"/>
                    <a:pt x="12" y="184"/>
                    <a:pt x="0" y="253"/>
                  </a:cubicBezTo>
                  <a:cubicBezTo>
                    <a:pt x="0" y="253"/>
                    <a:pt x="28" y="197"/>
                    <a:pt x="176" y="197"/>
                  </a:cubicBezTo>
                  <a:cubicBezTo>
                    <a:pt x="198" y="197"/>
                    <a:pt x="224" y="198"/>
                    <a:pt x="253" y="201"/>
                  </a:cubicBezTo>
                  <a:cubicBezTo>
                    <a:pt x="319" y="209"/>
                    <a:pt x="370" y="223"/>
                    <a:pt x="400" y="246"/>
                  </a:cubicBezTo>
                  <a:lnTo>
                    <a:pt x="400" y="349"/>
                  </a:lnTo>
                  <a:lnTo>
                    <a:pt x="452" y="342"/>
                  </a:lnTo>
                  <a:lnTo>
                    <a:pt x="512" y="328"/>
                  </a:lnTo>
                  <a:lnTo>
                    <a:pt x="459" y="232"/>
                  </a:lnTo>
                  <a:cubicBezTo>
                    <a:pt x="482" y="201"/>
                    <a:pt x="512" y="157"/>
                    <a:pt x="571" y="120"/>
                  </a:cubicBezTo>
                  <a:cubicBezTo>
                    <a:pt x="656" y="51"/>
                    <a:pt x="723" y="37"/>
                    <a:pt x="766" y="37"/>
                  </a:cubicBezTo>
                  <a:cubicBezTo>
                    <a:pt x="797" y="37"/>
                    <a:pt x="815" y="45"/>
                    <a:pt x="815" y="45"/>
                  </a:cubicBezTo>
                  <a:cubicBezTo>
                    <a:pt x="792" y="15"/>
                    <a:pt x="755" y="1"/>
                    <a:pt x="712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37"/>
            <p:cNvSpPr/>
            <p:nvPr/>
          </p:nvSpPr>
          <p:spPr>
            <a:xfrm>
              <a:off x="5244136" y="3707630"/>
              <a:ext cx="36393" cy="15621"/>
            </a:xfrm>
            <a:custGeom>
              <a:avLst/>
              <a:gdLst/>
              <a:ahLst/>
              <a:cxnLst/>
              <a:rect l="l" t="t" r="r" b="b"/>
              <a:pathLst>
                <a:path w="438" h="188" extrusionOk="0">
                  <a:moveTo>
                    <a:pt x="385" y="1"/>
                  </a:moveTo>
                  <a:cubicBezTo>
                    <a:pt x="357" y="1"/>
                    <a:pt x="324" y="14"/>
                    <a:pt x="290" y="40"/>
                  </a:cubicBezTo>
                  <a:cubicBezTo>
                    <a:pt x="260" y="54"/>
                    <a:pt x="237" y="84"/>
                    <a:pt x="230" y="105"/>
                  </a:cubicBezTo>
                  <a:cubicBezTo>
                    <a:pt x="208" y="91"/>
                    <a:pt x="178" y="77"/>
                    <a:pt x="141" y="77"/>
                  </a:cubicBezTo>
                  <a:cubicBezTo>
                    <a:pt x="127" y="74"/>
                    <a:pt x="114" y="73"/>
                    <a:pt x="102" y="73"/>
                  </a:cubicBezTo>
                  <a:cubicBezTo>
                    <a:pt x="47" y="73"/>
                    <a:pt x="6" y="99"/>
                    <a:pt x="0" y="136"/>
                  </a:cubicBezTo>
                  <a:cubicBezTo>
                    <a:pt x="0" y="136"/>
                    <a:pt x="17" y="103"/>
                    <a:pt x="93" y="103"/>
                  </a:cubicBezTo>
                  <a:cubicBezTo>
                    <a:pt x="105" y="103"/>
                    <a:pt x="118" y="103"/>
                    <a:pt x="134" y="105"/>
                  </a:cubicBezTo>
                  <a:cubicBezTo>
                    <a:pt x="171" y="105"/>
                    <a:pt x="201" y="121"/>
                    <a:pt x="215" y="128"/>
                  </a:cubicBezTo>
                  <a:lnTo>
                    <a:pt x="215" y="187"/>
                  </a:lnTo>
                  <a:lnTo>
                    <a:pt x="246" y="180"/>
                  </a:lnTo>
                  <a:lnTo>
                    <a:pt x="274" y="173"/>
                  </a:lnTo>
                  <a:lnTo>
                    <a:pt x="246" y="121"/>
                  </a:lnTo>
                  <a:cubicBezTo>
                    <a:pt x="260" y="105"/>
                    <a:pt x="274" y="84"/>
                    <a:pt x="304" y="61"/>
                  </a:cubicBezTo>
                  <a:cubicBezTo>
                    <a:pt x="348" y="26"/>
                    <a:pt x="383" y="17"/>
                    <a:pt x="406" y="17"/>
                  </a:cubicBezTo>
                  <a:cubicBezTo>
                    <a:pt x="427" y="17"/>
                    <a:pt x="438" y="24"/>
                    <a:pt x="438" y="24"/>
                  </a:cubicBezTo>
                  <a:cubicBezTo>
                    <a:pt x="425" y="8"/>
                    <a:pt x="407" y="1"/>
                    <a:pt x="385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37"/>
            <p:cNvSpPr/>
            <p:nvPr/>
          </p:nvSpPr>
          <p:spPr>
            <a:xfrm>
              <a:off x="5952811" y="4309285"/>
              <a:ext cx="193932" cy="80763"/>
            </a:xfrm>
            <a:custGeom>
              <a:avLst/>
              <a:gdLst/>
              <a:ahLst/>
              <a:cxnLst/>
              <a:rect l="l" t="t" r="r" b="b"/>
              <a:pathLst>
                <a:path w="2334" h="972" extrusionOk="0">
                  <a:moveTo>
                    <a:pt x="777" y="1"/>
                  </a:moveTo>
                  <a:cubicBezTo>
                    <a:pt x="511" y="1"/>
                    <a:pt x="297" y="216"/>
                    <a:pt x="297" y="474"/>
                  </a:cubicBezTo>
                  <a:lnTo>
                    <a:pt x="297" y="483"/>
                  </a:lnTo>
                  <a:cubicBezTo>
                    <a:pt x="281" y="483"/>
                    <a:pt x="260" y="474"/>
                    <a:pt x="244" y="474"/>
                  </a:cubicBezTo>
                  <a:cubicBezTo>
                    <a:pt x="110" y="474"/>
                    <a:pt x="0" y="586"/>
                    <a:pt x="0" y="719"/>
                  </a:cubicBezTo>
                  <a:cubicBezTo>
                    <a:pt x="0" y="853"/>
                    <a:pt x="110" y="956"/>
                    <a:pt x="244" y="956"/>
                  </a:cubicBezTo>
                  <a:lnTo>
                    <a:pt x="244" y="972"/>
                  </a:lnTo>
                  <a:lnTo>
                    <a:pt x="2179" y="972"/>
                  </a:lnTo>
                  <a:lnTo>
                    <a:pt x="2179" y="956"/>
                  </a:lnTo>
                  <a:cubicBezTo>
                    <a:pt x="2268" y="949"/>
                    <a:pt x="2333" y="867"/>
                    <a:pt x="2333" y="778"/>
                  </a:cubicBezTo>
                  <a:cubicBezTo>
                    <a:pt x="2333" y="682"/>
                    <a:pt x="2253" y="600"/>
                    <a:pt x="2156" y="600"/>
                  </a:cubicBezTo>
                  <a:cubicBezTo>
                    <a:pt x="2111" y="600"/>
                    <a:pt x="2076" y="616"/>
                    <a:pt x="2038" y="638"/>
                  </a:cubicBezTo>
                  <a:lnTo>
                    <a:pt x="2038" y="616"/>
                  </a:lnTo>
                  <a:cubicBezTo>
                    <a:pt x="2038" y="422"/>
                    <a:pt x="1889" y="268"/>
                    <a:pt x="1697" y="268"/>
                  </a:cubicBezTo>
                  <a:cubicBezTo>
                    <a:pt x="1587" y="268"/>
                    <a:pt x="1489" y="319"/>
                    <a:pt x="1430" y="394"/>
                  </a:cubicBezTo>
                  <a:cubicBezTo>
                    <a:pt x="1409" y="385"/>
                    <a:pt x="1378" y="385"/>
                    <a:pt x="1355" y="385"/>
                  </a:cubicBezTo>
                  <a:cubicBezTo>
                    <a:pt x="1320" y="385"/>
                    <a:pt x="1282" y="394"/>
                    <a:pt x="1252" y="408"/>
                  </a:cubicBezTo>
                  <a:cubicBezTo>
                    <a:pt x="1222" y="172"/>
                    <a:pt x="1023" y="1"/>
                    <a:pt x="77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37"/>
            <p:cNvSpPr/>
            <p:nvPr/>
          </p:nvSpPr>
          <p:spPr>
            <a:xfrm>
              <a:off x="5976741" y="4309950"/>
              <a:ext cx="36393" cy="73368"/>
            </a:xfrm>
            <a:custGeom>
              <a:avLst/>
              <a:gdLst/>
              <a:ahLst/>
              <a:cxnLst/>
              <a:rect l="l" t="t" r="r" b="b"/>
              <a:pathLst>
                <a:path w="438" h="883" extrusionOk="0">
                  <a:moveTo>
                    <a:pt x="438" y="0"/>
                  </a:moveTo>
                  <a:cubicBezTo>
                    <a:pt x="201" y="0"/>
                    <a:pt x="0" y="199"/>
                    <a:pt x="0" y="445"/>
                  </a:cubicBezTo>
                  <a:cubicBezTo>
                    <a:pt x="0" y="688"/>
                    <a:pt x="201" y="882"/>
                    <a:pt x="438" y="882"/>
                  </a:cubicBezTo>
                  <a:cubicBezTo>
                    <a:pt x="438" y="882"/>
                    <a:pt x="187" y="800"/>
                    <a:pt x="171" y="445"/>
                  </a:cubicBezTo>
                  <a:cubicBezTo>
                    <a:pt x="150" y="119"/>
                    <a:pt x="438" y="0"/>
                    <a:pt x="438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37"/>
            <p:cNvSpPr/>
            <p:nvPr/>
          </p:nvSpPr>
          <p:spPr>
            <a:xfrm>
              <a:off x="6046952" y="4341275"/>
              <a:ext cx="38304" cy="19859"/>
            </a:xfrm>
            <a:custGeom>
              <a:avLst/>
              <a:gdLst/>
              <a:ahLst/>
              <a:cxnLst/>
              <a:rect l="l" t="t" r="r" b="b"/>
              <a:pathLst>
                <a:path w="461" h="239" extrusionOk="0">
                  <a:moveTo>
                    <a:pt x="231" y="0"/>
                  </a:moveTo>
                  <a:cubicBezTo>
                    <a:pt x="105" y="9"/>
                    <a:pt x="0" y="112"/>
                    <a:pt x="0" y="238"/>
                  </a:cubicBezTo>
                  <a:cubicBezTo>
                    <a:pt x="0" y="238"/>
                    <a:pt x="37" y="105"/>
                    <a:pt x="231" y="89"/>
                  </a:cubicBezTo>
                  <a:cubicBezTo>
                    <a:pt x="235" y="89"/>
                    <a:pt x="239" y="89"/>
                    <a:pt x="243" y="89"/>
                  </a:cubicBezTo>
                  <a:cubicBezTo>
                    <a:pt x="403" y="89"/>
                    <a:pt x="461" y="231"/>
                    <a:pt x="461" y="231"/>
                  </a:cubicBezTo>
                  <a:cubicBezTo>
                    <a:pt x="461" y="105"/>
                    <a:pt x="356" y="0"/>
                    <a:pt x="231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37"/>
            <p:cNvSpPr/>
            <p:nvPr/>
          </p:nvSpPr>
          <p:spPr>
            <a:xfrm>
              <a:off x="4741691" y="4301890"/>
              <a:ext cx="200164" cy="83173"/>
            </a:xfrm>
            <a:custGeom>
              <a:avLst/>
              <a:gdLst/>
              <a:ahLst/>
              <a:cxnLst/>
              <a:rect l="l" t="t" r="r" b="b"/>
              <a:pathLst>
                <a:path w="2409" h="1001" extrusionOk="0">
                  <a:moveTo>
                    <a:pt x="1608" y="1"/>
                  </a:moveTo>
                  <a:cubicBezTo>
                    <a:pt x="1358" y="1"/>
                    <a:pt x="1150" y="186"/>
                    <a:pt x="1119" y="422"/>
                  </a:cubicBezTo>
                  <a:cubicBezTo>
                    <a:pt x="1082" y="408"/>
                    <a:pt x="1054" y="401"/>
                    <a:pt x="1016" y="401"/>
                  </a:cubicBezTo>
                  <a:cubicBezTo>
                    <a:pt x="986" y="401"/>
                    <a:pt x="965" y="401"/>
                    <a:pt x="934" y="408"/>
                  </a:cubicBezTo>
                  <a:cubicBezTo>
                    <a:pt x="876" y="334"/>
                    <a:pt x="771" y="282"/>
                    <a:pt x="660" y="282"/>
                  </a:cubicBezTo>
                  <a:cubicBezTo>
                    <a:pt x="468" y="282"/>
                    <a:pt x="305" y="438"/>
                    <a:pt x="305" y="638"/>
                  </a:cubicBezTo>
                  <a:lnTo>
                    <a:pt x="305" y="661"/>
                  </a:lnTo>
                  <a:cubicBezTo>
                    <a:pt x="275" y="638"/>
                    <a:pt x="230" y="623"/>
                    <a:pt x="186" y="623"/>
                  </a:cubicBezTo>
                  <a:cubicBezTo>
                    <a:pt x="83" y="623"/>
                    <a:pt x="1" y="705"/>
                    <a:pt x="1" y="808"/>
                  </a:cubicBezTo>
                  <a:cubicBezTo>
                    <a:pt x="1" y="904"/>
                    <a:pt x="68" y="979"/>
                    <a:pt x="164" y="993"/>
                  </a:cubicBezTo>
                  <a:lnTo>
                    <a:pt x="164" y="1000"/>
                  </a:lnTo>
                  <a:lnTo>
                    <a:pt x="2165" y="1000"/>
                  </a:lnTo>
                  <a:lnTo>
                    <a:pt x="2165" y="993"/>
                  </a:lnTo>
                  <a:cubicBezTo>
                    <a:pt x="2298" y="993"/>
                    <a:pt x="2409" y="883"/>
                    <a:pt x="2409" y="750"/>
                  </a:cubicBezTo>
                  <a:cubicBezTo>
                    <a:pt x="2409" y="607"/>
                    <a:pt x="2298" y="497"/>
                    <a:pt x="2165" y="497"/>
                  </a:cubicBezTo>
                  <a:cubicBezTo>
                    <a:pt x="2142" y="497"/>
                    <a:pt x="2121" y="497"/>
                    <a:pt x="2105" y="504"/>
                  </a:cubicBezTo>
                  <a:lnTo>
                    <a:pt x="2105" y="497"/>
                  </a:lnTo>
                  <a:cubicBezTo>
                    <a:pt x="2105" y="223"/>
                    <a:pt x="1882" y="1"/>
                    <a:pt x="1608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37"/>
            <p:cNvSpPr/>
            <p:nvPr/>
          </p:nvSpPr>
          <p:spPr>
            <a:xfrm>
              <a:off x="4889508" y="4304300"/>
              <a:ext cx="27835" cy="39551"/>
            </a:xfrm>
            <a:custGeom>
              <a:avLst/>
              <a:gdLst/>
              <a:ahLst/>
              <a:cxnLst/>
              <a:rect l="l" t="t" r="r" b="b"/>
              <a:pathLst>
                <a:path w="335" h="476" extrusionOk="0">
                  <a:moveTo>
                    <a:pt x="0" y="0"/>
                  </a:moveTo>
                  <a:lnTo>
                    <a:pt x="0" y="0"/>
                  </a:lnTo>
                  <a:cubicBezTo>
                    <a:pt x="192" y="75"/>
                    <a:pt x="326" y="253"/>
                    <a:pt x="326" y="468"/>
                  </a:cubicBezTo>
                  <a:lnTo>
                    <a:pt x="326" y="475"/>
                  </a:lnTo>
                  <a:lnTo>
                    <a:pt x="334" y="475"/>
                  </a:lnTo>
                  <a:lnTo>
                    <a:pt x="334" y="438"/>
                  </a:lnTo>
                  <a:cubicBezTo>
                    <a:pt x="334" y="232"/>
                    <a:pt x="192" y="61"/>
                    <a:pt x="0" y="0"/>
                  </a:cubicBezTo>
                  <a:close/>
                </a:path>
              </a:pathLst>
            </a:custGeom>
            <a:solidFill>
              <a:srgbClr val="EDE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37"/>
            <p:cNvSpPr/>
            <p:nvPr/>
          </p:nvSpPr>
          <p:spPr>
            <a:xfrm>
              <a:off x="4879538" y="4303136"/>
              <a:ext cx="37806" cy="75861"/>
            </a:xfrm>
            <a:custGeom>
              <a:avLst/>
              <a:gdLst/>
              <a:ahLst/>
              <a:cxnLst/>
              <a:rect l="l" t="t" r="r" b="b"/>
              <a:pathLst>
                <a:path w="455" h="913" extrusionOk="0">
                  <a:moveTo>
                    <a:pt x="1" y="0"/>
                  </a:moveTo>
                  <a:cubicBezTo>
                    <a:pt x="1" y="0"/>
                    <a:pt x="298" y="119"/>
                    <a:pt x="284" y="452"/>
                  </a:cubicBezTo>
                  <a:cubicBezTo>
                    <a:pt x="261" y="824"/>
                    <a:pt x="1" y="913"/>
                    <a:pt x="1" y="913"/>
                  </a:cubicBezTo>
                  <a:cubicBezTo>
                    <a:pt x="239" y="913"/>
                    <a:pt x="438" y="719"/>
                    <a:pt x="454" y="489"/>
                  </a:cubicBezTo>
                  <a:lnTo>
                    <a:pt x="446" y="489"/>
                  </a:lnTo>
                  <a:lnTo>
                    <a:pt x="446" y="482"/>
                  </a:lnTo>
                  <a:cubicBezTo>
                    <a:pt x="446" y="267"/>
                    <a:pt x="312" y="89"/>
                    <a:pt x="120" y="14"/>
                  </a:cubicBezTo>
                  <a:cubicBezTo>
                    <a:pt x="83" y="7"/>
                    <a:pt x="45" y="0"/>
                    <a:pt x="1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37"/>
            <p:cNvSpPr/>
            <p:nvPr/>
          </p:nvSpPr>
          <p:spPr>
            <a:xfrm>
              <a:off x="4805089" y="4335791"/>
              <a:ext cx="39551" cy="19692"/>
            </a:xfrm>
            <a:custGeom>
              <a:avLst/>
              <a:gdLst/>
              <a:ahLst/>
              <a:cxnLst/>
              <a:rect l="l" t="t" r="r" b="b"/>
              <a:pathLst>
                <a:path w="476" h="237" extrusionOk="0">
                  <a:moveTo>
                    <a:pt x="239" y="0"/>
                  </a:moveTo>
                  <a:cubicBezTo>
                    <a:pt x="113" y="0"/>
                    <a:pt x="8" y="103"/>
                    <a:pt x="1" y="230"/>
                  </a:cubicBezTo>
                  <a:cubicBezTo>
                    <a:pt x="1" y="230"/>
                    <a:pt x="61" y="89"/>
                    <a:pt x="223" y="89"/>
                  </a:cubicBezTo>
                  <a:lnTo>
                    <a:pt x="246" y="89"/>
                  </a:lnTo>
                  <a:cubicBezTo>
                    <a:pt x="438" y="103"/>
                    <a:pt x="475" y="237"/>
                    <a:pt x="475" y="237"/>
                  </a:cubicBezTo>
                  <a:cubicBezTo>
                    <a:pt x="475" y="103"/>
                    <a:pt x="372" y="0"/>
                    <a:pt x="246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37"/>
            <p:cNvSpPr/>
            <p:nvPr/>
          </p:nvSpPr>
          <p:spPr>
            <a:xfrm>
              <a:off x="4599524" y="4010078"/>
              <a:ext cx="197671" cy="248771"/>
            </a:xfrm>
            <a:custGeom>
              <a:avLst/>
              <a:gdLst/>
              <a:ahLst/>
              <a:cxnLst/>
              <a:rect l="l" t="t" r="r" b="b"/>
              <a:pathLst>
                <a:path w="2379" h="2994" extrusionOk="0">
                  <a:moveTo>
                    <a:pt x="1185" y="1"/>
                  </a:moveTo>
                  <a:cubicBezTo>
                    <a:pt x="675" y="1"/>
                    <a:pt x="252" y="415"/>
                    <a:pt x="252" y="934"/>
                  </a:cubicBezTo>
                  <a:cubicBezTo>
                    <a:pt x="252" y="979"/>
                    <a:pt x="259" y="1023"/>
                    <a:pt x="268" y="1068"/>
                  </a:cubicBezTo>
                  <a:cubicBezTo>
                    <a:pt x="104" y="1267"/>
                    <a:pt x="1" y="1527"/>
                    <a:pt x="1" y="1808"/>
                  </a:cubicBezTo>
                  <a:cubicBezTo>
                    <a:pt x="1" y="2467"/>
                    <a:pt x="534" y="2994"/>
                    <a:pt x="1185" y="2994"/>
                  </a:cubicBezTo>
                  <a:cubicBezTo>
                    <a:pt x="1845" y="2994"/>
                    <a:pt x="2379" y="2467"/>
                    <a:pt x="2379" y="1808"/>
                  </a:cubicBezTo>
                  <a:cubicBezTo>
                    <a:pt x="2379" y="1527"/>
                    <a:pt x="2275" y="1267"/>
                    <a:pt x="2112" y="1068"/>
                  </a:cubicBezTo>
                  <a:cubicBezTo>
                    <a:pt x="2119" y="1023"/>
                    <a:pt x="2126" y="979"/>
                    <a:pt x="2126" y="934"/>
                  </a:cubicBezTo>
                  <a:cubicBezTo>
                    <a:pt x="2126" y="415"/>
                    <a:pt x="1705" y="1"/>
                    <a:pt x="1185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37"/>
            <p:cNvSpPr/>
            <p:nvPr/>
          </p:nvSpPr>
          <p:spPr>
            <a:xfrm>
              <a:off x="4697986" y="4086521"/>
              <a:ext cx="9389" cy="296133"/>
            </a:xfrm>
            <a:custGeom>
              <a:avLst/>
              <a:gdLst/>
              <a:ahLst/>
              <a:cxnLst/>
              <a:rect l="l" t="t" r="r" b="b"/>
              <a:pathLst>
                <a:path w="113" h="3564" extrusionOk="0">
                  <a:moveTo>
                    <a:pt x="54" y="1"/>
                  </a:moveTo>
                  <a:cubicBezTo>
                    <a:pt x="53" y="1"/>
                    <a:pt x="52" y="4"/>
                    <a:pt x="52" y="14"/>
                  </a:cubicBezTo>
                  <a:lnTo>
                    <a:pt x="0" y="3511"/>
                  </a:lnTo>
                  <a:cubicBezTo>
                    <a:pt x="0" y="3534"/>
                    <a:pt x="23" y="3564"/>
                    <a:pt x="52" y="3564"/>
                  </a:cubicBezTo>
                  <a:lnTo>
                    <a:pt x="61" y="3564"/>
                  </a:lnTo>
                  <a:cubicBezTo>
                    <a:pt x="89" y="3564"/>
                    <a:pt x="112" y="3534"/>
                    <a:pt x="112" y="3511"/>
                  </a:cubicBezTo>
                  <a:cubicBezTo>
                    <a:pt x="112" y="3511"/>
                    <a:pt x="89" y="14"/>
                    <a:pt x="61" y="14"/>
                  </a:cubicBezTo>
                  <a:cubicBezTo>
                    <a:pt x="61" y="14"/>
                    <a:pt x="57" y="1"/>
                    <a:pt x="54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37"/>
            <p:cNvSpPr/>
            <p:nvPr/>
          </p:nvSpPr>
          <p:spPr>
            <a:xfrm>
              <a:off x="4646221" y="4157895"/>
              <a:ext cx="56086" cy="46115"/>
            </a:xfrm>
            <a:custGeom>
              <a:avLst/>
              <a:gdLst/>
              <a:ahLst/>
              <a:cxnLst/>
              <a:rect l="l" t="t" r="r" b="b"/>
              <a:pathLst>
                <a:path w="675" h="555" extrusionOk="0">
                  <a:moveTo>
                    <a:pt x="1" y="0"/>
                  </a:moveTo>
                  <a:lnTo>
                    <a:pt x="1" y="0"/>
                  </a:lnTo>
                  <a:cubicBezTo>
                    <a:pt x="331" y="541"/>
                    <a:pt x="634" y="555"/>
                    <a:pt x="665" y="555"/>
                  </a:cubicBezTo>
                  <a:cubicBezTo>
                    <a:pt x="667" y="555"/>
                    <a:pt x="668" y="555"/>
                    <a:pt x="668" y="555"/>
                  </a:cubicBezTo>
                  <a:lnTo>
                    <a:pt x="675" y="473"/>
                  </a:lnTo>
                  <a:lnTo>
                    <a:pt x="675" y="473"/>
                  </a:lnTo>
                  <a:cubicBezTo>
                    <a:pt x="675" y="473"/>
                    <a:pt x="668" y="479"/>
                    <a:pt x="647" y="479"/>
                  </a:cubicBezTo>
                  <a:cubicBezTo>
                    <a:pt x="606" y="479"/>
                    <a:pt x="511" y="455"/>
                    <a:pt x="312" y="311"/>
                  </a:cubicBezTo>
                  <a:cubicBezTo>
                    <a:pt x="134" y="185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37"/>
            <p:cNvSpPr/>
            <p:nvPr/>
          </p:nvSpPr>
          <p:spPr>
            <a:xfrm>
              <a:off x="4702223" y="4144850"/>
              <a:ext cx="48109" cy="39551"/>
            </a:xfrm>
            <a:custGeom>
              <a:avLst/>
              <a:gdLst/>
              <a:ahLst/>
              <a:cxnLst/>
              <a:rect l="l" t="t" r="r" b="b"/>
              <a:pathLst>
                <a:path w="579" h="476" extrusionOk="0">
                  <a:moveTo>
                    <a:pt x="579" y="1"/>
                  </a:moveTo>
                  <a:cubicBezTo>
                    <a:pt x="579" y="1"/>
                    <a:pt x="461" y="164"/>
                    <a:pt x="312" y="267"/>
                  </a:cubicBezTo>
                  <a:cubicBezTo>
                    <a:pt x="143" y="392"/>
                    <a:pt x="60" y="413"/>
                    <a:pt x="24" y="413"/>
                  </a:cubicBezTo>
                  <a:cubicBezTo>
                    <a:pt x="7" y="413"/>
                    <a:pt x="1" y="408"/>
                    <a:pt x="1" y="408"/>
                  </a:cubicBezTo>
                  <a:lnTo>
                    <a:pt x="1" y="408"/>
                  </a:lnTo>
                  <a:lnTo>
                    <a:pt x="10" y="475"/>
                  </a:lnTo>
                  <a:cubicBezTo>
                    <a:pt x="10" y="475"/>
                    <a:pt x="11" y="475"/>
                    <a:pt x="12" y="475"/>
                  </a:cubicBezTo>
                  <a:cubicBezTo>
                    <a:pt x="40" y="475"/>
                    <a:pt x="300" y="463"/>
                    <a:pt x="57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37"/>
            <p:cNvSpPr/>
            <p:nvPr/>
          </p:nvSpPr>
          <p:spPr>
            <a:xfrm>
              <a:off x="4664168" y="4117264"/>
              <a:ext cx="38138" cy="31408"/>
            </a:xfrm>
            <a:custGeom>
              <a:avLst/>
              <a:gdLst/>
              <a:ahLst/>
              <a:cxnLst/>
              <a:rect l="l" t="t" r="r" b="b"/>
              <a:pathLst>
                <a:path w="459" h="378" extrusionOk="0">
                  <a:moveTo>
                    <a:pt x="0" y="0"/>
                  </a:moveTo>
                  <a:cubicBezTo>
                    <a:pt x="228" y="370"/>
                    <a:pt x="443" y="377"/>
                    <a:pt x="458" y="377"/>
                  </a:cubicBezTo>
                  <a:cubicBezTo>
                    <a:pt x="459" y="377"/>
                    <a:pt x="459" y="377"/>
                    <a:pt x="459" y="377"/>
                  </a:cubicBezTo>
                  <a:lnTo>
                    <a:pt x="459" y="325"/>
                  </a:lnTo>
                  <a:cubicBezTo>
                    <a:pt x="459" y="325"/>
                    <a:pt x="455" y="328"/>
                    <a:pt x="444" y="328"/>
                  </a:cubicBezTo>
                  <a:cubicBezTo>
                    <a:pt x="417" y="328"/>
                    <a:pt x="352" y="313"/>
                    <a:pt x="208" y="215"/>
                  </a:cubicBezTo>
                  <a:cubicBezTo>
                    <a:pt x="89" y="12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37"/>
            <p:cNvSpPr/>
            <p:nvPr/>
          </p:nvSpPr>
          <p:spPr>
            <a:xfrm>
              <a:off x="7094301" y="3230029"/>
              <a:ext cx="116326" cy="116991"/>
            </a:xfrm>
            <a:custGeom>
              <a:avLst/>
              <a:gdLst/>
              <a:ahLst/>
              <a:cxnLst/>
              <a:rect l="l" t="t" r="r" b="b"/>
              <a:pathLst>
                <a:path w="1400" h="1408" extrusionOk="0">
                  <a:moveTo>
                    <a:pt x="697" y="1"/>
                  </a:moveTo>
                  <a:cubicBezTo>
                    <a:pt x="311" y="1"/>
                    <a:pt x="0" y="319"/>
                    <a:pt x="0" y="703"/>
                  </a:cubicBezTo>
                  <a:cubicBezTo>
                    <a:pt x="0" y="1089"/>
                    <a:pt x="311" y="1407"/>
                    <a:pt x="697" y="1407"/>
                  </a:cubicBezTo>
                  <a:cubicBezTo>
                    <a:pt x="1088" y="1407"/>
                    <a:pt x="1400" y="1089"/>
                    <a:pt x="1400" y="703"/>
                  </a:cubicBezTo>
                  <a:cubicBezTo>
                    <a:pt x="1400" y="319"/>
                    <a:pt x="1088" y="1"/>
                    <a:pt x="697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37"/>
            <p:cNvSpPr/>
            <p:nvPr/>
          </p:nvSpPr>
          <p:spPr>
            <a:xfrm>
              <a:off x="6617697" y="3224462"/>
              <a:ext cx="74033" cy="73950"/>
            </a:xfrm>
            <a:custGeom>
              <a:avLst/>
              <a:gdLst/>
              <a:ahLst/>
              <a:cxnLst/>
              <a:rect l="l" t="t" r="r" b="b"/>
              <a:pathLst>
                <a:path w="891" h="890" extrusionOk="0">
                  <a:moveTo>
                    <a:pt x="445" y="0"/>
                  </a:moveTo>
                  <a:cubicBezTo>
                    <a:pt x="200" y="0"/>
                    <a:pt x="1" y="201"/>
                    <a:pt x="1" y="445"/>
                  </a:cubicBezTo>
                  <a:cubicBezTo>
                    <a:pt x="1" y="697"/>
                    <a:pt x="200" y="889"/>
                    <a:pt x="445" y="889"/>
                  </a:cubicBezTo>
                  <a:cubicBezTo>
                    <a:pt x="689" y="889"/>
                    <a:pt x="890" y="697"/>
                    <a:pt x="890" y="445"/>
                  </a:cubicBezTo>
                  <a:cubicBezTo>
                    <a:pt x="890" y="201"/>
                    <a:pt x="689" y="0"/>
                    <a:pt x="445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37"/>
            <p:cNvSpPr/>
            <p:nvPr/>
          </p:nvSpPr>
          <p:spPr>
            <a:xfrm>
              <a:off x="6668299" y="3084622"/>
              <a:ext cx="143413" cy="142998"/>
            </a:xfrm>
            <a:custGeom>
              <a:avLst/>
              <a:gdLst/>
              <a:ahLst/>
              <a:cxnLst/>
              <a:rect l="l" t="t" r="r" b="b"/>
              <a:pathLst>
                <a:path w="1726" h="1721" extrusionOk="0">
                  <a:moveTo>
                    <a:pt x="866" y="1"/>
                  </a:moveTo>
                  <a:cubicBezTo>
                    <a:pt x="391" y="1"/>
                    <a:pt x="0" y="387"/>
                    <a:pt x="0" y="862"/>
                  </a:cubicBezTo>
                  <a:cubicBezTo>
                    <a:pt x="0" y="1335"/>
                    <a:pt x="391" y="1720"/>
                    <a:pt x="866" y="1720"/>
                  </a:cubicBezTo>
                  <a:cubicBezTo>
                    <a:pt x="1341" y="1720"/>
                    <a:pt x="1725" y="1335"/>
                    <a:pt x="1725" y="862"/>
                  </a:cubicBezTo>
                  <a:cubicBezTo>
                    <a:pt x="1725" y="387"/>
                    <a:pt x="1341" y="1"/>
                    <a:pt x="866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37"/>
            <p:cNvSpPr/>
            <p:nvPr/>
          </p:nvSpPr>
          <p:spPr>
            <a:xfrm>
              <a:off x="7040044" y="3353750"/>
              <a:ext cx="49439" cy="4869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7" y="0"/>
                  </a:moveTo>
                  <a:cubicBezTo>
                    <a:pt x="134" y="0"/>
                    <a:pt x="0" y="134"/>
                    <a:pt x="0" y="297"/>
                  </a:cubicBezTo>
                  <a:cubicBezTo>
                    <a:pt x="0" y="455"/>
                    <a:pt x="127" y="586"/>
                    <a:pt x="285" y="586"/>
                  </a:cubicBezTo>
                  <a:cubicBezTo>
                    <a:pt x="289" y="586"/>
                    <a:pt x="293" y="585"/>
                    <a:pt x="297" y="585"/>
                  </a:cubicBezTo>
                  <a:cubicBezTo>
                    <a:pt x="461" y="585"/>
                    <a:pt x="594" y="452"/>
                    <a:pt x="594" y="290"/>
                  </a:cubicBezTo>
                  <a:cubicBezTo>
                    <a:pt x="594" y="126"/>
                    <a:pt x="461" y="0"/>
                    <a:pt x="29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37"/>
            <p:cNvSpPr/>
            <p:nvPr/>
          </p:nvSpPr>
          <p:spPr>
            <a:xfrm>
              <a:off x="7614528" y="3054460"/>
              <a:ext cx="546234" cy="237720"/>
            </a:xfrm>
            <a:custGeom>
              <a:avLst/>
              <a:gdLst/>
              <a:ahLst/>
              <a:cxnLst/>
              <a:rect l="l" t="t" r="r" b="b"/>
              <a:pathLst>
                <a:path w="6574" h="2861" extrusionOk="0">
                  <a:moveTo>
                    <a:pt x="3078" y="1"/>
                  </a:moveTo>
                  <a:cubicBezTo>
                    <a:pt x="3067" y="1"/>
                    <a:pt x="3056" y="1"/>
                    <a:pt x="3045" y="1"/>
                  </a:cubicBezTo>
                  <a:cubicBezTo>
                    <a:pt x="2512" y="8"/>
                    <a:pt x="2083" y="401"/>
                    <a:pt x="2001" y="904"/>
                  </a:cubicBezTo>
                  <a:cubicBezTo>
                    <a:pt x="1964" y="904"/>
                    <a:pt x="1927" y="897"/>
                    <a:pt x="1889" y="897"/>
                  </a:cubicBezTo>
                  <a:cubicBezTo>
                    <a:pt x="1431" y="913"/>
                    <a:pt x="1068" y="1283"/>
                    <a:pt x="1061" y="1735"/>
                  </a:cubicBezTo>
                  <a:cubicBezTo>
                    <a:pt x="534" y="1891"/>
                    <a:pt x="127" y="2327"/>
                    <a:pt x="1" y="2861"/>
                  </a:cubicBezTo>
                  <a:lnTo>
                    <a:pt x="6574" y="2743"/>
                  </a:lnTo>
                  <a:cubicBezTo>
                    <a:pt x="6390" y="2086"/>
                    <a:pt x="6007" y="1601"/>
                    <a:pt x="5306" y="1601"/>
                  </a:cubicBezTo>
                  <a:cubicBezTo>
                    <a:pt x="5296" y="1601"/>
                    <a:pt x="5286" y="1601"/>
                    <a:pt x="5275" y="1602"/>
                  </a:cubicBezTo>
                  <a:lnTo>
                    <a:pt x="5217" y="1602"/>
                  </a:lnTo>
                  <a:cubicBezTo>
                    <a:pt x="5210" y="1101"/>
                    <a:pt x="4802" y="698"/>
                    <a:pt x="4305" y="698"/>
                  </a:cubicBezTo>
                  <a:cubicBezTo>
                    <a:pt x="4295" y="698"/>
                    <a:pt x="4286" y="698"/>
                    <a:pt x="4276" y="698"/>
                  </a:cubicBezTo>
                  <a:cubicBezTo>
                    <a:pt x="4208" y="698"/>
                    <a:pt x="4150" y="705"/>
                    <a:pt x="4084" y="719"/>
                  </a:cubicBezTo>
                  <a:cubicBezTo>
                    <a:pt x="3938" y="301"/>
                    <a:pt x="3545" y="1"/>
                    <a:pt x="30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37"/>
            <p:cNvSpPr/>
            <p:nvPr/>
          </p:nvSpPr>
          <p:spPr>
            <a:xfrm>
              <a:off x="7772814" y="3127164"/>
              <a:ext cx="60323" cy="120065"/>
            </a:xfrm>
            <a:custGeom>
              <a:avLst/>
              <a:gdLst/>
              <a:ahLst/>
              <a:cxnLst/>
              <a:rect l="l" t="t" r="r" b="b"/>
              <a:pathLst>
                <a:path w="726" h="1445" extrusionOk="0">
                  <a:moveTo>
                    <a:pt x="0" y="1"/>
                  </a:moveTo>
                  <a:cubicBezTo>
                    <a:pt x="0" y="1"/>
                    <a:pt x="578" y="186"/>
                    <a:pt x="548" y="719"/>
                  </a:cubicBezTo>
                  <a:cubicBezTo>
                    <a:pt x="518" y="1312"/>
                    <a:pt x="0" y="1445"/>
                    <a:pt x="0" y="1445"/>
                  </a:cubicBezTo>
                  <a:cubicBezTo>
                    <a:pt x="401" y="1445"/>
                    <a:pt x="726" y="1120"/>
                    <a:pt x="726" y="719"/>
                  </a:cubicBezTo>
                  <a:cubicBezTo>
                    <a:pt x="726" y="326"/>
                    <a:pt x="401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37"/>
            <p:cNvSpPr/>
            <p:nvPr/>
          </p:nvSpPr>
          <p:spPr>
            <a:xfrm>
              <a:off x="7979709" y="3186905"/>
              <a:ext cx="177979" cy="89903"/>
            </a:xfrm>
            <a:custGeom>
              <a:avLst/>
              <a:gdLst/>
              <a:ahLst/>
              <a:cxnLst/>
              <a:rect l="l" t="t" r="r" b="b"/>
              <a:pathLst>
                <a:path w="2142" h="1082" extrusionOk="0">
                  <a:moveTo>
                    <a:pt x="1068" y="0"/>
                  </a:moveTo>
                  <a:cubicBezTo>
                    <a:pt x="489" y="0"/>
                    <a:pt x="7" y="471"/>
                    <a:pt x="0" y="1053"/>
                  </a:cubicBezTo>
                  <a:cubicBezTo>
                    <a:pt x="0" y="1053"/>
                    <a:pt x="272" y="206"/>
                    <a:pt x="1007" y="206"/>
                  </a:cubicBezTo>
                  <a:cubicBezTo>
                    <a:pt x="1029" y="206"/>
                    <a:pt x="1052" y="207"/>
                    <a:pt x="1074" y="208"/>
                  </a:cubicBezTo>
                  <a:cubicBezTo>
                    <a:pt x="1947" y="274"/>
                    <a:pt x="2134" y="1082"/>
                    <a:pt x="2134" y="1082"/>
                  </a:cubicBezTo>
                  <a:cubicBezTo>
                    <a:pt x="2141" y="497"/>
                    <a:pt x="1674" y="15"/>
                    <a:pt x="1081" y="0"/>
                  </a:cubicBezTo>
                  <a:cubicBezTo>
                    <a:pt x="1077" y="0"/>
                    <a:pt x="1073" y="0"/>
                    <a:pt x="10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60" name="Google Shape;2660;p37"/>
            <p:cNvGrpSpPr/>
            <p:nvPr/>
          </p:nvGrpSpPr>
          <p:grpSpPr>
            <a:xfrm>
              <a:off x="4210705" y="2640464"/>
              <a:ext cx="553629" cy="271123"/>
              <a:chOff x="4210705" y="2640464"/>
              <a:chExt cx="553629" cy="271123"/>
            </a:xfrm>
          </p:grpSpPr>
          <p:sp>
            <p:nvSpPr>
              <p:cNvPr id="2661" name="Google Shape;2661;p37"/>
              <p:cNvSpPr/>
              <p:nvPr/>
            </p:nvSpPr>
            <p:spPr>
              <a:xfrm>
                <a:off x="4210705" y="2640464"/>
                <a:ext cx="553629" cy="271123"/>
              </a:xfrm>
              <a:custGeom>
                <a:avLst/>
                <a:gdLst/>
                <a:ahLst/>
                <a:cxnLst/>
                <a:rect l="l" t="t" r="r" b="b"/>
                <a:pathLst>
                  <a:path w="6663" h="3263" extrusionOk="0">
                    <a:moveTo>
                      <a:pt x="3742" y="1"/>
                    </a:moveTo>
                    <a:cubicBezTo>
                      <a:pt x="2549" y="1"/>
                      <a:pt x="1578" y="934"/>
                      <a:pt x="1519" y="2113"/>
                    </a:cubicBezTo>
                    <a:cubicBezTo>
                      <a:pt x="1400" y="2069"/>
                      <a:pt x="1275" y="2046"/>
                      <a:pt x="1142" y="2046"/>
                    </a:cubicBezTo>
                    <a:cubicBezTo>
                      <a:pt x="511" y="2046"/>
                      <a:pt x="0" y="2551"/>
                      <a:pt x="0" y="3180"/>
                    </a:cubicBezTo>
                    <a:cubicBezTo>
                      <a:pt x="0" y="3209"/>
                      <a:pt x="0" y="3232"/>
                      <a:pt x="7" y="3262"/>
                    </a:cubicBezTo>
                    <a:lnTo>
                      <a:pt x="6610" y="3262"/>
                    </a:lnTo>
                    <a:cubicBezTo>
                      <a:pt x="6646" y="3164"/>
                      <a:pt x="6662" y="3061"/>
                      <a:pt x="6662" y="2951"/>
                    </a:cubicBezTo>
                    <a:cubicBezTo>
                      <a:pt x="6662" y="2520"/>
                      <a:pt x="6365" y="2165"/>
                      <a:pt x="5958" y="2076"/>
                    </a:cubicBezTo>
                    <a:cubicBezTo>
                      <a:pt x="5883" y="920"/>
                      <a:pt x="4921" y="1"/>
                      <a:pt x="3742" y="1"/>
                    </a:cubicBezTo>
                    <a:close/>
                  </a:path>
                </a:pathLst>
              </a:custGeom>
              <a:solidFill>
                <a:srgbClr val="A1E1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37"/>
              <p:cNvSpPr/>
              <p:nvPr/>
            </p:nvSpPr>
            <p:spPr>
              <a:xfrm>
                <a:off x="4527636" y="2731640"/>
                <a:ext cx="88740" cy="88740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068" extrusionOk="0">
                    <a:moveTo>
                      <a:pt x="534" y="0"/>
                    </a:moveTo>
                    <a:cubicBezTo>
                      <a:pt x="237" y="0"/>
                      <a:pt x="0" y="237"/>
                      <a:pt x="0" y="534"/>
                    </a:cubicBezTo>
                    <a:cubicBezTo>
                      <a:pt x="0" y="831"/>
                      <a:pt x="237" y="1067"/>
                      <a:pt x="534" y="1067"/>
                    </a:cubicBezTo>
                    <a:cubicBezTo>
                      <a:pt x="831" y="1067"/>
                      <a:pt x="1067" y="831"/>
                      <a:pt x="1067" y="534"/>
                    </a:cubicBezTo>
                    <a:cubicBezTo>
                      <a:pt x="1067" y="237"/>
                      <a:pt x="831" y="0"/>
                      <a:pt x="534" y="0"/>
                    </a:cubicBezTo>
                    <a:close/>
                  </a:path>
                </a:pathLst>
              </a:custGeom>
              <a:solidFill>
                <a:srgbClr val="CBEF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37"/>
              <p:cNvSpPr/>
              <p:nvPr/>
            </p:nvSpPr>
            <p:spPr>
              <a:xfrm>
                <a:off x="4471141" y="2722964"/>
                <a:ext cx="32737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94" extrusionOk="0">
                    <a:moveTo>
                      <a:pt x="202" y="0"/>
                    </a:moveTo>
                    <a:cubicBezTo>
                      <a:pt x="90" y="0"/>
                      <a:pt x="1" y="89"/>
                      <a:pt x="1" y="192"/>
                    </a:cubicBezTo>
                    <a:cubicBezTo>
                      <a:pt x="1" y="304"/>
                      <a:pt x="90" y="393"/>
                      <a:pt x="202" y="393"/>
                    </a:cubicBezTo>
                    <a:cubicBezTo>
                      <a:pt x="312" y="393"/>
                      <a:pt x="394" y="304"/>
                      <a:pt x="394" y="192"/>
                    </a:cubicBezTo>
                    <a:cubicBezTo>
                      <a:pt x="394" y="89"/>
                      <a:pt x="312" y="0"/>
                      <a:pt x="202" y="0"/>
                    </a:cubicBezTo>
                    <a:close/>
                  </a:path>
                </a:pathLst>
              </a:custGeom>
              <a:solidFill>
                <a:srgbClr val="CBEF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64" name="Google Shape;2664;p37"/>
            <p:cNvSpPr/>
            <p:nvPr/>
          </p:nvSpPr>
          <p:spPr>
            <a:xfrm>
              <a:off x="5074217" y="3494671"/>
              <a:ext cx="106023" cy="211963"/>
            </a:xfrm>
            <a:custGeom>
              <a:avLst/>
              <a:gdLst/>
              <a:ahLst/>
              <a:cxnLst/>
              <a:rect l="l" t="t" r="r" b="b"/>
              <a:pathLst>
                <a:path w="1276" h="2551" extrusionOk="0">
                  <a:moveTo>
                    <a:pt x="1275" y="1"/>
                  </a:moveTo>
                  <a:cubicBezTo>
                    <a:pt x="571" y="1"/>
                    <a:pt x="0" y="572"/>
                    <a:pt x="0" y="1276"/>
                  </a:cubicBezTo>
                  <a:cubicBezTo>
                    <a:pt x="0" y="1980"/>
                    <a:pt x="571" y="2551"/>
                    <a:pt x="1275" y="2551"/>
                  </a:cubicBezTo>
                  <a:cubicBezTo>
                    <a:pt x="571" y="2542"/>
                    <a:pt x="7" y="1980"/>
                    <a:pt x="7" y="1276"/>
                  </a:cubicBezTo>
                  <a:cubicBezTo>
                    <a:pt x="7" y="572"/>
                    <a:pt x="571" y="8"/>
                    <a:pt x="1275" y="1"/>
                  </a:cubicBezTo>
                  <a:close/>
                </a:path>
              </a:pathLst>
            </a:custGeom>
            <a:solidFill>
              <a:srgbClr val="99A0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65" name="Google Shape;2665;p37"/>
            <p:cNvGrpSpPr/>
            <p:nvPr/>
          </p:nvGrpSpPr>
          <p:grpSpPr>
            <a:xfrm>
              <a:off x="4281501" y="3120144"/>
              <a:ext cx="367777" cy="369040"/>
              <a:chOff x="4396276" y="3156781"/>
              <a:chExt cx="367777" cy="369040"/>
            </a:xfrm>
          </p:grpSpPr>
          <p:sp>
            <p:nvSpPr>
              <p:cNvPr id="2666" name="Google Shape;2666;p37"/>
              <p:cNvSpPr/>
              <p:nvPr/>
            </p:nvSpPr>
            <p:spPr>
              <a:xfrm>
                <a:off x="4396276" y="3156781"/>
                <a:ext cx="367777" cy="369040"/>
              </a:xfrm>
              <a:custGeom>
                <a:avLst/>
                <a:gdLst/>
                <a:ahLst/>
                <a:cxnLst/>
                <a:rect l="l" t="t" r="r" b="b"/>
                <a:pathLst>
                  <a:path w="2542" h="2551" extrusionOk="0">
                    <a:moveTo>
                      <a:pt x="1275" y="1"/>
                    </a:moveTo>
                    <a:cubicBezTo>
                      <a:pt x="571" y="1"/>
                      <a:pt x="0" y="572"/>
                      <a:pt x="0" y="1276"/>
                    </a:cubicBezTo>
                    <a:cubicBezTo>
                      <a:pt x="0" y="1980"/>
                      <a:pt x="571" y="2551"/>
                      <a:pt x="1275" y="2551"/>
                    </a:cubicBezTo>
                    <a:cubicBezTo>
                      <a:pt x="1972" y="2551"/>
                      <a:pt x="2541" y="1980"/>
                      <a:pt x="2541" y="1276"/>
                    </a:cubicBezTo>
                    <a:cubicBezTo>
                      <a:pt x="2541" y="572"/>
                      <a:pt x="1972" y="1"/>
                      <a:pt x="1275" y="1"/>
                    </a:cubicBezTo>
                    <a:close/>
                  </a:path>
                </a:pathLst>
              </a:custGeom>
              <a:solidFill>
                <a:srgbClr val="FFD65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37"/>
              <p:cNvSpPr/>
              <p:nvPr/>
            </p:nvSpPr>
            <p:spPr>
              <a:xfrm>
                <a:off x="4396276" y="3156781"/>
                <a:ext cx="183599" cy="36904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2551" extrusionOk="0">
                    <a:moveTo>
                      <a:pt x="1268" y="1"/>
                    </a:moveTo>
                    <a:cubicBezTo>
                      <a:pt x="564" y="8"/>
                      <a:pt x="0" y="572"/>
                      <a:pt x="0" y="1276"/>
                    </a:cubicBezTo>
                    <a:cubicBezTo>
                      <a:pt x="0" y="1980"/>
                      <a:pt x="564" y="2542"/>
                      <a:pt x="1268" y="2551"/>
                    </a:cubicBezTo>
                    <a:cubicBezTo>
                      <a:pt x="1268" y="2542"/>
                      <a:pt x="578" y="1913"/>
                      <a:pt x="578" y="1276"/>
                    </a:cubicBezTo>
                    <a:cubicBezTo>
                      <a:pt x="578" y="639"/>
                      <a:pt x="1268" y="8"/>
                      <a:pt x="1268" y="1"/>
                    </a:cubicBezTo>
                    <a:close/>
                  </a:path>
                </a:pathLst>
              </a:custGeom>
              <a:solidFill>
                <a:srgbClr val="FFE9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68" name="Google Shape;2668;p37"/>
            <p:cNvSpPr/>
            <p:nvPr/>
          </p:nvSpPr>
          <p:spPr>
            <a:xfrm>
              <a:off x="6747650" y="2916032"/>
              <a:ext cx="256831" cy="134855"/>
            </a:xfrm>
            <a:custGeom>
              <a:avLst/>
              <a:gdLst/>
              <a:ahLst/>
              <a:cxnLst/>
              <a:rect l="l" t="t" r="r" b="b"/>
              <a:pathLst>
                <a:path w="3091" h="1623" extrusionOk="0">
                  <a:moveTo>
                    <a:pt x="807" y="1"/>
                  </a:moveTo>
                  <a:cubicBezTo>
                    <a:pt x="363" y="1"/>
                    <a:pt x="0" y="363"/>
                    <a:pt x="0" y="815"/>
                  </a:cubicBezTo>
                  <a:cubicBezTo>
                    <a:pt x="0" y="1260"/>
                    <a:pt x="363" y="1623"/>
                    <a:pt x="807" y="1623"/>
                  </a:cubicBezTo>
                  <a:lnTo>
                    <a:pt x="2275" y="1623"/>
                  </a:lnTo>
                  <a:cubicBezTo>
                    <a:pt x="2726" y="1623"/>
                    <a:pt x="3091" y="1260"/>
                    <a:pt x="3091" y="815"/>
                  </a:cubicBezTo>
                  <a:cubicBezTo>
                    <a:pt x="3091" y="363"/>
                    <a:pt x="2726" y="1"/>
                    <a:pt x="2275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37"/>
            <p:cNvSpPr/>
            <p:nvPr/>
          </p:nvSpPr>
          <p:spPr>
            <a:xfrm>
              <a:off x="6660904" y="2291777"/>
              <a:ext cx="256748" cy="134772"/>
            </a:xfrm>
            <a:custGeom>
              <a:avLst/>
              <a:gdLst/>
              <a:ahLst/>
              <a:cxnLst/>
              <a:rect l="l" t="t" r="r" b="b"/>
              <a:pathLst>
                <a:path w="3090" h="1622" extrusionOk="0">
                  <a:moveTo>
                    <a:pt x="808" y="0"/>
                  </a:moveTo>
                  <a:cubicBezTo>
                    <a:pt x="363" y="0"/>
                    <a:pt x="0" y="363"/>
                    <a:pt x="0" y="815"/>
                  </a:cubicBezTo>
                  <a:cubicBezTo>
                    <a:pt x="0" y="1259"/>
                    <a:pt x="363" y="1622"/>
                    <a:pt x="808" y="1622"/>
                  </a:cubicBezTo>
                  <a:lnTo>
                    <a:pt x="2282" y="1622"/>
                  </a:lnTo>
                  <a:cubicBezTo>
                    <a:pt x="2726" y="1622"/>
                    <a:pt x="3089" y="1259"/>
                    <a:pt x="3089" y="815"/>
                  </a:cubicBezTo>
                  <a:cubicBezTo>
                    <a:pt x="3089" y="363"/>
                    <a:pt x="2726" y="0"/>
                    <a:pt x="2282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7"/>
            <p:cNvSpPr/>
            <p:nvPr/>
          </p:nvSpPr>
          <p:spPr>
            <a:xfrm>
              <a:off x="6210224" y="3088942"/>
              <a:ext cx="126214" cy="135021"/>
            </a:xfrm>
            <a:custGeom>
              <a:avLst/>
              <a:gdLst/>
              <a:ahLst/>
              <a:cxnLst/>
              <a:rect l="l" t="t" r="r" b="b"/>
              <a:pathLst>
                <a:path w="1519" h="1625" extrusionOk="0">
                  <a:moveTo>
                    <a:pt x="0" y="0"/>
                  </a:moveTo>
                  <a:lnTo>
                    <a:pt x="0" y="1624"/>
                  </a:lnTo>
                  <a:lnTo>
                    <a:pt x="703" y="1624"/>
                  </a:lnTo>
                  <a:cubicBezTo>
                    <a:pt x="1156" y="1624"/>
                    <a:pt x="1519" y="1254"/>
                    <a:pt x="1519" y="810"/>
                  </a:cubicBezTo>
                  <a:cubicBezTo>
                    <a:pt x="1519" y="365"/>
                    <a:pt x="1156" y="0"/>
                    <a:pt x="703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7"/>
            <p:cNvSpPr/>
            <p:nvPr/>
          </p:nvSpPr>
          <p:spPr>
            <a:xfrm>
              <a:off x="6947066" y="2688199"/>
              <a:ext cx="410714" cy="215535"/>
            </a:xfrm>
            <a:custGeom>
              <a:avLst/>
              <a:gdLst/>
              <a:ahLst/>
              <a:cxnLst/>
              <a:rect l="l" t="t" r="r" b="b"/>
              <a:pathLst>
                <a:path w="4943" h="2594" extrusionOk="0">
                  <a:moveTo>
                    <a:pt x="1297" y="0"/>
                  </a:moveTo>
                  <a:cubicBezTo>
                    <a:pt x="586" y="0"/>
                    <a:pt x="1" y="578"/>
                    <a:pt x="1" y="1297"/>
                  </a:cubicBezTo>
                  <a:cubicBezTo>
                    <a:pt x="1" y="2008"/>
                    <a:pt x="586" y="2593"/>
                    <a:pt x="1297" y="2593"/>
                  </a:cubicBezTo>
                  <a:lnTo>
                    <a:pt x="3647" y="2593"/>
                  </a:lnTo>
                  <a:cubicBezTo>
                    <a:pt x="4358" y="2593"/>
                    <a:pt x="4943" y="2008"/>
                    <a:pt x="4943" y="1297"/>
                  </a:cubicBezTo>
                  <a:cubicBezTo>
                    <a:pt x="4943" y="578"/>
                    <a:pt x="4358" y="0"/>
                    <a:pt x="364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7"/>
            <p:cNvSpPr/>
            <p:nvPr/>
          </p:nvSpPr>
          <p:spPr>
            <a:xfrm>
              <a:off x="7108427" y="3034851"/>
              <a:ext cx="482670" cy="137348"/>
            </a:xfrm>
            <a:custGeom>
              <a:avLst/>
              <a:gdLst/>
              <a:ahLst/>
              <a:cxnLst/>
              <a:rect l="l" t="t" r="r" b="b"/>
              <a:pathLst>
                <a:path w="5809" h="1653" extrusionOk="0">
                  <a:moveTo>
                    <a:pt x="822" y="0"/>
                  </a:moveTo>
                  <a:cubicBezTo>
                    <a:pt x="371" y="0"/>
                    <a:pt x="1" y="370"/>
                    <a:pt x="1" y="822"/>
                  </a:cubicBezTo>
                  <a:cubicBezTo>
                    <a:pt x="1" y="1283"/>
                    <a:pt x="371" y="1653"/>
                    <a:pt x="822" y="1653"/>
                  </a:cubicBezTo>
                  <a:lnTo>
                    <a:pt x="4987" y="1653"/>
                  </a:lnTo>
                  <a:cubicBezTo>
                    <a:pt x="5439" y="1653"/>
                    <a:pt x="5809" y="1283"/>
                    <a:pt x="5809" y="822"/>
                  </a:cubicBezTo>
                  <a:cubicBezTo>
                    <a:pt x="5809" y="370"/>
                    <a:pt x="5439" y="0"/>
                    <a:pt x="498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7"/>
            <p:cNvSpPr/>
            <p:nvPr/>
          </p:nvSpPr>
          <p:spPr>
            <a:xfrm>
              <a:off x="3899474" y="4380650"/>
              <a:ext cx="2303416" cy="132548"/>
            </a:xfrm>
            <a:custGeom>
              <a:avLst/>
              <a:gdLst/>
              <a:ahLst/>
              <a:cxnLst/>
              <a:rect l="l" t="t" r="r" b="b"/>
              <a:pathLst>
                <a:path w="25766" h="1595" extrusionOk="0">
                  <a:moveTo>
                    <a:pt x="1615" y="1"/>
                  </a:moveTo>
                  <a:cubicBezTo>
                    <a:pt x="0" y="1"/>
                    <a:pt x="141" y="1594"/>
                    <a:pt x="1615" y="1594"/>
                  </a:cubicBezTo>
                  <a:lnTo>
                    <a:pt x="25765" y="1594"/>
                  </a:lnTo>
                  <a:lnTo>
                    <a:pt x="25765" y="1"/>
                  </a:ln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7"/>
            <p:cNvSpPr/>
            <p:nvPr/>
          </p:nvSpPr>
          <p:spPr>
            <a:xfrm>
              <a:off x="3761424" y="4513100"/>
              <a:ext cx="2441468" cy="132449"/>
            </a:xfrm>
            <a:custGeom>
              <a:avLst/>
              <a:gdLst/>
              <a:ahLst/>
              <a:cxnLst/>
              <a:rect l="l" t="t" r="r" b="b"/>
              <a:pathLst>
                <a:path w="27877" h="1594" extrusionOk="0">
                  <a:moveTo>
                    <a:pt x="1615" y="0"/>
                  </a:moveTo>
                  <a:cubicBezTo>
                    <a:pt x="45" y="0"/>
                    <a:pt x="0" y="1594"/>
                    <a:pt x="1615" y="1594"/>
                  </a:cubicBezTo>
                  <a:lnTo>
                    <a:pt x="27876" y="1594"/>
                  </a:lnTo>
                  <a:lnTo>
                    <a:pt x="27876" y="0"/>
                  </a:ln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37"/>
            <p:cNvSpPr/>
            <p:nvPr/>
          </p:nvSpPr>
          <p:spPr>
            <a:xfrm>
              <a:off x="6202081" y="4380659"/>
              <a:ext cx="2135247" cy="132529"/>
            </a:xfrm>
            <a:custGeom>
              <a:avLst/>
              <a:gdLst/>
              <a:ahLst/>
              <a:cxnLst/>
              <a:rect l="l" t="t" r="r" b="b"/>
              <a:pathLst>
                <a:path w="25698" h="1595" extrusionOk="0">
                  <a:moveTo>
                    <a:pt x="0" y="1"/>
                  </a:moveTo>
                  <a:lnTo>
                    <a:pt x="0" y="1594"/>
                  </a:lnTo>
                  <a:lnTo>
                    <a:pt x="24350" y="1594"/>
                  </a:lnTo>
                  <a:cubicBezTo>
                    <a:pt x="25698" y="1594"/>
                    <a:pt x="25557" y="1"/>
                    <a:pt x="2435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37"/>
            <p:cNvSpPr/>
            <p:nvPr/>
          </p:nvSpPr>
          <p:spPr>
            <a:xfrm>
              <a:off x="6202081" y="4513105"/>
              <a:ext cx="2303421" cy="132445"/>
            </a:xfrm>
            <a:custGeom>
              <a:avLst/>
              <a:gdLst/>
              <a:ahLst/>
              <a:cxnLst/>
              <a:rect l="l" t="t" r="r" b="b"/>
              <a:pathLst>
                <a:path w="27722" h="1594" extrusionOk="0">
                  <a:moveTo>
                    <a:pt x="0" y="0"/>
                  </a:moveTo>
                  <a:lnTo>
                    <a:pt x="0" y="1578"/>
                  </a:lnTo>
                  <a:lnTo>
                    <a:pt x="20763" y="1578"/>
                  </a:lnTo>
                  <a:cubicBezTo>
                    <a:pt x="20807" y="1578"/>
                    <a:pt x="20861" y="1587"/>
                    <a:pt x="20905" y="1594"/>
                  </a:cubicBezTo>
                  <a:lnTo>
                    <a:pt x="26692" y="1594"/>
                  </a:lnTo>
                  <a:cubicBezTo>
                    <a:pt x="27670" y="1594"/>
                    <a:pt x="27722" y="164"/>
                    <a:pt x="26774" y="15"/>
                  </a:cubicBezTo>
                  <a:cubicBezTo>
                    <a:pt x="26720" y="7"/>
                    <a:pt x="26662" y="0"/>
                    <a:pt x="26610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7"/>
            <p:cNvSpPr/>
            <p:nvPr/>
          </p:nvSpPr>
          <p:spPr>
            <a:xfrm>
              <a:off x="6202081" y="4644138"/>
              <a:ext cx="1737080" cy="1413"/>
            </a:xfrm>
            <a:custGeom>
              <a:avLst/>
              <a:gdLst/>
              <a:ahLst/>
              <a:cxnLst/>
              <a:rect l="l" t="t" r="r" b="b"/>
              <a:pathLst>
                <a:path w="20906" h="17" extrusionOk="0">
                  <a:moveTo>
                    <a:pt x="0" y="1"/>
                  </a:moveTo>
                  <a:lnTo>
                    <a:pt x="0" y="17"/>
                  </a:lnTo>
                  <a:lnTo>
                    <a:pt x="20905" y="17"/>
                  </a:lnTo>
                  <a:cubicBezTo>
                    <a:pt x="20861" y="10"/>
                    <a:pt x="20807" y="1"/>
                    <a:pt x="20763" y="1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7"/>
            <p:cNvSpPr/>
            <p:nvPr/>
          </p:nvSpPr>
          <p:spPr>
            <a:xfrm>
              <a:off x="6904690" y="3470159"/>
              <a:ext cx="152719" cy="920554"/>
            </a:xfrm>
            <a:custGeom>
              <a:avLst/>
              <a:gdLst/>
              <a:ahLst/>
              <a:cxnLst/>
              <a:rect l="l" t="t" r="r" b="b"/>
              <a:pathLst>
                <a:path w="1838" h="11079" extrusionOk="0">
                  <a:moveTo>
                    <a:pt x="497" y="1"/>
                  </a:moveTo>
                  <a:lnTo>
                    <a:pt x="0" y="11055"/>
                  </a:lnTo>
                  <a:lnTo>
                    <a:pt x="1838" y="11078"/>
                  </a:lnTo>
                  <a:lnTo>
                    <a:pt x="1838" y="11078"/>
                  </a:lnTo>
                  <a:lnTo>
                    <a:pt x="1601" y="15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7"/>
            <p:cNvSpPr/>
            <p:nvPr/>
          </p:nvSpPr>
          <p:spPr>
            <a:xfrm>
              <a:off x="6904690" y="3470159"/>
              <a:ext cx="87411" cy="919142"/>
            </a:xfrm>
            <a:custGeom>
              <a:avLst/>
              <a:gdLst/>
              <a:ahLst/>
              <a:cxnLst/>
              <a:rect l="l" t="t" r="r" b="b"/>
              <a:pathLst>
                <a:path w="1052" h="11062" extrusionOk="0">
                  <a:moveTo>
                    <a:pt x="497" y="1"/>
                  </a:moveTo>
                  <a:lnTo>
                    <a:pt x="363" y="2994"/>
                  </a:lnTo>
                  <a:lnTo>
                    <a:pt x="0" y="11055"/>
                  </a:lnTo>
                  <a:lnTo>
                    <a:pt x="918" y="11062"/>
                  </a:lnTo>
                  <a:lnTo>
                    <a:pt x="1051" y="8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9293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7"/>
            <p:cNvSpPr/>
            <p:nvPr/>
          </p:nvSpPr>
          <p:spPr>
            <a:xfrm>
              <a:off x="6934270" y="3691843"/>
              <a:ext cx="108931" cy="54756"/>
            </a:xfrm>
            <a:custGeom>
              <a:avLst/>
              <a:gdLst/>
              <a:ahLst/>
              <a:cxnLst/>
              <a:rect l="l" t="t" r="r" b="b"/>
              <a:pathLst>
                <a:path w="1311" h="659" extrusionOk="0">
                  <a:moveTo>
                    <a:pt x="29" y="0"/>
                  </a:moveTo>
                  <a:lnTo>
                    <a:pt x="0" y="637"/>
                  </a:lnTo>
                  <a:lnTo>
                    <a:pt x="651" y="651"/>
                  </a:lnTo>
                  <a:lnTo>
                    <a:pt x="1311" y="658"/>
                  </a:lnTo>
                  <a:lnTo>
                    <a:pt x="1297" y="14"/>
                  </a:lnTo>
                  <a:lnTo>
                    <a:pt x="667" y="7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37"/>
            <p:cNvSpPr/>
            <p:nvPr/>
          </p:nvSpPr>
          <p:spPr>
            <a:xfrm>
              <a:off x="6927457" y="3816063"/>
              <a:ext cx="118902" cy="79600"/>
            </a:xfrm>
            <a:custGeom>
              <a:avLst/>
              <a:gdLst/>
              <a:ahLst/>
              <a:cxnLst/>
              <a:rect l="l" t="t" r="r" b="b"/>
              <a:pathLst>
                <a:path w="1431" h="958" extrusionOk="0">
                  <a:moveTo>
                    <a:pt x="45" y="1"/>
                  </a:moveTo>
                  <a:lnTo>
                    <a:pt x="0" y="941"/>
                  </a:lnTo>
                  <a:lnTo>
                    <a:pt x="719" y="950"/>
                  </a:lnTo>
                  <a:lnTo>
                    <a:pt x="1430" y="957"/>
                  </a:lnTo>
                  <a:lnTo>
                    <a:pt x="1416" y="24"/>
                  </a:lnTo>
                  <a:lnTo>
                    <a:pt x="726" y="8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2" name="Google Shape;2682;p37"/>
          <p:cNvGrpSpPr/>
          <p:nvPr/>
        </p:nvGrpSpPr>
        <p:grpSpPr>
          <a:xfrm>
            <a:off x="3830673" y="4479700"/>
            <a:ext cx="4529499" cy="124290"/>
            <a:chOff x="1492723" y="4512625"/>
            <a:chExt cx="4529499" cy="124290"/>
          </a:xfrm>
        </p:grpSpPr>
        <p:sp>
          <p:nvSpPr>
            <p:cNvPr id="2683" name="Google Shape;2683;p37"/>
            <p:cNvSpPr/>
            <p:nvPr/>
          </p:nvSpPr>
          <p:spPr>
            <a:xfrm>
              <a:off x="1492723" y="4514335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37"/>
            <p:cNvSpPr/>
            <p:nvPr/>
          </p:nvSpPr>
          <p:spPr>
            <a:xfrm>
              <a:off x="1679357" y="4513689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37"/>
            <p:cNvSpPr/>
            <p:nvPr/>
          </p:nvSpPr>
          <p:spPr>
            <a:xfrm>
              <a:off x="1866012" y="4513689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37"/>
            <p:cNvSpPr/>
            <p:nvPr/>
          </p:nvSpPr>
          <p:spPr>
            <a:xfrm>
              <a:off x="2056464" y="4513125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37"/>
            <p:cNvSpPr/>
            <p:nvPr/>
          </p:nvSpPr>
          <p:spPr>
            <a:xfrm>
              <a:off x="2240720" y="4515003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7"/>
            <p:cNvSpPr/>
            <p:nvPr/>
          </p:nvSpPr>
          <p:spPr>
            <a:xfrm>
              <a:off x="2431172" y="4513125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37"/>
            <p:cNvSpPr/>
            <p:nvPr/>
          </p:nvSpPr>
          <p:spPr>
            <a:xfrm>
              <a:off x="2617828" y="4513125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37"/>
            <p:cNvSpPr/>
            <p:nvPr/>
          </p:nvSpPr>
          <p:spPr>
            <a:xfrm>
              <a:off x="2806381" y="4513146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37"/>
            <p:cNvSpPr/>
            <p:nvPr/>
          </p:nvSpPr>
          <p:spPr>
            <a:xfrm>
              <a:off x="2988739" y="4513605"/>
              <a:ext cx="33814" cy="26114"/>
            </a:xfrm>
            <a:custGeom>
              <a:avLst/>
              <a:gdLst/>
              <a:ahLst/>
              <a:cxnLst/>
              <a:rect l="l" t="t" r="r" b="b"/>
              <a:pathLst>
                <a:path w="1621" h="1252" extrusionOk="0">
                  <a:moveTo>
                    <a:pt x="754" y="1"/>
                  </a:moveTo>
                  <a:cubicBezTo>
                    <a:pt x="297" y="92"/>
                    <a:pt x="0" y="480"/>
                    <a:pt x="183" y="845"/>
                  </a:cubicBezTo>
                  <a:cubicBezTo>
                    <a:pt x="282" y="1023"/>
                    <a:pt x="568" y="1251"/>
                    <a:pt x="776" y="1251"/>
                  </a:cubicBezTo>
                  <a:cubicBezTo>
                    <a:pt x="809" y="1251"/>
                    <a:pt x="840" y="1246"/>
                    <a:pt x="868" y="1233"/>
                  </a:cubicBezTo>
                  <a:cubicBezTo>
                    <a:pt x="1324" y="1233"/>
                    <a:pt x="1621" y="845"/>
                    <a:pt x="1438" y="389"/>
                  </a:cubicBezTo>
                  <a:cubicBezTo>
                    <a:pt x="1324" y="183"/>
                    <a:pt x="1050" y="92"/>
                    <a:pt x="7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37"/>
            <p:cNvSpPr/>
            <p:nvPr/>
          </p:nvSpPr>
          <p:spPr>
            <a:xfrm>
              <a:off x="3177293" y="4515003"/>
              <a:ext cx="33814" cy="26239"/>
            </a:xfrm>
            <a:custGeom>
              <a:avLst/>
              <a:gdLst/>
              <a:ahLst/>
              <a:cxnLst/>
              <a:rect l="l" t="t" r="r" b="b"/>
              <a:pathLst>
                <a:path w="1621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59" y="1166"/>
                    <a:pt x="1324" y="1075"/>
                    <a:pt x="1415" y="892"/>
                  </a:cubicBezTo>
                  <a:cubicBezTo>
                    <a:pt x="1621" y="413"/>
                    <a:pt x="1324" y="25"/>
                    <a:pt x="845" y="25"/>
                  </a:cubicBezTo>
                  <a:cubicBezTo>
                    <a:pt x="812" y="8"/>
                    <a:pt x="772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37"/>
            <p:cNvSpPr/>
            <p:nvPr/>
          </p:nvSpPr>
          <p:spPr>
            <a:xfrm>
              <a:off x="3367745" y="4513689"/>
              <a:ext cx="25720" cy="26406"/>
            </a:xfrm>
            <a:custGeom>
              <a:avLst/>
              <a:gdLst/>
              <a:ahLst/>
              <a:cxnLst/>
              <a:rect l="l" t="t" r="r" b="b"/>
              <a:pathLst>
                <a:path w="1233" h="1266" extrusionOk="0">
                  <a:moveTo>
                    <a:pt x="691" y="1"/>
                  </a:moveTo>
                  <a:cubicBezTo>
                    <a:pt x="565" y="1"/>
                    <a:pt x="424" y="31"/>
                    <a:pt x="274" y="88"/>
                  </a:cubicBezTo>
                  <a:cubicBezTo>
                    <a:pt x="92" y="179"/>
                    <a:pt x="0" y="567"/>
                    <a:pt x="0" y="750"/>
                  </a:cubicBezTo>
                  <a:cubicBezTo>
                    <a:pt x="125" y="1077"/>
                    <a:pt x="345" y="1266"/>
                    <a:pt x="596" y="1266"/>
                  </a:cubicBezTo>
                  <a:cubicBezTo>
                    <a:pt x="712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233" y="476"/>
                  </a:cubicBezTo>
                  <a:cubicBezTo>
                    <a:pt x="1170" y="147"/>
                    <a:pt x="967" y="1"/>
                    <a:pt x="6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37"/>
            <p:cNvSpPr/>
            <p:nvPr/>
          </p:nvSpPr>
          <p:spPr>
            <a:xfrm>
              <a:off x="3556298" y="4513125"/>
              <a:ext cx="27619" cy="27407"/>
            </a:xfrm>
            <a:custGeom>
              <a:avLst/>
              <a:gdLst/>
              <a:ahLst/>
              <a:cxnLst/>
              <a:rect l="l" t="t" r="r" b="b"/>
              <a:pathLst>
                <a:path w="1324" h="1314" extrusionOk="0">
                  <a:moveTo>
                    <a:pt x="663" y="1"/>
                  </a:moveTo>
                  <a:cubicBezTo>
                    <a:pt x="359" y="1"/>
                    <a:pt x="76" y="194"/>
                    <a:pt x="0" y="594"/>
                  </a:cubicBezTo>
                  <a:cubicBezTo>
                    <a:pt x="0" y="777"/>
                    <a:pt x="183" y="1256"/>
                    <a:pt x="365" y="1256"/>
                  </a:cubicBezTo>
                  <a:cubicBezTo>
                    <a:pt x="467" y="1295"/>
                    <a:pt x="561" y="1313"/>
                    <a:pt x="647" y="1313"/>
                  </a:cubicBezTo>
                  <a:cubicBezTo>
                    <a:pt x="966" y="1313"/>
                    <a:pt x="1180" y="1063"/>
                    <a:pt x="1324" y="686"/>
                  </a:cubicBezTo>
                  <a:cubicBezTo>
                    <a:pt x="1141" y="503"/>
                    <a:pt x="1050" y="115"/>
                    <a:pt x="845" y="24"/>
                  </a:cubicBezTo>
                  <a:cubicBezTo>
                    <a:pt x="784" y="9"/>
                    <a:pt x="723" y="1"/>
                    <a:pt x="6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37"/>
            <p:cNvSpPr/>
            <p:nvPr/>
          </p:nvSpPr>
          <p:spPr>
            <a:xfrm>
              <a:off x="3738656" y="4513605"/>
              <a:ext cx="33814" cy="27636"/>
            </a:xfrm>
            <a:custGeom>
              <a:avLst/>
              <a:gdLst/>
              <a:ahLst/>
              <a:cxnLst/>
              <a:rect l="l" t="t" r="r" b="b"/>
              <a:pathLst>
                <a:path w="1621" h="1325" extrusionOk="0">
                  <a:moveTo>
                    <a:pt x="662" y="1"/>
                  </a:moveTo>
                  <a:cubicBezTo>
                    <a:pt x="297" y="183"/>
                    <a:pt x="0" y="571"/>
                    <a:pt x="297" y="959"/>
                  </a:cubicBezTo>
                  <a:cubicBezTo>
                    <a:pt x="388" y="1142"/>
                    <a:pt x="753" y="1325"/>
                    <a:pt x="959" y="1325"/>
                  </a:cubicBezTo>
                  <a:cubicBezTo>
                    <a:pt x="1438" y="1142"/>
                    <a:pt x="1621" y="754"/>
                    <a:pt x="1324" y="389"/>
                  </a:cubicBezTo>
                  <a:cubicBezTo>
                    <a:pt x="1233" y="183"/>
                    <a:pt x="959" y="92"/>
                    <a:pt x="6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37"/>
            <p:cNvSpPr/>
            <p:nvPr/>
          </p:nvSpPr>
          <p:spPr>
            <a:xfrm>
              <a:off x="3931006" y="4514335"/>
              <a:ext cx="25741" cy="27365"/>
            </a:xfrm>
            <a:custGeom>
              <a:avLst/>
              <a:gdLst/>
              <a:ahLst/>
              <a:cxnLst/>
              <a:rect l="l" t="t" r="r" b="b"/>
              <a:pathLst>
                <a:path w="1234" h="1312" extrusionOk="0">
                  <a:moveTo>
                    <a:pt x="676" y="0"/>
                  </a:moveTo>
                  <a:cubicBezTo>
                    <a:pt x="587" y="0"/>
                    <a:pt x="490" y="18"/>
                    <a:pt x="389" y="57"/>
                  </a:cubicBezTo>
                  <a:cubicBezTo>
                    <a:pt x="206" y="57"/>
                    <a:pt x="92" y="445"/>
                    <a:pt x="1" y="628"/>
                  </a:cubicBezTo>
                  <a:cubicBezTo>
                    <a:pt x="1" y="1106"/>
                    <a:pt x="274" y="1312"/>
                    <a:pt x="645" y="1312"/>
                  </a:cubicBezTo>
                  <a:cubicBezTo>
                    <a:pt x="716" y="1312"/>
                    <a:pt x="791" y="1304"/>
                    <a:pt x="868" y="1290"/>
                  </a:cubicBezTo>
                  <a:cubicBezTo>
                    <a:pt x="1051" y="1198"/>
                    <a:pt x="1233" y="810"/>
                    <a:pt x="1233" y="628"/>
                  </a:cubicBezTo>
                  <a:cubicBezTo>
                    <a:pt x="1233" y="250"/>
                    <a:pt x="1007" y="0"/>
                    <a:pt x="6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37"/>
            <p:cNvSpPr/>
            <p:nvPr/>
          </p:nvSpPr>
          <p:spPr>
            <a:xfrm>
              <a:off x="4117662" y="4514022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1" y="460"/>
                  </a:cubicBezTo>
                  <a:cubicBezTo>
                    <a:pt x="0" y="643"/>
                    <a:pt x="183" y="1031"/>
                    <a:pt x="388" y="1213"/>
                  </a:cubicBezTo>
                  <a:cubicBezTo>
                    <a:pt x="485" y="1262"/>
                    <a:pt x="584" y="1284"/>
                    <a:pt x="680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0" y="72"/>
                  </a:cubicBezTo>
                  <a:cubicBezTo>
                    <a:pt x="947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37"/>
            <p:cNvSpPr/>
            <p:nvPr/>
          </p:nvSpPr>
          <p:spPr>
            <a:xfrm>
              <a:off x="4301918" y="4513605"/>
              <a:ext cx="33835" cy="27636"/>
            </a:xfrm>
            <a:custGeom>
              <a:avLst/>
              <a:gdLst/>
              <a:ahLst/>
              <a:cxnLst/>
              <a:rect l="l" t="t" r="r" b="b"/>
              <a:pathLst>
                <a:path w="1622" h="1325" extrusionOk="0">
                  <a:moveTo>
                    <a:pt x="685" y="1"/>
                  </a:moveTo>
                  <a:cubicBezTo>
                    <a:pt x="206" y="183"/>
                    <a:pt x="1" y="571"/>
                    <a:pt x="297" y="959"/>
                  </a:cubicBezTo>
                  <a:cubicBezTo>
                    <a:pt x="389" y="1142"/>
                    <a:pt x="777" y="1325"/>
                    <a:pt x="959" y="1325"/>
                  </a:cubicBezTo>
                  <a:cubicBezTo>
                    <a:pt x="1439" y="1142"/>
                    <a:pt x="1621" y="754"/>
                    <a:pt x="1347" y="389"/>
                  </a:cubicBezTo>
                  <a:cubicBezTo>
                    <a:pt x="1256" y="183"/>
                    <a:pt x="868" y="92"/>
                    <a:pt x="6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37"/>
            <p:cNvSpPr/>
            <p:nvPr/>
          </p:nvSpPr>
          <p:spPr>
            <a:xfrm>
              <a:off x="4490471" y="4515003"/>
              <a:ext cx="31916" cy="26239"/>
            </a:xfrm>
            <a:custGeom>
              <a:avLst/>
              <a:gdLst/>
              <a:ahLst/>
              <a:cxnLst/>
              <a:rect l="l" t="t" r="r" b="b"/>
              <a:pathLst>
                <a:path w="1530" h="1258" extrusionOk="0">
                  <a:moveTo>
                    <a:pt x="702" y="1"/>
                  </a:moveTo>
                  <a:cubicBezTo>
                    <a:pt x="450" y="1"/>
                    <a:pt x="206" y="154"/>
                    <a:pt x="206" y="322"/>
                  </a:cubicBezTo>
                  <a:cubicBezTo>
                    <a:pt x="0" y="778"/>
                    <a:pt x="297" y="1166"/>
                    <a:pt x="776" y="1258"/>
                  </a:cubicBezTo>
                  <a:cubicBezTo>
                    <a:pt x="959" y="1166"/>
                    <a:pt x="1347" y="1075"/>
                    <a:pt x="1438" y="892"/>
                  </a:cubicBezTo>
                  <a:cubicBezTo>
                    <a:pt x="1530" y="413"/>
                    <a:pt x="1347" y="25"/>
                    <a:pt x="868" y="25"/>
                  </a:cubicBezTo>
                  <a:cubicBezTo>
                    <a:pt x="814" y="8"/>
                    <a:pt x="758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37"/>
            <p:cNvSpPr/>
            <p:nvPr/>
          </p:nvSpPr>
          <p:spPr>
            <a:xfrm>
              <a:off x="4680923" y="4514022"/>
              <a:ext cx="28119" cy="26802"/>
            </a:xfrm>
            <a:custGeom>
              <a:avLst/>
              <a:gdLst/>
              <a:ahLst/>
              <a:cxnLst/>
              <a:rect l="l" t="t" r="r" b="b"/>
              <a:pathLst>
                <a:path w="1348" h="1285" extrusionOk="0">
                  <a:moveTo>
                    <a:pt x="658" y="1"/>
                  </a:moveTo>
                  <a:cubicBezTo>
                    <a:pt x="389" y="1"/>
                    <a:pt x="151" y="175"/>
                    <a:pt x="1" y="460"/>
                  </a:cubicBezTo>
                  <a:cubicBezTo>
                    <a:pt x="1" y="643"/>
                    <a:pt x="92" y="1031"/>
                    <a:pt x="297" y="1213"/>
                  </a:cubicBezTo>
                  <a:cubicBezTo>
                    <a:pt x="424" y="1262"/>
                    <a:pt x="537" y="1284"/>
                    <a:pt x="640" y="1284"/>
                  </a:cubicBezTo>
                  <a:cubicBezTo>
                    <a:pt x="924" y="1284"/>
                    <a:pt x="1129" y="1110"/>
                    <a:pt x="1347" y="825"/>
                  </a:cubicBezTo>
                  <a:cubicBezTo>
                    <a:pt x="1233" y="551"/>
                    <a:pt x="1142" y="163"/>
                    <a:pt x="959" y="72"/>
                  </a:cubicBezTo>
                  <a:cubicBezTo>
                    <a:pt x="856" y="24"/>
                    <a:pt x="755" y="1"/>
                    <a:pt x="6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37"/>
            <p:cNvSpPr/>
            <p:nvPr/>
          </p:nvSpPr>
          <p:spPr>
            <a:xfrm>
              <a:off x="4867579" y="4514335"/>
              <a:ext cx="27619" cy="27365"/>
            </a:xfrm>
            <a:custGeom>
              <a:avLst/>
              <a:gdLst/>
              <a:ahLst/>
              <a:cxnLst/>
              <a:rect l="l" t="t" r="r" b="b"/>
              <a:pathLst>
                <a:path w="1324" h="1312" extrusionOk="0">
                  <a:moveTo>
                    <a:pt x="667" y="0"/>
                  </a:moveTo>
                  <a:cubicBezTo>
                    <a:pt x="579" y="0"/>
                    <a:pt x="485" y="18"/>
                    <a:pt x="388" y="57"/>
                  </a:cubicBezTo>
                  <a:cubicBezTo>
                    <a:pt x="183" y="57"/>
                    <a:pt x="183" y="445"/>
                    <a:pt x="0" y="628"/>
                  </a:cubicBezTo>
                  <a:cubicBezTo>
                    <a:pt x="77" y="1106"/>
                    <a:pt x="362" y="1312"/>
                    <a:pt x="735" y="1312"/>
                  </a:cubicBezTo>
                  <a:cubicBezTo>
                    <a:pt x="806" y="1312"/>
                    <a:pt x="881" y="1304"/>
                    <a:pt x="959" y="1290"/>
                  </a:cubicBezTo>
                  <a:cubicBezTo>
                    <a:pt x="1141" y="1198"/>
                    <a:pt x="1324" y="810"/>
                    <a:pt x="1324" y="628"/>
                  </a:cubicBezTo>
                  <a:cubicBezTo>
                    <a:pt x="1252" y="250"/>
                    <a:pt x="996" y="0"/>
                    <a:pt x="6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37"/>
            <p:cNvSpPr/>
            <p:nvPr/>
          </p:nvSpPr>
          <p:spPr>
            <a:xfrm>
              <a:off x="5051835" y="4513605"/>
              <a:ext cx="33835" cy="27636"/>
            </a:xfrm>
            <a:custGeom>
              <a:avLst/>
              <a:gdLst/>
              <a:ahLst/>
              <a:cxnLst/>
              <a:rect l="l" t="t" r="r" b="b"/>
              <a:pathLst>
                <a:path w="1622" h="1325" extrusionOk="0">
                  <a:moveTo>
                    <a:pt x="685" y="1"/>
                  </a:moveTo>
                  <a:cubicBezTo>
                    <a:pt x="206" y="183"/>
                    <a:pt x="0" y="571"/>
                    <a:pt x="297" y="959"/>
                  </a:cubicBezTo>
                  <a:cubicBezTo>
                    <a:pt x="388" y="1142"/>
                    <a:pt x="776" y="1325"/>
                    <a:pt x="959" y="1325"/>
                  </a:cubicBezTo>
                  <a:cubicBezTo>
                    <a:pt x="1438" y="1142"/>
                    <a:pt x="1621" y="754"/>
                    <a:pt x="1347" y="389"/>
                  </a:cubicBezTo>
                  <a:cubicBezTo>
                    <a:pt x="1256" y="183"/>
                    <a:pt x="868" y="92"/>
                    <a:pt x="6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7"/>
            <p:cNvSpPr/>
            <p:nvPr/>
          </p:nvSpPr>
          <p:spPr>
            <a:xfrm>
              <a:off x="5242287" y="4512625"/>
              <a:ext cx="28119" cy="27469"/>
            </a:xfrm>
            <a:custGeom>
              <a:avLst/>
              <a:gdLst/>
              <a:ahLst/>
              <a:cxnLst/>
              <a:rect l="l" t="t" r="r" b="b"/>
              <a:pathLst>
                <a:path w="1348" h="1317" extrusionOk="0">
                  <a:moveTo>
                    <a:pt x="748" y="1"/>
                  </a:moveTo>
                  <a:cubicBezTo>
                    <a:pt x="633" y="1"/>
                    <a:pt x="512" y="44"/>
                    <a:pt x="389" y="139"/>
                  </a:cubicBezTo>
                  <a:cubicBezTo>
                    <a:pt x="206" y="230"/>
                    <a:pt x="1" y="618"/>
                    <a:pt x="115" y="801"/>
                  </a:cubicBezTo>
                  <a:cubicBezTo>
                    <a:pt x="177" y="1128"/>
                    <a:pt x="367" y="1317"/>
                    <a:pt x="633" y="1317"/>
                  </a:cubicBezTo>
                  <a:cubicBezTo>
                    <a:pt x="757" y="1317"/>
                    <a:pt x="898" y="1276"/>
                    <a:pt x="1051" y="1189"/>
                  </a:cubicBezTo>
                  <a:cubicBezTo>
                    <a:pt x="1256" y="1098"/>
                    <a:pt x="1256" y="710"/>
                    <a:pt x="1347" y="527"/>
                  </a:cubicBezTo>
                  <a:cubicBezTo>
                    <a:pt x="1207" y="200"/>
                    <a:pt x="993" y="1"/>
                    <a:pt x="7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7"/>
            <p:cNvSpPr/>
            <p:nvPr/>
          </p:nvSpPr>
          <p:spPr>
            <a:xfrm>
              <a:off x="5430840" y="4514335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76" y="0"/>
                  </a:moveTo>
                  <a:cubicBezTo>
                    <a:pt x="587" y="0"/>
                    <a:pt x="490" y="18"/>
                    <a:pt x="388" y="57"/>
                  </a:cubicBezTo>
                  <a:cubicBezTo>
                    <a:pt x="206" y="57"/>
                    <a:pt x="92" y="445"/>
                    <a:pt x="0" y="628"/>
                  </a:cubicBezTo>
                  <a:cubicBezTo>
                    <a:pt x="77" y="1106"/>
                    <a:pt x="362" y="1312"/>
                    <a:pt x="681" y="1312"/>
                  </a:cubicBezTo>
                  <a:cubicBezTo>
                    <a:pt x="743" y="1312"/>
                    <a:pt x="805" y="1304"/>
                    <a:pt x="868" y="1290"/>
                  </a:cubicBezTo>
                  <a:cubicBezTo>
                    <a:pt x="1050" y="1198"/>
                    <a:pt x="1233" y="810"/>
                    <a:pt x="1233" y="628"/>
                  </a:cubicBezTo>
                  <a:cubicBezTo>
                    <a:pt x="1233" y="250"/>
                    <a:pt x="1006" y="0"/>
                    <a:pt x="6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7"/>
            <p:cNvSpPr/>
            <p:nvPr/>
          </p:nvSpPr>
          <p:spPr>
            <a:xfrm>
              <a:off x="5619394" y="4513146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604" y="0"/>
                  </a:moveTo>
                  <a:cubicBezTo>
                    <a:pt x="537" y="0"/>
                    <a:pt x="466" y="8"/>
                    <a:pt x="388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41" y="1312"/>
                    <a:pt x="577" y="1312"/>
                  </a:cubicBezTo>
                  <a:cubicBezTo>
                    <a:pt x="668" y="1312"/>
                    <a:pt x="766" y="1294"/>
                    <a:pt x="868" y="1255"/>
                  </a:cubicBezTo>
                  <a:cubicBezTo>
                    <a:pt x="1050" y="1255"/>
                    <a:pt x="1141" y="867"/>
                    <a:pt x="1233" y="685"/>
                  </a:cubicBezTo>
                  <a:cubicBezTo>
                    <a:pt x="1156" y="206"/>
                    <a:pt x="951" y="0"/>
                    <a:pt x="6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7"/>
            <p:cNvSpPr/>
            <p:nvPr/>
          </p:nvSpPr>
          <p:spPr>
            <a:xfrm>
              <a:off x="5801752" y="4513605"/>
              <a:ext cx="33814" cy="27636"/>
            </a:xfrm>
            <a:custGeom>
              <a:avLst/>
              <a:gdLst/>
              <a:ahLst/>
              <a:cxnLst/>
              <a:rect l="l" t="t" r="r" b="b"/>
              <a:pathLst>
                <a:path w="1621" h="1325" extrusionOk="0">
                  <a:moveTo>
                    <a:pt x="685" y="1"/>
                  </a:moveTo>
                  <a:cubicBezTo>
                    <a:pt x="206" y="183"/>
                    <a:pt x="0" y="571"/>
                    <a:pt x="297" y="959"/>
                  </a:cubicBezTo>
                  <a:cubicBezTo>
                    <a:pt x="388" y="1142"/>
                    <a:pt x="776" y="1325"/>
                    <a:pt x="959" y="1325"/>
                  </a:cubicBezTo>
                  <a:cubicBezTo>
                    <a:pt x="1438" y="1142"/>
                    <a:pt x="1621" y="754"/>
                    <a:pt x="1347" y="389"/>
                  </a:cubicBezTo>
                  <a:cubicBezTo>
                    <a:pt x="1256" y="183"/>
                    <a:pt x="959" y="92"/>
                    <a:pt x="6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7"/>
            <p:cNvSpPr/>
            <p:nvPr/>
          </p:nvSpPr>
          <p:spPr>
            <a:xfrm>
              <a:off x="5990305" y="4513605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662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776" y="1325"/>
                    <a:pt x="959" y="1325"/>
                  </a:cubicBezTo>
                  <a:cubicBezTo>
                    <a:pt x="1347" y="1142"/>
                    <a:pt x="1529" y="754"/>
                    <a:pt x="1347" y="389"/>
                  </a:cubicBezTo>
                  <a:cubicBezTo>
                    <a:pt x="1233" y="183"/>
                    <a:pt x="867" y="92"/>
                    <a:pt x="6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37"/>
            <p:cNvSpPr/>
            <p:nvPr/>
          </p:nvSpPr>
          <p:spPr>
            <a:xfrm>
              <a:off x="1582233" y="4605754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37"/>
            <p:cNvSpPr/>
            <p:nvPr/>
          </p:nvSpPr>
          <p:spPr>
            <a:xfrm>
              <a:off x="1770786" y="4605524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7"/>
            <p:cNvSpPr/>
            <p:nvPr/>
          </p:nvSpPr>
          <p:spPr>
            <a:xfrm>
              <a:off x="1956941" y="4606546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7"/>
            <p:cNvSpPr/>
            <p:nvPr/>
          </p:nvSpPr>
          <p:spPr>
            <a:xfrm>
              <a:off x="2143596" y="4606546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7"/>
            <p:cNvSpPr/>
            <p:nvPr/>
          </p:nvSpPr>
          <p:spPr>
            <a:xfrm>
              <a:off x="2332150" y="4606567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7"/>
            <p:cNvSpPr/>
            <p:nvPr/>
          </p:nvSpPr>
          <p:spPr>
            <a:xfrm>
              <a:off x="2520703" y="4605754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37"/>
            <p:cNvSpPr/>
            <p:nvPr/>
          </p:nvSpPr>
          <p:spPr>
            <a:xfrm>
              <a:off x="2706858" y="4605524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37"/>
            <p:cNvSpPr/>
            <p:nvPr/>
          </p:nvSpPr>
          <p:spPr>
            <a:xfrm>
              <a:off x="2895412" y="4606922"/>
              <a:ext cx="33835" cy="29993"/>
            </a:xfrm>
            <a:custGeom>
              <a:avLst/>
              <a:gdLst/>
              <a:ahLst/>
              <a:cxnLst/>
              <a:rect l="l" t="t" r="r" b="b"/>
              <a:pathLst>
                <a:path w="1622" h="1438" extrusionOk="0">
                  <a:moveTo>
                    <a:pt x="777" y="0"/>
                  </a:moveTo>
                  <a:cubicBezTo>
                    <a:pt x="297" y="92"/>
                    <a:pt x="1" y="366"/>
                    <a:pt x="92" y="571"/>
                  </a:cubicBezTo>
                  <a:cubicBezTo>
                    <a:pt x="266" y="1208"/>
                    <a:pt x="554" y="1437"/>
                    <a:pt x="874" y="1437"/>
                  </a:cubicBezTo>
                  <a:cubicBezTo>
                    <a:pt x="932" y="1437"/>
                    <a:pt x="991" y="1430"/>
                    <a:pt x="1051" y="1416"/>
                  </a:cubicBezTo>
                  <a:cubicBezTo>
                    <a:pt x="1530" y="1233"/>
                    <a:pt x="1621" y="754"/>
                    <a:pt x="1439" y="366"/>
                  </a:cubicBezTo>
                  <a:cubicBezTo>
                    <a:pt x="1347" y="183"/>
                    <a:pt x="959" y="0"/>
                    <a:pt x="7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37"/>
            <p:cNvSpPr/>
            <p:nvPr/>
          </p:nvSpPr>
          <p:spPr>
            <a:xfrm>
              <a:off x="3083965" y="4605733"/>
              <a:ext cx="33835" cy="30723"/>
            </a:xfrm>
            <a:custGeom>
              <a:avLst/>
              <a:gdLst/>
              <a:ahLst/>
              <a:cxnLst/>
              <a:rect l="l" t="t" r="r" b="b"/>
              <a:pathLst>
                <a:path w="1622" h="1473" extrusionOk="0">
                  <a:moveTo>
                    <a:pt x="704" y="1"/>
                  </a:moveTo>
                  <a:cubicBezTo>
                    <a:pt x="374" y="1"/>
                    <a:pt x="166" y="314"/>
                    <a:pt x="92" y="628"/>
                  </a:cubicBezTo>
                  <a:cubicBezTo>
                    <a:pt x="0" y="1199"/>
                    <a:pt x="297" y="1381"/>
                    <a:pt x="754" y="1473"/>
                  </a:cubicBezTo>
                  <a:cubicBezTo>
                    <a:pt x="1233" y="1381"/>
                    <a:pt x="1621" y="1199"/>
                    <a:pt x="1438" y="628"/>
                  </a:cubicBezTo>
                  <a:cubicBezTo>
                    <a:pt x="1438" y="423"/>
                    <a:pt x="1142" y="149"/>
                    <a:pt x="959" y="57"/>
                  </a:cubicBezTo>
                  <a:cubicBezTo>
                    <a:pt x="867" y="18"/>
                    <a:pt x="782" y="1"/>
                    <a:pt x="7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37"/>
            <p:cNvSpPr/>
            <p:nvPr/>
          </p:nvSpPr>
          <p:spPr>
            <a:xfrm>
              <a:off x="3272519" y="4606546"/>
              <a:ext cx="31916" cy="29451"/>
            </a:xfrm>
            <a:custGeom>
              <a:avLst/>
              <a:gdLst/>
              <a:ahLst/>
              <a:cxnLst/>
              <a:rect l="l" t="t" r="r" b="b"/>
              <a:pathLst>
                <a:path w="1530" h="1412" extrusionOk="0">
                  <a:moveTo>
                    <a:pt x="579" y="1"/>
                  </a:moveTo>
                  <a:cubicBezTo>
                    <a:pt x="208" y="1"/>
                    <a:pt x="0" y="263"/>
                    <a:pt x="0" y="680"/>
                  </a:cubicBezTo>
                  <a:cubicBezTo>
                    <a:pt x="0" y="954"/>
                    <a:pt x="183" y="1342"/>
                    <a:pt x="388" y="1342"/>
                  </a:cubicBezTo>
                  <a:cubicBezTo>
                    <a:pt x="505" y="1389"/>
                    <a:pt x="618" y="1412"/>
                    <a:pt x="723" y="1412"/>
                  </a:cubicBezTo>
                  <a:cubicBezTo>
                    <a:pt x="1030" y="1412"/>
                    <a:pt x="1280" y="1219"/>
                    <a:pt x="1415" y="863"/>
                  </a:cubicBezTo>
                  <a:cubicBezTo>
                    <a:pt x="1530" y="384"/>
                    <a:pt x="1233" y="110"/>
                    <a:pt x="753" y="18"/>
                  </a:cubicBezTo>
                  <a:cubicBezTo>
                    <a:pt x="692" y="7"/>
                    <a:pt x="634" y="1"/>
                    <a:pt x="5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37"/>
            <p:cNvSpPr/>
            <p:nvPr/>
          </p:nvSpPr>
          <p:spPr>
            <a:xfrm>
              <a:off x="3456775" y="4606922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85" y="0"/>
                    <a:pt x="389" y="183"/>
                    <a:pt x="297" y="366"/>
                  </a:cubicBezTo>
                  <a:cubicBezTo>
                    <a:pt x="1" y="754"/>
                    <a:pt x="206" y="1233"/>
                    <a:pt x="685" y="1324"/>
                  </a:cubicBezTo>
                  <a:cubicBezTo>
                    <a:pt x="765" y="1364"/>
                    <a:pt x="846" y="1382"/>
                    <a:pt x="925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439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37"/>
            <p:cNvSpPr/>
            <p:nvPr/>
          </p:nvSpPr>
          <p:spPr>
            <a:xfrm>
              <a:off x="3645329" y="4605754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1008" y="0"/>
                  </a:moveTo>
                  <a:cubicBezTo>
                    <a:pt x="939" y="0"/>
                    <a:pt x="862" y="18"/>
                    <a:pt x="777" y="56"/>
                  </a:cubicBezTo>
                  <a:cubicBezTo>
                    <a:pt x="480" y="56"/>
                    <a:pt x="206" y="330"/>
                    <a:pt x="206" y="536"/>
                  </a:cubicBezTo>
                  <a:cubicBezTo>
                    <a:pt x="0" y="992"/>
                    <a:pt x="297" y="1380"/>
                    <a:pt x="777" y="1380"/>
                  </a:cubicBezTo>
                  <a:cubicBezTo>
                    <a:pt x="835" y="1392"/>
                    <a:pt x="891" y="1398"/>
                    <a:pt x="944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56" y="329"/>
                    <a:pt x="1306" y="0"/>
                    <a:pt x="10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37"/>
            <p:cNvSpPr/>
            <p:nvPr/>
          </p:nvSpPr>
          <p:spPr>
            <a:xfrm>
              <a:off x="3835780" y="4606546"/>
              <a:ext cx="31916" cy="29451"/>
            </a:xfrm>
            <a:custGeom>
              <a:avLst/>
              <a:gdLst/>
              <a:ahLst/>
              <a:cxnLst/>
              <a:rect l="l" t="t" r="r" b="b"/>
              <a:pathLst>
                <a:path w="1530" h="1412" extrusionOk="0">
                  <a:moveTo>
                    <a:pt x="574" y="1"/>
                  </a:moveTo>
                  <a:cubicBezTo>
                    <a:pt x="157" y="1"/>
                    <a:pt x="1" y="263"/>
                    <a:pt x="1" y="680"/>
                  </a:cubicBezTo>
                  <a:cubicBezTo>
                    <a:pt x="1" y="954"/>
                    <a:pt x="206" y="1342"/>
                    <a:pt x="389" y="1342"/>
                  </a:cubicBezTo>
                  <a:cubicBezTo>
                    <a:pt x="511" y="1389"/>
                    <a:pt x="627" y="1412"/>
                    <a:pt x="732" y="1412"/>
                  </a:cubicBezTo>
                  <a:cubicBezTo>
                    <a:pt x="1039" y="1412"/>
                    <a:pt x="1262" y="1219"/>
                    <a:pt x="1347" y="863"/>
                  </a:cubicBezTo>
                  <a:cubicBezTo>
                    <a:pt x="1530" y="384"/>
                    <a:pt x="1142" y="110"/>
                    <a:pt x="777" y="18"/>
                  </a:cubicBezTo>
                  <a:cubicBezTo>
                    <a:pt x="703" y="7"/>
                    <a:pt x="636" y="1"/>
                    <a:pt x="5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37"/>
            <p:cNvSpPr/>
            <p:nvPr/>
          </p:nvSpPr>
          <p:spPr>
            <a:xfrm>
              <a:off x="4020517" y="4606922"/>
              <a:ext cx="35733" cy="29993"/>
            </a:xfrm>
            <a:custGeom>
              <a:avLst/>
              <a:gdLst/>
              <a:ahLst/>
              <a:cxnLst/>
              <a:rect l="l" t="t" r="r" b="b"/>
              <a:pathLst>
                <a:path w="1713" h="1438" extrusionOk="0">
                  <a:moveTo>
                    <a:pt x="754" y="0"/>
                  </a:moveTo>
                  <a:cubicBezTo>
                    <a:pt x="275" y="92"/>
                    <a:pt x="1" y="366"/>
                    <a:pt x="92" y="571"/>
                  </a:cubicBezTo>
                  <a:cubicBezTo>
                    <a:pt x="247" y="1208"/>
                    <a:pt x="548" y="1437"/>
                    <a:pt x="928" y="1437"/>
                  </a:cubicBezTo>
                  <a:cubicBezTo>
                    <a:pt x="997" y="1437"/>
                    <a:pt x="1068" y="1430"/>
                    <a:pt x="1142" y="1416"/>
                  </a:cubicBezTo>
                  <a:cubicBezTo>
                    <a:pt x="1507" y="1233"/>
                    <a:pt x="1713" y="754"/>
                    <a:pt x="1416" y="366"/>
                  </a:cubicBezTo>
                  <a:cubicBezTo>
                    <a:pt x="1325" y="183"/>
                    <a:pt x="937" y="0"/>
                    <a:pt x="7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37"/>
            <p:cNvSpPr/>
            <p:nvPr/>
          </p:nvSpPr>
          <p:spPr>
            <a:xfrm>
              <a:off x="4209070" y="4606922"/>
              <a:ext cx="33355" cy="29993"/>
            </a:xfrm>
            <a:custGeom>
              <a:avLst/>
              <a:gdLst/>
              <a:ahLst/>
              <a:cxnLst/>
              <a:rect l="l" t="t" r="r" b="b"/>
              <a:pathLst>
                <a:path w="1599" h="1438" extrusionOk="0">
                  <a:moveTo>
                    <a:pt x="754" y="0"/>
                  </a:moveTo>
                  <a:cubicBezTo>
                    <a:pt x="275" y="92"/>
                    <a:pt x="1" y="366"/>
                    <a:pt x="1" y="571"/>
                  </a:cubicBezTo>
                  <a:cubicBezTo>
                    <a:pt x="232" y="1208"/>
                    <a:pt x="546" y="1437"/>
                    <a:pt x="858" y="1437"/>
                  </a:cubicBezTo>
                  <a:cubicBezTo>
                    <a:pt x="915" y="1437"/>
                    <a:pt x="972" y="1430"/>
                    <a:pt x="1028" y="1416"/>
                  </a:cubicBezTo>
                  <a:cubicBezTo>
                    <a:pt x="1416" y="1233"/>
                    <a:pt x="1598" y="754"/>
                    <a:pt x="1416" y="366"/>
                  </a:cubicBezTo>
                  <a:cubicBezTo>
                    <a:pt x="1324" y="183"/>
                    <a:pt x="936" y="0"/>
                    <a:pt x="7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37"/>
            <p:cNvSpPr/>
            <p:nvPr/>
          </p:nvSpPr>
          <p:spPr>
            <a:xfrm>
              <a:off x="4395246" y="4606922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868" y="0"/>
                  </a:moveTo>
                  <a:cubicBezTo>
                    <a:pt x="662" y="0"/>
                    <a:pt x="297" y="183"/>
                    <a:pt x="206" y="366"/>
                  </a:cubicBezTo>
                  <a:cubicBezTo>
                    <a:pt x="0" y="754"/>
                    <a:pt x="206" y="1233"/>
                    <a:pt x="571" y="1324"/>
                  </a:cubicBezTo>
                  <a:cubicBezTo>
                    <a:pt x="675" y="1364"/>
                    <a:pt x="775" y="1382"/>
                    <a:pt x="869" y="1382"/>
                  </a:cubicBezTo>
                  <a:cubicBezTo>
                    <a:pt x="1205" y="1382"/>
                    <a:pt x="1458" y="1148"/>
                    <a:pt x="1530" y="845"/>
                  </a:cubicBezTo>
                  <a:cubicBezTo>
                    <a:pt x="1712" y="274"/>
                    <a:pt x="1347" y="0"/>
                    <a:pt x="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37"/>
            <p:cNvSpPr/>
            <p:nvPr/>
          </p:nvSpPr>
          <p:spPr>
            <a:xfrm>
              <a:off x="4583799" y="4606922"/>
              <a:ext cx="33814" cy="29993"/>
            </a:xfrm>
            <a:custGeom>
              <a:avLst/>
              <a:gdLst/>
              <a:ahLst/>
              <a:cxnLst/>
              <a:rect l="l" t="t" r="r" b="b"/>
              <a:pathLst>
                <a:path w="1621" h="1438" extrusionOk="0">
                  <a:moveTo>
                    <a:pt x="753" y="0"/>
                  </a:moveTo>
                  <a:cubicBezTo>
                    <a:pt x="297" y="92"/>
                    <a:pt x="0" y="366"/>
                    <a:pt x="0" y="571"/>
                  </a:cubicBezTo>
                  <a:cubicBezTo>
                    <a:pt x="251" y="1208"/>
                    <a:pt x="551" y="1437"/>
                    <a:pt x="873" y="1437"/>
                  </a:cubicBezTo>
                  <a:cubicBezTo>
                    <a:pt x="931" y="1437"/>
                    <a:pt x="990" y="1430"/>
                    <a:pt x="1050" y="1416"/>
                  </a:cubicBezTo>
                  <a:cubicBezTo>
                    <a:pt x="1438" y="1233"/>
                    <a:pt x="1621" y="754"/>
                    <a:pt x="1438" y="366"/>
                  </a:cubicBezTo>
                  <a:cubicBezTo>
                    <a:pt x="1324" y="183"/>
                    <a:pt x="959" y="0"/>
                    <a:pt x="7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37"/>
            <p:cNvSpPr/>
            <p:nvPr/>
          </p:nvSpPr>
          <p:spPr>
            <a:xfrm>
              <a:off x="4772332" y="4605733"/>
              <a:ext cx="33835" cy="30723"/>
            </a:xfrm>
            <a:custGeom>
              <a:avLst/>
              <a:gdLst/>
              <a:ahLst/>
              <a:cxnLst/>
              <a:rect l="l" t="t" r="r" b="b"/>
              <a:pathLst>
                <a:path w="1622" h="1473" extrusionOk="0">
                  <a:moveTo>
                    <a:pt x="697" y="1"/>
                  </a:moveTo>
                  <a:cubicBezTo>
                    <a:pt x="346" y="1"/>
                    <a:pt x="92" y="314"/>
                    <a:pt x="92" y="628"/>
                  </a:cubicBezTo>
                  <a:cubicBezTo>
                    <a:pt x="1" y="1199"/>
                    <a:pt x="275" y="1381"/>
                    <a:pt x="754" y="1473"/>
                  </a:cubicBezTo>
                  <a:cubicBezTo>
                    <a:pt x="1234" y="1381"/>
                    <a:pt x="1622" y="1199"/>
                    <a:pt x="1416" y="628"/>
                  </a:cubicBezTo>
                  <a:cubicBezTo>
                    <a:pt x="1416" y="423"/>
                    <a:pt x="1142" y="149"/>
                    <a:pt x="960" y="57"/>
                  </a:cubicBezTo>
                  <a:cubicBezTo>
                    <a:pt x="868" y="18"/>
                    <a:pt x="779" y="1"/>
                    <a:pt x="6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37"/>
            <p:cNvSpPr/>
            <p:nvPr/>
          </p:nvSpPr>
          <p:spPr>
            <a:xfrm>
              <a:off x="4958987" y="4606922"/>
              <a:ext cx="33355" cy="29993"/>
            </a:xfrm>
            <a:custGeom>
              <a:avLst/>
              <a:gdLst/>
              <a:ahLst/>
              <a:cxnLst/>
              <a:rect l="l" t="t" r="r" b="b"/>
              <a:pathLst>
                <a:path w="1599" h="1438" extrusionOk="0">
                  <a:moveTo>
                    <a:pt x="754" y="0"/>
                  </a:moveTo>
                  <a:cubicBezTo>
                    <a:pt x="274" y="92"/>
                    <a:pt x="0" y="366"/>
                    <a:pt x="0" y="571"/>
                  </a:cubicBezTo>
                  <a:cubicBezTo>
                    <a:pt x="232" y="1208"/>
                    <a:pt x="546" y="1437"/>
                    <a:pt x="858" y="1437"/>
                  </a:cubicBezTo>
                  <a:cubicBezTo>
                    <a:pt x="915" y="1437"/>
                    <a:pt x="971" y="1430"/>
                    <a:pt x="1028" y="1416"/>
                  </a:cubicBezTo>
                  <a:cubicBezTo>
                    <a:pt x="1507" y="1233"/>
                    <a:pt x="1598" y="754"/>
                    <a:pt x="1416" y="366"/>
                  </a:cubicBezTo>
                  <a:cubicBezTo>
                    <a:pt x="1324" y="183"/>
                    <a:pt x="936" y="0"/>
                    <a:pt x="7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37"/>
            <p:cNvSpPr/>
            <p:nvPr/>
          </p:nvSpPr>
          <p:spPr>
            <a:xfrm>
              <a:off x="5147061" y="4605733"/>
              <a:ext cx="33835" cy="30723"/>
            </a:xfrm>
            <a:custGeom>
              <a:avLst/>
              <a:gdLst/>
              <a:ahLst/>
              <a:cxnLst/>
              <a:rect l="l" t="t" r="r" b="b"/>
              <a:pathLst>
                <a:path w="1622" h="1473" extrusionOk="0">
                  <a:moveTo>
                    <a:pt x="706" y="1"/>
                  </a:moveTo>
                  <a:cubicBezTo>
                    <a:pt x="382" y="1"/>
                    <a:pt x="188" y="314"/>
                    <a:pt x="115" y="628"/>
                  </a:cubicBezTo>
                  <a:cubicBezTo>
                    <a:pt x="0" y="1199"/>
                    <a:pt x="297" y="1381"/>
                    <a:pt x="777" y="1473"/>
                  </a:cubicBezTo>
                  <a:cubicBezTo>
                    <a:pt x="1256" y="1381"/>
                    <a:pt x="1621" y="1199"/>
                    <a:pt x="1438" y="628"/>
                  </a:cubicBezTo>
                  <a:cubicBezTo>
                    <a:pt x="1438" y="423"/>
                    <a:pt x="1142" y="149"/>
                    <a:pt x="959" y="57"/>
                  </a:cubicBezTo>
                  <a:cubicBezTo>
                    <a:pt x="867" y="18"/>
                    <a:pt x="783" y="1"/>
                    <a:pt x="7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7"/>
            <p:cNvSpPr/>
            <p:nvPr/>
          </p:nvSpPr>
          <p:spPr>
            <a:xfrm>
              <a:off x="5333716" y="4605754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47" y="0"/>
                  </a:moveTo>
                  <a:cubicBezTo>
                    <a:pt x="864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97" y="1380"/>
                    <a:pt x="753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29" y="1136"/>
                    <a:pt x="1529" y="718"/>
                  </a:cubicBezTo>
                  <a:cubicBezTo>
                    <a:pt x="1455" y="329"/>
                    <a:pt x="1306" y="0"/>
                    <a:pt x="9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7"/>
            <p:cNvSpPr/>
            <p:nvPr/>
          </p:nvSpPr>
          <p:spPr>
            <a:xfrm>
              <a:off x="5522249" y="4605733"/>
              <a:ext cx="33835" cy="30723"/>
            </a:xfrm>
            <a:custGeom>
              <a:avLst/>
              <a:gdLst/>
              <a:ahLst/>
              <a:cxnLst/>
              <a:rect l="l" t="t" r="r" b="b"/>
              <a:pathLst>
                <a:path w="1622" h="1473" extrusionOk="0">
                  <a:moveTo>
                    <a:pt x="704" y="1"/>
                  </a:moveTo>
                  <a:cubicBezTo>
                    <a:pt x="374" y="1"/>
                    <a:pt x="166" y="314"/>
                    <a:pt x="92" y="628"/>
                  </a:cubicBezTo>
                  <a:cubicBezTo>
                    <a:pt x="1" y="1199"/>
                    <a:pt x="275" y="1381"/>
                    <a:pt x="754" y="1473"/>
                  </a:cubicBezTo>
                  <a:cubicBezTo>
                    <a:pt x="1233" y="1381"/>
                    <a:pt x="1621" y="1199"/>
                    <a:pt x="1416" y="628"/>
                  </a:cubicBezTo>
                  <a:cubicBezTo>
                    <a:pt x="1416" y="423"/>
                    <a:pt x="1142" y="149"/>
                    <a:pt x="959" y="57"/>
                  </a:cubicBezTo>
                  <a:cubicBezTo>
                    <a:pt x="868" y="18"/>
                    <a:pt x="783" y="1"/>
                    <a:pt x="7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7"/>
            <p:cNvSpPr/>
            <p:nvPr/>
          </p:nvSpPr>
          <p:spPr>
            <a:xfrm>
              <a:off x="5708904" y="4605524"/>
              <a:ext cx="33355" cy="29034"/>
            </a:xfrm>
            <a:custGeom>
              <a:avLst/>
              <a:gdLst/>
              <a:ahLst/>
              <a:cxnLst/>
              <a:rect l="l" t="t" r="r" b="b"/>
              <a:pathLst>
                <a:path w="1599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183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598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7"/>
            <p:cNvSpPr/>
            <p:nvPr/>
          </p:nvSpPr>
          <p:spPr>
            <a:xfrm>
              <a:off x="5895080" y="4605754"/>
              <a:ext cx="33814" cy="29159"/>
            </a:xfrm>
            <a:custGeom>
              <a:avLst/>
              <a:gdLst/>
              <a:ahLst/>
              <a:cxnLst/>
              <a:rect l="l" t="t" r="r" b="b"/>
              <a:pathLst>
                <a:path w="1621" h="1398" extrusionOk="0">
                  <a:moveTo>
                    <a:pt x="1059" y="0"/>
                  </a:moveTo>
                  <a:cubicBezTo>
                    <a:pt x="977" y="0"/>
                    <a:pt x="883" y="18"/>
                    <a:pt x="776" y="56"/>
                  </a:cubicBezTo>
                  <a:cubicBezTo>
                    <a:pt x="571" y="56"/>
                    <a:pt x="297" y="330"/>
                    <a:pt x="205" y="536"/>
                  </a:cubicBezTo>
                  <a:cubicBezTo>
                    <a:pt x="0" y="992"/>
                    <a:pt x="388" y="1380"/>
                    <a:pt x="776" y="1380"/>
                  </a:cubicBezTo>
                  <a:cubicBezTo>
                    <a:pt x="849" y="1392"/>
                    <a:pt x="916" y="1398"/>
                    <a:pt x="978" y="1398"/>
                  </a:cubicBezTo>
                  <a:cubicBezTo>
                    <a:pt x="1392" y="1398"/>
                    <a:pt x="1541" y="1136"/>
                    <a:pt x="1621" y="718"/>
                  </a:cubicBezTo>
                  <a:cubicBezTo>
                    <a:pt x="1547" y="329"/>
                    <a:pt x="1412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5" name="Google Shape;2825;p40"/>
          <p:cNvSpPr/>
          <p:nvPr/>
        </p:nvSpPr>
        <p:spPr>
          <a:xfrm>
            <a:off x="6715600" y="739628"/>
            <a:ext cx="3611700" cy="44178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6" name="Google Shape;2826;p40"/>
          <p:cNvSpPr txBox="1">
            <a:spLocks noGrp="1"/>
          </p:cNvSpPr>
          <p:nvPr>
            <p:ph type="title"/>
          </p:nvPr>
        </p:nvSpPr>
        <p:spPr>
          <a:xfrm>
            <a:off x="720000" y="1709125"/>
            <a:ext cx="4098000" cy="16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Kivy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</a:t>
            </a:r>
            <a:endParaRPr/>
          </a:p>
        </p:txBody>
      </p:sp>
      <p:sp>
        <p:nvSpPr>
          <p:cNvPr id="2827" name="Google Shape;2827;p40"/>
          <p:cNvSpPr txBox="1">
            <a:spLocks noGrp="1"/>
          </p:cNvSpPr>
          <p:nvPr>
            <p:ph type="title" idx="2"/>
          </p:nvPr>
        </p:nvSpPr>
        <p:spPr>
          <a:xfrm>
            <a:off x="720000" y="867325"/>
            <a:ext cx="1488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828" name="Google Shape;2828;p40"/>
          <p:cNvSpPr txBox="1">
            <a:spLocks noGrp="1"/>
          </p:cNvSpPr>
          <p:nvPr>
            <p:ph type="subTitle" idx="1"/>
          </p:nvPr>
        </p:nvSpPr>
        <p:spPr>
          <a:xfrm>
            <a:off x="720000" y="3357625"/>
            <a:ext cx="2690400" cy="6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locale KivyMD</a:t>
            </a:r>
            <a:endParaRPr/>
          </a:p>
        </p:txBody>
      </p:sp>
      <p:grpSp>
        <p:nvGrpSpPr>
          <p:cNvPr id="2829" name="Google Shape;2829;p40"/>
          <p:cNvGrpSpPr/>
          <p:nvPr/>
        </p:nvGrpSpPr>
        <p:grpSpPr>
          <a:xfrm>
            <a:off x="4815809" y="1231579"/>
            <a:ext cx="3760350" cy="2993849"/>
            <a:chOff x="4570602" y="770013"/>
            <a:chExt cx="4251385" cy="3384793"/>
          </a:xfrm>
        </p:grpSpPr>
        <p:sp>
          <p:nvSpPr>
            <p:cNvPr id="2830" name="Google Shape;2830;p40"/>
            <p:cNvSpPr/>
            <p:nvPr/>
          </p:nvSpPr>
          <p:spPr>
            <a:xfrm>
              <a:off x="6729050" y="3130136"/>
              <a:ext cx="1375116" cy="1024669"/>
            </a:xfrm>
            <a:custGeom>
              <a:avLst/>
              <a:gdLst/>
              <a:ahLst/>
              <a:cxnLst/>
              <a:rect l="l" t="t" r="r" b="b"/>
              <a:pathLst>
                <a:path w="18199" h="13561" extrusionOk="0">
                  <a:moveTo>
                    <a:pt x="0" y="1"/>
                  </a:moveTo>
                  <a:lnTo>
                    <a:pt x="0" y="13554"/>
                  </a:lnTo>
                  <a:cubicBezTo>
                    <a:pt x="52" y="13554"/>
                    <a:pt x="104" y="13561"/>
                    <a:pt x="148" y="13561"/>
                  </a:cubicBezTo>
                  <a:cubicBezTo>
                    <a:pt x="5640" y="13561"/>
                    <a:pt x="10582" y="11219"/>
                    <a:pt x="14035" y="7484"/>
                  </a:cubicBezTo>
                  <a:lnTo>
                    <a:pt x="14042" y="7484"/>
                  </a:lnTo>
                  <a:cubicBezTo>
                    <a:pt x="14050" y="7470"/>
                    <a:pt x="14064" y="7456"/>
                    <a:pt x="14071" y="7440"/>
                  </a:cubicBezTo>
                  <a:cubicBezTo>
                    <a:pt x="14108" y="7404"/>
                    <a:pt x="14138" y="7374"/>
                    <a:pt x="14169" y="7337"/>
                  </a:cubicBezTo>
                  <a:lnTo>
                    <a:pt x="14160" y="7337"/>
                  </a:lnTo>
                  <a:cubicBezTo>
                    <a:pt x="16013" y="5254"/>
                    <a:pt x="17414" y="2757"/>
                    <a:pt x="18198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40"/>
            <p:cNvSpPr/>
            <p:nvPr/>
          </p:nvSpPr>
          <p:spPr>
            <a:xfrm>
              <a:off x="5381966" y="3130136"/>
              <a:ext cx="1347688" cy="1024140"/>
            </a:xfrm>
            <a:custGeom>
              <a:avLst/>
              <a:gdLst/>
              <a:ahLst/>
              <a:cxnLst/>
              <a:rect l="l" t="t" r="r" b="b"/>
              <a:pathLst>
                <a:path w="17836" h="13554" extrusionOk="0">
                  <a:moveTo>
                    <a:pt x="0" y="1"/>
                  </a:moveTo>
                  <a:cubicBezTo>
                    <a:pt x="801" y="2816"/>
                    <a:pt x="2245" y="5366"/>
                    <a:pt x="4165" y="7484"/>
                  </a:cubicBezTo>
                  <a:lnTo>
                    <a:pt x="4172" y="7484"/>
                  </a:lnTo>
                  <a:cubicBezTo>
                    <a:pt x="7580" y="11167"/>
                    <a:pt x="12435" y="13495"/>
                    <a:pt x="17836" y="13554"/>
                  </a:cubicBezTo>
                  <a:lnTo>
                    <a:pt x="17836" y="1"/>
                  </a:ln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40"/>
            <p:cNvSpPr/>
            <p:nvPr/>
          </p:nvSpPr>
          <p:spPr>
            <a:xfrm>
              <a:off x="5198280" y="2452665"/>
              <a:ext cx="34153" cy="21459"/>
            </a:xfrm>
            <a:custGeom>
              <a:avLst/>
              <a:gdLst/>
              <a:ahLst/>
              <a:cxnLst/>
              <a:rect l="l" t="t" r="r" b="b"/>
              <a:pathLst>
                <a:path w="452" h="284" extrusionOk="0">
                  <a:moveTo>
                    <a:pt x="0" y="0"/>
                  </a:moveTo>
                  <a:lnTo>
                    <a:pt x="0" y="0"/>
                  </a:lnTo>
                  <a:cubicBezTo>
                    <a:pt x="164" y="61"/>
                    <a:pt x="297" y="157"/>
                    <a:pt x="416" y="283"/>
                  </a:cubicBezTo>
                  <a:lnTo>
                    <a:pt x="452" y="232"/>
                  </a:lnTo>
                  <a:cubicBezTo>
                    <a:pt x="319" y="120"/>
                    <a:pt x="171" y="38"/>
                    <a:pt x="0" y="0"/>
                  </a:cubicBezTo>
                  <a:close/>
                </a:path>
              </a:pathLst>
            </a:custGeom>
            <a:solidFill>
              <a:srgbClr val="959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33" name="Google Shape;2833;p40"/>
            <p:cNvGrpSpPr/>
            <p:nvPr/>
          </p:nvGrpSpPr>
          <p:grpSpPr>
            <a:xfrm>
              <a:off x="4570602" y="2237589"/>
              <a:ext cx="690475" cy="300836"/>
              <a:chOff x="4570602" y="2237589"/>
              <a:chExt cx="690475" cy="300836"/>
            </a:xfrm>
          </p:grpSpPr>
          <p:sp>
            <p:nvSpPr>
              <p:cNvPr id="2834" name="Google Shape;2834;p40"/>
              <p:cNvSpPr/>
              <p:nvPr/>
            </p:nvSpPr>
            <p:spPr>
              <a:xfrm>
                <a:off x="4570602" y="2237589"/>
                <a:ext cx="690475" cy="300836"/>
              </a:xfrm>
              <a:custGeom>
                <a:avLst/>
                <a:gdLst/>
                <a:ahLst/>
                <a:cxnLst/>
                <a:rect l="l" t="t" r="r" b="b"/>
                <a:pathLst>
                  <a:path w="6789" h="2958" extrusionOk="0">
                    <a:moveTo>
                      <a:pt x="3232" y="0"/>
                    </a:moveTo>
                    <a:cubicBezTo>
                      <a:pt x="2690" y="0"/>
                      <a:pt x="2239" y="391"/>
                      <a:pt x="2135" y="906"/>
                    </a:cubicBezTo>
                    <a:cubicBezTo>
                      <a:pt x="2097" y="899"/>
                      <a:pt x="2062" y="899"/>
                      <a:pt x="2017" y="890"/>
                    </a:cubicBezTo>
                    <a:cubicBezTo>
                      <a:pt x="1550" y="890"/>
                      <a:pt x="1157" y="1261"/>
                      <a:pt x="1135" y="1727"/>
                    </a:cubicBezTo>
                    <a:cubicBezTo>
                      <a:pt x="586" y="1868"/>
                      <a:pt x="150" y="2305"/>
                      <a:pt x="1" y="2855"/>
                    </a:cubicBezTo>
                    <a:lnTo>
                      <a:pt x="6789" y="2958"/>
                    </a:lnTo>
                    <a:cubicBezTo>
                      <a:pt x="6625" y="2268"/>
                      <a:pt x="6241" y="1743"/>
                      <a:pt x="5499" y="1734"/>
                    </a:cubicBezTo>
                    <a:lnTo>
                      <a:pt x="5432" y="1734"/>
                    </a:lnTo>
                    <a:cubicBezTo>
                      <a:pt x="5441" y="1210"/>
                      <a:pt x="5025" y="772"/>
                      <a:pt x="4498" y="765"/>
                    </a:cubicBezTo>
                    <a:cubicBezTo>
                      <a:pt x="4425" y="765"/>
                      <a:pt x="4358" y="772"/>
                      <a:pt x="4292" y="787"/>
                    </a:cubicBezTo>
                    <a:cubicBezTo>
                      <a:pt x="4159" y="335"/>
                      <a:pt x="3742" y="9"/>
                      <a:pt x="3246" y="1"/>
                    </a:cubicBezTo>
                    <a:cubicBezTo>
                      <a:pt x="3241" y="1"/>
                      <a:pt x="3237" y="0"/>
                      <a:pt x="3232" y="0"/>
                    </a:cubicBezTo>
                    <a:close/>
                  </a:path>
                </a:pathLst>
              </a:custGeom>
              <a:solidFill>
                <a:srgbClr val="A1E1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40"/>
              <p:cNvSpPr/>
              <p:nvPr/>
            </p:nvSpPr>
            <p:spPr>
              <a:xfrm>
                <a:off x="4789267" y="2330342"/>
                <a:ext cx="76075" cy="152452"/>
              </a:xfrm>
              <a:custGeom>
                <a:avLst/>
                <a:gdLst/>
                <a:ahLst/>
                <a:cxnLst/>
                <a:rect l="l" t="t" r="r" b="b"/>
                <a:pathLst>
                  <a:path w="748" h="1499" extrusionOk="0">
                    <a:moveTo>
                      <a:pt x="1" y="1"/>
                    </a:moveTo>
                    <a:cubicBezTo>
                      <a:pt x="1" y="1"/>
                      <a:pt x="593" y="193"/>
                      <a:pt x="563" y="750"/>
                    </a:cubicBezTo>
                    <a:cubicBezTo>
                      <a:pt x="534" y="1365"/>
                      <a:pt x="1" y="1498"/>
                      <a:pt x="1" y="1498"/>
                    </a:cubicBezTo>
                    <a:cubicBezTo>
                      <a:pt x="415" y="1498"/>
                      <a:pt x="748" y="1164"/>
                      <a:pt x="748" y="750"/>
                    </a:cubicBezTo>
                    <a:cubicBezTo>
                      <a:pt x="748" y="333"/>
                      <a:pt x="415" y="1"/>
                      <a:pt x="1" y="1"/>
                    </a:cubicBezTo>
                    <a:close/>
                  </a:path>
                </a:pathLst>
              </a:custGeom>
              <a:solidFill>
                <a:srgbClr val="CBEF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40"/>
              <p:cNvSpPr/>
              <p:nvPr/>
            </p:nvSpPr>
            <p:spPr>
              <a:xfrm>
                <a:off x="5037122" y="2419331"/>
                <a:ext cx="181849" cy="110856"/>
              </a:xfrm>
              <a:custGeom>
                <a:avLst/>
                <a:gdLst/>
                <a:ahLst/>
                <a:cxnLst/>
                <a:rect l="l" t="t" r="r" b="b"/>
                <a:pathLst>
                  <a:path w="1788" h="1090" extrusionOk="0">
                    <a:moveTo>
                      <a:pt x="1105" y="1"/>
                    </a:moveTo>
                    <a:cubicBezTo>
                      <a:pt x="505" y="1"/>
                      <a:pt x="16" y="481"/>
                      <a:pt x="0" y="1089"/>
                    </a:cubicBezTo>
                    <a:cubicBezTo>
                      <a:pt x="0" y="1089"/>
                      <a:pt x="283" y="214"/>
                      <a:pt x="1046" y="214"/>
                    </a:cubicBezTo>
                    <a:lnTo>
                      <a:pt x="1121" y="214"/>
                    </a:lnTo>
                    <a:cubicBezTo>
                      <a:pt x="1364" y="237"/>
                      <a:pt x="1565" y="312"/>
                      <a:pt x="1713" y="415"/>
                    </a:cubicBezTo>
                    <a:lnTo>
                      <a:pt x="1787" y="319"/>
                    </a:lnTo>
                    <a:cubicBezTo>
                      <a:pt x="1668" y="193"/>
                      <a:pt x="1535" y="97"/>
                      <a:pt x="1371" y="36"/>
                    </a:cubicBezTo>
                    <a:cubicBezTo>
                      <a:pt x="1298" y="15"/>
                      <a:pt x="1209" y="1"/>
                      <a:pt x="1121" y="1"/>
                    </a:cubicBezTo>
                    <a:close/>
                  </a:path>
                </a:pathLst>
              </a:custGeom>
              <a:solidFill>
                <a:srgbClr val="CBEF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37" name="Google Shape;2837;p40"/>
            <p:cNvSpPr/>
            <p:nvPr/>
          </p:nvSpPr>
          <p:spPr>
            <a:xfrm>
              <a:off x="5516525" y="1327946"/>
              <a:ext cx="814774" cy="354600"/>
            </a:xfrm>
            <a:custGeom>
              <a:avLst/>
              <a:gdLst/>
              <a:ahLst/>
              <a:cxnLst/>
              <a:rect l="l" t="t" r="r" b="b"/>
              <a:pathLst>
                <a:path w="8568" h="3729" extrusionOk="0">
                  <a:moveTo>
                    <a:pt x="4485" y="1"/>
                  </a:moveTo>
                  <a:cubicBezTo>
                    <a:pt x="4480" y="1"/>
                    <a:pt x="4475" y="1"/>
                    <a:pt x="4470" y="1"/>
                  </a:cubicBezTo>
                  <a:cubicBezTo>
                    <a:pt x="3848" y="17"/>
                    <a:pt x="3328" y="424"/>
                    <a:pt x="3150" y="995"/>
                  </a:cubicBezTo>
                  <a:cubicBezTo>
                    <a:pt x="3069" y="972"/>
                    <a:pt x="2987" y="965"/>
                    <a:pt x="2898" y="965"/>
                  </a:cubicBezTo>
                  <a:cubicBezTo>
                    <a:pt x="2231" y="979"/>
                    <a:pt x="1706" y="1521"/>
                    <a:pt x="1714" y="2188"/>
                  </a:cubicBezTo>
                  <a:lnTo>
                    <a:pt x="1632" y="2188"/>
                  </a:lnTo>
                  <a:cubicBezTo>
                    <a:pt x="698" y="2202"/>
                    <a:pt x="209" y="2862"/>
                    <a:pt x="1" y="3728"/>
                  </a:cubicBezTo>
                  <a:lnTo>
                    <a:pt x="8567" y="3602"/>
                  </a:lnTo>
                  <a:cubicBezTo>
                    <a:pt x="8382" y="2907"/>
                    <a:pt x="7826" y="2357"/>
                    <a:pt x="7130" y="2179"/>
                  </a:cubicBezTo>
                  <a:cubicBezTo>
                    <a:pt x="7108" y="1592"/>
                    <a:pt x="6626" y="1128"/>
                    <a:pt x="6033" y="1128"/>
                  </a:cubicBezTo>
                  <a:cubicBezTo>
                    <a:pt x="6028" y="1128"/>
                    <a:pt x="6024" y="1128"/>
                    <a:pt x="6019" y="1128"/>
                  </a:cubicBezTo>
                  <a:cubicBezTo>
                    <a:pt x="5975" y="1128"/>
                    <a:pt x="5921" y="1135"/>
                    <a:pt x="5877" y="1143"/>
                  </a:cubicBezTo>
                  <a:cubicBezTo>
                    <a:pt x="5744" y="488"/>
                    <a:pt x="5174" y="1"/>
                    <a:pt x="4485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40"/>
            <p:cNvSpPr/>
            <p:nvPr/>
          </p:nvSpPr>
          <p:spPr>
            <a:xfrm>
              <a:off x="5983828" y="1437873"/>
              <a:ext cx="89579" cy="179249"/>
            </a:xfrm>
            <a:custGeom>
              <a:avLst/>
              <a:gdLst/>
              <a:ahLst/>
              <a:cxnLst/>
              <a:rect l="l" t="t" r="r" b="b"/>
              <a:pathLst>
                <a:path w="942" h="1885" extrusionOk="0">
                  <a:moveTo>
                    <a:pt x="941" y="1"/>
                  </a:moveTo>
                  <a:cubicBezTo>
                    <a:pt x="422" y="1"/>
                    <a:pt x="1" y="424"/>
                    <a:pt x="1" y="943"/>
                  </a:cubicBezTo>
                  <a:cubicBezTo>
                    <a:pt x="1" y="1461"/>
                    <a:pt x="422" y="1884"/>
                    <a:pt x="941" y="1884"/>
                  </a:cubicBezTo>
                  <a:cubicBezTo>
                    <a:pt x="941" y="1884"/>
                    <a:pt x="274" y="1713"/>
                    <a:pt x="230" y="943"/>
                  </a:cubicBezTo>
                  <a:cubicBezTo>
                    <a:pt x="193" y="246"/>
                    <a:pt x="941" y="1"/>
                    <a:pt x="941" y="1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40"/>
            <p:cNvSpPr/>
            <p:nvPr/>
          </p:nvSpPr>
          <p:spPr>
            <a:xfrm>
              <a:off x="5526511" y="1542950"/>
              <a:ext cx="254474" cy="129801"/>
            </a:xfrm>
            <a:custGeom>
              <a:avLst/>
              <a:gdLst/>
              <a:ahLst/>
              <a:cxnLst/>
              <a:rect l="l" t="t" r="r" b="b"/>
              <a:pathLst>
                <a:path w="2676" h="1365" extrusionOk="0">
                  <a:moveTo>
                    <a:pt x="1260" y="0"/>
                  </a:moveTo>
                  <a:cubicBezTo>
                    <a:pt x="1148" y="0"/>
                    <a:pt x="1045" y="16"/>
                    <a:pt x="942" y="38"/>
                  </a:cubicBezTo>
                  <a:cubicBezTo>
                    <a:pt x="481" y="222"/>
                    <a:pt x="186" y="616"/>
                    <a:pt x="1" y="1119"/>
                  </a:cubicBezTo>
                  <a:cubicBezTo>
                    <a:pt x="163" y="800"/>
                    <a:pt x="518" y="319"/>
                    <a:pt x="1267" y="267"/>
                  </a:cubicBezTo>
                  <a:lnTo>
                    <a:pt x="1356" y="267"/>
                  </a:lnTo>
                  <a:cubicBezTo>
                    <a:pt x="2320" y="267"/>
                    <a:pt x="2676" y="1364"/>
                    <a:pt x="2676" y="1364"/>
                  </a:cubicBezTo>
                  <a:cubicBezTo>
                    <a:pt x="2660" y="608"/>
                    <a:pt x="2037" y="0"/>
                    <a:pt x="1281" y="0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40"/>
            <p:cNvSpPr/>
            <p:nvPr/>
          </p:nvSpPr>
          <p:spPr>
            <a:xfrm>
              <a:off x="6729579" y="3391121"/>
              <a:ext cx="413313" cy="43749"/>
            </a:xfrm>
            <a:custGeom>
              <a:avLst/>
              <a:gdLst/>
              <a:ahLst/>
              <a:cxnLst/>
              <a:rect l="l" t="t" r="r" b="b"/>
              <a:pathLst>
                <a:path w="5470" h="579" extrusionOk="0">
                  <a:moveTo>
                    <a:pt x="794" y="1"/>
                  </a:moveTo>
                  <a:lnTo>
                    <a:pt x="779" y="22"/>
                  </a:lnTo>
                  <a:cubicBezTo>
                    <a:pt x="534" y="296"/>
                    <a:pt x="274" y="459"/>
                    <a:pt x="8" y="511"/>
                  </a:cubicBezTo>
                  <a:lnTo>
                    <a:pt x="1" y="511"/>
                  </a:lnTo>
                  <a:lnTo>
                    <a:pt x="1" y="534"/>
                  </a:lnTo>
                  <a:lnTo>
                    <a:pt x="1" y="562"/>
                  </a:lnTo>
                  <a:lnTo>
                    <a:pt x="15" y="555"/>
                  </a:lnTo>
                  <a:cubicBezTo>
                    <a:pt x="290" y="504"/>
                    <a:pt x="548" y="349"/>
                    <a:pt x="794" y="82"/>
                  </a:cubicBezTo>
                  <a:cubicBezTo>
                    <a:pt x="1046" y="385"/>
                    <a:pt x="1402" y="571"/>
                    <a:pt x="1749" y="578"/>
                  </a:cubicBezTo>
                  <a:cubicBezTo>
                    <a:pt x="2193" y="578"/>
                    <a:pt x="2542" y="274"/>
                    <a:pt x="2713" y="73"/>
                  </a:cubicBezTo>
                  <a:cubicBezTo>
                    <a:pt x="2972" y="385"/>
                    <a:pt x="3328" y="571"/>
                    <a:pt x="3676" y="571"/>
                  </a:cubicBezTo>
                  <a:lnTo>
                    <a:pt x="3684" y="571"/>
                  </a:lnTo>
                  <a:cubicBezTo>
                    <a:pt x="4009" y="571"/>
                    <a:pt x="4350" y="394"/>
                    <a:pt x="4639" y="82"/>
                  </a:cubicBezTo>
                  <a:cubicBezTo>
                    <a:pt x="4898" y="356"/>
                    <a:pt x="5165" y="511"/>
                    <a:pt x="5448" y="555"/>
                  </a:cubicBezTo>
                  <a:lnTo>
                    <a:pt x="5462" y="562"/>
                  </a:lnTo>
                  <a:lnTo>
                    <a:pt x="5469" y="511"/>
                  </a:lnTo>
                  <a:lnTo>
                    <a:pt x="5455" y="511"/>
                  </a:lnTo>
                  <a:cubicBezTo>
                    <a:pt x="5181" y="459"/>
                    <a:pt x="4914" y="305"/>
                    <a:pt x="4662" y="22"/>
                  </a:cubicBezTo>
                  <a:lnTo>
                    <a:pt x="4639" y="8"/>
                  </a:lnTo>
                  <a:lnTo>
                    <a:pt x="4624" y="22"/>
                  </a:lnTo>
                  <a:cubicBezTo>
                    <a:pt x="4454" y="207"/>
                    <a:pt x="4114" y="518"/>
                    <a:pt x="3676" y="518"/>
                  </a:cubicBezTo>
                  <a:cubicBezTo>
                    <a:pt x="3335" y="518"/>
                    <a:pt x="2986" y="333"/>
                    <a:pt x="2736" y="22"/>
                  </a:cubicBezTo>
                  <a:lnTo>
                    <a:pt x="2713" y="1"/>
                  </a:lnTo>
                  <a:lnTo>
                    <a:pt x="2698" y="22"/>
                  </a:lnTo>
                  <a:cubicBezTo>
                    <a:pt x="2528" y="207"/>
                    <a:pt x="2186" y="527"/>
                    <a:pt x="1749" y="527"/>
                  </a:cubicBezTo>
                  <a:cubicBezTo>
                    <a:pt x="1409" y="527"/>
                    <a:pt x="1060" y="333"/>
                    <a:pt x="815" y="22"/>
                  </a:cubicBezTo>
                  <a:lnTo>
                    <a:pt x="794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40"/>
            <p:cNvSpPr/>
            <p:nvPr/>
          </p:nvSpPr>
          <p:spPr>
            <a:xfrm>
              <a:off x="6729579" y="3429656"/>
              <a:ext cx="76" cy="4005"/>
            </a:xfrm>
            <a:custGeom>
              <a:avLst/>
              <a:gdLst/>
              <a:ahLst/>
              <a:cxnLst/>
              <a:rect l="l" t="t" r="r" b="b"/>
              <a:pathLst>
                <a:path w="1" h="53" extrusionOk="0">
                  <a:moveTo>
                    <a:pt x="1" y="24"/>
                  </a:moveTo>
                  <a:lnTo>
                    <a:pt x="1" y="38"/>
                  </a:lnTo>
                  <a:lnTo>
                    <a:pt x="1" y="52"/>
                  </a:lnTo>
                  <a:lnTo>
                    <a:pt x="1" y="52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40"/>
            <p:cNvSpPr/>
            <p:nvPr/>
          </p:nvSpPr>
          <p:spPr>
            <a:xfrm>
              <a:off x="6729579" y="3410086"/>
              <a:ext cx="413313" cy="43749"/>
            </a:xfrm>
            <a:custGeom>
              <a:avLst/>
              <a:gdLst/>
              <a:ahLst/>
              <a:cxnLst/>
              <a:rect l="l" t="t" r="r" b="b"/>
              <a:pathLst>
                <a:path w="5470" h="579" extrusionOk="0">
                  <a:moveTo>
                    <a:pt x="794" y="0"/>
                  </a:moveTo>
                  <a:lnTo>
                    <a:pt x="779" y="23"/>
                  </a:lnTo>
                  <a:cubicBezTo>
                    <a:pt x="534" y="297"/>
                    <a:pt x="274" y="461"/>
                    <a:pt x="8" y="512"/>
                  </a:cubicBezTo>
                  <a:lnTo>
                    <a:pt x="1" y="512"/>
                  </a:lnTo>
                  <a:lnTo>
                    <a:pt x="1" y="534"/>
                  </a:lnTo>
                  <a:lnTo>
                    <a:pt x="1" y="564"/>
                  </a:lnTo>
                  <a:lnTo>
                    <a:pt x="15" y="564"/>
                  </a:lnTo>
                  <a:cubicBezTo>
                    <a:pt x="290" y="512"/>
                    <a:pt x="548" y="349"/>
                    <a:pt x="794" y="82"/>
                  </a:cubicBezTo>
                  <a:cubicBezTo>
                    <a:pt x="1046" y="393"/>
                    <a:pt x="1402" y="578"/>
                    <a:pt x="1749" y="578"/>
                  </a:cubicBezTo>
                  <a:cubicBezTo>
                    <a:pt x="2193" y="578"/>
                    <a:pt x="2542" y="276"/>
                    <a:pt x="2713" y="82"/>
                  </a:cubicBezTo>
                  <a:cubicBezTo>
                    <a:pt x="2972" y="393"/>
                    <a:pt x="3328" y="578"/>
                    <a:pt x="3676" y="578"/>
                  </a:cubicBezTo>
                  <a:lnTo>
                    <a:pt x="3684" y="578"/>
                  </a:lnTo>
                  <a:cubicBezTo>
                    <a:pt x="4009" y="571"/>
                    <a:pt x="4350" y="400"/>
                    <a:pt x="4639" y="82"/>
                  </a:cubicBezTo>
                  <a:cubicBezTo>
                    <a:pt x="4898" y="356"/>
                    <a:pt x="5165" y="520"/>
                    <a:pt x="5448" y="564"/>
                  </a:cubicBezTo>
                  <a:lnTo>
                    <a:pt x="5462" y="564"/>
                  </a:lnTo>
                  <a:lnTo>
                    <a:pt x="5469" y="512"/>
                  </a:lnTo>
                  <a:lnTo>
                    <a:pt x="5455" y="512"/>
                  </a:lnTo>
                  <a:cubicBezTo>
                    <a:pt x="5181" y="468"/>
                    <a:pt x="4914" y="304"/>
                    <a:pt x="4662" y="30"/>
                  </a:cubicBezTo>
                  <a:lnTo>
                    <a:pt x="4639" y="9"/>
                  </a:lnTo>
                  <a:lnTo>
                    <a:pt x="4624" y="30"/>
                  </a:lnTo>
                  <a:cubicBezTo>
                    <a:pt x="4454" y="215"/>
                    <a:pt x="4114" y="520"/>
                    <a:pt x="3676" y="527"/>
                  </a:cubicBezTo>
                  <a:cubicBezTo>
                    <a:pt x="3335" y="527"/>
                    <a:pt x="2986" y="342"/>
                    <a:pt x="2736" y="30"/>
                  </a:cubicBezTo>
                  <a:lnTo>
                    <a:pt x="2713" y="0"/>
                  </a:lnTo>
                  <a:lnTo>
                    <a:pt x="2698" y="23"/>
                  </a:lnTo>
                  <a:cubicBezTo>
                    <a:pt x="2528" y="215"/>
                    <a:pt x="2186" y="527"/>
                    <a:pt x="1749" y="527"/>
                  </a:cubicBezTo>
                  <a:cubicBezTo>
                    <a:pt x="1409" y="527"/>
                    <a:pt x="1060" y="342"/>
                    <a:pt x="815" y="30"/>
                  </a:cubicBezTo>
                  <a:lnTo>
                    <a:pt x="794" y="0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40"/>
            <p:cNvSpPr/>
            <p:nvPr/>
          </p:nvSpPr>
          <p:spPr>
            <a:xfrm>
              <a:off x="6729579" y="3448773"/>
              <a:ext cx="76" cy="3929"/>
            </a:xfrm>
            <a:custGeom>
              <a:avLst/>
              <a:gdLst/>
              <a:ahLst/>
              <a:cxnLst/>
              <a:rect l="l" t="t" r="r" b="b"/>
              <a:pathLst>
                <a:path w="1" h="52" extrusionOk="0">
                  <a:moveTo>
                    <a:pt x="1" y="22"/>
                  </a:moveTo>
                  <a:lnTo>
                    <a:pt x="1" y="45"/>
                  </a:lnTo>
                  <a:lnTo>
                    <a:pt x="1" y="52"/>
                  </a:lnTo>
                  <a:lnTo>
                    <a:pt x="1" y="52"/>
                  </a:lnTo>
                  <a:close/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40"/>
            <p:cNvSpPr/>
            <p:nvPr/>
          </p:nvSpPr>
          <p:spPr>
            <a:xfrm>
              <a:off x="6730108" y="3429656"/>
              <a:ext cx="416109" cy="43749"/>
            </a:xfrm>
            <a:custGeom>
              <a:avLst/>
              <a:gdLst/>
              <a:ahLst/>
              <a:cxnLst/>
              <a:rect l="l" t="t" r="r" b="b"/>
              <a:pathLst>
                <a:path w="5507" h="579" extrusionOk="0">
                  <a:moveTo>
                    <a:pt x="787" y="1"/>
                  </a:moveTo>
                  <a:lnTo>
                    <a:pt x="772" y="24"/>
                  </a:lnTo>
                  <a:cubicBezTo>
                    <a:pt x="527" y="298"/>
                    <a:pt x="267" y="462"/>
                    <a:pt x="1" y="513"/>
                  </a:cubicBezTo>
                  <a:lnTo>
                    <a:pt x="24" y="513"/>
                  </a:lnTo>
                  <a:lnTo>
                    <a:pt x="38" y="520"/>
                  </a:lnTo>
                  <a:lnTo>
                    <a:pt x="38" y="558"/>
                  </a:lnTo>
                  <a:cubicBezTo>
                    <a:pt x="298" y="497"/>
                    <a:pt x="550" y="342"/>
                    <a:pt x="787" y="83"/>
                  </a:cubicBezTo>
                  <a:cubicBezTo>
                    <a:pt x="1039" y="394"/>
                    <a:pt x="1395" y="579"/>
                    <a:pt x="1742" y="579"/>
                  </a:cubicBezTo>
                  <a:cubicBezTo>
                    <a:pt x="2186" y="579"/>
                    <a:pt x="2535" y="275"/>
                    <a:pt x="2706" y="83"/>
                  </a:cubicBezTo>
                  <a:cubicBezTo>
                    <a:pt x="2965" y="387"/>
                    <a:pt x="3321" y="572"/>
                    <a:pt x="3669" y="572"/>
                  </a:cubicBezTo>
                  <a:lnTo>
                    <a:pt x="3677" y="572"/>
                  </a:lnTo>
                  <a:cubicBezTo>
                    <a:pt x="4002" y="572"/>
                    <a:pt x="4343" y="394"/>
                    <a:pt x="4632" y="83"/>
                  </a:cubicBezTo>
                  <a:cubicBezTo>
                    <a:pt x="4907" y="373"/>
                    <a:pt x="5188" y="534"/>
                    <a:pt x="5485" y="565"/>
                  </a:cubicBezTo>
                  <a:lnTo>
                    <a:pt x="5499" y="572"/>
                  </a:lnTo>
                  <a:lnTo>
                    <a:pt x="5507" y="520"/>
                  </a:lnTo>
                  <a:lnTo>
                    <a:pt x="5485" y="513"/>
                  </a:lnTo>
                  <a:cubicBezTo>
                    <a:pt x="5202" y="483"/>
                    <a:pt x="4921" y="319"/>
                    <a:pt x="4655" y="24"/>
                  </a:cubicBezTo>
                  <a:lnTo>
                    <a:pt x="4632" y="8"/>
                  </a:lnTo>
                  <a:lnTo>
                    <a:pt x="4617" y="31"/>
                  </a:lnTo>
                  <a:cubicBezTo>
                    <a:pt x="4447" y="209"/>
                    <a:pt x="4107" y="520"/>
                    <a:pt x="3669" y="520"/>
                  </a:cubicBezTo>
                  <a:cubicBezTo>
                    <a:pt x="3328" y="520"/>
                    <a:pt x="2979" y="335"/>
                    <a:pt x="2729" y="24"/>
                  </a:cubicBezTo>
                  <a:lnTo>
                    <a:pt x="2706" y="1"/>
                  </a:lnTo>
                  <a:lnTo>
                    <a:pt x="2691" y="24"/>
                  </a:lnTo>
                  <a:cubicBezTo>
                    <a:pt x="2521" y="209"/>
                    <a:pt x="2179" y="527"/>
                    <a:pt x="1742" y="527"/>
                  </a:cubicBezTo>
                  <a:cubicBezTo>
                    <a:pt x="1402" y="527"/>
                    <a:pt x="1053" y="335"/>
                    <a:pt x="808" y="24"/>
                  </a:cubicBezTo>
                  <a:lnTo>
                    <a:pt x="787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40"/>
            <p:cNvSpPr/>
            <p:nvPr/>
          </p:nvSpPr>
          <p:spPr>
            <a:xfrm>
              <a:off x="6729579" y="3468419"/>
              <a:ext cx="76" cy="3929"/>
            </a:xfrm>
            <a:custGeom>
              <a:avLst/>
              <a:gdLst/>
              <a:ahLst/>
              <a:cxnLst/>
              <a:rect l="l" t="t" r="r" b="b"/>
              <a:pathLst>
                <a:path w="1" h="52" extrusionOk="0">
                  <a:moveTo>
                    <a:pt x="1" y="52"/>
                  </a:moveTo>
                  <a:lnTo>
                    <a:pt x="1" y="52"/>
                  </a:lnTo>
                  <a:lnTo>
                    <a:pt x="1" y="52"/>
                  </a:lnTo>
                  <a:lnTo>
                    <a:pt x="1" y="52"/>
                  </a:lnTo>
                  <a:lnTo>
                    <a:pt x="1" y="52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40"/>
            <p:cNvSpPr/>
            <p:nvPr/>
          </p:nvSpPr>
          <p:spPr>
            <a:xfrm>
              <a:off x="7073981" y="3741568"/>
              <a:ext cx="414371" cy="43749"/>
            </a:xfrm>
            <a:custGeom>
              <a:avLst/>
              <a:gdLst/>
              <a:ahLst/>
              <a:cxnLst/>
              <a:rect l="l" t="t" r="r" b="b"/>
              <a:pathLst>
                <a:path w="5484" h="579" extrusionOk="0">
                  <a:moveTo>
                    <a:pt x="808" y="0"/>
                  </a:moveTo>
                  <a:lnTo>
                    <a:pt x="785" y="24"/>
                  </a:lnTo>
                  <a:cubicBezTo>
                    <a:pt x="548" y="297"/>
                    <a:pt x="289" y="459"/>
                    <a:pt x="22" y="513"/>
                  </a:cubicBezTo>
                  <a:lnTo>
                    <a:pt x="1" y="520"/>
                  </a:lnTo>
                  <a:lnTo>
                    <a:pt x="15" y="564"/>
                  </a:lnTo>
                  <a:lnTo>
                    <a:pt x="29" y="564"/>
                  </a:lnTo>
                  <a:cubicBezTo>
                    <a:pt x="303" y="513"/>
                    <a:pt x="562" y="349"/>
                    <a:pt x="808" y="82"/>
                  </a:cubicBezTo>
                  <a:cubicBezTo>
                    <a:pt x="1059" y="394"/>
                    <a:pt x="1414" y="578"/>
                    <a:pt x="1763" y="578"/>
                  </a:cubicBezTo>
                  <a:cubicBezTo>
                    <a:pt x="2207" y="578"/>
                    <a:pt x="2549" y="274"/>
                    <a:pt x="2727" y="82"/>
                  </a:cubicBezTo>
                  <a:cubicBezTo>
                    <a:pt x="2986" y="394"/>
                    <a:pt x="3342" y="578"/>
                    <a:pt x="3691" y="578"/>
                  </a:cubicBezTo>
                  <a:lnTo>
                    <a:pt x="3698" y="578"/>
                  </a:lnTo>
                  <a:cubicBezTo>
                    <a:pt x="4023" y="571"/>
                    <a:pt x="4365" y="401"/>
                    <a:pt x="4653" y="82"/>
                  </a:cubicBezTo>
                  <a:cubicBezTo>
                    <a:pt x="4912" y="356"/>
                    <a:pt x="5179" y="520"/>
                    <a:pt x="5453" y="564"/>
                  </a:cubicBezTo>
                  <a:lnTo>
                    <a:pt x="5476" y="564"/>
                  </a:lnTo>
                  <a:lnTo>
                    <a:pt x="5483" y="513"/>
                  </a:lnTo>
                  <a:lnTo>
                    <a:pt x="5460" y="513"/>
                  </a:lnTo>
                  <a:cubicBezTo>
                    <a:pt x="5193" y="468"/>
                    <a:pt x="4927" y="305"/>
                    <a:pt x="4669" y="31"/>
                  </a:cubicBezTo>
                  <a:lnTo>
                    <a:pt x="4653" y="8"/>
                  </a:lnTo>
                  <a:lnTo>
                    <a:pt x="4631" y="31"/>
                  </a:lnTo>
                  <a:cubicBezTo>
                    <a:pt x="4468" y="216"/>
                    <a:pt x="4126" y="520"/>
                    <a:pt x="3691" y="527"/>
                  </a:cubicBezTo>
                  <a:cubicBezTo>
                    <a:pt x="3349" y="527"/>
                    <a:pt x="2994" y="342"/>
                    <a:pt x="2748" y="24"/>
                  </a:cubicBezTo>
                  <a:lnTo>
                    <a:pt x="2727" y="0"/>
                  </a:lnTo>
                  <a:lnTo>
                    <a:pt x="2704" y="24"/>
                  </a:lnTo>
                  <a:cubicBezTo>
                    <a:pt x="2542" y="216"/>
                    <a:pt x="2200" y="527"/>
                    <a:pt x="1763" y="527"/>
                  </a:cubicBezTo>
                  <a:cubicBezTo>
                    <a:pt x="1423" y="527"/>
                    <a:pt x="1075" y="342"/>
                    <a:pt x="829" y="31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40"/>
            <p:cNvSpPr/>
            <p:nvPr/>
          </p:nvSpPr>
          <p:spPr>
            <a:xfrm>
              <a:off x="7073981" y="3761214"/>
              <a:ext cx="414371" cy="43749"/>
            </a:xfrm>
            <a:custGeom>
              <a:avLst/>
              <a:gdLst/>
              <a:ahLst/>
              <a:cxnLst/>
              <a:rect l="l" t="t" r="r" b="b"/>
              <a:pathLst>
                <a:path w="5484" h="579" extrusionOk="0">
                  <a:moveTo>
                    <a:pt x="808" y="0"/>
                  </a:moveTo>
                  <a:lnTo>
                    <a:pt x="785" y="21"/>
                  </a:lnTo>
                  <a:cubicBezTo>
                    <a:pt x="548" y="297"/>
                    <a:pt x="289" y="459"/>
                    <a:pt x="22" y="511"/>
                  </a:cubicBezTo>
                  <a:lnTo>
                    <a:pt x="1" y="511"/>
                  </a:lnTo>
                  <a:lnTo>
                    <a:pt x="15" y="564"/>
                  </a:lnTo>
                  <a:lnTo>
                    <a:pt x="29" y="555"/>
                  </a:lnTo>
                  <a:cubicBezTo>
                    <a:pt x="303" y="503"/>
                    <a:pt x="562" y="349"/>
                    <a:pt x="808" y="82"/>
                  </a:cubicBezTo>
                  <a:cubicBezTo>
                    <a:pt x="1059" y="386"/>
                    <a:pt x="1414" y="578"/>
                    <a:pt x="1763" y="578"/>
                  </a:cubicBezTo>
                  <a:cubicBezTo>
                    <a:pt x="2207" y="578"/>
                    <a:pt x="2549" y="274"/>
                    <a:pt x="2727" y="82"/>
                  </a:cubicBezTo>
                  <a:cubicBezTo>
                    <a:pt x="2986" y="386"/>
                    <a:pt x="3342" y="571"/>
                    <a:pt x="3691" y="571"/>
                  </a:cubicBezTo>
                  <a:lnTo>
                    <a:pt x="3698" y="571"/>
                  </a:lnTo>
                  <a:cubicBezTo>
                    <a:pt x="4023" y="571"/>
                    <a:pt x="4365" y="393"/>
                    <a:pt x="4653" y="82"/>
                  </a:cubicBezTo>
                  <a:cubicBezTo>
                    <a:pt x="4912" y="356"/>
                    <a:pt x="5179" y="511"/>
                    <a:pt x="5453" y="555"/>
                  </a:cubicBezTo>
                  <a:lnTo>
                    <a:pt x="5476" y="564"/>
                  </a:lnTo>
                  <a:lnTo>
                    <a:pt x="5483" y="511"/>
                  </a:lnTo>
                  <a:lnTo>
                    <a:pt x="5460" y="511"/>
                  </a:lnTo>
                  <a:cubicBezTo>
                    <a:pt x="5193" y="466"/>
                    <a:pt x="4927" y="304"/>
                    <a:pt x="4669" y="21"/>
                  </a:cubicBezTo>
                  <a:lnTo>
                    <a:pt x="4653" y="7"/>
                  </a:lnTo>
                  <a:lnTo>
                    <a:pt x="4631" y="21"/>
                  </a:lnTo>
                  <a:cubicBezTo>
                    <a:pt x="4468" y="208"/>
                    <a:pt x="4126" y="519"/>
                    <a:pt x="3691" y="519"/>
                  </a:cubicBezTo>
                  <a:cubicBezTo>
                    <a:pt x="3349" y="519"/>
                    <a:pt x="2994" y="333"/>
                    <a:pt x="2748" y="21"/>
                  </a:cubicBezTo>
                  <a:lnTo>
                    <a:pt x="2727" y="0"/>
                  </a:lnTo>
                  <a:lnTo>
                    <a:pt x="2704" y="21"/>
                  </a:lnTo>
                  <a:cubicBezTo>
                    <a:pt x="2542" y="208"/>
                    <a:pt x="2200" y="527"/>
                    <a:pt x="1763" y="527"/>
                  </a:cubicBezTo>
                  <a:cubicBezTo>
                    <a:pt x="1423" y="527"/>
                    <a:pt x="1075" y="333"/>
                    <a:pt x="829" y="21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40"/>
            <p:cNvSpPr/>
            <p:nvPr/>
          </p:nvSpPr>
          <p:spPr>
            <a:xfrm>
              <a:off x="7073981" y="3780255"/>
              <a:ext cx="417167" cy="43749"/>
            </a:xfrm>
            <a:custGeom>
              <a:avLst/>
              <a:gdLst/>
              <a:ahLst/>
              <a:cxnLst/>
              <a:rect l="l" t="t" r="r" b="b"/>
              <a:pathLst>
                <a:path w="5521" h="579" extrusionOk="0">
                  <a:moveTo>
                    <a:pt x="808" y="1"/>
                  </a:moveTo>
                  <a:lnTo>
                    <a:pt x="785" y="22"/>
                  </a:lnTo>
                  <a:cubicBezTo>
                    <a:pt x="548" y="296"/>
                    <a:pt x="289" y="459"/>
                    <a:pt x="22" y="511"/>
                  </a:cubicBezTo>
                  <a:lnTo>
                    <a:pt x="1" y="518"/>
                  </a:lnTo>
                  <a:lnTo>
                    <a:pt x="15" y="563"/>
                  </a:lnTo>
                  <a:lnTo>
                    <a:pt x="29" y="563"/>
                  </a:lnTo>
                  <a:cubicBezTo>
                    <a:pt x="303" y="511"/>
                    <a:pt x="562" y="347"/>
                    <a:pt x="808" y="81"/>
                  </a:cubicBezTo>
                  <a:cubicBezTo>
                    <a:pt x="1059" y="392"/>
                    <a:pt x="1414" y="579"/>
                    <a:pt x="1763" y="579"/>
                  </a:cubicBezTo>
                  <a:cubicBezTo>
                    <a:pt x="2207" y="579"/>
                    <a:pt x="2549" y="275"/>
                    <a:pt x="2727" y="81"/>
                  </a:cubicBezTo>
                  <a:cubicBezTo>
                    <a:pt x="2986" y="392"/>
                    <a:pt x="3342" y="579"/>
                    <a:pt x="3691" y="579"/>
                  </a:cubicBezTo>
                  <a:lnTo>
                    <a:pt x="3698" y="579"/>
                  </a:lnTo>
                  <a:cubicBezTo>
                    <a:pt x="4023" y="579"/>
                    <a:pt x="4365" y="401"/>
                    <a:pt x="4653" y="81"/>
                  </a:cubicBezTo>
                  <a:cubicBezTo>
                    <a:pt x="4919" y="371"/>
                    <a:pt x="5209" y="534"/>
                    <a:pt x="5497" y="570"/>
                  </a:cubicBezTo>
                  <a:lnTo>
                    <a:pt x="5521" y="570"/>
                  </a:lnTo>
                  <a:lnTo>
                    <a:pt x="5521" y="518"/>
                  </a:lnTo>
                  <a:lnTo>
                    <a:pt x="5505" y="518"/>
                  </a:lnTo>
                  <a:cubicBezTo>
                    <a:pt x="5224" y="481"/>
                    <a:pt x="4943" y="319"/>
                    <a:pt x="4669" y="29"/>
                  </a:cubicBezTo>
                  <a:lnTo>
                    <a:pt x="4653" y="8"/>
                  </a:lnTo>
                  <a:lnTo>
                    <a:pt x="4631" y="29"/>
                  </a:lnTo>
                  <a:cubicBezTo>
                    <a:pt x="4468" y="214"/>
                    <a:pt x="4126" y="525"/>
                    <a:pt x="3691" y="525"/>
                  </a:cubicBezTo>
                  <a:cubicBezTo>
                    <a:pt x="3349" y="525"/>
                    <a:pt x="2994" y="340"/>
                    <a:pt x="2748" y="29"/>
                  </a:cubicBezTo>
                  <a:lnTo>
                    <a:pt x="2727" y="1"/>
                  </a:lnTo>
                  <a:lnTo>
                    <a:pt x="2704" y="22"/>
                  </a:lnTo>
                  <a:cubicBezTo>
                    <a:pt x="2542" y="214"/>
                    <a:pt x="2200" y="525"/>
                    <a:pt x="1763" y="525"/>
                  </a:cubicBezTo>
                  <a:cubicBezTo>
                    <a:pt x="1423" y="525"/>
                    <a:pt x="1075" y="340"/>
                    <a:pt x="829" y="29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40"/>
            <p:cNvSpPr/>
            <p:nvPr/>
          </p:nvSpPr>
          <p:spPr>
            <a:xfrm>
              <a:off x="6315812" y="3391121"/>
              <a:ext cx="413842" cy="43749"/>
            </a:xfrm>
            <a:custGeom>
              <a:avLst/>
              <a:gdLst/>
              <a:ahLst/>
              <a:cxnLst/>
              <a:rect l="l" t="t" r="r" b="b"/>
              <a:pathLst>
                <a:path w="5477" h="579" extrusionOk="0">
                  <a:moveTo>
                    <a:pt x="808" y="1"/>
                  </a:moveTo>
                  <a:lnTo>
                    <a:pt x="787" y="22"/>
                  </a:lnTo>
                  <a:cubicBezTo>
                    <a:pt x="549" y="296"/>
                    <a:pt x="289" y="459"/>
                    <a:pt x="15" y="511"/>
                  </a:cubicBezTo>
                  <a:lnTo>
                    <a:pt x="1" y="511"/>
                  </a:lnTo>
                  <a:lnTo>
                    <a:pt x="8" y="562"/>
                  </a:lnTo>
                  <a:lnTo>
                    <a:pt x="31" y="555"/>
                  </a:lnTo>
                  <a:cubicBezTo>
                    <a:pt x="305" y="504"/>
                    <a:pt x="565" y="349"/>
                    <a:pt x="801" y="82"/>
                  </a:cubicBezTo>
                  <a:cubicBezTo>
                    <a:pt x="1061" y="385"/>
                    <a:pt x="1417" y="571"/>
                    <a:pt x="1756" y="578"/>
                  </a:cubicBezTo>
                  <a:lnTo>
                    <a:pt x="1765" y="578"/>
                  </a:lnTo>
                  <a:cubicBezTo>
                    <a:pt x="2201" y="578"/>
                    <a:pt x="2549" y="274"/>
                    <a:pt x="2727" y="73"/>
                  </a:cubicBezTo>
                  <a:cubicBezTo>
                    <a:pt x="2980" y="385"/>
                    <a:pt x="3343" y="571"/>
                    <a:pt x="3691" y="571"/>
                  </a:cubicBezTo>
                  <a:cubicBezTo>
                    <a:pt x="4024" y="571"/>
                    <a:pt x="4358" y="394"/>
                    <a:pt x="4655" y="82"/>
                  </a:cubicBezTo>
                  <a:cubicBezTo>
                    <a:pt x="4906" y="356"/>
                    <a:pt x="5180" y="511"/>
                    <a:pt x="5455" y="555"/>
                  </a:cubicBezTo>
                  <a:lnTo>
                    <a:pt x="5469" y="562"/>
                  </a:lnTo>
                  <a:lnTo>
                    <a:pt x="5477" y="548"/>
                  </a:lnTo>
                  <a:lnTo>
                    <a:pt x="5469" y="511"/>
                  </a:lnTo>
                  <a:lnTo>
                    <a:pt x="5462" y="511"/>
                  </a:lnTo>
                  <a:cubicBezTo>
                    <a:pt x="5188" y="459"/>
                    <a:pt x="4922" y="305"/>
                    <a:pt x="4669" y="22"/>
                  </a:cubicBezTo>
                  <a:lnTo>
                    <a:pt x="4646" y="8"/>
                  </a:lnTo>
                  <a:lnTo>
                    <a:pt x="4632" y="22"/>
                  </a:lnTo>
                  <a:cubicBezTo>
                    <a:pt x="4468" y="207"/>
                    <a:pt x="4129" y="518"/>
                    <a:pt x="3691" y="518"/>
                  </a:cubicBezTo>
                  <a:cubicBezTo>
                    <a:pt x="3350" y="518"/>
                    <a:pt x="2994" y="333"/>
                    <a:pt x="2743" y="22"/>
                  </a:cubicBezTo>
                  <a:lnTo>
                    <a:pt x="2727" y="1"/>
                  </a:lnTo>
                  <a:lnTo>
                    <a:pt x="2706" y="22"/>
                  </a:lnTo>
                  <a:cubicBezTo>
                    <a:pt x="2542" y="207"/>
                    <a:pt x="2201" y="527"/>
                    <a:pt x="1765" y="527"/>
                  </a:cubicBezTo>
                  <a:lnTo>
                    <a:pt x="1756" y="527"/>
                  </a:lnTo>
                  <a:cubicBezTo>
                    <a:pt x="1424" y="527"/>
                    <a:pt x="1068" y="333"/>
                    <a:pt x="823" y="22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40"/>
            <p:cNvSpPr/>
            <p:nvPr/>
          </p:nvSpPr>
          <p:spPr>
            <a:xfrm>
              <a:off x="6729579" y="3429656"/>
              <a:ext cx="76" cy="1889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1" y="1"/>
                  </a:moveTo>
                  <a:lnTo>
                    <a:pt x="1" y="24"/>
                  </a:lnTo>
                  <a:close/>
                </a:path>
              </a:pathLst>
            </a:custGeom>
            <a:solidFill>
              <a:srgbClr val="E5E6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40"/>
            <p:cNvSpPr/>
            <p:nvPr/>
          </p:nvSpPr>
          <p:spPr>
            <a:xfrm>
              <a:off x="6729050" y="3429656"/>
              <a:ext cx="604" cy="2947"/>
            </a:xfrm>
            <a:custGeom>
              <a:avLst/>
              <a:gdLst/>
              <a:ahLst/>
              <a:cxnLst/>
              <a:rect l="l" t="t" r="r" b="b"/>
              <a:pathLst>
                <a:path w="8" h="39" extrusionOk="0">
                  <a:moveTo>
                    <a:pt x="0" y="1"/>
                  </a:moveTo>
                  <a:lnTo>
                    <a:pt x="8" y="38"/>
                  </a:lnTo>
                  <a:lnTo>
                    <a:pt x="8" y="24"/>
                  </a:lnTo>
                  <a:lnTo>
                    <a:pt x="8" y="1"/>
                  </a:lnTo>
                  <a:close/>
                </a:path>
              </a:pathLst>
            </a:custGeom>
            <a:solidFill>
              <a:srgbClr val="E2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40"/>
            <p:cNvSpPr/>
            <p:nvPr/>
          </p:nvSpPr>
          <p:spPr>
            <a:xfrm>
              <a:off x="6315812" y="3410086"/>
              <a:ext cx="413842" cy="43749"/>
            </a:xfrm>
            <a:custGeom>
              <a:avLst/>
              <a:gdLst/>
              <a:ahLst/>
              <a:cxnLst/>
              <a:rect l="l" t="t" r="r" b="b"/>
              <a:pathLst>
                <a:path w="5477" h="579" extrusionOk="0">
                  <a:moveTo>
                    <a:pt x="808" y="0"/>
                  </a:moveTo>
                  <a:lnTo>
                    <a:pt x="787" y="23"/>
                  </a:lnTo>
                  <a:cubicBezTo>
                    <a:pt x="549" y="297"/>
                    <a:pt x="289" y="461"/>
                    <a:pt x="15" y="512"/>
                  </a:cubicBezTo>
                  <a:lnTo>
                    <a:pt x="1" y="520"/>
                  </a:lnTo>
                  <a:lnTo>
                    <a:pt x="8" y="564"/>
                  </a:lnTo>
                  <a:lnTo>
                    <a:pt x="31" y="564"/>
                  </a:lnTo>
                  <a:cubicBezTo>
                    <a:pt x="305" y="512"/>
                    <a:pt x="565" y="349"/>
                    <a:pt x="801" y="82"/>
                  </a:cubicBezTo>
                  <a:cubicBezTo>
                    <a:pt x="1061" y="393"/>
                    <a:pt x="1417" y="578"/>
                    <a:pt x="1756" y="578"/>
                  </a:cubicBezTo>
                  <a:lnTo>
                    <a:pt x="1765" y="578"/>
                  </a:lnTo>
                  <a:cubicBezTo>
                    <a:pt x="2201" y="578"/>
                    <a:pt x="2549" y="276"/>
                    <a:pt x="2727" y="82"/>
                  </a:cubicBezTo>
                  <a:cubicBezTo>
                    <a:pt x="2980" y="393"/>
                    <a:pt x="3343" y="578"/>
                    <a:pt x="3691" y="578"/>
                  </a:cubicBezTo>
                  <a:cubicBezTo>
                    <a:pt x="4024" y="571"/>
                    <a:pt x="4358" y="400"/>
                    <a:pt x="4655" y="82"/>
                  </a:cubicBezTo>
                  <a:cubicBezTo>
                    <a:pt x="4906" y="356"/>
                    <a:pt x="5180" y="520"/>
                    <a:pt x="5455" y="564"/>
                  </a:cubicBezTo>
                  <a:lnTo>
                    <a:pt x="5469" y="564"/>
                  </a:lnTo>
                  <a:lnTo>
                    <a:pt x="5477" y="557"/>
                  </a:lnTo>
                  <a:lnTo>
                    <a:pt x="5469" y="520"/>
                  </a:lnTo>
                  <a:lnTo>
                    <a:pt x="5477" y="512"/>
                  </a:lnTo>
                  <a:lnTo>
                    <a:pt x="5462" y="512"/>
                  </a:lnTo>
                  <a:cubicBezTo>
                    <a:pt x="5188" y="468"/>
                    <a:pt x="4922" y="304"/>
                    <a:pt x="4669" y="30"/>
                  </a:cubicBezTo>
                  <a:lnTo>
                    <a:pt x="4646" y="9"/>
                  </a:lnTo>
                  <a:lnTo>
                    <a:pt x="4632" y="30"/>
                  </a:lnTo>
                  <a:cubicBezTo>
                    <a:pt x="4468" y="215"/>
                    <a:pt x="4129" y="520"/>
                    <a:pt x="3691" y="527"/>
                  </a:cubicBezTo>
                  <a:cubicBezTo>
                    <a:pt x="3350" y="527"/>
                    <a:pt x="2994" y="342"/>
                    <a:pt x="2743" y="30"/>
                  </a:cubicBezTo>
                  <a:lnTo>
                    <a:pt x="2727" y="0"/>
                  </a:lnTo>
                  <a:lnTo>
                    <a:pt x="2706" y="23"/>
                  </a:lnTo>
                  <a:cubicBezTo>
                    <a:pt x="2542" y="215"/>
                    <a:pt x="2201" y="527"/>
                    <a:pt x="1765" y="527"/>
                  </a:cubicBezTo>
                  <a:lnTo>
                    <a:pt x="1756" y="527"/>
                  </a:lnTo>
                  <a:cubicBezTo>
                    <a:pt x="1424" y="527"/>
                    <a:pt x="1068" y="342"/>
                    <a:pt x="823" y="30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40"/>
            <p:cNvSpPr/>
            <p:nvPr/>
          </p:nvSpPr>
          <p:spPr>
            <a:xfrm>
              <a:off x="6729579" y="3448773"/>
              <a:ext cx="76" cy="1662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1" y="0"/>
                  </a:moveTo>
                  <a:lnTo>
                    <a:pt x="1" y="22"/>
                  </a:lnTo>
                  <a:close/>
                </a:path>
              </a:pathLst>
            </a:custGeom>
            <a:solidFill>
              <a:srgbClr val="E5E6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40"/>
            <p:cNvSpPr/>
            <p:nvPr/>
          </p:nvSpPr>
          <p:spPr>
            <a:xfrm>
              <a:off x="6729050" y="3448773"/>
              <a:ext cx="604" cy="3400"/>
            </a:xfrm>
            <a:custGeom>
              <a:avLst/>
              <a:gdLst/>
              <a:ahLst/>
              <a:cxnLst/>
              <a:rect l="l" t="t" r="r" b="b"/>
              <a:pathLst>
                <a:path w="8" h="45" extrusionOk="0">
                  <a:moveTo>
                    <a:pt x="8" y="0"/>
                  </a:moveTo>
                  <a:lnTo>
                    <a:pt x="0" y="8"/>
                  </a:lnTo>
                  <a:lnTo>
                    <a:pt x="8" y="45"/>
                  </a:lnTo>
                  <a:lnTo>
                    <a:pt x="8" y="22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2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40"/>
            <p:cNvSpPr/>
            <p:nvPr/>
          </p:nvSpPr>
          <p:spPr>
            <a:xfrm>
              <a:off x="6729579" y="3471743"/>
              <a:ext cx="3476" cy="1133"/>
            </a:xfrm>
            <a:custGeom>
              <a:avLst/>
              <a:gdLst/>
              <a:ahLst/>
              <a:cxnLst/>
              <a:rect l="l" t="t" r="r" b="b"/>
              <a:pathLst>
                <a:path w="46" h="15" extrusionOk="0">
                  <a:moveTo>
                    <a:pt x="15" y="1"/>
                  </a:moveTo>
                  <a:lnTo>
                    <a:pt x="1" y="8"/>
                  </a:lnTo>
                  <a:lnTo>
                    <a:pt x="24" y="8"/>
                  </a:lnTo>
                  <a:lnTo>
                    <a:pt x="38" y="15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40"/>
            <p:cNvSpPr/>
            <p:nvPr/>
          </p:nvSpPr>
          <p:spPr>
            <a:xfrm>
              <a:off x="6315812" y="3429656"/>
              <a:ext cx="413842" cy="43749"/>
            </a:xfrm>
            <a:custGeom>
              <a:avLst/>
              <a:gdLst/>
              <a:ahLst/>
              <a:cxnLst/>
              <a:rect l="l" t="t" r="r" b="b"/>
              <a:pathLst>
                <a:path w="5477" h="579" extrusionOk="0">
                  <a:moveTo>
                    <a:pt x="808" y="1"/>
                  </a:moveTo>
                  <a:lnTo>
                    <a:pt x="787" y="24"/>
                  </a:lnTo>
                  <a:cubicBezTo>
                    <a:pt x="549" y="298"/>
                    <a:pt x="289" y="462"/>
                    <a:pt x="15" y="513"/>
                  </a:cubicBezTo>
                  <a:lnTo>
                    <a:pt x="1" y="513"/>
                  </a:lnTo>
                  <a:lnTo>
                    <a:pt x="8" y="565"/>
                  </a:lnTo>
                  <a:lnTo>
                    <a:pt x="31" y="558"/>
                  </a:lnTo>
                  <a:cubicBezTo>
                    <a:pt x="305" y="506"/>
                    <a:pt x="565" y="349"/>
                    <a:pt x="801" y="83"/>
                  </a:cubicBezTo>
                  <a:cubicBezTo>
                    <a:pt x="1061" y="394"/>
                    <a:pt x="1417" y="579"/>
                    <a:pt x="1756" y="579"/>
                  </a:cubicBezTo>
                  <a:lnTo>
                    <a:pt x="1765" y="579"/>
                  </a:lnTo>
                  <a:cubicBezTo>
                    <a:pt x="2201" y="579"/>
                    <a:pt x="2549" y="275"/>
                    <a:pt x="2727" y="83"/>
                  </a:cubicBezTo>
                  <a:cubicBezTo>
                    <a:pt x="2980" y="387"/>
                    <a:pt x="3343" y="572"/>
                    <a:pt x="3691" y="572"/>
                  </a:cubicBezTo>
                  <a:cubicBezTo>
                    <a:pt x="4024" y="572"/>
                    <a:pt x="4358" y="394"/>
                    <a:pt x="4655" y="83"/>
                  </a:cubicBezTo>
                  <a:cubicBezTo>
                    <a:pt x="4913" y="364"/>
                    <a:pt x="5196" y="520"/>
                    <a:pt x="5477" y="565"/>
                  </a:cubicBezTo>
                  <a:lnTo>
                    <a:pt x="5469" y="513"/>
                  </a:lnTo>
                  <a:lnTo>
                    <a:pt x="5477" y="513"/>
                  </a:lnTo>
                  <a:cubicBezTo>
                    <a:pt x="5203" y="469"/>
                    <a:pt x="4929" y="305"/>
                    <a:pt x="4669" y="24"/>
                  </a:cubicBezTo>
                  <a:lnTo>
                    <a:pt x="4646" y="8"/>
                  </a:lnTo>
                  <a:lnTo>
                    <a:pt x="4632" y="31"/>
                  </a:lnTo>
                  <a:cubicBezTo>
                    <a:pt x="4468" y="209"/>
                    <a:pt x="4129" y="520"/>
                    <a:pt x="3691" y="520"/>
                  </a:cubicBezTo>
                  <a:cubicBezTo>
                    <a:pt x="3350" y="520"/>
                    <a:pt x="2994" y="335"/>
                    <a:pt x="2743" y="24"/>
                  </a:cubicBezTo>
                  <a:lnTo>
                    <a:pt x="2727" y="1"/>
                  </a:lnTo>
                  <a:lnTo>
                    <a:pt x="2706" y="24"/>
                  </a:lnTo>
                  <a:cubicBezTo>
                    <a:pt x="2542" y="209"/>
                    <a:pt x="2201" y="527"/>
                    <a:pt x="1765" y="527"/>
                  </a:cubicBezTo>
                  <a:lnTo>
                    <a:pt x="1756" y="527"/>
                  </a:lnTo>
                  <a:cubicBezTo>
                    <a:pt x="1424" y="527"/>
                    <a:pt x="1068" y="335"/>
                    <a:pt x="823" y="24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40"/>
            <p:cNvSpPr/>
            <p:nvPr/>
          </p:nvSpPr>
          <p:spPr>
            <a:xfrm>
              <a:off x="6729579" y="3468419"/>
              <a:ext cx="3476" cy="3929"/>
            </a:xfrm>
            <a:custGeom>
              <a:avLst/>
              <a:gdLst/>
              <a:ahLst/>
              <a:cxnLst/>
              <a:rect l="l" t="t" r="r" b="b"/>
              <a:pathLst>
                <a:path w="46" h="52" extrusionOk="0">
                  <a:moveTo>
                    <a:pt x="1" y="0"/>
                  </a:moveTo>
                  <a:lnTo>
                    <a:pt x="1" y="52"/>
                  </a:lnTo>
                  <a:lnTo>
                    <a:pt x="15" y="45"/>
                  </a:lnTo>
                  <a:lnTo>
                    <a:pt x="45" y="45"/>
                  </a:lnTo>
                  <a:lnTo>
                    <a:pt x="45" y="7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E5E6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40"/>
            <p:cNvSpPr/>
            <p:nvPr/>
          </p:nvSpPr>
          <p:spPr>
            <a:xfrm>
              <a:off x="6729050" y="3468419"/>
              <a:ext cx="604" cy="3929"/>
            </a:xfrm>
            <a:custGeom>
              <a:avLst/>
              <a:gdLst/>
              <a:ahLst/>
              <a:cxnLst/>
              <a:rect l="l" t="t" r="r" b="b"/>
              <a:pathLst>
                <a:path w="8" h="52" extrusionOk="0">
                  <a:moveTo>
                    <a:pt x="0" y="0"/>
                  </a:moveTo>
                  <a:lnTo>
                    <a:pt x="8" y="52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2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40"/>
            <p:cNvSpPr/>
            <p:nvPr/>
          </p:nvSpPr>
          <p:spPr>
            <a:xfrm>
              <a:off x="5631616" y="3319339"/>
              <a:ext cx="414447" cy="43749"/>
            </a:xfrm>
            <a:custGeom>
              <a:avLst/>
              <a:gdLst/>
              <a:ahLst/>
              <a:cxnLst/>
              <a:rect l="l" t="t" r="r" b="b"/>
              <a:pathLst>
                <a:path w="5485" h="579" extrusionOk="0">
                  <a:moveTo>
                    <a:pt x="808" y="1"/>
                  </a:moveTo>
                  <a:lnTo>
                    <a:pt x="787" y="24"/>
                  </a:lnTo>
                  <a:cubicBezTo>
                    <a:pt x="550" y="291"/>
                    <a:pt x="290" y="461"/>
                    <a:pt x="24" y="506"/>
                  </a:cubicBezTo>
                  <a:lnTo>
                    <a:pt x="1" y="513"/>
                  </a:lnTo>
                  <a:lnTo>
                    <a:pt x="17" y="565"/>
                  </a:lnTo>
                  <a:lnTo>
                    <a:pt x="31" y="557"/>
                  </a:lnTo>
                  <a:cubicBezTo>
                    <a:pt x="305" y="506"/>
                    <a:pt x="564" y="342"/>
                    <a:pt x="808" y="76"/>
                  </a:cubicBezTo>
                  <a:cubicBezTo>
                    <a:pt x="1060" y="387"/>
                    <a:pt x="1416" y="572"/>
                    <a:pt x="1765" y="579"/>
                  </a:cubicBezTo>
                  <a:cubicBezTo>
                    <a:pt x="2209" y="579"/>
                    <a:pt x="2551" y="268"/>
                    <a:pt x="2729" y="76"/>
                  </a:cubicBezTo>
                  <a:cubicBezTo>
                    <a:pt x="2986" y="387"/>
                    <a:pt x="3342" y="572"/>
                    <a:pt x="3691" y="572"/>
                  </a:cubicBezTo>
                  <a:lnTo>
                    <a:pt x="3698" y="572"/>
                  </a:lnTo>
                  <a:cubicBezTo>
                    <a:pt x="4025" y="572"/>
                    <a:pt x="4365" y="394"/>
                    <a:pt x="4655" y="83"/>
                  </a:cubicBezTo>
                  <a:cubicBezTo>
                    <a:pt x="4914" y="349"/>
                    <a:pt x="5181" y="513"/>
                    <a:pt x="5455" y="557"/>
                  </a:cubicBezTo>
                  <a:lnTo>
                    <a:pt x="5476" y="565"/>
                  </a:lnTo>
                  <a:lnTo>
                    <a:pt x="5485" y="513"/>
                  </a:lnTo>
                  <a:lnTo>
                    <a:pt x="5469" y="506"/>
                  </a:lnTo>
                  <a:cubicBezTo>
                    <a:pt x="5195" y="461"/>
                    <a:pt x="4928" y="298"/>
                    <a:pt x="4669" y="24"/>
                  </a:cubicBezTo>
                  <a:lnTo>
                    <a:pt x="4655" y="1"/>
                  </a:lnTo>
                  <a:lnTo>
                    <a:pt x="4631" y="24"/>
                  </a:lnTo>
                  <a:cubicBezTo>
                    <a:pt x="4470" y="209"/>
                    <a:pt x="4128" y="520"/>
                    <a:pt x="3691" y="520"/>
                  </a:cubicBezTo>
                  <a:cubicBezTo>
                    <a:pt x="3351" y="520"/>
                    <a:pt x="3002" y="335"/>
                    <a:pt x="2750" y="24"/>
                  </a:cubicBezTo>
                  <a:lnTo>
                    <a:pt x="2729" y="1"/>
                  </a:lnTo>
                  <a:lnTo>
                    <a:pt x="2713" y="24"/>
                  </a:lnTo>
                  <a:cubicBezTo>
                    <a:pt x="2542" y="209"/>
                    <a:pt x="2202" y="527"/>
                    <a:pt x="1765" y="527"/>
                  </a:cubicBezTo>
                  <a:cubicBezTo>
                    <a:pt x="1423" y="520"/>
                    <a:pt x="1075" y="335"/>
                    <a:pt x="831" y="24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40"/>
            <p:cNvSpPr/>
            <p:nvPr/>
          </p:nvSpPr>
          <p:spPr>
            <a:xfrm>
              <a:off x="5631616" y="3338455"/>
              <a:ext cx="414447" cy="43749"/>
            </a:xfrm>
            <a:custGeom>
              <a:avLst/>
              <a:gdLst/>
              <a:ahLst/>
              <a:cxnLst/>
              <a:rect l="l" t="t" r="r" b="b"/>
              <a:pathLst>
                <a:path w="5485" h="579" extrusionOk="0">
                  <a:moveTo>
                    <a:pt x="808" y="0"/>
                  </a:moveTo>
                  <a:lnTo>
                    <a:pt x="787" y="24"/>
                  </a:lnTo>
                  <a:cubicBezTo>
                    <a:pt x="550" y="297"/>
                    <a:pt x="290" y="459"/>
                    <a:pt x="24" y="513"/>
                  </a:cubicBezTo>
                  <a:lnTo>
                    <a:pt x="1" y="513"/>
                  </a:lnTo>
                  <a:lnTo>
                    <a:pt x="17" y="564"/>
                  </a:lnTo>
                  <a:lnTo>
                    <a:pt x="31" y="564"/>
                  </a:lnTo>
                  <a:cubicBezTo>
                    <a:pt x="305" y="513"/>
                    <a:pt x="564" y="349"/>
                    <a:pt x="808" y="82"/>
                  </a:cubicBezTo>
                  <a:cubicBezTo>
                    <a:pt x="1060" y="393"/>
                    <a:pt x="1416" y="578"/>
                    <a:pt x="1765" y="578"/>
                  </a:cubicBezTo>
                  <a:cubicBezTo>
                    <a:pt x="2209" y="578"/>
                    <a:pt x="2551" y="274"/>
                    <a:pt x="2729" y="82"/>
                  </a:cubicBezTo>
                  <a:cubicBezTo>
                    <a:pt x="2986" y="393"/>
                    <a:pt x="3342" y="578"/>
                    <a:pt x="3691" y="578"/>
                  </a:cubicBezTo>
                  <a:lnTo>
                    <a:pt x="3698" y="578"/>
                  </a:lnTo>
                  <a:cubicBezTo>
                    <a:pt x="4025" y="571"/>
                    <a:pt x="4365" y="401"/>
                    <a:pt x="4655" y="82"/>
                  </a:cubicBezTo>
                  <a:cubicBezTo>
                    <a:pt x="4914" y="356"/>
                    <a:pt x="5181" y="520"/>
                    <a:pt x="5455" y="564"/>
                  </a:cubicBezTo>
                  <a:lnTo>
                    <a:pt x="5476" y="564"/>
                  </a:lnTo>
                  <a:lnTo>
                    <a:pt x="5485" y="513"/>
                  </a:lnTo>
                  <a:lnTo>
                    <a:pt x="5469" y="513"/>
                  </a:lnTo>
                  <a:cubicBezTo>
                    <a:pt x="5195" y="468"/>
                    <a:pt x="4928" y="304"/>
                    <a:pt x="4669" y="31"/>
                  </a:cubicBezTo>
                  <a:lnTo>
                    <a:pt x="4655" y="8"/>
                  </a:lnTo>
                  <a:lnTo>
                    <a:pt x="4631" y="31"/>
                  </a:lnTo>
                  <a:cubicBezTo>
                    <a:pt x="4470" y="216"/>
                    <a:pt x="4128" y="520"/>
                    <a:pt x="3691" y="527"/>
                  </a:cubicBezTo>
                  <a:cubicBezTo>
                    <a:pt x="3351" y="527"/>
                    <a:pt x="3002" y="335"/>
                    <a:pt x="2750" y="24"/>
                  </a:cubicBezTo>
                  <a:lnTo>
                    <a:pt x="2729" y="0"/>
                  </a:lnTo>
                  <a:lnTo>
                    <a:pt x="2713" y="24"/>
                  </a:lnTo>
                  <a:cubicBezTo>
                    <a:pt x="2542" y="216"/>
                    <a:pt x="2202" y="527"/>
                    <a:pt x="1765" y="527"/>
                  </a:cubicBezTo>
                  <a:cubicBezTo>
                    <a:pt x="1423" y="527"/>
                    <a:pt x="1075" y="342"/>
                    <a:pt x="831" y="24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40"/>
            <p:cNvSpPr/>
            <p:nvPr/>
          </p:nvSpPr>
          <p:spPr>
            <a:xfrm>
              <a:off x="5631616" y="3358101"/>
              <a:ext cx="417847" cy="43674"/>
            </a:xfrm>
            <a:custGeom>
              <a:avLst/>
              <a:gdLst/>
              <a:ahLst/>
              <a:cxnLst/>
              <a:rect l="l" t="t" r="r" b="b"/>
              <a:pathLst>
                <a:path w="5530" h="578" extrusionOk="0">
                  <a:moveTo>
                    <a:pt x="808" y="0"/>
                  </a:moveTo>
                  <a:lnTo>
                    <a:pt x="787" y="21"/>
                  </a:lnTo>
                  <a:cubicBezTo>
                    <a:pt x="550" y="297"/>
                    <a:pt x="290" y="459"/>
                    <a:pt x="24" y="510"/>
                  </a:cubicBezTo>
                  <a:lnTo>
                    <a:pt x="1" y="510"/>
                  </a:lnTo>
                  <a:lnTo>
                    <a:pt x="17" y="564"/>
                  </a:lnTo>
                  <a:lnTo>
                    <a:pt x="31" y="555"/>
                  </a:lnTo>
                  <a:cubicBezTo>
                    <a:pt x="305" y="503"/>
                    <a:pt x="564" y="349"/>
                    <a:pt x="808" y="75"/>
                  </a:cubicBezTo>
                  <a:cubicBezTo>
                    <a:pt x="1060" y="386"/>
                    <a:pt x="1416" y="571"/>
                    <a:pt x="1765" y="578"/>
                  </a:cubicBezTo>
                  <a:cubicBezTo>
                    <a:pt x="2209" y="578"/>
                    <a:pt x="2551" y="274"/>
                    <a:pt x="2729" y="75"/>
                  </a:cubicBezTo>
                  <a:cubicBezTo>
                    <a:pt x="2986" y="386"/>
                    <a:pt x="3342" y="571"/>
                    <a:pt x="3691" y="571"/>
                  </a:cubicBezTo>
                  <a:lnTo>
                    <a:pt x="3698" y="571"/>
                  </a:lnTo>
                  <a:cubicBezTo>
                    <a:pt x="4025" y="571"/>
                    <a:pt x="4365" y="393"/>
                    <a:pt x="4655" y="82"/>
                  </a:cubicBezTo>
                  <a:cubicBezTo>
                    <a:pt x="4928" y="363"/>
                    <a:pt x="5209" y="526"/>
                    <a:pt x="5506" y="564"/>
                  </a:cubicBezTo>
                  <a:lnTo>
                    <a:pt x="5521" y="564"/>
                  </a:lnTo>
                  <a:lnTo>
                    <a:pt x="5529" y="519"/>
                  </a:lnTo>
                  <a:lnTo>
                    <a:pt x="5506" y="510"/>
                  </a:lnTo>
                  <a:cubicBezTo>
                    <a:pt x="5225" y="482"/>
                    <a:pt x="4943" y="311"/>
                    <a:pt x="4669" y="21"/>
                  </a:cubicBezTo>
                  <a:lnTo>
                    <a:pt x="4655" y="7"/>
                  </a:lnTo>
                  <a:lnTo>
                    <a:pt x="4631" y="21"/>
                  </a:lnTo>
                  <a:cubicBezTo>
                    <a:pt x="4470" y="208"/>
                    <a:pt x="4128" y="519"/>
                    <a:pt x="3691" y="519"/>
                  </a:cubicBezTo>
                  <a:cubicBezTo>
                    <a:pt x="3351" y="519"/>
                    <a:pt x="3002" y="333"/>
                    <a:pt x="2750" y="21"/>
                  </a:cubicBezTo>
                  <a:lnTo>
                    <a:pt x="2729" y="0"/>
                  </a:lnTo>
                  <a:lnTo>
                    <a:pt x="2713" y="21"/>
                  </a:lnTo>
                  <a:cubicBezTo>
                    <a:pt x="2542" y="208"/>
                    <a:pt x="2202" y="526"/>
                    <a:pt x="1765" y="526"/>
                  </a:cubicBezTo>
                  <a:cubicBezTo>
                    <a:pt x="1423" y="526"/>
                    <a:pt x="1075" y="333"/>
                    <a:pt x="831" y="21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40"/>
            <p:cNvSpPr/>
            <p:nvPr/>
          </p:nvSpPr>
          <p:spPr>
            <a:xfrm>
              <a:off x="4971071" y="2283638"/>
              <a:ext cx="1088971" cy="605840"/>
            </a:xfrm>
            <a:custGeom>
              <a:avLst/>
              <a:gdLst/>
              <a:ahLst/>
              <a:cxnLst/>
              <a:rect l="l" t="t" r="r" b="b"/>
              <a:pathLst>
                <a:path w="14412" h="8018" extrusionOk="0">
                  <a:moveTo>
                    <a:pt x="8469" y="0"/>
                  </a:moveTo>
                  <a:cubicBezTo>
                    <a:pt x="8269" y="0"/>
                    <a:pt x="8106" y="171"/>
                    <a:pt x="8106" y="370"/>
                  </a:cubicBezTo>
                  <a:lnTo>
                    <a:pt x="8106" y="1675"/>
                  </a:lnTo>
                  <a:cubicBezTo>
                    <a:pt x="8106" y="1875"/>
                    <a:pt x="7935" y="2038"/>
                    <a:pt x="7736" y="2038"/>
                  </a:cubicBezTo>
                  <a:cubicBezTo>
                    <a:pt x="7542" y="2038"/>
                    <a:pt x="7387" y="1891"/>
                    <a:pt x="7371" y="1704"/>
                  </a:cubicBezTo>
                  <a:lnTo>
                    <a:pt x="7371" y="1037"/>
                  </a:lnTo>
                  <a:cubicBezTo>
                    <a:pt x="7371" y="838"/>
                    <a:pt x="7210" y="667"/>
                    <a:pt x="7009" y="667"/>
                  </a:cubicBezTo>
                  <a:cubicBezTo>
                    <a:pt x="6802" y="667"/>
                    <a:pt x="6639" y="838"/>
                    <a:pt x="6639" y="1037"/>
                  </a:cubicBezTo>
                  <a:lnTo>
                    <a:pt x="6639" y="1809"/>
                  </a:lnTo>
                  <a:cubicBezTo>
                    <a:pt x="6639" y="2015"/>
                    <a:pt x="6475" y="2179"/>
                    <a:pt x="6276" y="2179"/>
                  </a:cubicBezTo>
                  <a:cubicBezTo>
                    <a:pt x="6068" y="2179"/>
                    <a:pt x="5904" y="2015"/>
                    <a:pt x="5904" y="1809"/>
                  </a:cubicBezTo>
                  <a:lnTo>
                    <a:pt x="5904" y="601"/>
                  </a:lnTo>
                  <a:cubicBezTo>
                    <a:pt x="5904" y="393"/>
                    <a:pt x="5742" y="230"/>
                    <a:pt x="5534" y="230"/>
                  </a:cubicBezTo>
                  <a:cubicBezTo>
                    <a:pt x="5408" y="230"/>
                    <a:pt x="5298" y="297"/>
                    <a:pt x="5237" y="393"/>
                  </a:cubicBezTo>
                  <a:cubicBezTo>
                    <a:pt x="5193" y="452"/>
                    <a:pt x="5172" y="519"/>
                    <a:pt x="5172" y="601"/>
                  </a:cubicBezTo>
                  <a:lnTo>
                    <a:pt x="5172" y="993"/>
                  </a:lnTo>
                  <a:cubicBezTo>
                    <a:pt x="5172" y="1179"/>
                    <a:pt x="5015" y="1334"/>
                    <a:pt x="4830" y="1334"/>
                  </a:cubicBezTo>
                  <a:lnTo>
                    <a:pt x="4802" y="1334"/>
                  </a:lnTo>
                  <a:cubicBezTo>
                    <a:pt x="4631" y="1334"/>
                    <a:pt x="4490" y="1201"/>
                    <a:pt x="4467" y="1037"/>
                  </a:cubicBezTo>
                  <a:lnTo>
                    <a:pt x="288" y="6959"/>
                  </a:lnTo>
                  <a:cubicBezTo>
                    <a:pt x="0" y="7366"/>
                    <a:pt x="237" y="7982"/>
                    <a:pt x="711" y="8010"/>
                  </a:cubicBezTo>
                  <a:cubicBezTo>
                    <a:pt x="726" y="8017"/>
                    <a:pt x="740" y="8017"/>
                    <a:pt x="756" y="8017"/>
                  </a:cubicBezTo>
                  <a:lnTo>
                    <a:pt x="13656" y="8017"/>
                  </a:lnTo>
                  <a:cubicBezTo>
                    <a:pt x="13670" y="8017"/>
                    <a:pt x="13685" y="8017"/>
                    <a:pt x="13701" y="8010"/>
                  </a:cubicBezTo>
                  <a:cubicBezTo>
                    <a:pt x="14174" y="7982"/>
                    <a:pt x="14412" y="7366"/>
                    <a:pt x="14122" y="6959"/>
                  </a:cubicBezTo>
                  <a:lnTo>
                    <a:pt x="9550" y="527"/>
                  </a:lnTo>
                  <a:lnTo>
                    <a:pt x="9550" y="1341"/>
                  </a:lnTo>
                  <a:cubicBezTo>
                    <a:pt x="9550" y="1526"/>
                    <a:pt x="9395" y="1683"/>
                    <a:pt x="9210" y="1683"/>
                  </a:cubicBezTo>
                  <a:lnTo>
                    <a:pt x="9180" y="1683"/>
                  </a:lnTo>
                  <a:cubicBezTo>
                    <a:pt x="8988" y="1683"/>
                    <a:pt x="8839" y="1526"/>
                    <a:pt x="8839" y="1341"/>
                  </a:cubicBezTo>
                  <a:lnTo>
                    <a:pt x="8839" y="393"/>
                  </a:lnTo>
                  <a:lnTo>
                    <a:pt x="8839" y="370"/>
                  </a:lnTo>
                  <a:cubicBezTo>
                    <a:pt x="8839" y="171"/>
                    <a:pt x="8670" y="0"/>
                    <a:pt x="84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40"/>
            <p:cNvSpPr/>
            <p:nvPr/>
          </p:nvSpPr>
          <p:spPr>
            <a:xfrm>
              <a:off x="5296206" y="2150350"/>
              <a:ext cx="396463" cy="297933"/>
            </a:xfrm>
            <a:custGeom>
              <a:avLst/>
              <a:gdLst/>
              <a:ahLst/>
              <a:cxnLst/>
              <a:rect l="l" t="t" r="r" b="b"/>
              <a:pathLst>
                <a:path w="5247" h="3943" extrusionOk="0">
                  <a:moveTo>
                    <a:pt x="2891" y="0"/>
                  </a:moveTo>
                  <a:cubicBezTo>
                    <a:pt x="2418" y="0"/>
                    <a:pt x="1973" y="238"/>
                    <a:pt x="1683" y="646"/>
                  </a:cubicBezTo>
                  <a:lnTo>
                    <a:pt x="890" y="1771"/>
                  </a:lnTo>
                  <a:lnTo>
                    <a:pt x="890" y="1764"/>
                  </a:lnTo>
                  <a:lnTo>
                    <a:pt x="165" y="2804"/>
                  </a:lnTo>
                  <a:lnTo>
                    <a:pt x="165" y="2804"/>
                  </a:lnTo>
                  <a:cubicBezTo>
                    <a:pt x="165" y="2803"/>
                    <a:pt x="164" y="2802"/>
                    <a:pt x="164" y="2801"/>
                  </a:cubicBezTo>
                  <a:lnTo>
                    <a:pt x="1" y="3039"/>
                  </a:lnTo>
                  <a:lnTo>
                    <a:pt x="1" y="3039"/>
                  </a:lnTo>
                  <a:lnTo>
                    <a:pt x="165" y="2804"/>
                  </a:lnTo>
                  <a:lnTo>
                    <a:pt x="165" y="2804"/>
                  </a:lnTo>
                  <a:cubicBezTo>
                    <a:pt x="189" y="2966"/>
                    <a:pt x="329" y="3091"/>
                    <a:pt x="499" y="3091"/>
                  </a:cubicBezTo>
                  <a:lnTo>
                    <a:pt x="534" y="3091"/>
                  </a:lnTo>
                  <a:cubicBezTo>
                    <a:pt x="721" y="3091"/>
                    <a:pt x="876" y="2943"/>
                    <a:pt x="876" y="2749"/>
                  </a:cubicBezTo>
                  <a:lnTo>
                    <a:pt x="876" y="2356"/>
                  </a:lnTo>
                  <a:cubicBezTo>
                    <a:pt x="876" y="2283"/>
                    <a:pt x="899" y="2209"/>
                    <a:pt x="934" y="2157"/>
                  </a:cubicBezTo>
                  <a:cubicBezTo>
                    <a:pt x="943" y="2143"/>
                    <a:pt x="957" y="2127"/>
                    <a:pt x="965" y="2120"/>
                  </a:cubicBezTo>
                  <a:cubicBezTo>
                    <a:pt x="972" y="2113"/>
                    <a:pt x="972" y="2106"/>
                    <a:pt x="979" y="2099"/>
                  </a:cubicBezTo>
                  <a:cubicBezTo>
                    <a:pt x="988" y="2090"/>
                    <a:pt x="1002" y="2083"/>
                    <a:pt x="1009" y="2075"/>
                  </a:cubicBezTo>
                  <a:cubicBezTo>
                    <a:pt x="1023" y="2068"/>
                    <a:pt x="1032" y="2054"/>
                    <a:pt x="1046" y="2045"/>
                  </a:cubicBezTo>
                  <a:cubicBezTo>
                    <a:pt x="1053" y="2045"/>
                    <a:pt x="1061" y="2038"/>
                    <a:pt x="1068" y="2038"/>
                  </a:cubicBezTo>
                  <a:cubicBezTo>
                    <a:pt x="1091" y="2024"/>
                    <a:pt x="1121" y="2017"/>
                    <a:pt x="1142" y="2010"/>
                  </a:cubicBezTo>
                  <a:cubicBezTo>
                    <a:pt x="1173" y="2001"/>
                    <a:pt x="1201" y="1994"/>
                    <a:pt x="1231" y="1994"/>
                  </a:cubicBezTo>
                  <a:cubicBezTo>
                    <a:pt x="1439" y="1994"/>
                    <a:pt x="1601" y="2157"/>
                    <a:pt x="1601" y="2365"/>
                  </a:cubicBezTo>
                  <a:lnTo>
                    <a:pt x="1601" y="3573"/>
                  </a:lnTo>
                  <a:cubicBezTo>
                    <a:pt x="1601" y="3779"/>
                    <a:pt x="1765" y="3943"/>
                    <a:pt x="1973" y="3943"/>
                  </a:cubicBezTo>
                  <a:cubicBezTo>
                    <a:pt x="2172" y="3943"/>
                    <a:pt x="2336" y="3779"/>
                    <a:pt x="2336" y="3573"/>
                  </a:cubicBezTo>
                  <a:lnTo>
                    <a:pt x="2336" y="2801"/>
                  </a:lnTo>
                  <a:cubicBezTo>
                    <a:pt x="2336" y="2602"/>
                    <a:pt x="2499" y="2431"/>
                    <a:pt x="2706" y="2431"/>
                  </a:cubicBezTo>
                  <a:cubicBezTo>
                    <a:pt x="2907" y="2431"/>
                    <a:pt x="3068" y="2602"/>
                    <a:pt x="3068" y="2801"/>
                  </a:cubicBezTo>
                  <a:lnTo>
                    <a:pt x="3068" y="3468"/>
                  </a:lnTo>
                  <a:cubicBezTo>
                    <a:pt x="3084" y="3655"/>
                    <a:pt x="3239" y="3802"/>
                    <a:pt x="3433" y="3802"/>
                  </a:cubicBezTo>
                  <a:cubicBezTo>
                    <a:pt x="3632" y="3802"/>
                    <a:pt x="3803" y="3639"/>
                    <a:pt x="3803" y="3439"/>
                  </a:cubicBezTo>
                  <a:lnTo>
                    <a:pt x="3803" y="2134"/>
                  </a:lnTo>
                  <a:cubicBezTo>
                    <a:pt x="3803" y="1935"/>
                    <a:pt x="3966" y="1764"/>
                    <a:pt x="4166" y="1764"/>
                  </a:cubicBezTo>
                  <a:cubicBezTo>
                    <a:pt x="4367" y="1764"/>
                    <a:pt x="4536" y="1935"/>
                    <a:pt x="4536" y="2134"/>
                  </a:cubicBezTo>
                  <a:lnTo>
                    <a:pt x="4536" y="2157"/>
                  </a:lnTo>
                  <a:lnTo>
                    <a:pt x="4536" y="3105"/>
                  </a:lnTo>
                  <a:cubicBezTo>
                    <a:pt x="4536" y="3290"/>
                    <a:pt x="4685" y="3447"/>
                    <a:pt x="4870" y="3447"/>
                  </a:cubicBezTo>
                  <a:lnTo>
                    <a:pt x="4907" y="3447"/>
                  </a:lnTo>
                  <a:cubicBezTo>
                    <a:pt x="5092" y="3447"/>
                    <a:pt x="5247" y="3290"/>
                    <a:pt x="5247" y="3105"/>
                  </a:cubicBezTo>
                  <a:lnTo>
                    <a:pt x="5247" y="2291"/>
                  </a:lnTo>
                  <a:lnTo>
                    <a:pt x="4062" y="631"/>
                  </a:lnTo>
                  <a:cubicBezTo>
                    <a:pt x="3780" y="231"/>
                    <a:pt x="3351" y="0"/>
                    <a:pt x="2891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40"/>
            <p:cNvSpPr/>
            <p:nvPr/>
          </p:nvSpPr>
          <p:spPr>
            <a:xfrm>
              <a:off x="5013536" y="2662118"/>
              <a:ext cx="690467" cy="226756"/>
            </a:xfrm>
            <a:custGeom>
              <a:avLst/>
              <a:gdLst/>
              <a:ahLst/>
              <a:cxnLst/>
              <a:rect l="l" t="t" r="r" b="b"/>
              <a:pathLst>
                <a:path w="9138" h="3001" extrusionOk="0">
                  <a:moveTo>
                    <a:pt x="1104" y="1"/>
                  </a:moveTo>
                  <a:lnTo>
                    <a:pt x="0" y="1571"/>
                  </a:lnTo>
                  <a:cubicBezTo>
                    <a:pt x="75" y="1550"/>
                    <a:pt x="149" y="1534"/>
                    <a:pt x="229" y="1534"/>
                  </a:cubicBezTo>
                  <a:cubicBezTo>
                    <a:pt x="608" y="1534"/>
                    <a:pt x="912" y="1808"/>
                    <a:pt x="971" y="2172"/>
                  </a:cubicBezTo>
                  <a:cubicBezTo>
                    <a:pt x="1015" y="2149"/>
                    <a:pt x="1067" y="2135"/>
                    <a:pt x="1128" y="2135"/>
                  </a:cubicBezTo>
                  <a:cubicBezTo>
                    <a:pt x="1163" y="2135"/>
                    <a:pt x="1200" y="2142"/>
                    <a:pt x="1238" y="2156"/>
                  </a:cubicBezTo>
                  <a:cubicBezTo>
                    <a:pt x="1341" y="2030"/>
                    <a:pt x="1490" y="1957"/>
                    <a:pt x="1661" y="1957"/>
                  </a:cubicBezTo>
                  <a:cubicBezTo>
                    <a:pt x="1956" y="1957"/>
                    <a:pt x="2195" y="2201"/>
                    <a:pt x="2195" y="2498"/>
                  </a:cubicBezTo>
                  <a:lnTo>
                    <a:pt x="2195" y="2535"/>
                  </a:lnTo>
                  <a:cubicBezTo>
                    <a:pt x="2246" y="2498"/>
                    <a:pt x="2305" y="2467"/>
                    <a:pt x="2372" y="2467"/>
                  </a:cubicBezTo>
                  <a:cubicBezTo>
                    <a:pt x="2527" y="2467"/>
                    <a:pt x="2653" y="2594"/>
                    <a:pt x="2653" y="2750"/>
                  </a:cubicBezTo>
                  <a:cubicBezTo>
                    <a:pt x="2653" y="2860"/>
                    <a:pt x="2595" y="2957"/>
                    <a:pt x="2497" y="3001"/>
                  </a:cubicBezTo>
                  <a:lnTo>
                    <a:pt x="5188" y="3001"/>
                  </a:lnTo>
                  <a:cubicBezTo>
                    <a:pt x="5136" y="2973"/>
                    <a:pt x="5106" y="2912"/>
                    <a:pt x="5106" y="2853"/>
                  </a:cubicBezTo>
                  <a:cubicBezTo>
                    <a:pt x="5106" y="2750"/>
                    <a:pt x="5188" y="2668"/>
                    <a:pt x="5291" y="2668"/>
                  </a:cubicBezTo>
                  <a:cubicBezTo>
                    <a:pt x="5335" y="2668"/>
                    <a:pt x="5380" y="2683"/>
                    <a:pt x="5410" y="2706"/>
                  </a:cubicBezTo>
                  <a:lnTo>
                    <a:pt x="5410" y="2683"/>
                  </a:lnTo>
                  <a:cubicBezTo>
                    <a:pt x="5410" y="2483"/>
                    <a:pt x="5573" y="2327"/>
                    <a:pt x="5765" y="2327"/>
                  </a:cubicBezTo>
                  <a:cubicBezTo>
                    <a:pt x="5876" y="2327"/>
                    <a:pt x="5981" y="2379"/>
                    <a:pt x="6039" y="2453"/>
                  </a:cubicBezTo>
                  <a:cubicBezTo>
                    <a:pt x="6070" y="2446"/>
                    <a:pt x="6091" y="2446"/>
                    <a:pt x="6121" y="2446"/>
                  </a:cubicBezTo>
                  <a:cubicBezTo>
                    <a:pt x="6159" y="2446"/>
                    <a:pt x="6187" y="2453"/>
                    <a:pt x="6224" y="2467"/>
                  </a:cubicBezTo>
                  <a:cubicBezTo>
                    <a:pt x="6240" y="2357"/>
                    <a:pt x="6292" y="2261"/>
                    <a:pt x="6365" y="2186"/>
                  </a:cubicBezTo>
                  <a:lnTo>
                    <a:pt x="6388" y="734"/>
                  </a:lnTo>
                  <a:cubicBezTo>
                    <a:pt x="6402" y="734"/>
                    <a:pt x="6409" y="1505"/>
                    <a:pt x="6418" y="2142"/>
                  </a:cubicBezTo>
                  <a:cubicBezTo>
                    <a:pt x="6498" y="2083"/>
                    <a:pt x="6603" y="2046"/>
                    <a:pt x="6713" y="2046"/>
                  </a:cubicBezTo>
                  <a:cubicBezTo>
                    <a:pt x="6774" y="2046"/>
                    <a:pt x="6833" y="2060"/>
                    <a:pt x="6884" y="2074"/>
                  </a:cubicBezTo>
                  <a:cubicBezTo>
                    <a:pt x="7076" y="2135"/>
                    <a:pt x="7218" y="2306"/>
                    <a:pt x="7218" y="2512"/>
                  </a:cubicBezTo>
                  <a:lnTo>
                    <a:pt x="7218" y="2549"/>
                  </a:lnTo>
                  <a:cubicBezTo>
                    <a:pt x="7233" y="2542"/>
                    <a:pt x="7247" y="2542"/>
                    <a:pt x="7270" y="2542"/>
                  </a:cubicBezTo>
                  <a:lnTo>
                    <a:pt x="7284" y="2542"/>
                  </a:lnTo>
                  <a:cubicBezTo>
                    <a:pt x="7441" y="2386"/>
                    <a:pt x="7626" y="2245"/>
                    <a:pt x="7832" y="2112"/>
                  </a:cubicBezTo>
                  <a:cubicBezTo>
                    <a:pt x="7841" y="1934"/>
                    <a:pt x="7900" y="1756"/>
                    <a:pt x="8010" y="1601"/>
                  </a:cubicBezTo>
                  <a:lnTo>
                    <a:pt x="9137" y="1"/>
                  </a:lnTo>
                  <a:close/>
                </a:path>
              </a:pathLst>
            </a:custGeom>
            <a:solidFill>
              <a:srgbClr val="DFD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40"/>
            <p:cNvSpPr/>
            <p:nvPr/>
          </p:nvSpPr>
          <p:spPr>
            <a:xfrm>
              <a:off x="5588472" y="2006559"/>
              <a:ext cx="1504551" cy="886923"/>
            </a:xfrm>
            <a:custGeom>
              <a:avLst/>
              <a:gdLst/>
              <a:ahLst/>
              <a:cxnLst/>
              <a:rect l="l" t="t" r="r" b="b"/>
              <a:pathLst>
                <a:path w="19912" h="11738" extrusionOk="0">
                  <a:moveTo>
                    <a:pt x="8752" y="0"/>
                  </a:moveTo>
                  <a:cubicBezTo>
                    <a:pt x="8604" y="0"/>
                    <a:pt x="8471" y="59"/>
                    <a:pt x="8368" y="155"/>
                  </a:cubicBezTo>
                  <a:cubicBezTo>
                    <a:pt x="8270" y="251"/>
                    <a:pt x="8211" y="391"/>
                    <a:pt x="8211" y="541"/>
                  </a:cubicBezTo>
                  <a:lnTo>
                    <a:pt x="8211" y="770"/>
                  </a:lnTo>
                  <a:lnTo>
                    <a:pt x="8211" y="3512"/>
                  </a:lnTo>
                  <a:lnTo>
                    <a:pt x="8211" y="3742"/>
                  </a:lnTo>
                  <a:cubicBezTo>
                    <a:pt x="8211" y="3890"/>
                    <a:pt x="8153" y="4023"/>
                    <a:pt x="8048" y="4126"/>
                  </a:cubicBezTo>
                  <a:cubicBezTo>
                    <a:pt x="7952" y="4224"/>
                    <a:pt x="7818" y="4283"/>
                    <a:pt x="7664" y="4283"/>
                  </a:cubicBezTo>
                  <a:cubicBezTo>
                    <a:pt x="7367" y="4283"/>
                    <a:pt x="7123" y="4037"/>
                    <a:pt x="7123" y="3742"/>
                  </a:cubicBezTo>
                  <a:lnTo>
                    <a:pt x="7123" y="770"/>
                  </a:lnTo>
                  <a:lnTo>
                    <a:pt x="7123" y="756"/>
                  </a:lnTo>
                  <a:lnTo>
                    <a:pt x="401" y="10277"/>
                  </a:lnTo>
                  <a:cubicBezTo>
                    <a:pt x="1" y="10848"/>
                    <a:pt x="328" y="11693"/>
                    <a:pt x="979" y="11737"/>
                  </a:cubicBezTo>
                  <a:lnTo>
                    <a:pt x="18933" y="11737"/>
                  </a:lnTo>
                  <a:cubicBezTo>
                    <a:pt x="19586" y="11693"/>
                    <a:pt x="19911" y="10839"/>
                    <a:pt x="19511" y="10277"/>
                  </a:cubicBezTo>
                  <a:lnTo>
                    <a:pt x="12561" y="496"/>
                  </a:lnTo>
                  <a:lnTo>
                    <a:pt x="12561" y="3393"/>
                  </a:lnTo>
                  <a:cubicBezTo>
                    <a:pt x="12561" y="3541"/>
                    <a:pt x="12494" y="3674"/>
                    <a:pt x="12398" y="3770"/>
                  </a:cubicBezTo>
                  <a:cubicBezTo>
                    <a:pt x="12302" y="3875"/>
                    <a:pt x="12161" y="3934"/>
                    <a:pt x="12014" y="3934"/>
                  </a:cubicBezTo>
                  <a:cubicBezTo>
                    <a:pt x="11717" y="3934"/>
                    <a:pt x="11471" y="3690"/>
                    <a:pt x="11471" y="3393"/>
                  </a:cubicBezTo>
                  <a:lnTo>
                    <a:pt x="11471" y="1592"/>
                  </a:lnTo>
                  <a:cubicBezTo>
                    <a:pt x="11471" y="1290"/>
                    <a:pt x="11227" y="1044"/>
                    <a:pt x="10923" y="1044"/>
                  </a:cubicBezTo>
                  <a:cubicBezTo>
                    <a:pt x="10776" y="1044"/>
                    <a:pt x="10642" y="1112"/>
                    <a:pt x="10537" y="1208"/>
                  </a:cubicBezTo>
                  <a:cubicBezTo>
                    <a:pt x="10441" y="1304"/>
                    <a:pt x="10383" y="1444"/>
                    <a:pt x="10383" y="1592"/>
                  </a:cubicBezTo>
                  <a:lnTo>
                    <a:pt x="10383" y="2734"/>
                  </a:lnTo>
                  <a:cubicBezTo>
                    <a:pt x="10383" y="2890"/>
                    <a:pt x="10324" y="3023"/>
                    <a:pt x="10219" y="3119"/>
                  </a:cubicBezTo>
                  <a:cubicBezTo>
                    <a:pt x="10123" y="3223"/>
                    <a:pt x="9990" y="3281"/>
                    <a:pt x="9835" y="3281"/>
                  </a:cubicBezTo>
                  <a:cubicBezTo>
                    <a:pt x="9538" y="3281"/>
                    <a:pt x="9293" y="3038"/>
                    <a:pt x="9293" y="2734"/>
                  </a:cubicBezTo>
                  <a:lnTo>
                    <a:pt x="9302" y="2734"/>
                  </a:lnTo>
                  <a:lnTo>
                    <a:pt x="9302" y="541"/>
                  </a:lnTo>
                  <a:cubicBezTo>
                    <a:pt x="9302" y="244"/>
                    <a:pt x="9056" y="0"/>
                    <a:pt x="87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40"/>
            <p:cNvSpPr/>
            <p:nvPr/>
          </p:nvSpPr>
          <p:spPr>
            <a:xfrm>
              <a:off x="6126685" y="1872667"/>
              <a:ext cx="410971" cy="457516"/>
            </a:xfrm>
            <a:custGeom>
              <a:avLst/>
              <a:gdLst/>
              <a:ahLst/>
              <a:cxnLst/>
              <a:rect l="l" t="t" r="r" b="b"/>
              <a:pathLst>
                <a:path w="5439" h="6055" extrusionOk="0">
                  <a:moveTo>
                    <a:pt x="2815" y="1"/>
                  </a:moveTo>
                  <a:cubicBezTo>
                    <a:pt x="2163" y="1"/>
                    <a:pt x="1547" y="334"/>
                    <a:pt x="1147" y="897"/>
                  </a:cubicBezTo>
                  <a:lnTo>
                    <a:pt x="0" y="2528"/>
                  </a:lnTo>
                  <a:lnTo>
                    <a:pt x="0" y="2542"/>
                  </a:lnTo>
                  <a:lnTo>
                    <a:pt x="0" y="5514"/>
                  </a:lnTo>
                  <a:cubicBezTo>
                    <a:pt x="0" y="5809"/>
                    <a:pt x="244" y="6055"/>
                    <a:pt x="541" y="6055"/>
                  </a:cubicBezTo>
                  <a:cubicBezTo>
                    <a:pt x="695" y="6055"/>
                    <a:pt x="829" y="5996"/>
                    <a:pt x="925" y="5898"/>
                  </a:cubicBezTo>
                  <a:cubicBezTo>
                    <a:pt x="1030" y="5795"/>
                    <a:pt x="1088" y="5662"/>
                    <a:pt x="1088" y="5514"/>
                  </a:cubicBezTo>
                  <a:lnTo>
                    <a:pt x="1088" y="5284"/>
                  </a:lnTo>
                  <a:lnTo>
                    <a:pt x="1088" y="2542"/>
                  </a:lnTo>
                  <a:lnTo>
                    <a:pt x="1088" y="2313"/>
                  </a:lnTo>
                  <a:cubicBezTo>
                    <a:pt x="1088" y="2163"/>
                    <a:pt x="1147" y="2023"/>
                    <a:pt x="1245" y="1927"/>
                  </a:cubicBezTo>
                  <a:cubicBezTo>
                    <a:pt x="1348" y="1831"/>
                    <a:pt x="1481" y="1772"/>
                    <a:pt x="1629" y="1772"/>
                  </a:cubicBezTo>
                  <a:cubicBezTo>
                    <a:pt x="1933" y="1772"/>
                    <a:pt x="2179" y="2016"/>
                    <a:pt x="2179" y="2313"/>
                  </a:cubicBezTo>
                  <a:lnTo>
                    <a:pt x="2179" y="4506"/>
                  </a:lnTo>
                  <a:lnTo>
                    <a:pt x="2170" y="4506"/>
                  </a:lnTo>
                  <a:cubicBezTo>
                    <a:pt x="2170" y="4810"/>
                    <a:pt x="2415" y="5053"/>
                    <a:pt x="2712" y="5053"/>
                  </a:cubicBezTo>
                  <a:cubicBezTo>
                    <a:pt x="2867" y="5053"/>
                    <a:pt x="3000" y="4995"/>
                    <a:pt x="3096" y="4891"/>
                  </a:cubicBezTo>
                  <a:cubicBezTo>
                    <a:pt x="3201" y="4795"/>
                    <a:pt x="3260" y="4662"/>
                    <a:pt x="3260" y="4506"/>
                  </a:cubicBezTo>
                  <a:lnTo>
                    <a:pt x="3260" y="3364"/>
                  </a:lnTo>
                  <a:cubicBezTo>
                    <a:pt x="3260" y="3216"/>
                    <a:pt x="3318" y="3076"/>
                    <a:pt x="3414" y="2980"/>
                  </a:cubicBezTo>
                  <a:cubicBezTo>
                    <a:pt x="3519" y="2884"/>
                    <a:pt x="3653" y="2816"/>
                    <a:pt x="3800" y="2816"/>
                  </a:cubicBezTo>
                  <a:cubicBezTo>
                    <a:pt x="4104" y="2816"/>
                    <a:pt x="4348" y="3062"/>
                    <a:pt x="4348" y="3364"/>
                  </a:cubicBezTo>
                  <a:lnTo>
                    <a:pt x="4348" y="5165"/>
                  </a:lnTo>
                  <a:cubicBezTo>
                    <a:pt x="4348" y="5462"/>
                    <a:pt x="4594" y="5706"/>
                    <a:pt x="4891" y="5706"/>
                  </a:cubicBezTo>
                  <a:cubicBezTo>
                    <a:pt x="5038" y="5706"/>
                    <a:pt x="5179" y="5647"/>
                    <a:pt x="5275" y="5542"/>
                  </a:cubicBezTo>
                  <a:cubicBezTo>
                    <a:pt x="5371" y="5446"/>
                    <a:pt x="5438" y="5313"/>
                    <a:pt x="5438" y="5165"/>
                  </a:cubicBezTo>
                  <a:lnTo>
                    <a:pt x="5438" y="2268"/>
                  </a:lnTo>
                  <a:lnTo>
                    <a:pt x="4437" y="867"/>
                  </a:lnTo>
                  <a:cubicBezTo>
                    <a:pt x="4053" y="326"/>
                    <a:pt x="3452" y="1"/>
                    <a:pt x="2815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40"/>
            <p:cNvSpPr/>
            <p:nvPr/>
          </p:nvSpPr>
          <p:spPr>
            <a:xfrm>
              <a:off x="5655116" y="2892198"/>
              <a:ext cx="10201" cy="1285"/>
            </a:xfrm>
            <a:custGeom>
              <a:avLst/>
              <a:gdLst/>
              <a:ahLst/>
              <a:cxnLst/>
              <a:rect l="l" t="t" r="r" b="b"/>
              <a:pathLst>
                <a:path w="135" h="17" extrusionOk="0">
                  <a:moveTo>
                    <a:pt x="1" y="0"/>
                  </a:moveTo>
                  <a:lnTo>
                    <a:pt x="1" y="0"/>
                  </a:lnTo>
                  <a:cubicBezTo>
                    <a:pt x="31" y="8"/>
                    <a:pt x="61" y="16"/>
                    <a:pt x="97" y="16"/>
                  </a:cubicBezTo>
                  <a:lnTo>
                    <a:pt x="134" y="16"/>
                  </a:lnTo>
                  <a:lnTo>
                    <a:pt x="97" y="16"/>
                  </a:lnTo>
                  <a:cubicBezTo>
                    <a:pt x="61" y="16"/>
                    <a:pt x="31" y="8"/>
                    <a:pt x="1" y="0"/>
                  </a:cubicBezTo>
                  <a:close/>
                </a:path>
              </a:pathLst>
            </a:custGeom>
            <a:solidFill>
              <a:srgbClr val="677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40"/>
            <p:cNvSpPr/>
            <p:nvPr/>
          </p:nvSpPr>
          <p:spPr>
            <a:xfrm>
              <a:off x="5605246" y="2579757"/>
              <a:ext cx="1122142" cy="313725"/>
            </a:xfrm>
            <a:custGeom>
              <a:avLst/>
              <a:gdLst/>
              <a:ahLst/>
              <a:cxnLst/>
              <a:rect l="l" t="t" r="r" b="b"/>
              <a:pathLst>
                <a:path w="14851" h="4152" extrusionOk="0">
                  <a:moveTo>
                    <a:pt x="661" y="4135"/>
                  </a:moveTo>
                  <a:cubicBezTo>
                    <a:pt x="691" y="4143"/>
                    <a:pt x="721" y="4151"/>
                    <a:pt x="757" y="4151"/>
                  </a:cubicBezTo>
                  <a:lnTo>
                    <a:pt x="6101" y="4151"/>
                  </a:lnTo>
                  <a:cubicBezTo>
                    <a:pt x="6101" y="4151"/>
                    <a:pt x="6101" y="4143"/>
                    <a:pt x="6108" y="4135"/>
                  </a:cubicBezTo>
                  <a:close/>
                  <a:moveTo>
                    <a:pt x="2076" y="1"/>
                  </a:moveTo>
                  <a:lnTo>
                    <a:pt x="179" y="2691"/>
                  </a:lnTo>
                  <a:cubicBezTo>
                    <a:pt x="69" y="2846"/>
                    <a:pt x="10" y="3024"/>
                    <a:pt x="1" y="3202"/>
                  </a:cubicBezTo>
                  <a:cubicBezTo>
                    <a:pt x="862" y="2661"/>
                    <a:pt x="2121" y="2313"/>
                    <a:pt x="3522" y="2313"/>
                  </a:cubicBezTo>
                  <a:cubicBezTo>
                    <a:pt x="4811" y="2313"/>
                    <a:pt x="5982" y="2602"/>
                    <a:pt x="6826" y="3068"/>
                  </a:cubicBezTo>
                  <a:cubicBezTo>
                    <a:pt x="7664" y="2231"/>
                    <a:pt x="8982" y="1683"/>
                    <a:pt x="10472" y="1683"/>
                  </a:cubicBezTo>
                  <a:cubicBezTo>
                    <a:pt x="12524" y="1683"/>
                    <a:pt x="14265" y="2720"/>
                    <a:pt x="14843" y="4151"/>
                  </a:cubicBezTo>
                  <a:lnTo>
                    <a:pt x="14850" y="1"/>
                  </a:lnTo>
                  <a:close/>
                </a:path>
              </a:pathLst>
            </a:custGeom>
            <a:solidFill>
              <a:srgbClr val="DFD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40"/>
            <p:cNvSpPr/>
            <p:nvPr/>
          </p:nvSpPr>
          <p:spPr>
            <a:xfrm>
              <a:off x="6934497" y="2286433"/>
              <a:ext cx="503456" cy="610978"/>
            </a:xfrm>
            <a:custGeom>
              <a:avLst/>
              <a:gdLst/>
              <a:ahLst/>
              <a:cxnLst/>
              <a:rect l="l" t="t" r="r" b="b"/>
              <a:pathLst>
                <a:path w="6663" h="8086" extrusionOk="0">
                  <a:moveTo>
                    <a:pt x="1" y="1"/>
                  </a:moveTo>
                  <a:lnTo>
                    <a:pt x="1" y="8085"/>
                  </a:lnTo>
                  <a:lnTo>
                    <a:pt x="6662" y="8085"/>
                  </a:lnTo>
                  <a:lnTo>
                    <a:pt x="6662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40"/>
            <p:cNvSpPr/>
            <p:nvPr/>
          </p:nvSpPr>
          <p:spPr>
            <a:xfrm>
              <a:off x="6934497" y="2505860"/>
              <a:ext cx="503456" cy="31509"/>
            </a:xfrm>
            <a:custGeom>
              <a:avLst/>
              <a:gdLst/>
              <a:ahLst/>
              <a:cxnLst/>
              <a:rect l="l" t="t" r="r" b="b"/>
              <a:pathLst>
                <a:path w="6663" h="417" extrusionOk="0">
                  <a:moveTo>
                    <a:pt x="1" y="1"/>
                  </a:moveTo>
                  <a:lnTo>
                    <a:pt x="1" y="417"/>
                  </a:lnTo>
                  <a:lnTo>
                    <a:pt x="6662" y="417"/>
                  </a:lnTo>
                  <a:lnTo>
                    <a:pt x="6662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40"/>
            <p:cNvSpPr/>
            <p:nvPr/>
          </p:nvSpPr>
          <p:spPr>
            <a:xfrm>
              <a:off x="6934497" y="2620635"/>
              <a:ext cx="503456" cy="105935"/>
            </a:xfrm>
            <a:custGeom>
              <a:avLst/>
              <a:gdLst/>
              <a:ahLst/>
              <a:cxnLst/>
              <a:rect l="l" t="t" r="r" b="b"/>
              <a:pathLst>
                <a:path w="6663" h="1402" extrusionOk="0">
                  <a:moveTo>
                    <a:pt x="1" y="0"/>
                  </a:moveTo>
                  <a:lnTo>
                    <a:pt x="1" y="1402"/>
                  </a:lnTo>
                  <a:lnTo>
                    <a:pt x="6662" y="1402"/>
                  </a:lnTo>
                  <a:lnTo>
                    <a:pt x="6662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40"/>
            <p:cNvSpPr/>
            <p:nvPr/>
          </p:nvSpPr>
          <p:spPr>
            <a:xfrm>
              <a:off x="7294994" y="2616177"/>
              <a:ext cx="62337" cy="113793"/>
            </a:xfrm>
            <a:custGeom>
              <a:avLst/>
              <a:gdLst/>
              <a:ahLst/>
              <a:cxnLst/>
              <a:rect l="l" t="t" r="r" b="b"/>
              <a:pathLst>
                <a:path w="825" h="1506" extrusionOk="0">
                  <a:moveTo>
                    <a:pt x="743" y="82"/>
                  </a:moveTo>
                  <a:lnTo>
                    <a:pt x="743" y="1423"/>
                  </a:lnTo>
                  <a:lnTo>
                    <a:pt x="83" y="1423"/>
                  </a:lnTo>
                  <a:lnTo>
                    <a:pt x="83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40"/>
            <p:cNvSpPr/>
            <p:nvPr/>
          </p:nvSpPr>
          <p:spPr>
            <a:xfrm>
              <a:off x="7183090" y="2616177"/>
              <a:ext cx="62261" cy="113793"/>
            </a:xfrm>
            <a:custGeom>
              <a:avLst/>
              <a:gdLst/>
              <a:ahLst/>
              <a:cxnLst/>
              <a:rect l="l" t="t" r="r" b="b"/>
              <a:pathLst>
                <a:path w="824" h="1506" extrusionOk="0">
                  <a:moveTo>
                    <a:pt x="742" y="82"/>
                  </a:moveTo>
                  <a:lnTo>
                    <a:pt x="742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40"/>
            <p:cNvSpPr/>
            <p:nvPr/>
          </p:nvSpPr>
          <p:spPr>
            <a:xfrm>
              <a:off x="7407654" y="2616177"/>
              <a:ext cx="33095" cy="113793"/>
            </a:xfrm>
            <a:custGeom>
              <a:avLst/>
              <a:gdLst/>
              <a:ahLst/>
              <a:cxnLst/>
              <a:rect l="l" t="t" r="r" b="b"/>
              <a:pathLst>
                <a:path w="438" h="1506" extrusionOk="0">
                  <a:moveTo>
                    <a:pt x="363" y="82"/>
                  </a:moveTo>
                  <a:lnTo>
                    <a:pt x="363" y="1423"/>
                  </a:lnTo>
                  <a:lnTo>
                    <a:pt x="75" y="1423"/>
                  </a:lnTo>
                  <a:lnTo>
                    <a:pt x="75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438" y="1505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40"/>
            <p:cNvSpPr/>
            <p:nvPr/>
          </p:nvSpPr>
          <p:spPr>
            <a:xfrm>
              <a:off x="7351060" y="2616177"/>
              <a:ext cx="62261" cy="113793"/>
            </a:xfrm>
            <a:custGeom>
              <a:avLst/>
              <a:gdLst/>
              <a:ahLst/>
              <a:cxnLst/>
              <a:rect l="l" t="t" r="r" b="b"/>
              <a:pathLst>
                <a:path w="824" h="1506" extrusionOk="0">
                  <a:moveTo>
                    <a:pt x="749" y="82"/>
                  </a:moveTo>
                  <a:lnTo>
                    <a:pt x="749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40"/>
            <p:cNvSpPr/>
            <p:nvPr/>
          </p:nvSpPr>
          <p:spPr>
            <a:xfrm>
              <a:off x="7239155" y="2616177"/>
              <a:ext cx="62110" cy="113793"/>
            </a:xfrm>
            <a:custGeom>
              <a:avLst/>
              <a:gdLst/>
              <a:ahLst/>
              <a:cxnLst/>
              <a:rect l="l" t="t" r="r" b="b"/>
              <a:pathLst>
                <a:path w="822" h="1506" extrusionOk="0">
                  <a:moveTo>
                    <a:pt x="740" y="82"/>
                  </a:moveTo>
                  <a:lnTo>
                    <a:pt x="740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822" y="1505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40"/>
            <p:cNvSpPr/>
            <p:nvPr/>
          </p:nvSpPr>
          <p:spPr>
            <a:xfrm>
              <a:off x="6931173" y="2616177"/>
              <a:ext cx="33624" cy="113793"/>
            </a:xfrm>
            <a:custGeom>
              <a:avLst/>
              <a:gdLst/>
              <a:ahLst/>
              <a:cxnLst/>
              <a:rect l="l" t="t" r="r" b="b"/>
              <a:pathLst>
                <a:path w="445" h="1506" extrusionOk="0">
                  <a:moveTo>
                    <a:pt x="363" y="82"/>
                  </a:moveTo>
                  <a:lnTo>
                    <a:pt x="363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445" y="1505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40"/>
            <p:cNvSpPr/>
            <p:nvPr/>
          </p:nvSpPr>
          <p:spPr>
            <a:xfrm>
              <a:off x="6958526" y="2616177"/>
              <a:ext cx="62337" cy="113793"/>
            </a:xfrm>
            <a:custGeom>
              <a:avLst/>
              <a:gdLst/>
              <a:ahLst/>
              <a:cxnLst/>
              <a:rect l="l" t="t" r="r" b="b"/>
              <a:pathLst>
                <a:path w="825" h="1506" extrusionOk="0">
                  <a:moveTo>
                    <a:pt x="750" y="82"/>
                  </a:moveTo>
                  <a:lnTo>
                    <a:pt x="750" y="1423"/>
                  </a:lnTo>
                  <a:lnTo>
                    <a:pt x="83" y="1423"/>
                  </a:lnTo>
                  <a:lnTo>
                    <a:pt x="83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40"/>
            <p:cNvSpPr/>
            <p:nvPr/>
          </p:nvSpPr>
          <p:spPr>
            <a:xfrm>
              <a:off x="7015120" y="2616177"/>
              <a:ext cx="61657" cy="113793"/>
            </a:xfrm>
            <a:custGeom>
              <a:avLst/>
              <a:gdLst/>
              <a:ahLst/>
              <a:cxnLst/>
              <a:rect l="l" t="t" r="r" b="b"/>
              <a:pathLst>
                <a:path w="816" h="1506" extrusionOk="0">
                  <a:moveTo>
                    <a:pt x="742" y="82"/>
                  </a:moveTo>
                  <a:lnTo>
                    <a:pt x="742" y="1423"/>
                  </a:lnTo>
                  <a:lnTo>
                    <a:pt x="75" y="1423"/>
                  </a:lnTo>
                  <a:lnTo>
                    <a:pt x="75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15" y="1505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40"/>
            <p:cNvSpPr/>
            <p:nvPr/>
          </p:nvSpPr>
          <p:spPr>
            <a:xfrm>
              <a:off x="7127024" y="2616177"/>
              <a:ext cx="62337" cy="113793"/>
            </a:xfrm>
            <a:custGeom>
              <a:avLst/>
              <a:gdLst/>
              <a:ahLst/>
              <a:cxnLst/>
              <a:rect l="l" t="t" r="r" b="b"/>
              <a:pathLst>
                <a:path w="825" h="1506" extrusionOk="0">
                  <a:moveTo>
                    <a:pt x="743" y="82"/>
                  </a:moveTo>
                  <a:lnTo>
                    <a:pt x="743" y="1423"/>
                  </a:lnTo>
                  <a:lnTo>
                    <a:pt x="83" y="1423"/>
                  </a:lnTo>
                  <a:lnTo>
                    <a:pt x="83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40"/>
            <p:cNvSpPr/>
            <p:nvPr/>
          </p:nvSpPr>
          <p:spPr>
            <a:xfrm>
              <a:off x="7071185" y="2616177"/>
              <a:ext cx="62110" cy="113793"/>
            </a:xfrm>
            <a:custGeom>
              <a:avLst/>
              <a:gdLst/>
              <a:ahLst/>
              <a:cxnLst/>
              <a:rect l="l" t="t" r="r" b="b"/>
              <a:pathLst>
                <a:path w="822" h="1506" extrusionOk="0">
                  <a:moveTo>
                    <a:pt x="740" y="82"/>
                  </a:moveTo>
                  <a:lnTo>
                    <a:pt x="740" y="1423"/>
                  </a:lnTo>
                  <a:lnTo>
                    <a:pt x="73" y="1423"/>
                  </a:lnTo>
                  <a:lnTo>
                    <a:pt x="73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822" y="1505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40"/>
            <p:cNvSpPr/>
            <p:nvPr/>
          </p:nvSpPr>
          <p:spPr>
            <a:xfrm>
              <a:off x="7082822" y="1942031"/>
              <a:ext cx="157996" cy="955381"/>
            </a:xfrm>
            <a:custGeom>
              <a:avLst/>
              <a:gdLst/>
              <a:ahLst/>
              <a:cxnLst/>
              <a:rect l="l" t="t" r="r" b="b"/>
              <a:pathLst>
                <a:path w="2091" h="12644" extrusionOk="0">
                  <a:moveTo>
                    <a:pt x="565" y="1"/>
                  </a:moveTo>
                  <a:lnTo>
                    <a:pt x="1" y="12613"/>
                  </a:lnTo>
                  <a:lnTo>
                    <a:pt x="2090" y="12643"/>
                  </a:lnTo>
                  <a:lnTo>
                    <a:pt x="1824" y="17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40"/>
            <p:cNvSpPr/>
            <p:nvPr/>
          </p:nvSpPr>
          <p:spPr>
            <a:xfrm>
              <a:off x="7082822" y="1942711"/>
              <a:ext cx="90294" cy="945633"/>
            </a:xfrm>
            <a:custGeom>
              <a:avLst/>
              <a:gdLst/>
              <a:ahLst/>
              <a:cxnLst/>
              <a:rect l="l" t="t" r="r" b="b"/>
              <a:pathLst>
                <a:path w="1195" h="12515" extrusionOk="0">
                  <a:moveTo>
                    <a:pt x="565" y="0"/>
                  </a:moveTo>
                  <a:lnTo>
                    <a:pt x="1" y="12515"/>
                  </a:lnTo>
                  <a:lnTo>
                    <a:pt x="1047" y="12515"/>
                  </a:lnTo>
                  <a:lnTo>
                    <a:pt x="1194" y="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9293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40"/>
            <p:cNvSpPr/>
            <p:nvPr/>
          </p:nvSpPr>
          <p:spPr>
            <a:xfrm>
              <a:off x="7113121" y="2171658"/>
              <a:ext cx="113189" cy="57199"/>
            </a:xfrm>
            <a:custGeom>
              <a:avLst/>
              <a:gdLst/>
              <a:ahLst/>
              <a:cxnLst/>
              <a:rect l="l" t="t" r="r" b="b"/>
              <a:pathLst>
                <a:path w="1498" h="757" extrusionOk="0">
                  <a:moveTo>
                    <a:pt x="37" y="1"/>
                  </a:moveTo>
                  <a:lnTo>
                    <a:pt x="0" y="734"/>
                  </a:lnTo>
                  <a:lnTo>
                    <a:pt x="749" y="741"/>
                  </a:lnTo>
                  <a:lnTo>
                    <a:pt x="1497" y="757"/>
                  </a:lnTo>
                  <a:lnTo>
                    <a:pt x="1483" y="22"/>
                  </a:lnTo>
                  <a:lnTo>
                    <a:pt x="756" y="1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40"/>
            <p:cNvSpPr/>
            <p:nvPr/>
          </p:nvSpPr>
          <p:spPr>
            <a:xfrm>
              <a:off x="7106396" y="2301470"/>
              <a:ext cx="123238" cy="82436"/>
            </a:xfrm>
            <a:custGeom>
              <a:avLst/>
              <a:gdLst/>
              <a:ahLst/>
              <a:cxnLst/>
              <a:rect l="l" t="t" r="r" b="b"/>
              <a:pathLst>
                <a:path w="1631" h="1091" extrusionOk="0">
                  <a:moveTo>
                    <a:pt x="45" y="1"/>
                  </a:moveTo>
                  <a:lnTo>
                    <a:pt x="0" y="1068"/>
                  </a:lnTo>
                  <a:lnTo>
                    <a:pt x="816" y="1077"/>
                  </a:lnTo>
                  <a:lnTo>
                    <a:pt x="1631" y="1091"/>
                  </a:lnTo>
                  <a:lnTo>
                    <a:pt x="1608" y="17"/>
                  </a:lnTo>
                  <a:lnTo>
                    <a:pt x="831" y="10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40"/>
            <p:cNvSpPr/>
            <p:nvPr/>
          </p:nvSpPr>
          <p:spPr>
            <a:xfrm>
              <a:off x="6440108" y="1279143"/>
              <a:ext cx="292342" cy="233632"/>
            </a:xfrm>
            <a:custGeom>
              <a:avLst/>
              <a:gdLst/>
              <a:ahLst/>
              <a:cxnLst/>
              <a:rect l="l" t="t" r="r" b="b"/>
              <a:pathLst>
                <a:path w="3869" h="3092" extrusionOk="0">
                  <a:moveTo>
                    <a:pt x="3647" y="1"/>
                  </a:moveTo>
                  <a:cubicBezTo>
                    <a:pt x="2706" y="1"/>
                    <a:pt x="1898" y="579"/>
                    <a:pt x="1557" y="1393"/>
                  </a:cubicBezTo>
                  <a:cubicBezTo>
                    <a:pt x="1505" y="1386"/>
                    <a:pt x="1445" y="1386"/>
                    <a:pt x="1393" y="1386"/>
                  </a:cubicBezTo>
                  <a:cubicBezTo>
                    <a:pt x="623" y="1386"/>
                    <a:pt x="1" y="2009"/>
                    <a:pt x="1" y="2772"/>
                  </a:cubicBezTo>
                  <a:cubicBezTo>
                    <a:pt x="1" y="2884"/>
                    <a:pt x="15" y="2987"/>
                    <a:pt x="38" y="3092"/>
                  </a:cubicBezTo>
                  <a:lnTo>
                    <a:pt x="3869" y="3092"/>
                  </a:lnTo>
                  <a:lnTo>
                    <a:pt x="3869" y="2217"/>
                  </a:lnTo>
                  <a:lnTo>
                    <a:pt x="3869" y="8"/>
                  </a:lnTo>
                  <a:cubicBezTo>
                    <a:pt x="3794" y="1"/>
                    <a:pt x="3721" y="1"/>
                    <a:pt x="3647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40"/>
            <p:cNvSpPr/>
            <p:nvPr/>
          </p:nvSpPr>
          <p:spPr>
            <a:xfrm>
              <a:off x="6728521" y="1278085"/>
              <a:ext cx="355585" cy="235218"/>
            </a:xfrm>
            <a:custGeom>
              <a:avLst/>
              <a:gdLst/>
              <a:ahLst/>
              <a:cxnLst/>
              <a:rect l="l" t="t" r="r" b="b"/>
              <a:pathLst>
                <a:path w="4706" h="3113" extrusionOk="0">
                  <a:moveTo>
                    <a:pt x="0" y="1"/>
                  </a:moveTo>
                  <a:lnTo>
                    <a:pt x="0" y="8"/>
                  </a:lnTo>
                  <a:lnTo>
                    <a:pt x="0" y="2231"/>
                  </a:lnTo>
                  <a:lnTo>
                    <a:pt x="0" y="3113"/>
                  </a:lnTo>
                  <a:lnTo>
                    <a:pt x="3061" y="3113"/>
                  </a:lnTo>
                  <a:cubicBezTo>
                    <a:pt x="3075" y="3097"/>
                    <a:pt x="3089" y="3090"/>
                    <a:pt x="3105" y="3075"/>
                  </a:cubicBezTo>
                  <a:cubicBezTo>
                    <a:pt x="3112" y="3090"/>
                    <a:pt x="3120" y="3097"/>
                    <a:pt x="3120" y="3113"/>
                  </a:cubicBezTo>
                  <a:lnTo>
                    <a:pt x="4638" y="3113"/>
                  </a:lnTo>
                  <a:cubicBezTo>
                    <a:pt x="4683" y="3017"/>
                    <a:pt x="4706" y="2912"/>
                    <a:pt x="4706" y="2794"/>
                  </a:cubicBezTo>
                  <a:cubicBezTo>
                    <a:pt x="4706" y="2341"/>
                    <a:pt x="4334" y="1971"/>
                    <a:pt x="3883" y="1971"/>
                  </a:cubicBezTo>
                  <a:cubicBezTo>
                    <a:pt x="3719" y="1971"/>
                    <a:pt x="3571" y="2016"/>
                    <a:pt x="3445" y="2097"/>
                  </a:cubicBezTo>
                  <a:cubicBezTo>
                    <a:pt x="3363" y="1571"/>
                    <a:pt x="2904" y="1171"/>
                    <a:pt x="2357" y="1171"/>
                  </a:cubicBezTo>
                  <a:cubicBezTo>
                    <a:pt x="2172" y="1171"/>
                    <a:pt x="1994" y="1215"/>
                    <a:pt x="1837" y="1297"/>
                  </a:cubicBezTo>
                  <a:cubicBezTo>
                    <a:pt x="1505" y="593"/>
                    <a:pt x="815" y="82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40"/>
            <p:cNvSpPr/>
            <p:nvPr/>
          </p:nvSpPr>
          <p:spPr>
            <a:xfrm>
              <a:off x="7822479" y="2368114"/>
              <a:ext cx="568438" cy="527484"/>
            </a:xfrm>
            <a:custGeom>
              <a:avLst/>
              <a:gdLst/>
              <a:ahLst/>
              <a:cxnLst/>
              <a:rect l="l" t="t" r="r" b="b"/>
              <a:pathLst>
                <a:path w="7523" h="6981" extrusionOk="0">
                  <a:moveTo>
                    <a:pt x="0" y="1"/>
                  </a:moveTo>
                  <a:lnTo>
                    <a:pt x="0" y="6981"/>
                  </a:lnTo>
                  <a:lnTo>
                    <a:pt x="7523" y="6981"/>
                  </a:lnTo>
                  <a:lnTo>
                    <a:pt x="7523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40"/>
            <p:cNvSpPr/>
            <p:nvPr/>
          </p:nvSpPr>
          <p:spPr>
            <a:xfrm>
              <a:off x="8390841" y="2379977"/>
              <a:ext cx="604" cy="508368"/>
            </a:xfrm>
            <a:custGeom>
              <a:avLst/>
              <a:gdLst/>
              <a:ahLst/>
              <a:cxnLst/>
              <a:rect l="l" t="t" r="r" b="b"/>
              <a:pathLst>
                <a:path w="8" h="6728" extrusionOk="0">
                  <a:moveTo>
                    <a:pt x="1" y="0"/>
                  </a:moveTo>
                  <a:lnTo>
                    <a:pt x="1" y="6728"/>
                  </a:lnTo>
                  <a:lnTo>
                    <a:pt x="8" y="6728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5259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40"/>
            <p:cNvSpPr/>
            <p:nvPr/>
          </p:nvSpPr>
          <p:spPr>
            <a:xfrm>
              <a:off x="8250299" y="2379977"/>
              <a:ext cx="140617" cy="477615"/>
            </a:xfrm>
            <a:custGeom>
              <a:avLst/>
              <a:gdLst/>
              <a:ahLst/>
              <a:cxnLst/>
              <a:rect l="l" t="t" r="r" b="b"/>
              <a:pathLst>
                <a:path w="1861" h="6321" extrusionOk="0">
                  <a:moveTo>
                    <a:pt x="0" y="0"/>
                  </a:moveTo>
                  <a:lnTo>
                    <a:pt x="0" y="6321"/>
                  </a:lnTo>
                  <a:lnTo>
                    <a:pt x="1861" y="6321"/>
                  </a:lnTo>
                  <a:lnTo>
                    <a:pt x="1861" y="0"/>
                  </a:lnTo>
                  <a:close/>
                </a:path>
              </a:pathLst>
            </a:custGeom>
            <a:solidFill>
              <a:srgbClr val="8586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40"/>
            <p:cNvSpPr/>
            <p:nvPr/>
          </p:nvSpPr>
          <p:spPr>
            <a:xfrm>
              <a:off x="7798904" y="2357006"/>
              <a:ext cx="614832" cy="23046"/>
            </a:xfrm>
            <a:custGeom>
              <a:avLst/>
              <a:gdLst/>
              <a:ahLst/>
              <a:cxnLst/>
              <a:rect l="l" t="t" r="r" b="b"/>
              <a:pathLst>
                <a:path w="8137" h="305" extrusionOk="0">
                  <a:moveTo>
                    <a:pt x="150" y="0"/>
                  </a:moveTo>
                  <a:cubicBezTo>
                    <a:pt x="68" y="0"/>
                    <a:pt x="1" y="66"/>
                    <a:pt x="1" y="148"/>
                  </a:cubicBezTo>
                  <a:cubicBezTo>
                    <a:pt x="1" y="237"/>
                    <a:pt x="68" y="304"/>
                    <a:pt x="150" y="304"/>
                  </a:cubicBezTo>
                  <a:lnTo>
                    <a:pt x="7989" y="304"/>
                  </a:lnTo>
                  <a:cubicBezTo>
                    <a:pt x="8071" y="304"/>
                    <a:pt x="8137" y="237"/>
                    <a:pt x="8137" y="148"/>
                  </a:cubicBezTo>
                  <a:cubicBezTo>
                    <a:pt x="8137" y="66"/>
                    <a:pt x="8071" y="0"/>
                    <a:pt x="7989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40"/>
            <p:cNvSpPr/>
            <p:nvPr/>
          </p:nvSpPr>
          <p:spPr>
            <a:xfrm>
              <a:off x="8316263" y="2470649"/>
              <a:ext cx="35967" cy="52665"/>
            </a:xfrm>
            <a:custGeom>
              <a:avLst/>
              <a:gdLst/>
              <a:ahLst/>
              <a:cxnLst/>
              <a:rect l="l" t="t" r="r" b="b"/>
              <a:pathLst>
                <a:path w="476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75" y="696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40"/>
            <p:cNvSpPr/>
            <p:nvPr/>
          </p:nvSpPr>
          <p:spPr>
            <a:xfrm>
              <a:off x="8251886" y="2470649"/>
              <a:ext cx="35438" cy="52665"/>
            </a:xfrm>
            <a:custGeom>
              <a:avLst/>
              <a:gdLst/>
              <a:ahLst/>
              <a:cxnLst/>
              <a:rect l="l" t="t" r="r" b="b"/>
              <a:pathLst>
                <a:path w="469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40"/>
            <p:cNvSpPr/>
            <p:nvPr/>
          </p:nvSpPr>
          <p:spPr>
            <a:xfrm>
              <a:off x="8186980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7" y="696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40"/>
            <p:cNvSpPr/>
            <p:nvPr/>
          </p:nvSpPr>
          <p:spPr>
            <a:xfrm>
              <a:off x="8122074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7" y="696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40"/>
            <p:cNvSpPr/>
            <p:nvPr/>
          </p:nvSpPr>
          <p:spPr>
            <a:xfrm>
              <a:off x="8057092" y="2470649"/>
              <a:ext cx="35362" cy="52665"/>
            </a:xfrm>
            <a:custGeom>
              <a:avLst/>
              <a:gdLst/>
              <a:ahLst/>
              <a:cxnLst/>
              <a:rect l="l" t="t" r="r" b="b"/>
              <a:pathLst>
                <a:path w="468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40"/>
            <p:cNvSpPr/>
            <p:nvPr/>
          </p:nvSpPr>
          <p:spPr>
            <a:xfrm>
              <a:off x="7992186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6" y="696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40"/>
            <p:cNvSpPr/>
            <p:nvPr/>
          </p:nvSpPr>
          <p:spPr>
            <a:xfrm>
              <a:off x="7927280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6" y="696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40"/>
            <p:cNvSpPr/>
            <p:nvPr/>
          </p:nvSpPr>
          <p:spPr>
            <a:xfrm>
              <a:off x="7862223" y="2470649"/>
              <a:ext cx="35438" cy="52665"/>
            </a:xfrm>
            <a:custGeom>
              <a:avLst/>
              <a:gdLst/>
              <a:ahLst/>
              <a:cxnLst/>
              <a:rect l="l" t="t" r="r" b="b"/>
              <a:pathLst>
                <a:path w="469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40"/>
            <p:cNvSpPr/>
            <p:nvPr/>
          </p:nvSpPr>
          <p:spPr>
            <a:xfrm>
              <a:off x="8316263" y="2571975"/>
              <a:ext cx="35967" cy="52741"/>
            </a:xfrm>
            <a:custGeom>
              <a:avLst/>
              <a:gdLst/>
              <a:ahLst/>
              <a:cxnLst/>
              <a:rect l="l" t="t" r="r" b="b"/>
              <a:pathLst>
                <a:path w="476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75" y="698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40"/>
            <p:cNvSpPr/>
            <p:nvPr/>
          </p:nvSpPr>
          <p:spPr>
            <a:xfrm>
              <a:off x="8251886" y="2571975"/>
              <a:ext cx="35438" cy="52741"/>
            </a:xfrm>
            <a:custGeom>
              <a:avLst/>
              <a:gdLst/>
              <a:ahLst/>
              <a:cxnLst/>
              <a:rect l="l" t="t" r="r" b="b"/>
              <a:pathLst>
                <a:path w="469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40"/>
            <p:cNvSpPr/>
            <p:nvPr/>
          </p:nvSpPr>
          <p:spPr>
            <a:xfrm>
              <a:off x="8186980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7" y="698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40"/>
            <p:cNvSpPr/>
            <p:nvPr/>
          </p:nvSpPr>
          <p:spPr>
            <a:xfrm>
              <a:off x="8122074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7" y="698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40"/>
            <p:cNvSpPr/>
            <p:nvPr/>
          </p:nvSpPr>
          <p:spPr>
            <a:xfrm>
              <a:off x="8057092" y="2571975"/>
              <a:ext cx="35362" cy="52741"/>
            </a:xfrm>
            <a:custGeom>
              <a:avLst/>
              <a:gdLst/>
              <a:ahLst/>
              <a:cxnLst/>
              <a:rect l="l" t="t" r="r" b="b"/>
              <a:pathLst>
                <a:path w="468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40"/>
            <p:cNvSpPr/>
            <p:nvPr/>
          </p:nvSpPr>
          <p:spPr>
            <a:xfrm>
              <a:off x="7992186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6" y="698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40"/>
            <p:cNvSpPr/>
            <p:nvPr/>
          </p:nvSpPr>
          <p:spPr>
            <a:xfrm>
              <a:off x="7927280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6" y="698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40"/>
            <p:cNvSpPr/>
            <p:nvPr/>
          </p:nvSpPr>
          <p:spPr>
            <a:xfrm>
              <a:off x="7862223" y="2571975"/>
              <a:ext cx="35438" cy="52741"/>
            </a:xfrm>
            <a:custGeom>
              <a:avLst/>
              <a:gdLst/>
              <a:ahLst/>
              <a:cxnLst/>
              <a:rect l="l" t="t" r="r" b="b"/>
              <a:pathLst>
                <a:path w="469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40"/>
            <p:cNvSpPr/>
            <p:nvPr/>
          </p:nvSpPr>
          <p:spPr>
            <a:xfrm>
              <a:off x="8316263" y="2673301"/>
              <a:ext cx="35967" cy="53270"/>
            </a:xfrm>
            <a:custGeom>
              <a:avLst/>
              <a:gdLst/>
              <a:ahLst/>
              <a:cxnLst/>
              <a:rect l="l" t="t" r="r" b="b"/>
              <a:pathLst>
                <a:path w="476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75" y="705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40"/>
            <p:cNvSpPr/>
            <p:nvPr/>
          </p:nvSpPr>
          <p:spPr>
            <a:xfrm>
              <a:off x="8251886" y="2673301"/>
              <a:ext cx="35438" cy="53270"/>
            </a:xfrm>
            <a:custGeom>
              <a:avLst/>
              <a:gdLst/>
              <a:ahLst/>
              <a:cxnLst/>
              <a:rect l="l" t="t" r="r" b="b"/>
              <a:pathLst>
                <a:path w="469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40"/>
            <p:cNvSpPr/>
            <p:nvPr/>
          </p:nvSpPr>
          <p:spPr>
            <a:xfrm>
              <a:off x="8186980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7" y="705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40"/>
            <p:cNvSpPr/>
            <p:nvPr/>
          </p:nvSpPr>
          <p:spPr>
            <a:xfrm>
              <a:off x="8122074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7" y="705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40"/>
            <p:cNvSpPr/>
            <p:nvPr/>
          </p:nvSpPr>
          <p:spPr>
            <a:xfrm>
              <a:off x="8057092" y="2673301"/>
              <a:ext cx="35362" cy="53270"/>
            </a:xfrm>
            <a:custGeom>
              <a:avLst/>
              <a:gdLst/>
              <a:ahLst/>
              <a:cxnLst/>
              <a:rect l="l" t="t" r="r" b="b"/>
              <a:pathLst>
                <a:path w="468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40"/>
            <p:cNvSpPr/>
            <p:nvPr/>
          </p:nvSpPr>
          <p:spPr>
            <a:xfrm>
              <a:off x="7992186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6" y="705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40"/>
            <p:cNvSpPr/>
            <p:nvPr/>
          </p:nvSpPr>
          <p:spPr>
            <a:xfrm>
              <a:off x="7927280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6" y="705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40"/>
            <p:cNvSpPr/>
            <p:nvPr/>
          </p:nvSpPr>
          <p:spPr>
            <a:xfrm>
              <a:off x="7862223" y="2673301"/>
              <a:ext cx="35438" cy="53270"/>
            </a:xfrm>
            <a:custGeom>
              <a:avLst/>
              <a:gdLst/>
              <a:ahLst/>
              <a:cxnLst/>
              <a:rect l="l" t="t" r="r" b="b"/>
              <a:pathLst>
                <a:path w="469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40"/>
            <p:cNvSpPr/>
            <p:nvPr/>
          </p:nvSpPr>
          <p:spPr>
            <a:xfrm>
              <a:off x="7821874" y="2857516"/>
              <a:ext cx="569042" cy="33700"/>
            </a:xfrm>
            <a:custGeom>
              <a:avLst/>
              <a:gdLst/>
              <a:ahLst/>
              <a:cxnLst/>
              <a:rect l="l" t="t" r="r" b="b"/>
              <a:pathLst>
                <a:path w="7531" h="446" extrusionOk="0">
                  <a:moveTo>
                    <a:pt x="1" y="1"/>
                  </a:moveTo>
                  <a:lnTo>
                    <a:pt x="1" y="445"/>
                  </a:lnTo>
                  <a:lnTo>
                    <a:pt x="7531" y="445"/>
                  </a:lnTo>
                  <a:lnTo>
                    <a:pt x="7531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40"/>
            <p:cNvSpPr/>
            <p:nvPr/>
          </p:nvSpPr>
          <p:spPr>
            <a:xfrm>
              <a:off x="7432740" y="2206340"/>
              <a:ext cx="472174" cy="691072"/>
            </a:xfrm>
            <a:custGeom>
              <a:avLst/>
              <a:gdLst/>
              <a:ahLst/>
              <a:cxnLst/>
              <a:rect l="l" t="t" r="r" b="b"/>
              <a:pathLst>
                <a:path w="6249" h="9146" extrusionOk="0">
                  <a:moveTo>
                    <a:pt x="1246" y="1"/>
                  </a:moveTo>
                  <a:cubicBezTo>
                    <a:pt x="1246" y="1"/>
                    <a:pt x="854" y="8122"/>
                    <a:pt x="1" y="9145"/>
                  </a:cubicBezTo>
                  <a:lnTo>
                    <a:pt x="6248" y="9145"/>
                  </a:lnTo>
                  <a:cubicBezTo>
                    <a:pt x="6248" y="9145"/>
                    <a:pt x="4966" y="6373"/>
                    <a:pt x="4758" y="1"/>
                  </a:cubicBez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40"/>
            <p:cNvSpPr/>
            <p:nvPr/>
          </p:nvSpPr>
          <p:spPr>
            <a:xfrm>
              <a:off x="7668563" y="2206340"/>
              <a:ext cx="232423" cy="682005"/>
            </a:xfrm>
            <a:custGeom>
              <a:avLst/>
              <a:gdLst/>
              <a:ahLst/>
              <a:cxnLst/>
              <a:rect l="l" t="t" r="r" b="b"/>
              <a:pathLst>
                <a:path w="3076" h="9026" extrusionOk="0">
                  <a:moveTo>
                    <a:pt x="1" y="1"/>
                  </a:moveTo>
                  <a:lnTo>
                    <a:pt x="1" y="9026"/>
                  </a:lnTo>
                  <a:lnTo>
                    <a:pt x="3076" y="9026"/>
                  </a:lnTo>
                  <a:cubicBezTo>
                    <a:pt x="3038" y="8944"/>
                    <a:pt x="2987" y="8804"/>
                    <a:pt x="2926" y="8619"/>
                  </a:cubicBezTo>
                  <a:cubicBezTo>
                    <a:pt x="2697" y="7959"/>
                    <a:pt x="2327" y="6684"/>
                    <a:pt x="2037" y="4706"/>
                  </a:cubicBezTo>
                  <a:cubicBezTo>
                    <a:pt x="1934" y="3981"/>
                    <a:pt x="1838" y="3164"/>
                    <a:pt x="1763" y="2247"/>
                  </a:cubicBezTo>
                  <a:cubicBezTo>
                    <a:pt x="1756" y="2186"/>
                    <a:pt x="1749" y="2128"/>
                    <a:pt x="1749" y="2069"/>
                  </a:cubicBezTo>
                  <a:cubicBezTo>
                    <a:pt x="1697" y="1423"/>
                    <a:pt x="1660" y="735"/>
                    <a:pt x="1637" y="1"/>
                  </a:cubicBezTo>
                  <a:close/>
                </a:path>
              </a:pathLst>
            </a:custGeom>
            <a:solidFill>
              <a:srgbClr val="A964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40"/>
            <p:cNvSpPr/>
            <p:nvPr/>
          </p:nvSpPr>
          <p:spPr>
            <a:xfrm>
              <a:off x="7511776" y="2397280"/>
              <a:ext cx="295137" cy="34758"/>
            </a:xfrm>
            <a:custGeom>
              <a:avLst/>
              <a:gdLst/>
              <a:ahLst/>
              <a:cxnLst/>
              <a:rect l="l" t="t" r="r" b="b"/>
              <a:pathLst>
                <a:path w="3906" h="460" extrusionOk="0">
                  <a:moveTo>
                    <a:pt x="38" y="1"/>
                  </a:moveTo>
                  <a:lnTo>
                    <a:pt x="0" y="460"/>
                  </a:lnTo>
                  <a:lnTo>
                    <a:pt x="3906" y="460"/>
                  </a:lnTo>
                  <a:lnTo>
                    <a:pt x="386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40"/>
            <p:cNvSpPr/>
            <p:nvPr/>
          </p:nvSpPr>
          <p:spPr>
            <a:xfrm>
              <a:off x="7499384" y="2533968"/>
              <a:ext cx="324379" cy="35287"/>
            </a:xfrm>
            <a:custGeom>
              <a:avLst/>
              <a:gdLst/>
              <a:ahLst/>
              <a:cxnLst/>
              <a:rect l="l" t="t" r="r" b="b"/>
              <a:pathLst>
                <a:path w="4293" h="467" extrusionOk="0">
                  <a:moveTo>
                    <a:pt x="45" y="0"/>
                  </a:moveTo>
                  <a:lnTo>
                    <a:pt x="1" y="466"/>
                  </a:lnTo>
                  <a:lnTo>
                    <a:pt x="4292" y="466"/>
                  </a:lnTo>
                  <a:lnTo>
                    <a:pt x="422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40"/>
            <p:cNvSpPr/>
            <p:nvPr/>
          </p:nvSpPr>
          <p:spPr>
            <a:xfrm>
              <a:off x="7527492" y="2206340"/>
              <a:ext cx="265971" cy="39291"/>
            </a:xfrm>
            <a:custGeom>
              <a:avLst/>
              <a:gdLst/>
              <a:ahLst/>
              <a:cxnLst/>
              <a:rect l="l" t="t" r="r" b="b"/>
              <a:pathLst>
                <a:path w="3520" h="520" extrusionOk="0">
                  <a:moveTo>
                    <a:pt x="29" y="1"/>
                  </a:moveTo>
                  <a:lnTo>
                    <a:pt x="1" y="513"/>
                  </a:lnTo>
                  <a:lnTo>
                    <a:pt x="3520" y="520"/>
                  </a:lnTo>
                  <a:lnTo>
                    <a:pt x="350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40"/>
            <p:cNvSpPr/>
            <p:nvPr/>
          </p:nvSpPr>
          <p:spPr>
            <a:xfrm>
              <a:off x="6726783" y="1889517"/>
              <a:ext cx="267180" cy="1007895"/>
            </a:xfrm>
            <a:custGeom>
              <a:avLst/>
              <a:gdLst/>
              <a:ahLst/>
              <a:cxnLst/>
              <a:rect l="l" t="t" r="r" b="b"/>
              <a:pathLst>
                <a:path w="3536" h="13339" extrusionOk="0">
                  <a:moveTo>
                    <a:pt x="7" y="0"/>
                  </a:moveTo>
                  <a:lnTo>
                    <a:pt x="0" y="13338"/>
                  </a:lnTo>
                  <a:lnTo>
                    <a:pt x="3536" y="13338"/>
                  </a:lnTo>
                  <a:cubicBezTo>
                    <a:pt x="3536" y="13338"/>
                    <a:pt x="3491" y="5773"/>
                    <a:pt x="3395" y="5261"/>
                  </a:cubicBezTo>
                  <a:cubicBezTo>
                    <a:pt x="3306" y="4757"/>
                    <a:pt x="3009" y="3794"/>
                    <a:pt x="2076" y="2757"/>
                  </a:cubicBezTo>
                  <a:cubicBezTo>
                    <a:pt x="1149" y="1711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40"/>
            <p:cNvSpPr/>
            <p:nvPr/>
          </p:nvSpPr>
          <p:spPr>
            <a:xfrm>
              <a:off x="6727312" y="1889517"/>
              <a:ext cx="266651" cy="998828"/>
            </a:xfrm>
            <a:custGeom>
              <a:avLst/>
              <a:gdLst/>
              <a:ahLst/>
              <a:cxnLst/>
              <a:rect l="l" t="t" r="r" b="b"/>
              <a:pathLst>
                <a:path w="3529" h="13219" extrusionOk="0">
                  <a:moveTo>
                    <a:pt x="0" y="0"/>
                  </a:moveTo>
                  <a:lnTo>
                    <a:pt x="1275" y="2853"/>
                  </a:lnTo>
                  <a:cubicBezTo>
                    <a:pt x="1334" y="2972"/>
                    <a:pt x="2261" y="4839"/>
                    <a:pt x="2268" y="6810"/>
                  </a:cubicBezTo>
                  <a:lnTo>
                    <a:pt x="2328" y="13219"/>
                  </a:lnTo>
                  <a:lnTo>
                    <a:pt x="3529" y="13219"/>
                  </a:lnTo>
                  <a:cubicBezTo>
                    <a:pt x="3529" y="12931"/>
                    <a:pt x="3521" y="12122"/>
                    <a:pt x="3513" y="11122"/>
                  </a:cubicBezTo>
                  <a:lnTo>
                    <a:pt x="3513" y="11040"/>
                  </a:lnTo>
                  <a:cubicBezTo>
                    <a:pt x="3505" y="10619"/>
                    <a:pt x="3505" y="10158"/>
                    <a:pt x="3498" y="9699"/>
                  </a:cubicBezTo>
                  <a:lnTo>
                    <a:pt x="3498" y="9618"/>
                  </a:lnTo>
                  <a:cubicBezTo>
                    <a:pt x="3491" y="9269"/>
                    <a:pt x="3491" y="8913"/>
                    <a:pt x="3484" y="8574"/>
                  </a:cubicBezTo>
                  <a:cubicBezTo>
                    <a:pt x="3484" y="8431"/>
                    <a:pt x="3477" y="8298"/>
                    <a:pt x="3477" y="8158"/>
                  </a:cubicBezTo>
                  <a:cubicBezTo>
                    <a:pt x="3454" y="6706"/>
                    <a:pt x="3424" y="5462"/>
                    <a:pt x="3388" y="5261"/>
                  </a:cubicBezTo>
                  <a:lnTo>
                    <a:pt x="3388" y="5254"/>
                  </a:lnTo>
                  <a:cubicBezTo>
                    <a:pt x="3299" y="4741"/>
                    <a:pt x="2995" y="3786"/>
                    <a:pt x="2069" y="2757"/>
                  </a:cubicBezTo>
                  <a:cubicBezTo>
                    <a:pt x="1142" y="171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964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40"/>
            <p:cNvSpPr/>
            <p:nvPr/>
          </p:nvSpPr>
          <p:spPr>
            <a:xfrm>
              <a:off x="6727312" y="2305550"/>
              <a:ext cx="259397" cy="47603"/>
            </a:xfrm>
            <a:custGeom>
              <a:avLst/>
              <a:gdLst/>
              <a:ahLst/>
              <a:cxnLst/>
              <a:rect l="l" t="t" r="r" b="b"/>
              <a:pathLst>
                <a:path w="3433" h="630" extrusionOk="0">
                  <a:moveTo>
                    <a:pt x="0" y="0"/>
                  </a:moveTo>
                  <a:lnTo>
                    <a:pt x="0" y="630"/>
                  </a:lnTo>
                  <a:lnTo>
                    <a:pt x="3433" y="630"/>
                  </a:lnTo>
                  <a:lnTo>
                    <a:pt x="3433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40"/>
            <p:cNvSpPr/>
            <p:nvPr/>
          </p:nvSpPr>
          <p:spPr>
            <a:xfrm>
              <a:off x="6726783" y="2440954"/>
              <a:ext cx="263327" cy="11258"/>
            </a:xfrm>
            <a:custGeom>
              <a:avLst/>
              <a:gdLst/>
              <a:ahLst/>
              <a:cxnLst/>
              <a:rect l="l" t="t" r="r" b="b"/>
              <a:pathLst>
                <a:path w="3485" h="149" extrusionOk="0">
                  <a:moveTo>
                    <a:pt x="0" y="1"/>
                  </a:moveTo>
                  <a:lnTo>
                    <a:pt x="0" y="148"/>
                  </a:lnTo>
                  <a:lnTo>
                    <a:pt x="3484" y="148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40"/>
            <p:cNvSpPr/>
            <p:nvPr/>
          </p:nvSpPr>
          <p:spPr>
            <a:xfrm>
              <a:off x="6726783" y="2467324"/>
              <a:ext cx="263327" cy="11183"/>
            </a:xfrm>
            <a:custGeom>
              <a:avLst/>
              <a:gdLst/>
              <a:ahLst/>
              <a:cxnLst/>
              <a:rect l="l" t="t" r="r" b="b"/>
              <a:pathLst>
                <a:path w="3485" h="148" extrusionOk="0">
                  <a:moveTo>
                    <a:pt x="0" y="0"/>
                  </a:moveTo>
                  <a:lnTo>
                    <a:pt x="0" y="148"/>
                  </a:lnTo>
                  <a:lnTo>
                    <a:pt x="3484" y="148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40"/>
            <p:cNvSpPr/>
            <p:nvPr/>
          </p:nvSpPr>
          <p:spPr>
            <a:xfrm>
              <a:off x="6726783" y="2493619"/>
              <a:ext cx="263327" cy="11258"/>
            </a:xfrm>
            <a:custGeom>
              <a:avLst/>
              <a:gdLst/>
              <a:ahLst/>
              <a:cxnLst/>
              <a:rect l="l" t="t" r="r" b="b"/>
              <a:pathLst>
                <a:path w="3485" h="149" extrusionOk="0">
                  <a:moveTo>
                    <a:pt x="0" y="1"/>
                  </a:moveTo>
                  <a:lnTo>
                    <a:pt x="0" y="148"/>
                  </a:lnTo>
                  <a:lnTo>
                    <a:pt x="3484" y="148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40"/>
            <p:cNvSpPr/>
            <p:nvPr/>
          </p:nvSpPr>
          <p:spPr>
            <a:xfrm>
              <a:off x="6726783" y="2519838"/>
              <a:ext cx="263327" cy="11334"/>
            </a:xfrm>
            <a:custGeom>
              <a:avLst/>
              <a:gdLst/>
              <a:ahLst/>
              <a:cxnLst/>
              <a:rect l="l" t="t" r="r" b="b"/>
              <a:pathLst>
                <a:path w="3485" h="150" extrusionOk="0">
                  <a:moveTo>
                    <a:pt x="0" y="1"/>
                  </a:moveTo>
                  <a:lnTo>
                    <a:pt x="0" y="150"/>
                  </a:lnTo>
                  <a:lnTo>
                    <a:pt x="3484" y="150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40"/>
            <p:cNvSpPr/>
            <p:nvPr/>
          </p:nvSpPr>
          <p:spPr>
            <a:xfrm>
              <a:off x="6726783" y="2546209"/>
              <a:ext cx="263327" cy="11334"/>
            </a:xfrm>
            <a:custGeom>
              <a:avLst/>
              <a:gdLst/>
              <a:ahLst/>
              <a:cxnLst/>
              <a:rect l="l" t="t" r="r" b="b"/>
              <a:pathLst>
                <a:path w="3485" h="150" extrusionOk="0">
                  <a:moveTo>
                    <a:pt x="0" y="0"/>
                  </a:moveTo>
                  <a:lnTo>
                    <a:pt x="0" y="150"/>
                  </a:lnTo>
                  <a:lnTo>
                    <a:pt x="3484" y="150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40"/>
            <p:cNvSpPr/>
            <p:nvPr/>
          </p:nvSpPr>
          <p:spPr>
            <a:xfrm>
              <a:off x="5534220" y="2754452"/>
              <a:ext cx="674751" cy="137821"/>
            </a:xfrm>
            <a:custGeom>
              <a:avLst/>
              <a:gdLst/>
              <a:ahLst/>
              <a:cxnLst/>
              <a:rect l="l" t="t" r="r" b="b"/>
              <a:pathLst>
                <a:path w="8930" h="1824" extrusionOk="0">
                  <a:moveTo>
                    <a:pt x="4462" y="1"/>
                  </a:moveTo>
                  <a:cubicBezTo>
                    <a:pt x="2364" y="1"/>
                    <a:pt x="585" y="772"/>
                    <a:pt x="0" y="1823"/>
                  </a:cubicBezTo>
                  <a:lnTo>
                    <a:pt x="8929" y="1823"/>
                  </a:lnTo>
                  <a:cubicBezTo>
                    <a:pt x="8344" y="772"/>
                    <a:pt x="6566" y="1"/>
                    <a:pt x="4462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40"/>
            <p:cNvSpPr/>
            <p:nvPr/>
          </p:nvSpPr>
          <p:spPr>
            <a:xfrm>
              <a:off x="6065482" y="2706925"/>
              <a:ext cx="661377" cy="187615"/>
            </a:xfrm>
            <a:custGeom>
              <a:avLst/>
              <a:gdLst/>
              <a:ahLst/>
              <a:cxnLst/>
              <a:rect l="l" t="t" r="r" b="b"/>
              <a:pathLst>
                <a:path w="8753" h="2483" extrusionOk="0">
                  <a:moveTo>
                    <a:pt x="4381" y="0"/>
                  </a:moveTo>
                  <a:cubicBezTo>
                    <a:pt x="2322" y="0"/>
                    <a:pt x="572" y="1046"/>
                    <a:pt x="1" y="2483"/>
                  </a:cubicBezTo>
                  <a:lnTo>
                    <a:pt x="8752" y="2483"/>
                  </a:lnTo>
                  <a:cubicBezTo>
                    <a:pt x="8181" y="1046"/>
                    <a:pt x="6440" y="0"/>
                    <a:pt x="4381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40"/>
            <p:cNvSpPr/>
            <p:nvPr/>
          </p:nvSpPr>
          <p:spPr>
            <a:xfrm>
              <a:off x="6193178" y="2750599"/>
              <a:ext cx="113189" cy="62790"/>
            </a:xfrm>
            <a:custGeom>
              <a:avLst/>
              <a:gdLst/>
              <a:ahLst/>
              <a:cxnLst/>
              <a:rect l="l" t="t" r="r" b="b"/>
              <a:pathLst>
                <a:path w="1498" h="831" extrusionOk="0">
                  <a:moveTo>
                    <a:pt x="978" y="0"/>
                  </a:moveTo>
                  <a:cubicBezTo>
                    <a:pt x="882" y="0"/>
                    <a:pt x="772" y="14"/>
                    <a:pt x="660" y="52"/>
                  </a:cubicBezTo>
                  <a:cubicBezTo>
                    <a:pt x="246" y="171"/>
                    <a:pt x="0" y="475"/>
                    <a:pt x="89" y="660"/>
                  </a:cubicBezTo>
                  <a:cubicBezTo>
                    <a:pt x="143" y="779"/>
                    <a:pt x="290" y="831"/>
                    <a:pt x="475" y="831"/>
                  </a:cubicBezTo>
                  <a:cubicBezTo>
                    <a:pt x="594" y="831"/>
                    <a:pt x="735" y="807"/>
                    <a:pt x="868" y="770"/>
                  </a:cubicBezTo>
                  <a:cubicBezTo>
                    <a:pt x="1224" y="667"/>
                    <a:pt x="1498" y="459"/>
                    <a:pt x="1467" y="260"/>
                  </a:cubicBezTo>
                  <a:cubicBezTo>
                    <a:pt x="1446" y="112"/>
                    <a:pt x="1245" y="0"/>
                    <a:pt x="978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40"/>
            <p:cNvSpPr/>
            <p:nvPr/>
          </p:nvSpPr>
          <p:spPr>
            <a:xfrm>
              <a:off x="6323670" y="2760119"/>
              <a:ext cx="58937" cy="30300"/>
            </a:xfrm>
            <a:custGeom>
              <a:avLst/>
              <a:gdLst/>
              <a:ahLst/>
              <a:cxnLst/>
              <a:rect l="l" t="t" r="r" b="b"/>
              <a:pathLst>
                <a:path w="780" h="401" extrusionOk="0">
                  <a:moveTo>
                    <a:pt x="393" y="0"/>
                  </a:moveTo>
                  <a:cubicBezTo>
                    <a:pt x="171" y="0"/>
                    <a:pt x="0" y="103"/>
                    <a:pt x="16" y="215"/>
                  </a:cubicBezTo>
                  <a:cubicBezTo>
                    <a:pt x="23" y="326"/>
                    <a:pt x="185" y="400"/>
                    <a:pt x="386" y="400"/>
                  </a:cubicBezTo>
                  <a:lnTo>
                    <a:pt x="393" y="400"/>
                  </a:lnTo>
                  <a:cubicBezTo>
                    <a:pt x="594" y="400"/>
                    <a:pt x="763" y="319"/>
                    <a:pt x="772" y="215"/>
                  </a:cubicBezTo>
                  <a:cubicBezTo>
                    <a:pt x="779" y="103"/>
                    <a:pt x="608" y="0"/>
                    <a:pt x="393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40"/>
            <p:cNvSpPr/>
            <p:nvPr/>
          </p:nvSpPr>
          <p:spPr>
            <a:xfrm>
              <a:off x="5428436" y="2641414"/>
              <a:ext cx="131097" cy="165250"/>
            </a:xfrm>
            <a:custGeom>
              <a:avLst/>
              <a:gdLst/>
              <a:ahLst/>
              <a:cxnLst/>
              <a:rect l="l" t="t" r="r" b="b"/>
              <a:pathLst>
                <a:path w="1735" h="2187" extrusionOk="0">
                  <a:moveTo>
                    <a:pt x="867" y="1"/>
                  </a:moveTo>
                  <a:cubicBezTo>
                    <a:pt x="490" y="1"/>
                    <a:pt x="178" y="303"/>
                    <a:pt x="178" y="682"/>
                  </a:cubicBezTo>
                  <a:cubicBezTo>
                    <a:pt x="178" y="712"/>
                    <a:pt x="186" y="741"/>
                    <a:pt x="193" y="778"/>
                  </a:cubicBezTo>
                  <a:cubicBezTo>
                    <a:pt x="66" y="926"/>
                    <a:pt x="1" y="1112"/>
                    <a:pt x="1" y="1319"/>
                  </a:cubicBezTo>
                  <a:cubicBezTo>
                    <a:pt x="1" y="1801"/>
                    <a:pt x="385" y="2187"/>
                    <a:pt x="867" y="2187"/>
                  </a:cubicBezTo>
                  <a:cubicBezTo>
                    <a:pt x="1342" y="2187"/>
                    <a:pt x="1735" y="1801"/>
                    <a:pt x="1735" y="1319"/>
                  </a:cubicBezTo>
                  <a:cubicBezTo>
                    <a:pt x="1735" y="1112"/>
                    <a:pt x="1660" y="926"/>
                    <a:pt x="1541" y="778"/>
                  </a:cubicBezTo>
                  <a:cubicBezTo>
                    <a:pt x="1541" y="741"/>
                    <a:pt x="1550" y="712"/>
                    <a:pt x="1550" y="682"/>
                  </a:cubicBezTo>
                  <a:cubicBezTo>
                    <a:pt x="1550" y="303"/>
                    <a:pt x="1245" y="1"/>
                    <a:pt x="86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40"/>
            <p:cNvSpPr/>
            <p:nvPr/>
          </p:nvSpPr>
          <p:spPr>
            <a:xfrm>
              <a:off x="5493342" y="2717503"/>
              <a:ext cx="5743" cy="172579"/>
            </a:xfrm>
            <a:custGeom>
              <a:avLst/>
              <a:gdLst/>
              <a:ahLst/>
              <a:cxnLst/>
              <a:rect l="l" t="t" r="r" b="b"/>
              <a:pathLst>
                <a:path w="76" h="2284" extrusionOk="0">
                  <a:moveTo>
                    <a:pt x="38" y="1"/>
                  </a:moveTo>
                  <a:lnTo>
                    <a:pt x="1" y="2247"/>
                  </a:lnTo>
                  <a:cubicBezTo>
                    <a:pt x="1" y="2268"/>
                    <a:pt x="15" y="2284"/>
                    <a:pt x="38" y="2284"/>
                  </a:cubicBezTo>
                  <a:cubicBezTo>
                    <a:pt x="59" y="2284"/>
                    <a:pt x="75" y="2268"/>
                    <a:pt x="75" y="2247"/>
                  </a:cubicBezTo>
                  <a:cubicBezTo>
                    <a:pt x="75" y="2247"/>
                    <a:pt x="59" y="1"/>
                    <a:pt x="38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40"/>
            <p:cNvSpPr/>
            <p:nvPr/>
          </p:nvSpPr>
          <p:spPr>
            <a:xfrm>
              <a:off x="5463118" y="2758381"/>
              <a:ext cx="33095" cy="26899"/>
            </a:xfrm>
            <a:custGeom>
              <a:avLst/>
              <a:gdLst/>
              <a:ahLst/>
              <a:cxnLst/>
              <a:rect l="l" t="t" r="r" b="b"/>
              <a:pathLst>
                <a:path w="438" h="356" extrusionOk="0">
                  <a:moveTo>
                    <a:pt x="0" y="0"/>
                  </a:moveTo>
                  <a:cubicBezTo>
                    <a:pt x="205" y="342"/>
                    <a:pt x="404" y="356"/>
                    <a:pt x="434" y="356"/>
                  </a:cubicBezTo>
                  <a:cubicBezTo>
                    <a:pt x="437" y="356"/>
                    <a:pt x="438" y="356"/>
                    <a:pt x="438" y="356"/>
                  </a:cubicBezTo>
                  <a:lnTo>
                    <a:pt x="438" y="311"/>
                  </a:lnTo>
                  <a:cubicBezTo>
                    <a:pt x="438" y="311"/>
                    <a:pt x="434" y="314"/>
                    <a:pt x="422" y="314"/>
                  </a:cubicBezTo>
                  <a:cubicBezTo>
                    <a:pt x="396" y="314"/>
                    <a:pt x="334" y="300"/>
                    <a:pt x="201" y="208"/>
                  </a:cubicBezTo>
                  <a:cubicBezTo>
                    <a:pt x="82" y="12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40"/>
            <p:cNvSpPr/>
            <p:nvPr/>
          </p:nvSpPr>
          <p:spPr>
            <a:xfrm>
              <a:off x="5496137" y="2751127"/>
              <a:ext cx="28562" cy="23046"/>
            </a:xfrm>
            <a:custGeom>
              <a:avLst/>
              <a:gdLst/>
              <a:ahLst/>
              <a:cxnLst/>
              <a:rect l="l" t="t" r="r" b="b"/>
              <a:pathLst>
                <a:path w="378" h="305" extrusionOk="0">
                  <a:moveTo>
                    <a:pt x="378" y="0"/>
                  </a:moveTo>
                  <a:cubicBezTo>
                    <a:pt x="378" y="0"/>
                    <a:pt x="305" y="105"/>
                    <a:pt x="209" y="171"/>
                  </a:cubicBezTo>
                  <a:cubicBezTo>
                    <a:pt x="96" y="250"/>
                    <a:pt x="41" y="263"/>
                    <a:pt x="17" y="263"/>
                  </a:cubicBezTo>
                  <a:cubicBezTo>
                    <a:pt x="5" y="263"/>
                    <a:pt x="1" y="260"/>
                    <a:pt x="1" y="260"/>
                  </a:cubicBezTo>
                  <a:lnTo>
                    <a:pt x="1" y="260"/>
                  </a:lnTo>
                  <a:lnTo>
                    <a:pt x="8" y="304"/>
                  </a:lnTo>
                  <a:cubicBezTo>
                    <a:pt x="8" y="304"/>
                    <a:pt x="8" y="304"/>
                    <a:pt x="9" y="304"/>
                  </a:cubicBezTo>
                  <a:cubicBezTo>
                    <a:pt x="24" y="304"/>
                    <a:pt x="194" y="298"/>
                    <a:pt x="378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40"/>
            <p:cNvSpPr/>
            <p:nvPr/>
          </p:nvSpPr>
          <p:spPr>
            <a:xfrm>
              <a:off x="5473167" y="2734806"/>
              <a:ext cx="23046" cy="18663"/>
            </a:xfrm>
            <a:custGeom>
              <a:avLst/>
              <a:gdLst/>
              <a:ahLst/>
              <a:cxnLst/>
              <a:rect l="l" t="t" r="r" b="b"/>
              <a:pathLst>
                <a:path w="305" h="247" extrusionOk="0">
                  <a:moveTo>
                    <a:pt x="1" y="1"/>
                  </a:moveTo>
                  <a:cubicBezTo>
                    <a:pt x="149" y="240"/>
                    <a:pt x="289" y="246"/>
                    <a:pt x="304" y="246"/>
                  </a:cubicBezTo>
                  <a:cubicBezTo>
                    <a:pt x="304" y="246"/>
                    <a:pt x="305" y="246"/>
                    <a:pt x="305" y="246"/>
                  </a:cubicBezTo>
                  <a:lnTo>
                    <a:pt x="305" y="209"/>
                  </a:lnTo>
                  <a:cubicBezTo>
                    <a:pt x="305" y="209"/>
                    <a:pt x="302" y="211"/>
                    <a:pt x="293" y="211"/>
                  </a:cubicBezTo>
                  <a:cubicBezTo>
                    <a:pt x="275" y="211"/>
                    <a:pt x="232" y="201"/>
                    <a:pt x="141" y="134"/>
                  </a:cubicBezTo>
                  <a:cubicBezTo>
                    <a:pt x="60" y="8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40"/>
            <p:cNvSpPr/>
            <p:nvPr/>
          </p:nvSpPr>
          <p:spPr>
            <a:xfrm>
              <a:off x="6368553" y="2355873"/>
              <a:ext cx="480410" cy="467565"/>
            </a:xfrm>
            <a:custGeom>
              <a:avLst/>
              <a:gdLst/>
              <a:ahLst/>
              <a:cxnLst/>
              <a:rect l="l" t="t" r="r" b="b"/>
              <a:pathLst>
                <a:path w="6358" h="6188" extrusionOk="0">
                  <a:moveTo>
                    <a:pt x="3090" y="1"/>
                  </a:moveTo>
                  <a:cubicBezTo>
                    <a:pt x="2978" y="1"/>
                    <a:pt x="2867" y="30"/>
                    <a:pt x="2771" y="90"/>
                  </a:cubicBezTo>
                  <a:cubicBezTo>
                    <a:pt x="2067" y="534"/>
                    <a:pt x="0" y="6188"/>
                    <a:pt x="3089" y="6188"/>
                  </a:cubicBezTo>
                  <a:cubicBezTo>
                    <a:pt x="6358" y="6188"/>
                    <a:pt x="4112" y="534"/>
                    <a:pt x="3415" y="90"/>
                  </a:cubicBezTo>
                  <a:cubicBezTo>
                    <a:pt x="3315" y="30"/>
                    <a:pt x="3202" y="1"/>
                    <a:pt x="3090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40"/>
            <p:cNvSpPr/>
            <p:nvPr/>
          </p:nvSpPr>
          <p:spPr>
            <a:xfrm>
              <a:off x="6368553" y="2362447"/>
              <a:ext cx="233480" cy="460992"/>
            </a:xfrm>
            <a:custGeom>
              <a:avLst/>
              <a:gdLst/>
              <a:ahLst/>
              <a:cxnLst/>
              <a:rect l="l" t="t" r="r" b="b"/>
              <a:pathLst>
                <a:path w="3090" h="6101" extrusionOk="0">
                  <a:moveTo>
                    <a:pt x="2776" y="1"/>
                  </a:moveTo>
                  <a:cubicBezTo>
                    <a:pt x="2775" y="1"/>
                    <a:pt x="2773" y="2"/>
                    <a:pt x="2771" y="3"/>
                  </a:cubicBezTo>
                  <a:cubicBezTo>
                    <a:pt x="2067" y="447"/>
                    <a:pt x="0" y="6101"/>
                    <a:pt x="3089" y="6101"/>
                  </a:cubicBezTo>
                  <a:cubicBezTo>
                    <a:pt x="3089" y="6101"/>
                    <a:pt x="2312" y="6033"/>
                    <a:pt x="2268" y="3826"/>
                  </a:cubicBezTo>
                  <a:cubicBezTo>
                    <a:pt x="2215" y="1638"/>
                    <a:pt x="2848" y="1"/>
                    <a:pt x="2776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40"/>
            <p:cNvSpPr/>
            <p:nvPr/>
          </p:nvSpPr>
          <p:spPr>
            <a:xfrm>
              <a:off x="6594704" y="2568197"/>
              <a:ext cx="33624" cy="323548"/>
            </a:xfrm>
            <a:custGeom>
              <a:avLst/>
              <a:gdLst/>
              <a:ahLst/>
              <a:cxnLst/>
              <a:rect l="l" t="t" r="r" b="b"/>
              <a:pathLst>
                <a:path w="445" h="4282" extrusionOk="0">
                  <a:moveTo>
                    <a:pt x="224" y="1"/>
                  </a:moveTo>
                  <a:cubicBezTo>
                    <a:pt x="223" y="1"/>
                    <a:pt x="222" y="6"/>
                    <a:pt x="222" y="20"/>
                  </a:cubicBezTo>
                  <a:lnTo>
                    <a:pt x="0" y="4281"/>
                  </a:lnTo>
                  <a:lnTo>
                    <a:pt x="445" y="4281"/>
                  </a:lnTo>
                  <a:cubicBezTo>
                    <a:pt x="430" y="2458"/>
                    <a:pt x="267" y="20"/>
                    <a:pt x="229" y="20"/>
                  </a:cubicBezTo>
                  <a:cubicBezTo>
                    <a:pt x="229" y="20"/>
                    <a:pt x="226" y="1"/>
                    <a:pt x="224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40"/>
            <p:cNvSpPr/>
            <p:nvPr/>
          </p:nvSpPr>
          <p:spPr>
            <a:xfrm>
              <a:off x="6520202" y="2682821"/>
              <a:ext cx="91881" cy="73973"/>
            </a:xfrm>
            <a:custGeom>
              <a:avLst/>
              <a:gdLst/>
              <a:ahLst/>
              <a:cxnLst/>
              <a:rect l="l" t="t" r="r" b="b"/>
              <a:pathLst>
                <a:path w="1216" h="979" extrusionOk="0">
                  <a:moveTo>
                    <a:pt x="1" y="1"/>
                  </a:moveTo>
                  <a:cubicBezTo>
                    <a:pt x="595" y="952"/>
                    <a:pt x="1136" y="979"/>
                    <a:pt x="1196" y="979"/>
                  </a:cubicBezTo>
                  <a:cubicBezTo>
                    <a:pt x="1199" y="979"/>
                    <a:pt x="1201" y="979"/>
                    <a:pt x="1201" y="979"/>
                  </a:cubicBezTo>
                  <a:lnTo>
                    <a:pt x="1215" y="838"/>
                  </a:lnTo>
                  <a:lnTo>
                    <a:pt x="1215" y="838"/>
                  </a:lnTo>
                  <a:cubicBezTo>
                    <a:pt x="1215" y="838"/>
                    <a:pt x="1203" y="847"/>
                    <a:pt x="1168" y="847"/>
                  </a:cubicBezTo>
                  <a:cubicBezTo>
                    <a:pt x="1093" y="847"/>
                    <a:pt x="919" y="806"/>
                    <a:pt x="556" y="548"/>
                  </a:cubicBezTo>
                  <a:cubicBezTo>
                    <a:pt x="245" y="33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40"/>
            <p:cNvSpPr/>
            <p:nvPr/>
          </p:nvSpPr>
          <p:spPr>
            <a:xfrm>
              <a:off x="6612007" y="2662118"/>
              <a:ext cx="77373" cy="62715"/>
            </a:xfrm>
            <a:custGeom>
              <a:avLst/>
              <a:gdLst/>
              <a:ahLst/>
              <a:cxnLst/>
              <a:rect l="l" t="t" r="r" b="b"/>
              <a:pathLst>
                <a:path w="1024" h="830" extrusionOk="0">
                  <a:moveTo>
                    <a:pt x="1023" y="1"/>
                  </a:moveTo>
                  <a:lnTo>
                    <a:pt x="1023" y="1"/>
                  </a:lnTo>
                  <a:cubicBezTo>
                    <a:pt x="1023" y="1"/>
                    <a:pt x="824" y="282"/>
                    <a:pt x="557" y="467"/>
                  </a:cubicBezTo>
                  <a:cubicBezTo>
                    <a:pt x="255" y="685"/>
                    <a:pt x="108" y="721"/>
                    <a:pt x="44" y="721"/>
                  </a:cubicBezTo>
                  <a:cubicBezTo>
                    <a:pt x="12" y="721"/>
                    <a:pt x="0" y="712"/>
                    <a:pt x="0" y="712"/>
                  </a:cubicBezTo>
                  <a:lnTo>
                    <a:pt x="0" y="712"/>
                  </a:lnTo>
                  <a:lnTo>
                    <a:pt x="8" y="830"/>
                  </a:lnTo>
                  <a:cubicBezTo>
                    <a:pt x="8" y="830"/>
                    <a:pt x="10" y="830"/>
                    <a:pt x="14" y="830"/>
                  </a:cubicBezTo>
                  <a:cubicBezTo>
                    <a:pt x="72" y="830"/>
                    <a:pt x="531" y="803"/>
                    <a:pt x="1023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40"/>
            <p:cNvSpPr/>
            <p:nvPr/>
          </p:nvSpPr>
          <p:spPr>
            <a:xfrm>
              <a:off x="6549217" y="2617235"/>
              <a:ext cx="62866" cy="50474"/>
            </a:xfrm>
            <a:custGeom>
              <a:avLst/>
              <a:gdLst/>
              <a:ahLst/>
              <a:cxnLst/>
              <a:rect l="l" t="t" r="r" b="b"/>
              <a:pathLst>
                <a:path w="832" h="668" extrusionOk="0">
                  <a:moveTo>
                    <a:pt x="1" y="1"/>
                  </a:moveTo>
                  <a:lnTo>
                    <a:pt x="1" y="1"/>
                  </a:lnTo>
                  <a:cubicBezTo>
                    <a:pt x="398" y="648"/>
                    <a:pt x="774" y="668"/>
                    <a:pt x="820" y="668"/>
                  </a:cubicBezTo>
                  <a:cubicBezTo>
                    <a:pt x="823" y="668"/>
                    <a:pt x="824" y="668"/>
                    <a:pt x="824" y="668"/>
                  </a:cubicBezTo>
                  <a:lnTo>
                    <a:pt x="831" y="572"/>
                  </a:lnTo>
                  <a:lnTo>
                    <a:pt x="831" y="572"/>
                  </a:lnTo>
                  <a:cubicBezTo>
                    <a:pt x="831" y="572"/>
                    <a:pt x="821" y="580"/>
                    <a:pt x="793" y="580"/>
                  </a:cubicBezTo>
                  <a:cubicBezTo>
                    <a:pt x="739" y="580"/>
                    <a:pt x="618" y="550"/>
                    <a:pt x="380" y="380"/>
                  </a:cubicBezTo>
                  <a:cubicBezTo>
                    <a:pt x="165" y="23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40"/>
            <p:cNvSpPr/>
            <p:nvPr/>
          </p:nvSpPr>
          <p:spPr>
            <a:xfrm>
              <a:off x="5897512" y="2520292"/>
              <a:ext cx="334429" cy="325512"/>
            </a:xfrm>
            <a:custGeom>
              <a:avLst/>
              <a:gdLst/>
              <a:ahLst/>
              <a:cxnLst/>
              <a:rect l="l" t="t" r="r" b="b"/>
              <a:pathLst>
                <a:path w="4426" h="4308" extrusionOk="0">
                  <a:moveTo>
                    <a:pt x="2151" y="1"/>
                  </a:moveTo>
                  <a:cubicBezTo>
                    <a:pt x="2073" y="1"/>
                    <a:pt x="1995" y="21"/>
                    <a:pt x="1929" y="62"/>
                  </a:cubicBezTo>
                  <a:cubicBezTo>
                    <a:pt x="1440" y="366"/>
                    <a:pt x="1" y="4307"/>
                    <a:pt x="2151" y="4307"/>
                  </a:cubicBezTo>
                  <a:cubicBezTo>
                    <a:pt x="4425" y="4307"/>
                    <a:pt x="2862" y="366"/>
                    <a:pt x="2373" y="62"/>
                  </a:cubicBezTo>
                  <a:cubicBezTo>
                    <a:pt x="2307" y="21"/>
                    <a:pt x="2229" y="1"/>
                    <a:pt x="2151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40"/>
            <p:cNvSpPr/>
            <p:nvPr/>
          </p:nvSpPr>
          <p:spPr>
            <a:xfrm>
              <a:off x="5897512" y="2524825"/>
              <a:ext cx="162530" cy="320979"/>
            </a:xfrm>
            <a:custGeom>
              <a:avLst/>
              <a:gdLst/>
              <a:ahLst/>
              <a:cxnLst/>
              <a:rect l="l" t="t" r="r" b="b"/>
              <a:pathLst>
                <a:path w="2151" h="4248" extrusionOk="0">
                  <a:moveTo>
                    <a:pt x="1932" y="1"/>
                  </a:moveTo>
                  <a:cubicBezTo>
                    <a:pt x="1931" y="1"/>
                    <a:pt x="1930" y="1"/>
                    <a:pt x="1929" y="2"/>
                  </a:cubicBezTo>
                  <a:cubicBezTo>
                    <a:pt x="1440" y="306"/>
                    <a:pt x="1" y="4247"/>
                    <a:pt x="2151" y="4247"/>
                  </a:cubicBezTo>
                  <a:cubicBezTo>
                    <a:pt x="2151" y="4247"/>
                    <a:pt x="1610" y="4203"/>
                    <a:pt x="1580" y="2663"/>
                  </a:cubicBezTo>
                  <a:cubicBezTo>
                    <a:pt x="1543" y="1142"/>
                    <a:pt x="1985" y="1"/>
                    <a:pt x="1932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40"/>
            <p:cNvSpPr/>
            <p:nvPr/>
          </p:nvSpPr>
          <p:spPr>
            <a:xfrm>
              <a:off x="6054903" y="2668163"/>
              <a:ext cx="23575" cy="225320"/>
            </a:xfrm>
            <a:custGeom>
              <a:avLst/>
              <a:gdLst/>
              <a:ahLst/>
              <a:cxnLst/>
              <a:rect l="l" t="t" r="r" b="b"/>
              <a:pathLst>
                <a:path w="312" h="2982" extrusionOk="0">
                  <a:moveTo>
                    <a:pt x="159" y="0"/>
                  </a:moveTo>
                  <a:cubicBezTo>
                    <a:pt x="158" y="0"/>
                    <a:pt x="157" y="4"/>
                    <a:pt x="157" y="17"/>
                  </a:cubicBezTo>
                  <a:lnTo>
                    <a:pt x="0" y="2981"/>
                  </a:lnTo>
                  <a:lnTo>
                    <a:pt x="312" y="2981"/>
                  </a:lnTo>
                  <a:cubicBezTo>
                    <a:pt x="304" y="1713"/>
                    <a:pt x="185" y="17"/>
                    <a:pt x="164" y="17"/>
                  </a:cubicBezTo>
                  <a:cubicBezTo>
                    <a:pt x="164" y="17"/>
                    <a:pt x="161" y="0"/>
                    <a:pt x="159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40"/>
            <p:cNvSpPr/>
            <p:nvPr/>
          </p:nvSpPr>
          <p:spPr>
            <a:xfrm>
              <a:off x="6003447" y="2747727"/>
              <a:ext cx="63319" cy="51683"/>
            </a:xfrm>
            <a:custGeom>
              <a:avLst/>
              <a:gdLst/>
              <a:ahLst/>
              <a:cxnLst/>
              <a:rect l="l" t="t" r="r" b="b"/>
              <a:pathLst>
                <a:path w="838" h="684" extrusionOk="0">
                  <a:moveTo>
                    <a:pt x="0" y="1"/>
                  </a:moveTo>
                  <a:lnTo>
                    <a:pt x="0" y="1"/>
                  </a:lnTo>
                  <a:cubicBezTo>
                    <a:pt x="406" y="665"/>
                    <a:pt x="785" y="684"/>
                    <a:pt x="827" y="684"/>
                  </a:cubicBezTo>
                  <a:cubicBezTo>
                    <a:pt x="829" y="684"/>
                    <a:pt x="831" y="684"/>
                    <a:pt x="831" y="684"/>
                  </a:cubicBezTo>
                  <a:lnTo>
                    <a:pt x="838" y="586"/>
                  </a:lnTo>
                  <a:lnTo>
                    <a:pt x="838" y="586"/>
                  </a:lnTo>
                  <a:cubicBezTo>
                    <a:pt x="838" y="586"/>
                    <a:pt x="830" y="592"/>
                    <a:pt x="806" y="592"/>
                  </a:cubicBezTo>
                  <a:cubicBezTo>
                    <a:pt x="757" y="592"/>
                    <a:pt x="639" y="564"/>
                    <a:pt x="386" y="387"/>
                  </a:cubicBezTo>
                  <a:cubicBezTo>
                    <a:pt x="164" y="23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40"/>
            <p:cNvSpPr/>
            <p:nvPr/>
          </p:nvSpPr>
          <p:spPr>
            <a:xfrm>
              <a:off x="6066691" y="2733749"/>
              <a:ext cx="54403" cy="43749"/>
            </a:xfrm>
            <a:custGeom>
              <a:avLst/>
              <a:gdLst/>
              <a:ahLst/>
              <a:cxnLst/>
              <a:rect l="l" t="t" r="r" b="b"/>
              <a:pathLst>
                <a:path w="720" h="579" extrusionOk="0">
                  <a:moveTo>
                    <a:pt x="719" y="1"/>
                  </a:moveTo>
                  <a:cubicBezTo>
                    <a:pt x="719" y="1"/>
                    <a:pt x="579" y="193"/>
                    <a:pt x="394" y="326"/>
                  </a:cubicBezTo>
                  <a:cubicBezTo>
                    <a:pt x="184" y="472"/>
                    <a:pt x="81" y="497"/>
                    <a:pt x="34" y="497"/>
                  </a:cubicBezTo>
                  <a:cubicBezTo>
                    <a:pt x="10" y="497"/>
                    <a:pt x="1" y="490"/>
                    <a:pt x="1" y="490"/>
                  </a:cubicBezTo>
                  <a:lnTo>
                    <a:pt x="1" y="490"/>
                  </a:lnTo>
                  <a:lnTo>
                    <a:pt x="8" y="579"/>
                  </a:lnTo>
                  <a:cubicBezTo>
                    <a:pt x="8" y="579"/>
                    <a:pt x="9" y="579"/>
                    <a:pt x="10" y="579"/>
                  </a:cubicBezTo>
                  <a:cubicBezTo>
                    <a:pt x="39" y="579"/>
                    <a:pt x="366" y="566"/>
                    <a:pt x="71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40"/>
            <p:cNvSpPr/>
            <p:nvPr/>
          </p:nvSpPr>
          <p:spPr>
            <a:xfrm>
              <a:off x="6023017" y="2702467"/>
              <a:ext cx="43749" cy="35287"/>
            </a:xfrm>
            <a:custGeom>
              <a:avLst/>
              <a:gdLst/>
              <a:ahLst/>
              <a:cxnLst/>
              <a:rect l="l" t="t" r="r" b="b"/>
              <a:pathLst>
                <a:path w="579" h="467" extrusionOk="0">
                  <a:moveTo>
                    <a:pt x="1" y="0"/>
                  </a:moveTo>
                  <a:lnTo>
                    <a:pt x="1" y="0"/>
                  </a:lnTo>
                  <a:cubicBezTo>
                    <a:pt x="296" y="460"/>
                    <a:pt x="563" y="466"/>
                    <a:pt x="578" y="466"/>
                  </a:cubicBezTo>
                  <a:cubicBezTo>
                    <a:pt x="579" y="466"/>
                    <a:pt x="579" y="466"/>
                    <a:pt x="579" y="466"/>
                  </a:cubicBezTo>
                  <a:lnTo>
                    <a:pt x="579" y="393"/>
                  </a:lnTo>
                  <a:cubicBezTo>
                    <a:pt x="579" y="393"/>
                    <a:pt x="571" y="400"/>
                    <a:pt x="550" y="400"/>
                  </a:cubicBezTo>
                  <a:cubicBezTo>
                    <a:pt x="511" y="400"/>
                    <a:pt x="429" y="379"/>
                    <a:pt x="268" y="260"/>
                  </a:cubicBezTo>
                  <a:cubicBezTo>
                    <a:pt x="118" y="155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40"/>
            <p:cNvSpPr/>
            <p:nvPr/>
          </p:nvSpPr>
          <p:spPr>
            <a:xfrm>
              <a:off x="6267076" y="2470724"/>
              <a:ext cx="364124" cy="354376"/>
            </a:xfrm>
            <a:custGeom>
              <a:avLst/>
              <a:gdLst/>
              <a:ahLst/>
              <a:cxnLst/>
              <a:rect l="l" t="t" r="r" b="b"/>
              <a:pathLst>
                <a:path w="4819" h="4690" extrusionOk="0">
                  <a:moveTo>
                    <a:pt x="2476" y="1"/>
                  </a:moveTo>
                  <a:cubicBezTo>
                    <a:pt x="2391" y="1"/>
                    <a:pt x="2306" y="25"/>
                    <a:pt x="2232" y="73"/>
                  </a:cubicBezTo>
                  <a:cubicBezTo>
                    <a:pt x="1699" y="407"/>
                    <a:pt x="0" y="4689"/>
                    <a:pt x="2476" y="4689"/>
                  </a:cubicBezTo>
                  <a:cubicBezTo>
                    <a:pt x="4818" y="4689"/>
                    <a:pt x="3255" y="407"/>
                    <a:pt x="2721" y="73"/>
                  </a:cubicBezTo>
                  <a:cubicBezTo>
                    <a:pt x="2647" y="25"/>
                    <a:pt x="2561" y="1"/>
                    <a:pt x="2476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40"/>
            <p:cNvSpPr/>
            <p:nvPr/>
          </p:nvSpPr>
          <p:spPr>
            <a:xfrm>
              <a:off x="6272743" y="2486139"/>
              <a:ext cx="170312" cy="336771"/>
            </a:xfrm>
            <a:custGeom>
              <a:avLst/>
              <a:gdLst/>
              <a:ahLst/>
              <a:cxnLst/>
              <a:rect l="l" t="t" r="r" b="b"/>
              <a:pathLst>
                <a:path w="2254" h="4457" extrusionOk="0">
                  <a:moveTo>
                    <a:pt x="2028" y="0"/>
                  </a:moveTo>
                  <a:cubicBezTo>
                    <a:pt x="2027" y="0"/>
                    <a:pt x="2025" y="1"/>
                    <a:pt x="2024" y="2"/>
                  </a:cubicBezTo>
                  <a:cubicBezTo>
                    <a:pt x="1505" y="322"/>
                    <a:pt x="0" y="4457"/>
                    <a:pt x="2253" y="4457"/>
                  </a:cubicBezTo>
                  <a:cubicBezTo>
                    <a:pt x="2253" y="4457"/>
                    <a:pt x="1690" y="4412"/>
                    <a:pt x="1652" y="2796"/>
                  </a:cubicBezTo>
                  <a:cubicBezTo>
                    <a:pt x="1616" y="1200"/>
                    <a:pt x="2077" y="0"/>
                    <a:pt x="2028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40"/>
            <p:cNvSpPr/>
            <p:nvPr/>
          </p:nvSpPr>
          <p:spPr>
            <a:xfrm>
              <a:off x="6437313" y="2654713"/>
              <a:ext cx="24708" cy="240356"/>
            </a:xfrm>
            <a:custGeom>
              <a:avLst/>
              <a:gdLst/>
              <a:ahLst/>
              <a:cxnLst/>
              <a:rect l="l" t="t" r="r" b="b"/>
              <a:pathLst>
                <a:path w="327" h="3181" extrusionOk="0">
                  <a:moveTo>
                    <a:pt x="166" y="0"/>
                  </a:moveTo>
                  <a:cubicBezTo>
                    <a:pt x="165" y="0"/>
                    <a:pt x="164" y="5"/>
                    <a:pt x="164" y="17"/>
                  </a:cubicBezTo>
                  <a:lnTo>
                    <a:pt x="1" y="3181"/>
                  </a:lnTo>
                  <a:cubicBezTo>
                    <a:pt x="13" y="3178"/>
                    <a:pt x="49" y="3178"/>
                    <a:pt x="94" y="3178"/>
                  </a:cubicBezTo>
                  <a:cubicBezTo>
                    <a:pt x="182" y="3178"/>
                    <a:pt x="302" y="3181"/>
                    <a:pt x="326" y="3181"/>
                  </a:cubicBezTo>
                  <a:cubicBezTo>
                    <a:pt x="319" y="1826"/>
                    <a:pt x="193" y="17"/>
                    <a:pt x="171" y="17"/>
                  </a:cubicBezTo>
                  <a:cubicBezTo>
                    <a:pt x="171" y="17"/>
                    <a:pt x="168" y="0"/>
                    <a:pt x="166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40"/>
            <p:cNvSpPr/>
            <p:nvPr/>
          </p:nvSpPr>
          <p:spPr>
            <a:xfrm>
              <a:off x="6381927" y="2739416"/>
              <a:ext cx="67853" cy="54932"/>
            </a:xfrm>
            <a:custGeom>
              <a:avLst/>
              <a:gdLst/>
              <a:ahLst/>
              <a:cxnLst/>
              <a:rect l="l" t="t" r="r" b="b"/>
              <a:pathLst>
                <a:path w="898" h="727" extrusionOk="0">
                  <a:moveTo>
                    <a:pt x="1" y="0"/>
                  </a:moveTo>
                  <a:lnTo>
                    <a:pt x="1" y="0"/>
                  </a:lnTo>
                  <a:cubicBezTo>
                    <a:pt x="433" y="706"/>
                    <a:pt x="840" y="726"/>
                    <a:pt x="886" y="726"/>
                  </a:cubicBezTo>
                  <a:cubicBezTo>
                    <a:pt x="889" y="726"/>
                    <a:pt x="890" y="726"/>
                    <a:pt x="890" y="726"/>
                  </a:cubicBezTo>
                  <a:lnTo>
                    <a:pt x="897" y="623"/>
                  </a:lnTo>
                  <a:lnTo>
                    <a:pt x="897" y="623"/>
                  </a:lnTo>
                  <a:cubicBezTo>
                    <a:pt x="897" y="623"/>
                    <a:pt x="888" y="630"/>
                    <a:pt x="862" y="630"/>
                  </a:cubicBezTo>
                  <a:cubicBezTo>
                    <a:pt x="807" y="630"/>
                    <a:pt x="678" y="600"/>
                    <a:pt x="408" y="415"/>
                  </a:cubicBezTo>
                  <a:cubicBezTo>
                    <a:pt x="179" y="25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40"/>
            <p:cNvSpPr/>
            <p:nvPr/>
          </p:nvSpPr>
          <p:spPr>
            <a:xfrm>
              <a:off x="6449704" y="2724228"/>
              <a:ext cx="57728" cy="46545"/>
            </a:xfrm>
            <a:custGeom>
              <a:avLst/>
              <a:gdLst/>
              <a:ahLst/>
              <a:cxnLst/>
              <a:rect l="l" t="t" r="r" b="b"/>
              <a:pathLst>
                <a:path w="764" h="616" extrusionOk="0">
                  <a:moveTo>
                    <a:pt x="763" y="0"/>
                  </a:moveTo>
                  <a:lnTo>
                    <a:pt x="763" y="0"/>
                  </a:lnTo>
                  <a:cubicBezTo>
                    <a:pt x="763" y="1"/>
                    <a:pt x="615" y="209"/>
                    <a:pt x="415" y="349"/>
                  </a:cubicBezTo>
                  <a:cubicBezTo>
                    <a:pt x="192" y="507"/>
                    <a:pt x="82" y="533"/>
                    <a:pt x="33" y="533"/>
                  </a:cubicBezTo>
                  <a:cubicBezTo>
                    <a:pt x="9" y="533"/>
                    <a:pt x="0" y="527"/>
                    <a:pt x="0" y="527"/>
                  </a:cubicBezTo>
                  <a:lnTo>
                    <a:pt x="0" y="527"/>
                  </a:lnTo>
                  <a:lnTo>
                    <a:pt x="7" y="616"/>
                  </a:lnTo>
                  <a:cubicBezTo>
                    <a:pt x="7" y="616"/>
                    <a:pt x="9" y="616"/>
                    <a:pt x="12" y="616"/>
                  </a:cubicBezTo>
                  <a:cubicBezTo>
                    <a:pt x="56" y="616"/>
                    <a:pt x="397" y="596"/>
                    <a:pt x="763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40"/>
            <p:cNvSpPr/>
            <p:nvPr/>
          </p:nvSpPr>
          <p:spPr>
            <a:xfrm>
              <a:off x="6403160" y="2690604"/>
              <a:ext cx="46621" cy="38233"/>
            </a:xfrm>
            <a:custGeom>
              <a:avLst/>
              <a:gdLst/>
              <a:ahLst/>
              <a:cxnLst/>
              <a:rect l="l" t="t" r="r" b="b"/>
              <a:pathLst>
                <a:path w="617" h="506" extrusionOk="0">
                  <a:moveTo>
                    <a:pt x="1" y="1"/>
                  </a:moveTo>
                  <a:lnTo>
                    <a:pt x="1" y="1"/>
                  </a:lnTo>
                  <a:cubicBezTo>
                    <a:pt x="303" y="493"/>
                    <a:pt x="579" y="506"/>
                    <a:pt x="607" y="506"/>
                  </a:cubicBezTo>
                  <a:cubicBezTo>
                    <a:pt x="608" y="506"/>
                    <a:pt x="609" y="506"/>
                    <a:pt x="609" y="506"/>
                  </a:cubicBezTo>
                  <a:lnTo>
                    <a:pt x="616" y="431"/>
                  </a:lnTo>
                  <a:lnTo>
                    <a:pt x="616" y="431"/>
                  </a:lnTo>
                  <a:cubicBezTo>
                    <a:pt x="616" y="431"/>
                    <a:pt x="610" y="436"/>
                    <a:pt x="593" y="436"/>
                  </a:cubicBezTo>
                  <a:cubicBezTo>
                    <a:pt x="557" y="436"/>
                    <a:pt x="469" y="415"/>
                    <a:pt x="282" y="284"/>
                  </a:cubicBezTo>
                  <a:cubicBezTo>
                    <a:pt x="127" y="17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40"/>
            <p:cNvSpPr/>
            <p:nvPr/>
          </p:nvSpPr>
          <p:spPr>
            <a:xfrm>
              <a:off x="5607588" y="2469515"/>
              <a:ext cx="363973" cy="353923"/>
            </a:xfrm>
            <a:custGeom>
              <a:avLst/>
              <a:gdLst/>
              <a:ahLst/>
              <a:cxnLst/>
              <a:rect l="l" t="t" r="r" b="b"/>
              <a:pathLst>
                <a:path w="4817" h="4684" extrusionOk="0">
                  <a:moveTo>
                    <a:pt x="2475" y="1"/>
                  </a:moveTo>
                  <a:cubicBezTo>
                    <a:pt x="2390" y="1"/>
                    <a:pt x="2305" y="23"/>
                    <a:pt x="2230" y="67"/>
                  </a:cubicBezTo>
                  <a:cubicBezTo>
                    <a:pt x="1704" y="400"/>
                    <a:pt x="0" y="4684"/>
                    <a:pt x="2476" y="4684"/>
                  </a:cubicBezTo>
                  <a:cubicBezTo>
                    <a:pt x="4816" y="4684"/>
                    <a:pt x="3253" y="400"/>
                    <a:pt x="2719" y="67"/>
                  </a:cubicBezTo>
                  <a:cubicBezTo>
                    <a:pt x="2646" y="23"/>
                    <a:pt x="2561" y="1"/>
                    <a:pt x="2475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40"/>
            <p:cNvSpPr/>
            <p:nvPr/>
          </p:nvSpPr>
          <p:spPr>
            <a:xfrm>
              <a:off x="5613180" y="2484552"/>
              <a:ext cx="170917" cy="337149"/>
            </a:xfrm>
            <a:custGeom>
              <a:avLst/>
              <a:gdLst/>
              <a:ahLst/>
              <a:cxnLst/>
              <a:rect l="l" t="t" r="r" b="b"/>
              <a:pathLst>
                <a:path w="2262" h="4462" extrusionOk="0">
                  <a:moveTo>
                    <a:pt x="2027" y="0"/>
                  </a:moveTo>
                  <a:cubicBezTo>
                    <a:pt x="2026" y="0"/>
                    <a:pt x="2024" y="1"/>
                    <a:pt x="2023" y="2"/>
                  </a:cubicBezTo>
                  <a:cubicBezTo>
                    <a:pt x="1512" y="327"/>
                    <a:pt x="1" y="4462"/>
                    <a:pt x="2261" y="4462"/>
                  </a:cubicBezTo>
                  <a:cubicBezTo>
                    <a:pt x="2261" y="4462"/>
                    <a:pt x="1690" y="4410"/>
                    <a:pt x="1653" y="2795"/>
                  </a:cubicBezTo>
                  <a:cubicBezTo>
                    <a:pt x="1623" y="1194"/>
                    <a:pt x="2088" y="0"/>
                    <a:pt x="2027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40"/>
            <p:cNvSpPr/>
            <p:nvPr/>
          </p:nvSpPr>
          <p:spPr>
            <a:xfrm>
              <a:off x="5777825" y="2653051"/>
              <a:ext cx="25161" cy="240432"/>
            </a:xfrm>
            <a:custGeom>
              <a:avLst/>
              <a:gdLst/>
              <a:ahLst/>
              <a:cxnLst/>
              <a:rect l="l" t="t" r="r" b="b"/>
              <a:pathLst>
                <a:path w="333" h="3182" extrusionOk="0">
                  <a:moveTo>
                    <a:pt x="165" y="0"/>
                  </a:moveTo>
                  <a:cubicBezTo>
                    <a:pt x="163" y="0"/>
                    <a:pt x="162" y="4"/>
                    <a:pt x="162" y="16"/>
                  </a:cubicBezTo>
                  <a:lnTo>
                    <a:pt x="0" y="3181"/>
                  </a:lnTo>
                  <a:lnTo>
                    <a:pt x="333" y="3181"/>
                  </a:lnTo>
                  <a:cubicBezTo>
                    <a:pt x="319" y="1825"/>
                    <a:pt x="200" y="16"/>
                    <a:pt x="171" y="16"/>
                  </a:cubicBezTo>
                  <a:cubicBezTo>
                    <a:pt x="171" y="16"/>
                    <a:pt x="167" y="0"/>
                    <a:pt x="165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40"/>
            <p:cNvSpPr/>
            <p:nvPr/>
          </p:nvSpPr>
          <p:spPr>
            <a:xfrm>
              <a:off x="5722288" y="2738207"/>
              <a:ext cx="68533" cy="55008"/>
            </a:xfrm>
            <a:custGeom>
              <a:avLst/>
              <a:gdLst/>
              <a:ahLst/>
              <a:cxnLst/>
              <a:rect l="l" t="t" r="r" b="b"/>
              <a:pathLst>
                <a:path w="907" h="728" extrusionOk="0">
                  <a:moveTo>
                    <a:pt x="1" y="0"/>
                  </a:moveTo>
                  <a:cubicBezTo>
                    <a:pt x="443" y="709"/>
                    <a:pt x="844" y="728"/>
                    <a:pt x="886" y="728"/>
                  </a:cubicBezTo>
                  <a:cubicBezTo>
                    <a:pt x="889" y="728"/>
                    <a:pt x="890" y="728"/>
                    <a:pt x="890" y="728"/>
                  </a:cubicBezTo>
                  <a:lnTo>
                    <a:pt x="906" y="623"/>
                  </a:lnTo>
                  <a:lnTo>
                    <a:pt x="906" y="623"/>
                  </a:lnTo>
                  <a:cubicBezTo>
                    <a:pt x="906" y="623"/>
                    <a:pt x="896" y="630"/>
                    <a:pt x="868" y="630"/>
                  </a:cubicBezTo>
                  <a:cubicBezTo>
                    <a:pt x="812" y="630"/>
                    <a:pt x="681" y="599"/>
                    <a:pt x="417" y="409"/>
                  </a:cubicBezTo>
                  <a:cubicBezTo>
                    <a:pt x="186" y="246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40"/>
            <p:cNvSpPr/>
            <p:nvPr/>
          </p:nvSpPr>
          <p:spPr>
            <a:xfrm>
              <a:off x="5790746" y="2723170"/>
              <a:ext cx="57728" cy="46545"/>
            </a:xfrm>
            <a:custGeom>
              <a:avLst/>
              <a:gdLst/>
              <a:ahLst/>
              <a:cxnLst/>
              <a:rect l="l" t="t" r="r" b="b"/>
              <a:pathLst>
                <a:path w="764" h="616" extrusionOk="0">
                  <a:moveTo>
                    <a:pt x="763" y="0"/>
                  </a:moveTo>
                  <a:lnTo>
                    <a:pt x="763" y="0"/>
                  </a:lnTo>
                  <a:cubicBezTo>
                    <a:pt x="763" y="0"/>
                    <a:pt x="606" y="208"/>
                    <a:pt x="414" y="342"/>
                  </a:cubicBezTo>
                  <a:cubicBezTo>
                    <a:pt x="184" y="506"/>
                    <a:pt x="76" y="533"/>
                    <a:pt x="30" y="533"/>
                  </a:cubicBezTo>
                  <a:cubicBezTo>
                    <a:pt x="8" y="533"/>
                    <a:pt x="0" y="527"/>
                    <a:pt x="0" y="527"/>
                  </a:cubicBezTo>
                  <a:lnTo>
                    <a:pt x="0" y="527"/>
                  </a:lnTo>
                  <a:lnTo>
                    <a:pt x="7" y="616"/>
                  </a:lnTo>
                  <a:cubicBezTo>
                    <a:pt x="7" y="616"/>
                    <a:pt x="8" y="616"/>
                    <a:pt x="9" y="616"/>
                  </a:cubicBezTo>
                  <a:cubicBezTo>
                    <a:pt x="39" y="616"/>
                    <a:pt x="387" y="603"/>
                    <a:pt x="763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40"/>
            <p:cNvSpPr/>
            <p:nvPr/>
          </p:nvSpPr>
          <p:spPr>
            <a:xfrm>
              <a:off x="5743672" y="2689546"/>
              <a:ext cx="47149" cy="37553"/>
            </a:xfrm>
            <a:custGeom>
              <a:avLst/>
              <a:gdLst/>
              <a:ahLst/>
              <a:cxnLst/>
              <a:rect l="l" t="t" r="r" b="b"/>
              <a:pathLst>
                <a:path w="624" h="497" extrusionOk="0">
                  <a:moveTo>
                    <a:pt x="1" y="1"/>
                  </a:moveTo>
                  <a:cubicBezTo>
                    <a:pt x="302" y="484"/>
                    <a:pt x="583" y="497"/>
                    <a:pt x="612" y="497"/>
                  </a:cubicBezTo>
                  <a:cubicBezTo>
                    <a:pt x="613" y="497"/>
                    <a:pt x="614" y="497"/>
                    <a:pt x="614" y="497"/>
                  </a:cubicBezTo>
                  <a:lnTo>
                    <a:pt x="623" y="422"/>
                  </a:lnTo>
                  <a:lnTo>
                    <a:pt x="623" y="422"/>
                  </a:lnTo>
                  <a:cubicBezTo>
                    <a:pt x="623" y="422"/>
                    <a:pt x="615" y="429"/>
                    <a:pt x="591" y="429"/>
                  </a:cubicBezTo>
                  <a:cubicBezTo>
                    <a:pt x="549" y="429"/>
                    <a:pt x="458" y="407"/>
                    <a:pt x="282" y="282"/>
                  </a:cubicBezTo>
                  <a:cubicBezTo>
                    <a:pt x="125" y="17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40"/>
            <p:cNvSpPr/>
            <p:nvPr/>
          </p:nvSpPr>
          <p:spPr>
            <a:xfrm>
              <a:off x="5706723" y="2403703"/>
              <a:ext cx="428350" cy="416411"/>
            </a:xfrm>
            <a:custGeom>
              <a:avLst/>
              <a:gdLst/>
              <a:ahLst/>
              <a:cxnLst/>
              <a:rect l="l" t="t" r="r" b="b"/>
              <a:pathLst>
                <a:path w="5669" h="5511" extrusionOk="0">
                  <a:moveTo>
                    <a:pt x="2909" y="1"/>
                  </a:moveTo>
                  <a:cubicBezTo>
                    <a:pt x="2808" y="1"/>
                    <a:pt x="2708" y="27"/>
                    <a:pt x="2624" y="79"/>
                  </a:cubicBezTo>
                  <a:cubicBezTo>
                    <a:pt x="2001" y="471"/>
                    <a:pt x="1" y="5510"/>
                    <a:pt x="2912" y="5510"/>
                  </a:cubicBezTo>
                  <a:cubicBezTo>
                    <a:pt x="5668" y="5510"/>
                    <a:pt x="3824" y="471"/>
                    <a:pt x="3202" y="79"/>
                  </a:cubicBezTo>
                  <a:cubicBezTo>
                    <a:pt x="3113" y="27"/>
                    <a:pt x="3011" y="1"/>
                    <a:pt x="2909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40"/>
            <p:cNvSpPr/>
            <p:nvPr/>
          </p:nvSpPr>
          <p:spPr>
            <a:xfrm>
              <a:off x="5715035" y="2421232"/>
              <a:ext cx="202727" cy="400468"/>
            </a:xfrm>
            <a:custGeom>
              <a:avLst/>
              <a:gdLst/>
              <a:ahLst/>
              <a:cxnLst/>
              <a:rect l="l" t="t" r="r" b="b"/>
              <a:pathLst>
                <a:path w="2683" h="5300" extrusionOk="0">
                  <a:moveTo>
                    <a:pt x="2413" y="1"/>
                  </a:moveTo>
                  <a:cubicBezTo>
                    <a:pt x="2412" y="1"/>
                    <a:pt x="2410" y="1"/>
                    <a:pt x="2409" y="2"/>
                  </a:cubicBezTo>
                  <a:cubicBezTo>
                    <a:pt x="1793" y="388"/>
                    <a:pt x="1" y="5300"/>
                    <a:pt x="2683" y="5300"/>
                  </a:cubicBezTo>
                  <a:cubicBezTo>
                    <a:pt x="2683" y="5300"/>
                    <a:pt x="2009" y="5241"/>
                    <a:pt x="1971" y="3322"/>
                  </a:cubicBezTo>
                  <a:cubicBezTo>
                    <a:pt x="1928" y="1421"/>
                    <a:pt x="2478" y="1"/>
                    <a:pt x="2413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40"/>
            <p:cNvSpPr/>
            <p:nvPr/>
          </p:nvSpPr>
          <p:spPr>
            <a:xfrm>
              <a:off x="5909904" y="2626151"/>
              <a:ext cx="28033" cy="267331"/>
            </a:xfrm>
            <a:custGeom>
              <a:avLst/>
              <a:gdLst/>
              <a:ahLst/>
              <a:cxnLst/>
              <a:rect l="l" t="t" r="r" b="b"/>
              <a:pathLst>
                <a:path w="371" h="3538" extrusionOk="0">
                  <a:moveTo>
                    <a:pt x="187" y="0"/>
                  </a:moveTo>
                  <a:cubicBezTo>
                    <a:pt x="186" y="0"/>
                    <a:pt x="185" y="4"/>
                    <a:pt x="185" y="16"/>
                  </a:cubicBezTo>
                  <a:lnTo>
                    <a:pt x="1" y="3537"/>
                  </a:lnTo>
                  <a:lnTo>
                    <a:pt x="370" y="3537"/>
                  </a:lnTo>
                  <a:cubicBezTo>
                    <a:pt x="356" y="2033"/>
                    <a:pt x="223" y="16"/>
                    <a:pt x="193" y="16"/>
                  </a:cubicBezTo>
                  <a:cubicBezTo>
                    <a:pt x="193" y="16"/>
                    <a:pt x="189" y="0"/>
                    <a:pt x="187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40"/>
            <p:cNvSpPr/>
            <p:nvPr/>
          </p:nvSpPr>
          <p:spPr>
            <a:xfrm>
              <a:off x="5848927" y="2720903"/>
              <a:ext cx="75560" cy="61052"/>
            </a:xfrm>
            <a:custGeom>
              <a:avLst/>
              <a:gdLst/>
              <a:ahLst/>
              <a:cxnLst/>
              <a:rect l="l" t="t" r="r" b="b"/>
              <a:pathLst>
                <a:path w="1000" h="808" extrusionOk="0">
                  <a:moveTo>
                    <a:pt x="0" y="0"/>
                  </a:moveTo>
                  <a:lnTo>
                    <a:pt x="0" y="0"/>
                  </a:lnTo>
                  <a:cubicBezTo>
                    <a:pt x="484" y="787"/>
                    <a:pt x="935" y="807"/>
                    <a:pt x="981" y="807"/>
                  </a:cubicBezTo>
                  <a:cubicBezTo>
                    <a:pt x="984" y="807"/>
                    <a:pt x="985" y="807"/>
                    <a:pt x="985" y="807"/>
                  </a:cubicBezTo>
                  <a:lnTo>
                    <a:pt x="1000" y="690"/>
                  </a:lnTo>
                  <a:lnTo>
                    <a:pt x="1000" y="690"/>
                  </a:lnTo>
                  <a:cubicBezTo>
                    <a:pt x="1000" y="690"/>
                    <a:pt x="989" y="697"/>
                    <a:pt x="960" y="697"/>
                  </a:cubicBezTo>
                  <a:cubicBezTo>
                    <a:pt x="899" y="697"/>
                    <a:pt x="755" y="664"/>
                    <a:pt x="452" y="452"/>
                  </a:cubicBezTo>
                  <a:cubicBezTo>
                    <a:pt x="199" y="27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40"/>
            <p:cNvSpPr/>
            <p:nvPr/>
          </p:nvSpPr>
          <p:spPr>
            <a:xfrm>
              <a:off x="5924411" y="2704054"/>
              <a:ext cx="63924" cy="51683"/>
            </a:xfrm>
            <a:custGeom>
              <a:avLst/>
              <a:gdLst/>
              <a:ahLst/>
              <a:cxnLst/>
              <a:rect l="l" t="t" r="r" b="b"/>
              <a:pathLst>
                <a:path w="846" h="684" extrusionOk="0">
                  <a:moveTo>
                    <a:pt x="845" y="1"/>
                  </a:moveTo>
                  <a:cubicBezTo>
                    <a:pt x="845" y="1"/>
                    <a:pt x="676" y="230"/>
                    <a:pt x="461" y="387"/>
                  </a:cubicBezTo>
                  <a:cubicBezTo>
                    <a:pt x="210" y="564"/>
                    <a:pt x="89" y="593"/>
                    <a:pt x="37" y="593"/>
                  </a:cubicBezTo>
                  <a:cubicBezTo>
                    <a:pt x="10" y="593"/>
                    <a:pt x="1" y="586"/>
                    <a:pt x="1" y="586"/>
                  </a:cubicBezTo>
                  <a:lnTo>
                    <a:pt x="1" y="586"/>
                  </a:lnTo>
                  <a:lnTo>
                    <a:pt x="9" y="684"/>
                  </a:lnTo>
                  <a:cubicBezTo>
                    <a:pt x="9" y="684"/>
                    <a:pt x="11" y="684"/>
                    <a:pt x="13" y="684"/>
                  </a:cubicBezTo>
                  <a:cubicBezTo>
                    <a:pt x="55" y="684"/>
                    <a:pt x="434" y="665"/>
                    <a:pt x="845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40"/>
            <p:cNvSpPr/>
            <p:nvPr/>
          </p:nvSpPr>
          <p:spPr>
            <a:xfrm>
              <a:off x="5872426" y="2666576"/>
              <a:ext cx="52061" cy="42162"/>
            </a:xfrm>
            <a:custGeom>
              <a:avLst/>
              <a:gdLst/>
              <a:ahLst/>
              <a:cxnLst/>
              <a:rect l="l" t="t" r="r" b="b"/>
              <a:pathLst>
                <a:path w="689" h="558" extrusionOk="0">
                  <a:moveTo>
                    <a:pt x="0" y="1"/>
                  </a:moveTo>
                  <a:lnTo>
                    <a:pt x="0" y="1"/>
                  </a:lnTo>
                  <a:cubicBezTo>
                    <a:pt x="339" y="544"/>
                    <a:pt x="650" y="557"/>
                    <a:pt x="679" y="557"/>
                  </a:cubicBezTo>
                  <a:cubicBezTo>
                    <a:pt x="681" y="557"/>
                    <a:pt x="681" y="557"/>
                    <a:pt x="681" y="557"/>
                  </a:cubicBezTo>
                  <a:lnTo>
                    <a:pt x="689" y="475"/>
                  </a:lnTo>
                  <a:lnTo>
                    <a:pt x="689" y="475"/>
                  </a:lnTo>
                  <a:cubicBezTo>
                    <a:pt x="689" y="475"/>
                    <a:pt x="681" y="481"/>
                    <a:pt x="660" y="481"/>
                  </a:cubicBezTo>
                  <a:cubicBezTo>
                    <a:pt x="617" y="481"/>
                    <a:pt x="517" y="457"/>
                    <a:pt x="312" y="312"/>
                  </a:cubicBezTo>
                  <a:cubicBezTo>
                    <a:pt x="141" y="193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40"/>
            <p:cNvSpPr/>
            <p:nvPr/>
          </p:nvSpPr>
          <p:spPr>
            <a:xfrm>
              <a:off x="5555527" y="2525505"/>
              <a:ext cx="195474" cy="246401"/>
            </a:xfrm>
            <a:custGeom>
              <a:avLst/>
              <a:gdLst/>
              <a:ahLst/>
              <a:cxnLst/>
              <a:rect l="l" t="t" r="r" b="b"/>
              <a:pathLst>
                <a:path w="2587" h="3261" extrusionOk="0">
                  <a:moveTo>
                    <a:pt x="1290" y="0"/>
                  </a:moveTo>
                  <a:cubicBezTo>
                    <a:pt x="734" y="0"/>
                    <a:pt x="275" y="452"/>
                    <a:pt x="275" y="1016"/>
                  </a:cubicBezTo>
                  <a:cubicBezTo>
                    <a:pt x="275" y="1067"/>
                    <a:pt x="282" y="1112"/>
                    <a:pt x="289" y="1156"/>
                  </a:cubicBezTo>
                  <a:cubicBezTo>
                    <a:pt x="111" y="1379"/>
                    <a:pt x="1" y="1659"/>
                    <a:pt x="1" y="1964"/>
                  </a:cubicBezTo>
                  <a:cubicBezTo>
                    <a:pt x="1" y="2682"/>
                    <a:pt x="579" y="3260"/>
                    <a:pt x="1290" y="3260"/>
                  </a:cubicBezTo>
                  <a:cubicBezTo>
                    <a:pt x="2009" y="3260"/>
                    <a:pt x="2587" y="2682"/>
                    <a:pt x="2587" y="1964"/>
                  </a:cubicBezTo>
                  <a:cubicBezTo>
                    <a:pt x="2587" y="1659"/>
                    <a:pt x="2475" y="1379"/>
                    <a:pt x="2297" y="1156"/>
                  </a:cubicBezTo>
                  <a:cubicBezTo>
                    <a:pt x="2304" y="1112"/>
                    <a:pt x="2313" y="1067"/>
                    <a:pt x="2313" y="1016"/>
                  </a:cubicBezTo>
                  <a:cubicBezTo>
                    <a:pt x="2313" y="452"/>
                    <a:pt x="1852" y="0"/>
                    <a:pt x="1290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40"/>
            <p:cNvSpPr/>
            <p:nvPr/>
          </p:nvSpPr>
          <p:spPr>
            <a:xfrm>
              <a:off x="5653000" y="2600687"/>
              <a:ext cx="8916" cy="292795"/>
            </a:xfrm>
            <a:custGeom>
              <a:avLst/>
              <a:gdLst/>
              <a:ahLst/>
              <a:cxnLst/>
              <a:rect l="l" t="t" r="r" b="b"/>
              <a:pathLst>
                <a:path w="118" h="3875" extrusionOk="0">
                  <a:moveTo>
                    <a:pt x="54" y="0"/>
                  </a:moveTo>
                  <a:cubicBezTo>
                    <a:pt x="53" y="0"/>
                    <a:pt x="52" y="4"/>
                    <a:pt x="52" y="14"/>
                  </a:cubicBezTo>
                  <a:lnTo>
                    <a:pt x="0" y="3821"/>
                  </a:lnTo>
                  <a:cubicBezTo>
                    <a:pt x="0" y="3851"/>
                    <a:pt x="22" y="3874"/>
                    <a:pt x="52" y="3874"/>
                  </a:cubicBezTo>
                  <a:lnTo>
                    <a:pt x="59" y="3874"/>
                  </a:lnTo>
                  <a:cubicBezTo>
                    <a:pt x="96" y="3874"/>
                    <a:pt x="118" y="3851"/>
                    <a:pt x="118" y="3821"/>
                  </a:cubicBezTo>
                  <a:cubicBezTo>
                    <a:pt x="118" y="3821"/>
                    <a:pt x="96" y="14"/>
                    <a:pt x="59" y="14"/>
                  </a:cubicBezTo>
                  <a:cubicBezTo>
                    <a:pt x="59" y="14"/>
                    <a:pt x="56" y="0"/>
                    <a:pt x="54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40"/>
            <p:cNvSpPr/>
            <p:nvPr/>
          </p:nvSpPr>
          <p:spPr>
            <a:xfrm>
              <a:off x="5601921" y="2671714"/>
              <a:ext cx="55537" cy="45336"/>
            </a:xfrm>
            <a:custGeom>
              <a:avLst/>
              <a:gdLst/>
              <a:ahLst/>
              <a:cxnLst/>
              <a:rect l="l" t="t" r="r" b="b"/>
              <a:pathLst>
                <a:path w="735" h="600" extrusionOk="0">
                  <a:moveTo>
                    <a:pt x="0" y="0"/>
                  </a:moveTo>
                  <a:lnTo>
                    <a:pt x="0" y="0"/>
                  </a:lnTo>
                  <a:cubicBezTo>
                    <a:pt x="353" y="580"/>
                    <a:pt x="679" y="600"/>
                    <a:pt x="723" y="600"/>
                  </a:cubicBezTo>
                  <a:cubicBezTo>
                    <a:pt x="726" y="600"/>
                    <a:pt x="728" y="599"/>
                    <a:pt x="728" y="599"/>
                  </a:cubicBezTo>
                  <a:lnTo>
                    <a:pt x="735" y="511"/>
                  </a:lnTo>
                  <a:lnTo>
                    <a:pt x="735" y="511"/>
                  </a:lnTo>
                  <a:cubicBezTo>
                    <a:pt x="735" y="511"/>
                    <a:pt x="726" y="517"/>
                    <a:pt x="702" y="517"/>
                  </a:cubicBezTo>
                  <a:cubicBezTo>
                    <a:pt x="656" y="517"/>
                    <a:pt x="550" y="492"/>
                    <a:pt x="335" y="340"/>
                  </a:cubicBezTo>
                  <a:cubicBezTo>
                    <a:pt x="150" y="199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40"/>
            <p:cNvSpPr/>
            <p:nvPr/>
          </p:nvSpPr>
          <p:spPr>
            <a:xfrm>
              <a:off x="5657382" y="2658793"/>
              <a:ext cx="47149" cy="38611"/>
            </a:xfrm>
            <a:custGeom>
              <a:avLst/>
              <a:gdLst/>
              <a:ahLst/>
              <a:cxnLst/>
              <a:rect l="l" t="t" r="r" b="b"/>
              <a:pathLst>
                <a:path w="624" h="511" extrusionOk="0">
                  <a:moveTo>
                    <a:pt x="623" y="0"/>
                  </a:moveTo>
                  <a:cubicBezTo>
                    <a:pt x="623" y="0"/>
                    <a:pt x="497" y="178"/>
                    <a:pt x="342" y="289"/>
                  </a:cubicBezTo>
                  <a:cubicBezTo>
                    <a:pt x="156" y="421"/>
                    <a:pt x="67" y="444"/>
                    <a:pt x="28" y="444"/>
                  </a:cubicBezTo>
                  <a:cubicBezTo>
                    <a:pt x="8" y="444"/>
                    <a:pt x="1" y="438"/>
                    <a:pt x="1" y="438"/>
                  </a:cubicBezTo>
                  <a:lnTo>
                    <a:pt x="1" y="438"/>
                  </a:lnTo>
                  <a:lnTo>
                    <a:pt x="8" y="511"/>
                  </a:lnTo>
                  <a:cubicBezTo>
                    <a:pt x="8" y="511"/>
                    <a:pt x="9" y="511"/>
                    <a:pt x="11" y="511"/>
                  </a:cubicBezTo>
                  <a:cubicBezTo>
                    <a:pt x="42" y="511"/>
                    <a:pt x="323" y="497"/>
                    <a:pt x="623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40"/>
            <p:cNvSpPr/>
            <p:nvPr/>
          </p:nvSpPr>
          <p:spPr>
            <a:xfrm>
              <a:off x="5619376" y="2631365"/>
              <a:ext cx="38082" cy="30828"/>
            </a:xfrm>
            <a:custGeom>
              <a:avLst/>
              <a:gdLst/>
              <a:ahLst/>
              <a:cxnLst/>
              <a:rect l="l" t="t" r="r" b="b"/>
              <a:pathLst>
                <a:path w="504" h="408" extrusionOk="0">
                  <a:moveTo>
                    <a:pt x="1" y="1"/>
                  </a:moveTo>
                  <a:lnTo>
                    <a:pt x="1" y="1"/>
                  </a:lnTo>
                  <a:cubicBezTo>
                    <a:pt x="242" y="395"/>
                    <a:pt x="467" y="408"/>
                    <a:pt x="494" y="408"/>
                  </a:cubicBezTo>
                  <a:cubicBezTo>
                    <a:pt x="496" y="408"/>
                    <a:pt x="497" y="408"/>
                    <a:pt x="497" y="408"/>
                  </a:cubicBezTo>
                  <a:lnTo>
                    <a:pt x="504" y="347"/>
                  </a:lnTo>
                  <a:lnTo>
                    <a:pt x="504" y="347"/>
                  </a:lnTo>
                  <a:cubicBezTo>
                    <a:pt x="504" y="347"/>
                    <a:pt x="497" y="353"/>
                    <a:pt x="479" y="353"/>
                  </a:cubicBezTo>
                  <a:cubicBezTo>
                    <a:pt x="446" y="353"/>
                    <a:pt x="374" y="334"/>
                    <a:pt x="230" y="230"/>
                  </a:cubicBezTo>
                  <a:cubicBezTo>
                    <a:pt x="104" y="14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40"/>
            <p:cNvSpPr/>
            <p:nvPr/>
          </p:nvSpPr>
          <p:spPr>
            <a:xfrm>
              <a:off x="5198280" y="2625698"/>
              <a:ext cx="140088" cy="177113"/>
            </a:xfrm>
            <a:custGeom>
              <a:avLst/>
              <a:gdLst/>
              <a:ahLst/>
              <a:cxnLst/>
              <a:rect l="l" t="t" r="r" b="b"/>
              <a:pathLst>
                <a:path w="1854" h="2344" extrusionOk="0">
                  <a:moveTo>
                    <a:pt x="927" y="1"/>
                  </a:moveTo>
                  <a:cubicBezTo>
                    <a:pt x="527" y="1"/>
                    <a:pt x="194" y="326"/>
                    <a:pt x="194" y="734"/>
                  </a:cubicBezTo>
                  <a:cubicBezTo>
                    <a:pt x="194" y="764"/>
                    <a:pt x="201" y="801"/>
                    <a:pt x="208" y="831"/>
                  </a:cubicBezTo>
                  <a:cubicBezTo>
                    <a:pt x="75" y="993"/>
                    <a:pt x="0" y="1194"/>
                    <a:pt x="0" y="1417"/>
                  </a:cubicBezTo>
                  <a:cubicBezTo>
                    <a:pt x="0" y="1927"/>
                    <a:pt x="416" y="2343"/>
                    <a:pt x="927" y="2343"/>
                  </a:cubicBezTo>
                  <a:cubicBezTo>
                    <a:pt x="1439" y="2343"/>
                    <a:pt x="1853" y="1927"/>
                    <a:pt x="1853" y="1417"/>
                  </a:cubicBezTo>
                  <a:cubicBezTo>
                    <a:pt x="1853" y="1194"/>
                    <a:pt x="1772" y="993"/>
                    <a:pt x="1645" y="831"/>
                  </a:cubicBezTo>
                  <a:cubicBezTo>
                    <a:pt x="1652" y="801"/>
                    <a:pt x="1652" y="764"/>
                    <a:pt x="1652" y="734"/>
                  </a:cubicBezTo>
                  <a:cubicBezTo>
                    <a:pt x="1652" y="326"/>
                    <a:pt x="1327" y="1"/>
                    <a:pt x="92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40"/>
            <p:cNvSpPr/>
            <p:nvPr/>
          </p:nvSpPr>
          <p:spPr>
            <a:xfrm>
              <a:off x="5267719" y="2679874"/>
              <a:ext cx="6800" cy="210208"/>
            </a:xfrm>
            <a:custGeom>
              <a:avLst/>
              <a:gdLst/>
              <a:ahLst/>
              <a:cxnLst/>
              <a:rect l="l" t="t" r="r" b="b"/>
              <a:pathLst>
                <a:path w="90" h="2782" extrusionOk="0">
                  <a:moveTo>
                    <a:pt x="47" y="0"/>
                  </a:moveTo>
                  <a:cubicBezTo>
                    <a:pt x="46" y="0"/>
                    <a:pt x="45" y="2"/>
                    <a:pt x="45" y="10"/>
                  </a:cubicBezTo>
                  <a:lnTo>
                    <a:pt x="1" y="2738"/>
                  </a:lnTo>
                  <a:cubicBezTo>
                    <a:pt x="1" y="2759"/>
                    <a:pt x="22" y="2782"/>
                    <a:pt x="45" y="2782"/>
                  </a:cubicBezTo>
                  <a:lnTo>
                    <a:pt x="52" y="2782"/>
                  </a:lnTo>
                  <a:cubicBezTo>
                    <a:pt x="75" y="2782"/>
                    <a:pt x="90" y="2759"/>
                    <a:pt x="90" y="2738"/>
                  </a:cubicBezTo>
                  <a:cubicBezTo>
                    <a:pt x="90" y="2738"/>
                    <a:pt x="75" y="10"/>
                    <a:pt x="52" y="10"/>
                  </a:cubicBezTo>
                  <a:cubicBezTo>
                    <a:pt x="52" y="10"/>
                    <a:pt x="49" y="0"/>
                    <a:pt x="47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40"/>
            <p:cNvSpPr/>
            <p:nvPr/>
          </p:nvSpPr>
          <p:spPr>
            <a:xfrm>
              <a:off x="5231299" y="2730424"/>
              <a:ext cx="39896" cy="33095"/>
            </a:xfrm>
            <a:custGeom>
              <a:avLst/>
              <a:gdLst/>
              <a:ahLst/>
              <a:cxnLst/>
              <a:rect l="l" t="t" r="r" b="b"/>
              <a:pathLst>
                <a:path w="528" h="438" extrusionOk="0">
                  <a:moveTo>
                    <a:pt x="1" y="0"/>
                  </a:moveTo>
                  <a:cubicBezTo>
                    <a:pt x="266" y="431"/>
                    <a:pt x="505" y="438"/>
                    <a:pt x="519" y="438"/>
                  </a:cubicBezTo>
                  <a:cubicBezTo>
                    <a:pt x="520" y="438"/>
                    <a:pt x="520" y="438"/>
                    <a:pt x="520" y="438"/>
                  </a:cubicBezTo>
                  <a:lnTo>
                    <a:pt x="527" y="370"/>
                  </a:lnTo>
                  <a:lnTo>
                    <a:pt x="527" y="370"/>
                  </a:lnTo>
                  <a:cubicBezTo>
                    <a:pt x="527" y="370"/>
                    <a:pt x="521" y="375"/>
                    <a:pt x="504" y="375"/>
                  </a:cubicBezTo>
                  <a:cubicBezTo>
                    <a:pt x="470" y="375"/>
                    <a:pt x="396" y="356"/>
                    <a:pt x="246" y="246"/>
                  </a:cubicBezTo>
                  <a:cubicBezTo>
                    <a:pt x="104" y="14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40"/>
            <p:cNvSpPr/>
            <p:nvPr/>
          </p:nvSpPr>
          <p:spPr>
            <a:xfrm>
              <a:off x="5271120" y="2721432"/>
              <a:ext cx="34153" cy="28108"/>
            </a:xfrm>
            <a:custGeom>
              <a:avLst/>
              <a:gdLst/>
              <a:ahLst/>
              <a:cxnLst/>
              <a:rect l="l" t="t" r="r" b="b"/>
              <a:pathLst>
                <a:path w="452" h="372" extrusionOk="0">
                  <a:moveTo>
                    <a:pt x="452" y="0"/>
                  </a:moveTo>
                  <a:lnTo>
                    <a:pt x="452" y="0"/>
                  </a:lnTo>
                  <a:cubicBezTo>
                    <a:pt x="452" y="0"/>
                    <a:pt x="356" y="126"/>
                    <a:pt x="244" y="208"/>
                  </a:cubicBezTo>
                  <a:cubicBezTo>
                    <a:pt x="102" y="308"/>
                    <a:pt x="39" y="323"/>
                    <a:pt x="14" y="323"/>
                  </a:cubicBezTo>
                  <a:cubicBezTo>
                    <a:pt x="4" y="323"/>
                    <a:pt x="0" y="320"/>
                    <a:pt x="0" y="320"/>
                  </a:cubicBezTo>
                  <a:lnTo>
                    <a:pt x="0" y="320"/>
                  </a:lnTo>
                  <a:lnTo>
                    <a:pt x="7" y="372"/>
                  </a:lnTo>
                  <a:cubicBezTo>
                    <a:pt x="7" y="372"/>
                    <a:pt x="8" y="372"/>
                    <a:pt x="8" y="372"/>
                  </a:cubicBezTo>
                  <a:cubicBezTo>
                    <a:pt x="22" y="372"/>
                    <a:pt x="224" y="365"/>
                    <a:pt x="452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40"/>
            <p:cNvSpPr/>
            <p:nvPr/>
          </p:nvSpPr>
          <p:spPr>
            <a:xfrm>
              <a:off x="5243691" y="2701938"/>
              <a:ext cx="27504" cy="22366"/>
            </a:xfrm>
            <a:custGeom>
              <a:avLst/>
              <a:gdLst/>
              <a:ahLst/>
              <a:cxnLst/>
              <a:rect l="l" t="t" r="r" b="b"/>
              <a:pathLst>
                <a:path w="364" h="296" extrusionOk="0">
                  <a:moveTo>
                    <a:pt x="0" y="0"/>
                  </a:moveTo>
                  <a:cubicBezTo>
                    <a:pt x="184" y="289"/>
                    <a:pt x="348" y="295"/>
                    <a:pt x="362" y="295"/>
                  </a:cubicBezTo>
                  <a:cubicBezTo>
                    <a:pt x="363" y="295"/>
                    <a:pt x="363" y="295"/>
                    <a:pt x="363" y="295"/>
                  </a:cubicBezTo>
                  <a:lnTo>
                    <a:pt x="363" y="251"/>
                  </a:lnTo>
                  <a:cubicBezTo>
                    <a:pt x="363" y="251"/>
                    <a:pt x="359" y="254"/>
                    <a:pt x="347" y="254"/>
                  </a:cubicBezTo>
                  <a:cubicBezTo>
                    <a:pt x="325" y="254"/>
                    <a:pt x="274" y="241"/>
                    <a:pt x="171" y="162"/>
                  </a:cubicBezTo>
                  <a:cubicBezTo>
                    <a:pt x="73" y="9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40"/>
            <p:cNvSpPr/>
            <p:nvPr/>
          </p:nvSpPr>
          <p:spPr>
            <a:xfrm>
              <a:off x="4939033" y="2777951"/>
              <a:ext cx="275038" cy="114322"/>
            </a:xfrm>
            <a:custGeom>
              <a:avLst/>
              <a:gdLst/>
              <a:ahLst/>
              <a:cxnLst/>
              <a:rect l="l" t="t" r="r" b="b"/>
              <a:pathLst>
                <a:path w="3640" h="1513" extrusionOk="0">
                  <a:moveTo>
                    <a:pt x="1215" y="1"/>
                  </a:moveTo>
                  <a:cubicBezTo>
                    <a:pt x="801" y="1"/>
                    <a:pt x="469" y="335"/>
                    <a:pt x="469" y="750"/>
                  </a:cubicBezTo>
                  <a:lnTo>
                    <a:pt x="469" y="764"/>
                  </a:lnTo>
                  <a:cubicBezTo>
                    <a:pt x="438" y="757"/>
                    <a:pt x="408" y="750"/>
                    <a:pt x="380" y="750"/>
                  </a:cubicBezTo>
                  <a:cubicBezTo>
                    <a:pt x="172" y="750"/>
                    <a:pt x="1" y="920"/>
                    <a:pt x="1" y="1128"/>
                  </a:cubicBezTo>
                  <a:cubicBezTo>
                    <a:pt x="1" y="1335"/>
                    <a:pt x="172" y="1498"/>
                    <a:pt x="380" y="1498"/>
                  </a:cubicBezTo>
                  <a:lnTo>
                    <a:pt x="380" y="1512"/>
                  </a:lnTo>
                  <a:lnTo>
                    <a:pt x="3403" y="1512"/>
                  </a:lnTo>
                  <a:lnTo>
                    <a:pt x="3403" y="1498"/>
                  </a:lnTo>
                  <a:cubicBezTo>
                    <a:pt x="3536" y="1475"/>
                    <a:pt x="3639" y="1365"/>
                    <a:pt x="3639" y="1217"/>
                  </a:cubicBezTo>
                  <a:cubicBezTo>
                    <a:pt x="3639" y="1061"/>
                    <a:pt x="3513" y="934"/>
                    <a:pt x="3358" y="934"/>
                  </a:cubicBezTo>
                  <a:cubicBezTo>
                    <a:pt x="3291" y="934"/>
                    <a:pt x="3232" y="965"/>
                    <a:pt x="3181" y="1002"/>
                  </a:cubicBezTo>
                  <a:lnTo>
                    <a:pt x="3181" y="965"/>
                  </a:lnTo>
                  <a:cubicBezTo>
                    <a:pt x="3181" y="668"/>
                    <a:pt x="2942" y="424"/>
                    <a:pt x="2647" y="424"/>
                  </a:cubicBezTo>
                  <a:cubicBezTo>
                    <a:pt x="2476" y="424"/>
                    <a:pt x="2327" y="497"/>
                    <a:pt x="2224" y="623"/>
                  </a:cubicBezTo>
                  <a:cubicBezTo>
                    <a:pt x="2186" y="609"/>
                    <a:pt x="2149" y="602"/>
                    <a:pt x="2114" y="602"/>
                  </a:cubicBezTo>
                  <a:cubicBezTo>
                    <a:pt x="2053" y="602"/>
                    <a:pt x="2001" y="616"/>
                    <a:pt x="1957" y="639"/>
                  </a:cubicBezTo>
                  <a:cubicBezTo>
                    <a:pt x="1898" y="275"/>
                    <a:pt x="1594" y="1"/>
                    <a:pt x="1215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40"/>
            <p:cNvSpPr/>
            <p:nvPr/>
          </p:nvSpPr>
          <p:spPr>
            <a:xfrm>
              <a:off x="4973187" y="2781351"/>
              <a:ext cx="37553" cy="54328"/>
            </a:xfrm>
            <a:custGeom>
              <a:avLst/>
              <a:gdLst/>
              <a:ahLst/>
              <a:cxnLst/>
              <a:rect l="l" t="t" r="r" b="b"/>
              <a:pathLst>
                <a:path w="497" h="719" extrusionOk="0">
                  <a:moveTo>
                    <a:pt x="497" y="0"/>
                  </a:moveTo>
                  <a:lnTo>
                    <a:pt x="497" y="0"/>
                  </a:lnTo>
                  <a:cubicBezTo>
                    <a:pt x="209" y="82"/>
                    <a:pt x="1" y="349"/>
                    <a:pt x="1" y="667"/>
                  </a:cubicBezTo>
                  <a:lnTo>
                    <a:pt x="1" y="712"/>
                  </a:lnTo>
                  <a:cubicBezTo>
                    <a:pt x="8" y="712"/>
                    <a:pt x="8" y="712"/>
                    <a:pt x="17" y="719"/>
                  </a:cubicBezTo>
                  <a:lnTo>
                    <a:pt x="17" y="705"/>
                  </a:lnTo>
                  <a:cubicBezTo>
                    <a:pt x="17" y="386"/>
                    <a:pt x="216" y="112"/>
                    <a:pt x="497" y="0"/>
                  </a:cubicBezTo>
                  <a:close/>
                </a:path>
              </a:pathLst>
            </a:custGeom>
            <a:solidFill>
              <a:srgbClr val="959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40"/>
            <p:cNvSpPr/>
            <p:nvPr/>
          </p:nvSpPr>
          <p:spPr>
            <a:xfrm>
              <a:off x="4973187" y="2779689"/>
              <a:ext cx="51683" cy="103744"/>
            </a:xfrm>
            <a:custGeom>
              <a:avLst/>
              <a:gdLst/>
              <a:ahLst/>
              <a:cxnLst/>
              <a:rect l="l" t="t" r="r" b="b"/>
              <a:pathLst>
                <a:path w="684" h="1373" extrusionOk="0">
                  <a:moveTo>
                    <a:pt x="683" y="1"/>
                  </a:moveTo>
                  <a:cubicBezTo>
                    <a:pt x="623" y="1"/>
                    <a:pt x="557" y="8"/>
                    <a:pt x="497" y="22"/>
                  </a:cubicBezTo>
                  <a:cubicBezTo>
                    <a:pt x="216" y="134"/>
                    <a:pt x="17" y="408"/>
                    <a:pt x="17" y="727"/>
                  </a:cubicBezTo>
                  <a:lnTo>
                    <a:pt x="17" y="741"/>
                  </a:lnTo>
                  <a:cubicBezTo>
                    <a:pt x="8" y="734"/>
                    <a:pt x="8" y="734"/>
                    <a:pt x="1" y="734"/>
                  </a:cubicBezTo>
                  <a:cubicBezTo>
                    <a:pt x="24" y="1089"/>
                    <a:pt x="319" y="1372"/>
                    <a:pt x="683" y="1372"/>
                  </a:cubicBezTo>
                  <a:cubicBezTo>
                    <a:pt x="683" y="1372"/>
                    <a:pt x="290" y="1246"/>
                    <a:pt x="260" y="689"/>
                  </a:cubicBezTo>
                  <a:cubicBezTo>
                    <a:pt x="230" y="179"/>
                    <a:pt x="683" y="1"/>
                    <a:pt x="683" y="1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40"/>
            <p:cNvSpPr/>
            <p:nvPr/>
          </p:nvSpPr>
          <p:spPr>
            <a:xfrm>
              <a:off x="5072321" y="2823967"/>
              <a:ext cx="54403" cy="27428"/>
            </a:xfrm>
            <a:custGeom>
              <a:avLst/>
              <a:gdLst/>
              <a:ahLst/>
              <a:cxnLst/>
              <a:rect l="l" t="t" r="r" b="b"/>
              <a:pathLst>
                <a:path w="720" h="363" extrusionOk="0">
                  <a:moveTo>
                    <a:pt x="357" y="0"/>
                  </a:moveTo>
                  <a:cubicBezTo>
                    <a:pt x="163" y="7"/>
                    <a:pt x="1" y="171"/>
                    <a:pt x="8" y="363"/>
                  </a:cubicBezTo>
                  <a:cubicBezTo>
                    <a:pt x="8" y="363"/>
                    <a:pt x="67" y="164"/>
                    <a:pt x="357" y="141"/>
                  </a:cubicBezTo>
                  <a:lnTo>
                    <a:pt x="385" y="141"/>
                  </a:lnTo>
                  <a:cubicBezTo>
                    <a:pt x="630" y="141"/>
                    <a:pt x="719" y="356"/>
                    <a:pt x="719" y="356"/>
                  </a:cubicBezTo>
                  <a:cubicBezTo>
                    <a:pt x="719" y="164"/>
                    <a:pt x="556" y="0"/>
                    <a:pt x="364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40"/>
            <p:cNvSpPr/>
            <p:nvPr/>
          </p:nvSpPr>
          <p:spPr>
            <a:xfrm>
              <a:off x="5751436" y="1850082"/>
              <a:ext cx="141037" cy="61800"/>
            </a:xfrm>
            <a:custGeom>
              <a:avLst/>
              <a:gdLst/>
              <a:ahLst/>
              <a:cxnLst/>
              <a:rect l="l" t="t" r="r" b="b"/>
              <a:pathLst>
                <a:path w="1180" h="517" extrusionOk="0">
                  <a:moveTo>
                    <a:pt x="1026" y="0"/>
                  </a:moveTo>
                  <a:cubicBezTo>
                    <a:pt x="950" y="0"/>
                    <a:pt x="859" y="34"/>
                    <a:pt x="771" y="102"/>
                  </a:cubicBezTo>
                  <a:cubicBezTo>
                    <a:pt x="698" y="154"/>
                    <a:pt x="637" y="228"/>
                    <a:pt x="609" y="294"/>
                  </a:cubicBezTo>
                  <a:cubicBezTo>
                    <a:pt x="548" y="250"/>
                    <a:pt x="468" y="220"/>
                    <a:pt x="380" y="205"/>
                  </a:cubicBezTo>
                  <a:cubicBezTo>
                    <a:pt x="346" y="200"/>
                    <a:pt x="315" y="198"/>
                    <a:pt x="285" y="198"/>
                  </a:cubicBezTo>
                  <a:cubicBezTo>
                    <a:pt x="128" y="198"/>
                    <a:pt x="20" y="263"/>
                    <a:pt x="1" y="369"/>
                  </a:cubicBezTo>
                  <a:cubicBezTo>
                    <a:pt x="1" y="369"/>
                    <a:pt x="44" y="287"/>
                    <a:pt x="248" y="287"/>
                  </a:cubicBezTo>
                  <a:cubicBezTo>
                    <a:pt x="282" y="287"/>
                    <a:pt x="320" y="289"/>
                    <a:pt x="364" y="294"/>
                  </a:cubicBezTo>
                  <a:cubicBezTo>
                    <a:pt x="460" y="301"/>
                    <a:pt x="534" y="332"/>
                    <a:pt x="586" y="362"/>
                  </a:cubicBezTo>
                  <a:lnTo>
                    <a:pt x="579" y="517"/>
                  </a:lnTo>
                  <a:lnTo>
                    <a:pt x="653" y="502"/>
                  </a:lnTo>
                  <a:lnTo>
                    <a:pt x="742" y="479"/>
                  </a:lnTo>
                  <a:lnTo>
                    <a:pt x="661" y="346"/>
                  </a:lnTo>
                  <a:cubicBezTo>
                    <a:pt x="698" y="294"/>
                    <a:pt x="742" y="236"/>
                    <a:pt x="824" y="168"/>
                  </a:cubicBezTo>
                  <a:cubicBezTo>
                    <a:pt x="938" y="77"/>
                    <a:pt x="1032" y="56"/>
                    <a:pt x="1094" y="56"/>
                  </a:cubicBezTo>
                  <a:cubicBezTo>
                    <a:pt x="1149" y="56"/>
                    <a:pt x="1180" y="72"/>
                    <a:pt x="1180" y="72"/>
                  </a:cubicBezTo>
                  <a:cubicBezTo>
                    <a:pt x="1145" y="25"/>
                    <a:pt x="1091" y="0"/>
                    <a:pt x="1026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40"/>
            <p:cNvSpPr/>
            <p:nvPr/>
          </p:nvSpPr>
          <p:spPr>
            <a:xfrm>
              <a:off x="5217723" y="1873467"/>
              <a:ext cx="219038" cy="106107"/>
            </a:xfrm>
            <a:custGeom>
              <a:avLst/>
              <a:gdLst/>
              <a:ahLst/>
              <a:cxnLst/>
              <a:rect l="l" t="t" r="r" b="b"/>
              <a:pathLst>
                <a:path w="993" h="481" extrusionOk="0">
                  <a:moveTo>
                    <a:pt x="851" y="0"/>
                  </a:moveTo>
                  <a:cubicBezTo>
                    <a:pt x="787" y="0"/>
                    <a:pt x="715" y="30"/>
                    <a:pt x="644" y="89"/>
                  </a:cubicBezTo>
                  <a:cubicBezTo>
                    <a:pt x="578" y="141"/>
                    <a:pt x="534" y="207"/>
                    <a:pt x="511" y="267"/>
                  </a:cubicBezTo>
                  <a:cubicBezTo>
                    <a:pt x="459" y="230"/>
                    <a:pt x="394" y="192"/>
                    <a:pt x="312" y="178"/>
                  </a:cubicBezTo>
                  <a:cubicBezTo>
                    <a:pt x="281" y="173"/>
                    <a:pt x="251" y="170"/>
                    <a:pt x="224" y="170"/>
                  </a:cubicBezTo>
                  <a:cubicBezTo>
                    <a:pt x="93" y="170"/>
                    <a:pt x="6" y="227"/>
                    <a:pt x="1" y="326"/>
                  </a:cubicBezTo>
                  <a:cubicBezTo>
                    <a:pt x="1" y="326"/>
                    <a:pt x="33" y="251"/>
                    <a:pt x="203" y="251"/>
                  </a:cubicBezTo>
                  <a:cubicBezTo>
                    <a:pt x="233" y="251"/>
                    <a:pt x="266" y="253"/>
                    <a:pt x="305" y="258"/>
                  </a:cubicBezTo>
                  <a:cubicBezTo>
                    <a:pt x="386" y="274"/>
                    <a:pt x="445" y="303"/>
                    <a:pt x="490" y="333"/>
                  </a:cubicBezTo>
                  <a:lnTo>
                    <a:pt x="490" y="480"/>
                  </a:lnTo>
                  <a:lnTo>
                    <a:pt x="555" y="466"/>
                  </a:lnTo>
                  <a:lnTo>
                    <a:pt x="630" y="452"/>
                  </a:lnTo>
                  <a:lnTo>
                    <a:pt x="555" y="319"/>
                  </a:lnTo>
                  <a:cubicBezTo>
                    <a:pt x="586" y="274"/>
                    <a:pt x="623" y="214"/>
                    <a:pt x="689" y="162"/>
                  </a:cubicBezTo>
                  <a:cubicBezTo>
                    <a:pt x="782" y="77"/>
                    <a:pt x="862" y="57"/>
                    <a:pt x="916" y="57"/>
                  </a:cubicBezTo>
                  <a:cubicBezTo>
                    <a:pt x="964" y="57"/>
                    <a:pt x="993" y="73"/>
                    <a:pt x="993" y="73"/>
                  </a:cubicBezTo>
                  <a:cubicBezTo>
                    <a:pt x="958" y="24"/>
                    <a:pt x="908" y="0"/>
                    <a:pt x="851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40"/>
            <p:cNvSpPr/>
            <p:nvPr/>
          </p:nvSpPr>
          <p:spPr>
            <a:xfrm>
              <a:off x="5221912" y="2206840"/>
              <a:ext cx="83808" cy="35976"/>
            </a:xfrm>
            <a:custGeom>
              <a:avLst/>
              <a:gdLst/>
              <a:ahLst/>
              <a:cxnLst/>
              <a:rect l="l" t="t" r="r" b="b"/>
              <a:pathLst>
                <a:path w="601" h="258" extrusionOk="0">
                  <a:moveTo>
                    <a:pt x="520" y="1"/>
                  </a:moveTo>
                  <a:cubicBezTo>
                    <a:pt x="482" y="1"/>
                    <a:pt x="437" y="17"/>
                    <a:pt x="392" y="50"/>
                  </a:cubicBezTo>
                  <a:cubicBezTo>
                    <a:pt x="348" y="80"/>
                    <a:pt x="326" y="110"/>
                    <a:pt x="303" y="146"/>
                  </a:cubicBezTo>
                  <a:cubicBezTo>
                    <a:pt x="275" y="124"/>
                    <a:pt x="237" y="110"/>
                    <a:pt x="193" y="101"/>
                  </a:cubicBezTo>
                  <a:cubicBezTo>
                    <a:pt x="178" y="99"/>
                    <a:pt x="164" y="98"/>
                    <a:pt x="150" y="98"/>
                  </a:cubicBezTo>
                  <a:cubicBezTo>
                    <a:pt x="68" y="98"/>
                    <a:pt x="7" y="133"/>
                    <a:pt x="1" y="183"/>
                  </a:cubicBezTo>
                  <a:cubicBezTo>
                    <a:pt x="1" y="183"/>
                    <a:pt x="23" y="143"/>
                    <a:pt x="134" y="143"/>
                  </a:cubicBezTo>
                  <a:cubicBezTo>
                    <a:pt x="150" y="143"/>
                    <a:pt x="167" y="144"/>
                    <a:pt x="186" y="146"/>
                  </a:cubicBezTo>
                  <a:cubicBezTo>
                    <a:pt x="230" y="146"/>
                    <a:pt x="268" y="162"/>
                    <a:pt x="296" y="176"/>
                  </a:cubicBezTo>
                  <a:lnTo>
                    <a:pt x="289" y="258"/>
                  </a:lnTo>
                  <a:lnTo>
                    <a:pt x="333" y="243"/>
                  </a:lnTo>
                  <a:lnTo>
                    <a:pt x="378" y="234"/>
                  </a:lnTo>
                  <a:lnTo>
                    <a:pt x="333" y="169"/>
                  </a:lnTo>
                  <a:cubicBezTo>
                    <a:pt x="348" y="146"/>
                    <a:pt x="378" y="117"/>
                    <a:pt x="415" y="87"/>
                  </a:cubicBezTo>
                  <a:cubicBezTo>
                    <a:pt x="475" y="39"/>
                    <a:pt x="524" y="28"/>
                    <a:pt x="557" y="28"/>
                  </a:cubicBezTo>
                  <a:cubicBezTo>
                    <a:pt x="585" y="28"/>
                    <a:pt x="600" y="35"/>
                    <a:pt x="600" y="35"/>
                  </a:cubicBezTo>
                  <a:cubicBezTo>
                    <a:pt x="580" y="12"/>
                    <a:pt x="552" y="1"/>
                    <a:pt x="520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40"/>
            <p:cNvSpPr/>
            <p:nvPr/>
          </p:nvSpPr>
          <p:spPr>
            <a:xfrm>
              <a:off x="4973175" y="2065234"/>
              <a:ext cx="113650" cy="48665"/>
            </a:xfrm>
            <a:custGeom>
              <a:avLst/>
              <a:gdLst/>
              <a:ahLst/>
              <a:cxnLst/>
              <a:rect l="l" t="t" r="r" b="b"/>
              <a:pathLst>
                <a:path w="815" h="349" extrusionOk="0">
                  <a:moveTo>
                    <a:pt x="712" y="1"/>
                  </a:moveTo>
                  <a:cubicBezTo>
                    <a:pt x="659" y="1"/>
                    <a:pt x="596" y="23"/>
                    <a:pt x="534" y="68"/>
                  </a:cubicBezTo>
                  <a:cubicBezTo>
                    <a:pt x="482" y="105"/>
                    <a:pt x="445" y="157"/>
                    <a:pt x="424" y="201"/>
                  </a:cubicBezTo>
                  <a:cubicBezTo>
                    <a:pt x="379" y="171"/>
                    <a:pt x="326" y="150"/>
                    <a:pt x="260" y="143"/>
                  </a:cubicBezTo>
                  <a:cubicBezTo>
                    <a:pt x="237" y="139"/>
                    <a:pt x="215" y="137"/>
                    <a:pt x="194" y="137"/>
                  </a:cubicBezTo>
                  <a:cubicBezTo>
                    <a:pt x="88" y="137"/>
                    <a:pt x="12" y="184"/>
                    <a:pt x="0" y="253"/>
                  </a:cubicBezTo>
                  <a:cubicBezTo>
                    <a:pt x="0" y="253"/>
                    <a:pt x="28" y="197"/>
                    <a:pt x="176" y="197"/>
                  </a:cubicBezTo>
                  <a:cubicBezTo>
                    <a:pt x="198" y="197"/>
                    <a:pt x="224" y="198"/>
                    <a:pt x="253" y="201"/>
                  </a:cubicBezTo>
                  <a:cubicBezTo>
                    <a:pt x="319" y="209"/>
                    <a:pt x="370" y="223"/>
                    <a:pt x="400" y="246"/>
                  </a:cubicBezTo>
                  <a:lnTo>
                    <a:pt x="400" y="349"/>
                  </a:lnTo>
                  <a:lnTo>
                    <a:pt x="452" y="342"/>
                  </a:lnTo>
                  <a:lnTo>
                    <a:pt x="512" y="328"/>
                  </a:lnTo>
                  <a:lnTo>
                    <a:pt x="459" y="232"/>
                  </a:lnTo>
                  <a:cubicBezTo>
                    <a:pt x="482" y="201"/>
                    <a:pt x="512" y="157"/>
                    <a:pt x="571" y="120"/>
                  </a:cubicBezTo>
                  <a:cubicBezTo>
                    <a:pt x="656" y="51"/>
                    <a:pt x="723" y="37"/>
                    <a:pt x="766" y="37"/>
                  </a:cubicBezTo>
                  <a:cubicBezTo>
                    <a:pt x="797" y="37"/>
                    <a:pt x="815" y="45"/>
                    <a:pt x="815" y="45"/>
                  </a:cubicBezTo>
                  <a:cubicBezTo>
                    <a:pt x="792" y="15"/>
                    <a:pt x="755" y="1"/>
                    <a:pt x="712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40"/>
            <p:cNvSpPr/>
            <p:nvPr/>
          </p:nvSpPr>
          <p:spPr>
            <a:xfrm>
              <a:off x="5632066" y="2074209"/>
              <a:ext cx="52351" cy="22473"/>
            </a:xfrm>
            <a:custGeom>
              <a:avLst/>
              <a:gdLst/>
              <a:ahLst/>
              <a:cxnLst/>
              <a:rect l="l" t="t" r="r" b="b"/>
              <a:pathLst>
                <a:path w="438" h="188" extrusionOk="0">
                  <a:moveTo>
                    <a:pt x="385" y="1"/>
                  </a:moveTo>
                  <a:cubicBezTo>
                    <a:pt x="357" y="1"/>
                    <a:pt x="324" y="14"/>
                    <a:pt x="290" y="40"/>
                  </a:cubicBezTo>
                  <a:cubicBezTo>
                    <a:pt x="260" y="54"/>
                    <a:pt x="237" y="84"/>
                    <a:pt x="230" y="105"/>
                  </a:cubicBezTo>
                  <a:cubicBezTo>
                    <a:pt x="208" y="91"/>
                    <a:pt x="178" y="77"/>
                    <a:pt x="141" y="77"/>
                  </a:cubicBezTo>
                  <a:cubicBezTo>
                    <a:pt x="127" y="74"/>
                    <a:pt x="114" y="73"/>
                    <a:pt x="102" y="73"/>
                  </a:cubicBezTo>
                  <a:cubicBezTo>
                    <a:pt x="47" y="73"/>
                    <a:pt x="6" y="99"/>
                    <a:pt x="0" y="136"/>
                  </a:cubicBezTo>
                  <a:cubicBezTo>
                    <a:pt x="0" y="136"/>
                    <a:pt x="17" y="103"/>
                    <a:pt x="93" y="103"/>
                  </a:cubicBezTo>
                  <a:cubicBezTo>
                    <a:pt x="105" y="103"/>
                    <a:pt x="118" y="103"/>
                    <a:pt x="134" y="105"/>
                  </a:cubicBezTo>
                  <a:cubicBezTo>
                    <a:pt x="171" y="105"/>
                    <a:pt x="201" y="121"/>
                    <a:pt x="215" y="128"/>
                  </a:cubicBezTo>
                  <a:lnTo>
                    <a:pt x="215" y="187"/>
                  </a:lnTo>
                  <a:lnTo>
                    <a:pt x="246" y="180"/>
                  </a:lnTo>
                  <a:lnTo>
                    <a:pt x="274" y="173"/>
                  </a:lnTo>
                  <a:lnTo>
                    <a:pt x="246" y="121"/>
                  </a:lnTo>
                  <a:cubicBezTo>
                    <a:pt x="260" y="105"/>
                    <a:pt x="274" y="84"/>
                    <a:pt x="304" y="61"/>
                  </a:cubicBezTo>
                  <a:cubicBezTo>
                    <a:pt x="348" y="26"/>
                    <a:pt x="383" y="17"/>
                    <a:pt x="406" y="17"/>
                  </a:cubicBezTo>
                  <a:cubicBezTo>
                    <a:pt x="427" y="17"/>
                    <a:pt x="438" y="24"/>
                    <a:pt x="438" y="24"/>
                  </a:cubicBezTo>
                  <a:cubicBezTo>
                    <a:pt x="425" y="8"/>
                    <a:pt x="407" y="1"/>
                    <a:pt x="385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40"/>
            <p:cNvSpPr/>
            <p:nvPr/>
          </p:nvSpPr>
          <p:spPr>
            <a:xfrm>
              <a:off x="6500632" y="2823363"/>
              <a:ext cx="176357" cy="73444"/>
            </a:xfrm>
            <a:custGeom>
              <a:avLst/>
              <a:gdLst/>
              <a:ahLst/>
              <a:cxnLst/>
              <a:rect l="l" t="t" r="r" b="b"/>
              <a:pathLst>
                <a:path w="2334" h="972" extrusionOk="0">
                  <a:moveTo>
                    <a:pt x="777" y="1"/>
                  </a:moveTo>
                  <a:cubicBezTo>
                    <a:pt x="511" y="1"/>
                    <a:pt x="297" y="216"/>
                    <a:pt x="297" y="474"/>
                  </a:cubicBezTo>
                  <a:lnTo>
                    <a:pt x="297" y="483"/>
                  </a:lnTo>
                  <a:cubicBezTo>
                    <a:pt x="281" y="483"/>
                    <a:pt x="260" y="474"/>
                    <a:pt x="244" y="474"/>
                  </a:cubicBezTo>
                  <a:cubicBezTo>
                    <a:pt x="110" y="474"/>
                    <a:pt x="0" y="586"/>
                    <a:pt x="0" y="719"/>
                  </a:cubicBezTo>
                  <a:cubicBezTo>
                    <a:pt x="0" y="853"/>
                    <a:pt x="110" y="956"/>
                    <a:pt x="244" y="956"/>
                  </a:cubicBezTo>
                  <a:lnTo>
                    <a:pt x="244" y="972"/>
                  </a:lnTo>
                  <a:lnTo>
                    <a:pt x="2179" y="972"/>
                  </a:lnTo>
                  <a:lnTo>
                    <a:pt x="2179" y="956"/>
                  </a:lnTo>
                  <a:cubicBezTo>
                    <a:pt x="2268" y="949"/>
                    <a:pt x="2333" y="867"/>
                    <a:pt x="2333" y="778"/>
                  </a:cubicBezTo>
                  <a:cubicBezTo>
                    <a:pt x="2333" y="682"/>
                    <a:pt x="2253" y="600"/>
                    <a:pt x="2156" y="600"/>
                  </a:cubicBezTo>
                  <a:cubicBezTo>
                    <a:pt x="2111" y="600"/>
                    <a:pt x="2076" y="616"/>
                    <a:pt x="2038" y="638"/>
                  </a:cubicBezTo>
                  <a:lnTo>
                    <a:pt x="2038" y="616"/>
                  </a:lnTo>
                  <a:cubicBezTo>
                    <a:pt x="2038" y="422"/>
                    <a:pt x="1889" y="268"/>
                    <a:pt x="1697" y="268"/>
                  </a:cubicBezTo>
                  <a:cubicBezTo>
                    <a:pt x="1587" y="268"/>
                    <a:pt x="1489" y="319"/>
                    <a:pt x="1430" y="394"/>
                  </a:cubicBezTo>
                  <a:cubicBezTo>
                    <a:pt x="1409" y="385"/>
                    <a:pt x="1378" y="385"/>
                    <a:pt x="1355" y="385"/>
                  </a:cubicBezTo>
                  <a:cubicBezTo>
                    <a:pt x="1320" y="385"/>
                    <a:pt x="1282" y="394"/>
                    <a:pt x="1252" y="408"/>
                  </a:cubicBezTo>
                  <a:cubicBezTo>
                    <a:pt x="1222" y="172"/>
                    <a:pt x="1023" y="1"/>
                    <a:pt x="77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40"/>
            <p:cNvSpPr/>
            <p:nvPr/>
          </p:nvSpPr>
          <p:spPr>
            <a:xfrm>
              <a:off x="6522393" y="2823967"/>
              <a:ext cx="33095" cy="66719"/>
            </a:xfrm>
            <a:custGeom>
              <a:avLst/>
              <a:gdLst/>
              <a:ahLst/>
              <a:cxnLst/>
              <a:rect l="l" t="t" r="r" b="b"/>
              <a:pathLst>
                <a:path w="438" h="883" extrusionOk="0">
                  <a:moveTo>
                    <a:pt x="438" y="0"/>
                  </a:moveTo>
                  <a:cubicBezTo>
                    <a:pt x="201" y="0"/>
                    <a:pt x="0" y="199"/>
                    <a:pt x="0" y="445"/>
                  </a:cubicBezTo>
                  <a:cubicBezTo>
                    <a:pt x="0" y="688"/>
                    <a:pt x="201" y="882"/>
                    <a:pt x="438" y="882"/>
                  </a:cubicBezTo>
                  <a:cubicBezTo>
                    <a:pt x="438" y="882"/>
                    <a:pt x="187" y="800"/>
                    <a:pt x="171" y="445"/>
                  </a:cubicBezTo>
                  <a:cubicBezTo>
                    <a:pt x="150" y="119"/>
                    <a:pt x="438" y="0"/>
                    <a:pt x="438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40"/>
            <p:cNvSpPr/>
            <p:nvPr/>
          </p:nvSpPr>
          <p:spPr>
            <a:xfrm>
              <a:off x="6586241" y="2852453"/>
              <a:ext cx="34833" cy="18059"/>
            </a:xfrm>
            <a:custGeom>
              <a:avLst/>
              <a:gdLst/>
              <a:ahLst/>
              <a:cxnLst/>
              <a:rect l="l" t="t" r="r" b="b"/>
              <a:pathLst>
                <a:path w="461" h="239" extrusionOk="0">
                  <a:moveTo>
                    <a:pt x="231" y="0"/>
                  </a:moveTo>
                  <a:cubicBezTo>
                    <a:pt x="105" y="9"/>
                    <a:pt x="0" y="112"/>
                    <a:pt x="0" y="238"/>
                  </a:cubicBezTo>
                  <a:cubicBezTo>
                    <a:pt x="0" y="238"/>
                    <a:pt x="37" y="105"/>
                    <a:pt x="231" y="89"/>
                  </a:cubicBezTo>
                  <a:cubicBezTo>
                    <a:pt x="235" y="89"/>
                    <a:pt x="239" y="89"/>
                    <a:pt x="243" y="89"/>
                  </a:cubicBezTo>
                  <a:cubicBezTo>
                    <a:pt x="403" y="89"/>
                    <a:pt x="461" y="231"/>
                    <a:pt x="461" y="231"/>
                  </a:cubicBezTo>
                  <a:cubicBezTo>
                    <a:pt x="461" y="105"/>
                    <a:pt x="356" y="0"/>
                    <a:pt x="231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40"/>
            <p:cNvSpPr/>
            <p:nvPr/>
          </p:nvSpPr>
          <p:spPr>
            <a:xfrm>
              <a:off x="5399269" y="2816638"/>
              <a:ext cx="182024" cy="75636"/>
            </a:xfrm>
            <a:custGeom>
              <a:avLst/>
              <a:gdLst/>
              <a:ahLst/>
              <a:cxnLst/>
              <a:rect l="l" t="t" r="r" b="b"/>
              <a:pathLst>
                <a:path w="2409" h="1001" extrusionOk="0">
                  <a:moveTo>
                    <a:pt x="1608" y="1"/>
                  </a:moveTo>
                  <a:cubicBezTo>
                    <a:pt x="1358" y="1"/>
                    <a:pt x="1150" y="186"/>
                    <a:pt x="1119" y="422"/>
                  </a:cubicBezTo>
                  <a:cubicBezTo>
                    <a:pt x="1082" y="408"/>
                    <a:pt x="1054" y="401"/>
                    <a:pt x="1016" y="401"/>
                  </a:cubicBezTo>
                  <a:cubicBezTo>
                    <a:pt x="986" y="401"/>
                    <a:pt x="965" y="401"/>
                    <a:pt x="934" y="408"/>
                  </a:cubicBezTo>
                  <a:cubicBezTo>
                    <a:pt x="876" y="334"/>
                    <a:pt x="771" y="282"/>
                    <a:pt x="660" y="282"/>
                  </a:cubicBezTo>
                  <a:cubicBezTo>
                    <a:pt x="468" y="282"/>
                    <a:pt x="305" y="438"/>
                    <a:pt x="305" y="638"/>
                  </a:cubicBezTo>
                  <a:lnTo>
                    <a:pt x="305" y="661"/>
                  </a:lnTo>
                  <a:cubicBezTo>
                    <a:pt x="275" y="638"/>
                    <a:pt x="230" y="623"/>
                    <a:pt x="186" y="623"/>
                  </a:cubicBezTo>
                  <a:cubicBezTo>
                    <a:pt x="83" y="623"/>
                    <a:pt x="1" y="705"/>
                    <a:pt x="1" y="808"/>
                  </a:cubicBezTo>
                  <a:cubicBezTo>
                    <a:pt x="1" y="904"/>
                    <a:pt x="68" y="979"/>
                    <a:pt x="164" y="993"/>
                  </a:cubicBezTo>
                  <a:lnTo>
                    <a:pt x="164" y="1000"/>
                  </a:lnTo>
                  <a:lnTo>
                    <a:pt x="2165" y="1000"/>
                  </a:lnTo>
                  <a:lnTo>
                    <a:pt x="2165" y="993"/>
                  </a:lnTo>
                  <a:cubicBezTo>
                    <a:pt x="2298" y="993"/>
                    <a:pt x="2409" y="883"/>
                    <a:pt x="2409" y="750"/>
                  </a:cubicBezTo>
                  <a:cubicBezTo>
                    <a:pt x="2409" y="607"/>
                    <a:pt x="2298" y="497"/>
                    <a:pt x="2165" y="497"/>
                  </a:cubicBezTo>
                  <a:cubicBezTo>
                    <a:pt x="2142" y="497"/>
                    <a:pt x="2121" y="497"/>
                    <a:pt x="2105" y="504"/>
                  </a:cubicBezTo>
                  <a:lnTo>
                    <a:pt x="2105" y="497"/>
                  </a:lnTo>
                  <a:cubicBezTo>
                    <a:pt x="2105" y="223"/>
                    <a:pt x="1882" y="1"/>
                    <a:pt x="1608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40"/>
            <p:cNvSpPr/>
            <p:nvPr/>
          </p:nvSpPr>
          <p:spPr>
            <a:xfrm>
              <a:off x="5533691" y="2818829"/>
              <a:ext cx="25313" cy="35967"/>
            </a:xfrm>
            <a:custGeom>
              <a:avLst/>
              <a:gdLst/>
              <a:ahLst/>
              <a:cxnLst/>
              <a:rect l="l" t="t" r="r" b="b"/>
              <a:pathLst>
                <a:path w="335" h="476" extrusionOk="0">
                  <a:moveTo>
                    <a:pt x="0" y="0"/>
                  </a:moveTo>
                  <a:lnTo>
                    <a:pt x="0" y="0"/>
                  </a:lnTo>
                  <a:cubicBezTo>
                    <a:pt x="192" y="75"/>
                    <a:pt x="326" y="253"/>
                    <a:pt x="326" y="468"/>
                  </a:cubicBezTo>
                  <a:lnTo>
                    <a:pt x="326" y="475"/>
                  </a:lnTo>
                  <a:lnTo>
                    <a:pt x="334" y="475"/>
                  </a:lnTo>
                  <a:lnTo>
                    <a:pt x="334" y="438"/>
                  </a:lnTo>
                  <a:cubicBezTo>
                    <a:pt x="334" y="232"/>
                    <a:pt x="192" y="61"/>
                    <a:pt x="0" y="0"/>
                  </a:cubicBezTo>
                  <a:close/>
                </a:path>
              </a:pathLst>
            </a:custGeom>
            <a:solidFill>
              <a:srgbClr val="EDE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40"/>
            <p:cNvSpPr/>
            <p:nvPr/>
          </p:nvSpPr>
          <p:spPr>
            <a:xfrm>
              <a:off x="5524623" y="2817771"/>
              <a:ext cx="34380" cy="68986"/>
            </a:xfrm>
            <a:custGeom>
              <a:avLst/>
              <a:gdLst/>
              <a:ahLst/>
              <a:cxnLst/>
              <a:rect l="l" t="t" r="r" b="b"/>
              <a:pathLst>
                <a:path w="455" h="913" extrusionOk="0">
                  <a:moveTo>
                    <a:pt x="1" y="0"/>
                  </a:moveTo>
                  <a:cubicBezTo>
                    <a:pt x="1" y="0"/>
                    <a:pt x="298" y="119"/>
                    <a:pt x="284" y="452"/>
                  </a:cubicBezTo>
                  <a:cubicBezTo>
                    <a:pt x="261" y="824"/>
                    <a:pt x="1" y="913"/>
                    <a:pt x="1" y="913"/>
                  </a:cubicBezTo>
                  <a:cubicBezTo>
                    <a:pt x="239" y="913"/>
                    <a:pt x="438" y="719"/>
                    <a:pt x="454" y="489"/>
                  </a:cubicBezTo>
                  <a:lnTo>
                    <a:pt x="446" y="489"/>
                  </a:lnTo>
                  <a:lnTo>
                    <a:pt x="446" y="482"/>
                  </a:lnTo>
                  <a:cubicBezTo>
                    <a:pt x="446" y="267"/>
                    <a:pt x="312" y="89"/>
                    <a:pt x="120" y="14"/>
                  </a:cubicBezTo>
                  <a:cubicBezTo>
                    <a:pt x="83" y="7"/>
                    <a:pt x="45" y="0"/>
                    <a:pt x="1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40"/>
            <p:cNvSpPr/>
            <p:nvPr/>
          </p:nvSpPr>
          <p:spPr>
            <a:xfrm>
              <a:off x="5456922" y="2847466"/>
              <a:ext cx="35967" cy="17908"/>
            </a:xfrm>
            <a:custGeom>
              <a:avLst/>
              <a:gdLst/>
              <a:ahLst/>
              <a:cxnLst/>
              <a:rect l="l" t="t" r="r" b="b"/>
              <a:pathLst>
                <a:path w="476" h="237" extrusionOk="0">
                  <a:moveTo>
                    <a:pt x="239" y="0"/>
                  </a:moveTo>
                  <a:cubicBezTo>
                    <a:pt x="113" y="0"/>
                    <a:pt x="8" y="103"/>
                    <a:pt x="1" y="230"/>
                  </a:cubicBezTo>
                  <a:cubicBezTo>
                    <a:pt x="1" y="230"/>
                    <a:pt x="61" y="89"/>
                    <a:pt x="223" y="89"/>
                  </a:cubicBezTo>
                  <a:lnTo>
                    <a:pt x="246" y="89"/>
                  </a:lnTo>
                  <a:cubicBezTo>
                    <a:pt x="438" y="103"/>
                    <a:pt x="475" y="237"/>
                    <a:pt x="475" y="237"/>
                  </a:cubicBezTo>
                  <a:cubicBezTo>
                    <a:pt x="475" y="103"/>
                    <a:pt x="372" y="0"/>
                    <a:pt x="246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40"/>
            <p:cNvSpPr/>
            <p:nvPr/>
          </p:nvSpPr>
          <p:spPr>
            <a:xfrm>
              <a:off x="5269986" y="2551271"/>
              <a:ext cx="179757" cy="226227"/>
            </a:xfrm>
            <a:custGeom>
              <a:avLst/>
              <a:gdLst/>
              <a:ahLst/>
              <a:cxnLst/>
              <a:rect l="l" t="t" r="r" b="b"/>
              <a:pathLst>
                <a:path w="2379" h="2994" extrusionOk="0">
                  <a:moveTo>
                    <a:pt x="1185" y="1"/>
                  </a:moveTo>
                  <a:cubicBezTo>
                    <a:pt x="675" y="1"/>
                    <a:pt x="252" y="415"/>
                    <a:pt x="252" y="934"/>
                  </a:cubicBezTo>
                  <a:cubicBezTo>
                    <a:pt x="252" y="979"/>
                    <a:pt x="259" y="1023"/>
                    <a:pt x="268" y="1068"/>
                  </a:cubicBezTo>
                  <a:cubicBezTo>
                    <a:pt x="104" y="1267"/>
                    <a:pt x="1" y="1527"/>
                    <a:pt x="1" y="1808"/>
                  </a:cubicBezTo>
                  <a:cubicBezTo>
                    <a:pt x="1" y="2467"/>
                    <a:pt x="534" y="2994"/>
                    <a:pt x="1185" y="2994"/>
                  </a:cubicBezTo>
                  <a:cubicBezTo>
                    <a:pt x="1845" y="2994"/>
                    <a:pt x="2379" y="2467"/>
                    <a:pt x="2379" y="1808"/>
                  </a:cubicBezTo>
                  <a:cubicBezTo>
                    <a:pt x="2379" y="1527"/>
                    <a:pt x="2275" y="1267"/>
                    <a:pt x="2112" y="1068"/>
                  </a:cubicBezTo>
                  <a:cubicBezTo>
                    <a:pt x="2119" y="1023"/>
                    <a:pt x="2126" y="979"/>
                    <a:pt x="2126" y="934"/>
                  </a:cubicBezTo>
                  <a:cubicBezTo>
                    <a:pt x="2126" y="415"/>
                    <a:pt x="1705" y="1"/>
                    <a:pt x="1185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40"/>
            <p:cNvSpPr/>
            <p:nvPr/>
          </p:nvSpPr>
          <p:spPr>
            <a:xfrm>
              <a:off x="5359525" y="2620786"/>
              <a:ext cx="8538" cy="269296"/>
            </a:xfrm>
            <a:custGeom>
              <a:avLst/>
              <a:gdLst/>
              <a:ahLst/>
              <a:cxnLst/>
              <a:rect l="l" t="t" r="r" b="b"/>
              <a:pathLst>
                <a:path w="113" h="3564" extrusionOk="0">
                  <a:moveTo>
                    <a:pt x="54" y="1"/>
                  </a:moveTo>
                  <a:cubicBezTo>
                    <a:pt x="53" y="1"/>
                    <a:pt x="52" y="4"/>
                    <a:pt x="52" y="14"/>
                  </a:cubicBezTo>
                  <a:lnTo>
                    <a:pt x="0" y="3511"/>
                  </a:lnTo>
                  <a:cubicBezTo>
                    <a:pt x="0" y="3534"/>
                    <a:pt x="23" y="3564"/>
                    <a:pt x="52" y="3564"/>
                  </a:cubicBezTo>
                  <a:lnTo>
                    <a:pt x="61" y="3564"/>
                  </a:lnTo>
                  <a:cubicBezTo>
                    <a:pt x="89" y="3564"/>
                    <a:pt x="112" y="3534"/>
                    <a:pt x="112" y="3511"/>
                  </a:cubicBezTo>
                  <a:cubicBezTo>
                    <a:pt x="112" y="3511"/>
                    <a:pt x="89" y="14"/>
                    <a:pt x="61" y="14"/>
                  </a:cubicBezTo>
                  <a:cubicBezTo>
                    <a:pt x="61" y="14"/>
                    <a:pt x="57" y="1"/>
                    <a:pt x="54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40"/>
            <p:cNvSpPr/>
            <p:nvPr/>
          </p:nvSpPr>
          <p:spPr>
            <a:xfrm>
              <a:off x="5312451" y="2685692"/>
              <a:ext cx="51003" cy="41936"/>
            </a:xfrm>
            <a:custGeom>
              <a:avLst/>
              <a:gdLst/>
              <a:ahLst/>
              <a:cxnLst/>
              <a:rect l="l" t="t" r="r" b="b"/>
              <a:pathLst>
                <a:path w="675" h="555" extrusionOk="0">
                  <a:moveTo>
                    <a:pt x="1" y="0"/>
                  </a:moveTo>
                  <a:lnTo>
                    <a:pt x="1" y="0"/>
                  </a:lnTo>
                  <a:cubicBezTo>
                    <a:pt x="331" y="541"/>
                    <a:pt x="634" y="555"/>
                    <a:pt x="665" y="555"/>
                  </a:cubicBezTo>
                  <a:cubicBezTo>
                    <a:pt x="667" y="555"/>
                    <a:pt x="668" y="555"/>
                    <a:pt x="668" y="555"/>
                  </a:cubicBezTo>
                  <a:lnTo>
                    <a:pt x="675" y="473"/>
                  </a:lnTo>
                  <a:lnTo>
                    <a:pt x="675" y="473"/>
                  </a:lnTo>
                  <a:cubicBezTo>
                    <a:pt x="675" y="473"/>
                    <a:pt x="668" y="479"/>
                    <a:pt x="647" y="479"/>
                  </a:cubicBezTo>
                  <a:cubicBezTo>
                    <a:pt x="606" y="479"/>
                    <a:pt x="511" y="455"/>
                    <a:pt x="312" y="311"/>
                  </a:cubicBezTo>
                  <a:cubicBezTo>
                    <a:pt x="134" y="185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40"/>
            <p:cNvSpPr/>
            <p:nvPr/>
          </p:nvSpPr>
          <p:spPr>
            <a:xfrm>
              <a:off x="5363378" y="2673830"/>
              <a:ext cx="43749" cy="35967"/>
            </a:xfrm>
            <a:custGeom>
              <a:avLst/>
              <a:gdLst/>
              <a:ahLst/>
              <a:cxnLst/>
              <a:rect l="l" t="t" r="r" b="b"/>
              <a:pathLst>
                <a:path w="579" h="476" extrusionOk="0">
                  <a:moveTo>
                    <a:pt x="579" y="1"/>
                  </a:moveTo>
                  <a:cubicBezTo>
                    <a:pt x="579" y="1"/>
                    <a:pt x="461" y="164"/>
                    <a:pt x="312" y="267"/>
                  </a:cubicBezTo>
                  <a:cubicBezTo>
                    <a:pt x="143" y="392"/>
                    <a:pt x="60" y="413"/>
                    <a:pt x="24" y="413"/>
                  </a:cubicBezTo>
                  <a:cubicBezTo>
                    <a:pt x="7" y="413"/>
                    <a:pt x="1" y="408"/>
                    <a:pt x="1" y="408"/>
                  </a:cubicBezTo>
                  <a:lnTo>
                    <a:pt x="1" y="408"/>
                  </a:lnTo>
                  <a:lnTo>
                    <a:pt x="10" y="475"/>
                  </a:lnTo>
                  <a:cubicBezTo>
                    <a:pt x="10" y="475"/>
                    <a:pt x="11" y="475"/>
                    <a:pt x="12" y="475"/>
                  </a:cubicBezTo>
                  <a:cubicBezTo>
                    <a:pt x="40" y="475"/>
                    <a:pt x="300" y="463"/>
                    <a:pt x="57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40"/>
            <p:cNvSpPr/>
            <p:nvPr/>
          </p:nvSpPr>
          <p:spPr>
            <a:xfrm>
              <a:off x="5328772" y="2648744"/>
              <a:ext cx="34682" cy="28562"/>
            </a:xfrm>
            <a:custGeom>
              <a:avLst/>
              <a:gdLst/>
              <a:ahLst/>
              <a:cxnLst/>
              <a:rect l="l" t="t" r="r" b="b"/>
              <a:pathLst>
                <a:path w="459" h="378" extrusionOk="0">
                  <a:moveTo>
                    <a:pt x="0" y="0"/>
                  </a:moveTo>
                  <a:cubicBezTo>
                    <a:pt x="228" y="370"/>
                    <a:pt x="443" y="377"/>
                    <a:pt x="458" y="377"/>
                  </a:cubicBezTo>
                  <a:cubicBezTo>
                    <a:pt x="459" y="377"/>
                    <a:pt x="459" y="377"/>
                    <a:pt x="459" y="377"/>
                  </a:cubicBezTo>
                  <a:lnTo>
                    <a:pt x="459" y="325"/>
                  </a:lnTo>
                  <a:cubicBezTo>
                    <a:pt x="459" y="325"/>
                    <a:pt x="455" y="328"/>
                    <a:pt x="444" y="328"/>
                  </a:cubicBezTo>
                  <a:cubicBezTo>
                    <a:pt x="417" y="328"/>
                    <a:pt x="352" y="313"/>
                    <a:pt x="208" y="215"/>
                  </a:cubicBezTo>
                  <a:cubicBezTo>
                    <a:pt x="89" y="12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40"/>
            <p:cNvSpPr/>
            <p:nvPr/>
          </p:nvSpPr>
          <p:spPr>
            <a:xfrm>
              <a:off x="7538675" y="1841914"/>
              <a:ext cx="105784" cy="106388"/>
            </a:xfrm>
            <a:custGeom>
              <a:avLst/>
              <a:gdLst/>
              <a:ahLst/>
              <a:cxnLst/>
              <a:rect l="l" t="t" r="r" b="b"/>
              <a:pathLst>
                <a:path w="1400" h="1408" extrusionOk="0">
                  <a:moveTo>
                    <a:pt x="697" y="1"/>
                  </a:moveTo>
                  <a:cubicBezTo>
                    <a:pt x="311" y="1"/>
                    <a:pt x="0" y="319"/>
                    <a:pt x="0" y="703"/>
                  </a:cubicBezTo>
                  <a:cubicBezTo>
                    <a:pt x="0" y="1089"/>
                    <a:pt x="311" y="1407"/>
                    <a:pt x="697" y="1407"/>
                  </a:cubicBezTo>
                  <a:cubicBezTo>
                    <a:pt x="1088" y="1407"/>
                    <a:pt x="1400" y="1089"/>
                    <a:pt x="1400" y="703"/>
                  </a:cubicBezTo>
                  <a:cubicBezTo>
                    <a:pt x="1400" y="319"/>
                    <a:pt x="1088" y="1"/>
                    <a:pt x="697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40"/>
            <p:cNvSpPr/>
            <p:nvPr/>
          </p:nvSpPr>
          <p:spPr>
            <a:xfrm>
              <a:off x="7105263" y="1836851"/>
              <a:ext cx="67324" cy="67248"/>
            </a:xfrm>
            <a:custGeom>
              <a:avLst/>
              <a:gdLst/>
              <a:ahLst/>
              <a:cxnLst/>
              <a:rect l="l" t="t" r="r" b="b"/>
              <a:pathLst>
                <a:path w="891" h="890" extrusionOk="0">
                  <a:moveTo>
                    <a:pt x="445" y="0"/>
                  </a:moveTo>
                  <a:cubicBezTo>
                    <a:pt x="200" y="0"/>
                    <a:pt x="1" y="201"/>
                    <a:pt x="1" y="445"/>
                  </a:cubicBezTo>
                  <a:cubicBezTo>
                    <a:pt x="1" y="697"/>
                    <a:pt x="200" y="889"/>
                    <a:pt x="445" y="889"/>
                  </a:cubicBezTo>
                  <a:cubicBezTo>
                    <a:pt x="689" y="889"/>
                    <a:pt x="890" y="697"/>
                    <a:pt x="890" y="445"/>
                  </a:cubicBezTo>
                  <a:cubicBezTo>
                    <a:pt x="890" y="201"/>
                    <a:pt x="689" y="0"/>
                    <a:pt x="445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40"/>
            <p:cNvSpPr/>
            <p:nvPr/>
          </p:nvSpPr>
          <p:spPr>
            <a:xfrm>
              <a:off x="7151279" y="1709684"/>
              <a:ext cx="130417" cy="130039"/>
            </a:xfrm>
            <a:custGeom>
              <a:avLst/>
              <a:gdLst/>
              <a:ahLst/>
              <a:cxnLst/>
              <a:rect l="l" t="t" r="r" b="b"/>
              <a:pathLst>
                <a:path w="1726" h="1721" extrusionOk="0">
                  <a:moveTo>
                    <a:pt x="866" y="1"/>
                  </a:moveTo>
                  <a:cubicBezTo>
                    <a:pt x="391" y="1"/>
                    <a:pt x="0" y="387"/>
                    <a:pt x="0" y="862"/>
                  </a:cubicBezTo>
                  <a:cubicBezTo>
                    <a:pt x="0" y="1335"/>
                    <a:pt x="391" y="1720"/>
                    <a:pt x="866" y="1720"/>
                  </a:cubicBezTo>
                  <a:cubicBezTo>
                    <a:pt x="1341" y="1720"/>
                    <a:pt x="1725" y="1335"/>
                    <a:pt x="1725" y="862"/>
                  </a:cubicBezTo>
                  <a:cubicBezTo>
                    <a:pt x="1725" y="387"/>
                    <a:pt x="1341" y="1"/>
                    <a:pt x="866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40"/>
            <p:cNvSpPr/>
            <p:nvPr/>
          </p:nvSpPr>
          <p:spPr>
            <a:xfrm>
              <a:off x="7489335" y="1954423"/>
              <a:ext cx="44958" cy="44278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7" y="0"/>
                  </a:moveTo>
                  <a:cubicBezTo>
                    <a:pt x="134" y="0"/>
                    <a:pt x="0" y="134"/>
                    <a:pt x="0" y="297"/>
                  </a:cubicBezTo>
                  <a:cubicBezTo>
                    <a:pt x="0" y="455"/>
                    <a:pt x="127" y="586"/>
                    <a:pt x="285" y="586"/>
                  </a:cubicBezTo>
                  <a:cubicBezTo>
                    <a:pt x="289" y="586"/>
                    <a:pt x="293" y="585"/>
                    <a:pt x="297" y="585"/>
                  </a:cubicBezTo>
                  <a:cubicBezTo>
                    <a:pt x="461" y="585"/>
                    <a:pt x="594" y="452"/>
                    <a:pt x="594" y="290"/>
                  </a:cubicBezTo>
                  <a:cubicBezTo>
                    <a:pt x="594" y="126"/>
                    <a:pt x="461" y="0"/>
                    <a:pt x="29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40"/>
            <p:cNvSpPr/>
            <p:nvPr/>
          </p:nvSpPr>
          <p:spPr>
            <a:xfrm>
              <a:off x="7954294" y="1977093"/>
              <a:ext cx="496731" cy="216177"/>
            </a:xfrm>
            <a:custGeom>
              <a:avLst/>
              <a:gdLst/>
              <a:ahLst/>
              <a:cxnLst/>
              <a:rect l="l" t="t" r="r" b="b"/>
              <a:pathLst>
                <a:path w="6574" h="2861" extrusionOk="0">
                  <a:moveTo>
                    <a:pt x="3078" y="1"/>
                  </a:moveTo>
                  <a:cubicBezTo>
                    <a:pt x="3067" y="1"/>
                    <a:pt x="3056" y="1"/>
                    <a:pt x="3045" y="1"/>
                  </a:cubicBezTo>
                  <a:cubicBezTo>
                    <a:pt x="2512" y="8"/>
                    <a:pt x="2083" y="401"/>
                    <a:pt x="2001" y="904"/>
                  </a:cubicBezTo>
                  <a:cubicBezTo>
                    <a:pt x="1964" y="904"/>
                    <a:pt x="1927" y="897"/>
                    <a:pt x="1889" y="897"/>
                  </a:cubicBezTo>
                  <a:cubicBezTo>
                    <a:pt x="1431" y="913"/>
                    <a:pt x="1068" y="1283"/>
                    <a:pt x="1061" y="1735"/>
                  </a:cubicBezTo>
                  <a:cubicBezTo>
                    <a:pt x="534" y="1891"/>
                    <a:pt x="127" y="2327"/>
                    <a:pt x="1" y="2861"/>
                  </a:cubicBezTo>
                  <a:lnTo>
                    <a:pt x="6574" y="2743"/>
                  </a:lnTo>
                  <a:cubicBezTo>
                    <a:pt x="6390" y="2086"/>
                    <a:pt x="6007" y="1601"/>
                    <a:pt x="5306" y="1601"/>
                  </a:cubicBezTo>
                  <a:cubicBezTo>
                    <a:pt x="5296" y="1601"/>
                    <a:pt x="5286" y="1601"/>
                    <a:pt x="5275" y="1602"/>
                  </a:cubicBezTo>
                  <a:lnTo>
                    <a:pt x="5217" y="1602"/>
                  </a:lnTo>
                  <a:cubicBezTo>
                    <a:pt x="5210" y="1101"/>
                    <a:pt x="4802" y="698"/>
                    <a:pt x="4305" y="698"/>
                  </a:cubicBezTo>
                  <a:cubicBezTo>
                    <a:pt x="4295" y="698"/>
                    <a:pt x="4286" y="698"/>
                    <a:pt x="4276" y="698"/>
                  </a:cubicBezTo>
                  <a:cubicBezTo>
                    <a:pt x="4208" y="698"/>
                    <a:pt x="4150" y="705"/>
                    <a:pt x="4084" y="719"/>
                  </a:cubicBezTo>
                  <a:cubicBezTo>
                    <a:pt x="3938" y="301"/>
                    <a:pt x="3545" y="1"/>
                    <a:pt x="30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40"/>
            <p:cNvSpPr/>
            <p:nvPr/>
          </p:nvSpPr>
          <p:spPr>
            <a:xfrm>
              <a:off x="8098236" y="2043208"/>
              <a:ext cx="54857" cy="109184"/>
            </a:xfrm>
            <a:custGeom>
              <a:avLst/>
              <a:gdLst/>
              <a:ahLst/>
              <a:cxnLst/>
              <a:rect l="l" t="t" r="r" b="b"/>
              <a:pathLst>
                <a:path w="726" h="1445" extrusionOk="0">
                  <a:moveTo>
                    <a:pt x="0" y="1"/>
                  </a:moveTo>
                  <a:cubicBezTo>
                    <a:pt x="0" y="1"/>
                    <a:pt x="578" y="186"/>
                    <a:pt x="548" y="719"/>
                  </a:cubicBezTo>
                  <a:cubicBezTo>
                    <a:pt x="518" y="1312"/>
                    <a:pt x="0" y="1445"/>
                    <a:pt x="0" y="1445"/>
                  </a:cubicBezTo>
                  <a:cubicBezTo>
                    <a:pt x="401" y="1445"/>
                    <a:pt x="726" y="1120"/>
                    <a:pt x="726" y="719"/>
                  </a:cubicBezTo>
                  <a:cubicBezTo>
                    <a:pt x="726" y="326"/>
                    <a:pt x="401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40"/>
            <p:cNvSpPr/>
            <p:nvPr/>
          </p:nvSpPr>
          <p:spPr>
            <a:xfrm>
              <a:off x="8286380" y="2097536"/>
              <a:ext cx="161850" cy="81756"/>
            </a:xfrm>
            <a:custGeom>
              <a:avLst/>
              <a:gdLst/>
              <a:ahLst/>
              <a:cxnLst/>
              <a:rect l="l" t="t" r="r" b="b"/>
              <a:pathLst>
                <a:path w="2142" h="1082" extrusionOk="0">
                  <a:moveTo>
                    <a:pt x="1068" y="0"/>
                  </a:moveTo>
                  <a:cubicBezTo>
                    <a:pt x="489" y="0"/>
                    <a:pt x="7" y="471"/>
                    <a:pt x="0" y="1053"/>
                  </a:cubicBezTo>
                  <a:cubicBezTo>
                    <a:pt x="0" y="1053"/>
                    <a:pt x="272" y="206"/>
                    <a:pt x="1007" y="206"/>
                  </a:cubicBezTo>
                  <a:cubicBezTo>
                    <a:pt x="1029" y="206"/>
                    <a:pt x="1052" y="207"/>
                    <a:pt x="1074" y="208"/>
                  </a:cubicBezTo>
                  <a:cubicBezTo>
                    <a:pt x="1947" y="274"/>
                    <a:pt x="2134" y="1082"/>
                    <a:pt x="2134" y="1082"/>
                  </a:cubicBezTo>
                  <a:cubicBezTo>
                    <a:pt x="2141" y="497"/>
                    <a:pt x="1674" y="15"/>
                    <a:pt x="1081" y="0"/>
                  </a:cubicBezTo>
                  <a:cubicBezTo>
                    <a:pt x="1077" y="0"/>
                    <a:pt x="1073" y="0"/>
                    <a:pt x="10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40"/>
            <p:cNvSpPr/>
            <p:nvPr/>
          </p:nvSpPr>
          <p:spPr>
            <a:xfrm>
              <a:off x="5828093" y="1513644"/>
              <a:ext cx="48118" cy="47927"/>
            </a:xfrm>
            <a:custGeom>
              <a:avLst/>
              <a:gdLst/>
              <a:ahLst/>
              <a:cxnLst/>
              <a:rect l="l" t="t" r="r" b="b"/>
              <a:pathLst>
                <a:path w="506" h="504" extrusionOk="0">
                  <a:moveTo>
                    <a:pt x="253" y="1"/>
                  </a:moveTo>
                  <a:cubicBezTo>
                    <a:pt x="113" y="1"/>
                    <a:pt x="0" y="113"/>
                    <a:pt x="0" y="253"/>
                  </a:cubicBezTo>
                  <a:cubicBezTo>
                    <a:pt x="0" y="394"/>
                    <a:pt x="113" y="504"/>
                    <a:pt x="253" y="504"/>
                  </a:cubicBezTo>
                  <a:cubicBezTo>
                    <a:pt x="394" y="504"/>
                    <a:pt x="506" y="394"/>
                    <a:pt x="506" y="253"/>
                  </a:cubicBezTo>
                  <a:cubicBezTo>
                    <a:pt x="506" y="113"/>
                    <a:pt x="394" y="1"/>
                    <a:pt x="253" y="1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08" name="Google Shape;3008;p40"/>
            <p:cNvGrpSpPr/>
            <p:nvPr/>
          </p:nvGrpSpPr>
          <p:grpSpPr>
            <a:xfrm>
              <a:off x="4884685" y="770013"/>
              <a:ext cx="661361" cy="663680"/>
              <a:chOff x="5281365" y="1361550"/>
              <a:chExt cx="373502" cy="374812"/>
            </a:xfrm>
          </p:grpSpPr>
          <p:sp>
            <p:nvSpPr>
              <p:cNvPr id="3009" name="Google Shape;3009;p40"/>
              <p:cNvSpPr/>
              <p:nvPr/>
            </p:nvSpPr>
            <p:spPr>
              <a:xfrm>
                <a:off x="5281365" y="1361550"/>
                <a:ext cx="373502" cy="374812"/>
              </a:xfrm>
              <a:custGeom>
                <a:avLst/>
                <a:gdLst/>
                <a:ahLst/>
                <a:cxnLst/>
                <a:rect l="l" t="t" r="r" b="b"/>
                <a:pathLst>
                  <a:path w="2542" h="2551" extrusionOk="0">
                    <a:moveTo>
                      <a:pt x="1275" y="1"/>
                    </a:moveTo>
                    <a:cubicBezTo>
                      <a:pt x="571" y="1"/>
                      <a:pt x="0" y="572"/>
                      <a:pt x="0" y="1276"/>
                    </a:cubicBezTo>
                    <a:cubicBezTo>
                      <a:pt x="0" y="1980"/>
                      <a:pt x="571" y="2551"/>
                      <a:pt x="1275" y="2551"/>
                    </a:cubicBezTo>
                    <a:cubicBezTo>
                      <a:pt x="1972" y="2551"/>
                      <a:pt x="2541" y="1980"/>
                      <a:pt x="2541" y="1276"/>
                    </a:cubicBezTo>
                    <a:cubicBezTo>
                      <a:pt x="2541" y="572"/>
                      <a:pt x="1972" y="1"/>
                      <a:pt x="1275" y="1"/>
                    </a:cubicBezTo>
                    <a:close/>
                  </a:path>
                </a:pathLst>
              </a:custGeom>
              <a:solidFill>
                <a:srgbClr val="FFD65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40"/>
              <p:cNvSpPr/>
              <p:nvPr/>
            </p:nvSpPr>
            <p:spPr>
              <a:xfrm>
                <a:off x="5281365" y="1361550"/>
                <a:ext cx="186457" cy="374812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2551" extrusionOk="0">
                    <a:moveTo>
                      <a:pt x="1268" y="1"/>
                    </a:moveTo>
                    <a:cubicBezTo>
                      <a:pt x="564" y="8"/>
                      <a:pt x="0" y="572"/>
                      <a:pt x="0" y="1276"/>
                    </a:cubicBezTo>
                    <a:cubicBezTo>
                      <a:pt x="0" y="1980"/>
                      <a:pt x="564" y="2542"/>
                      <a:pt x="1268" y="2551"/>
                    </a:cubicBezTo>
                    <a:cubicBezTo>
                      <a:pt x="1268" y="2542"/>
                      <a:pt x="578" y="1913"/>
                      <a:pt x="578" y="1276"/>
                    </a:cubicBezTo>
                    <a:cubicBezTo>
                      <a:pt x="578" y="639"/>
                      <a:pt x="1268" y="8"/>
                      <a:pt x="1268" y="1"/>
                    </a:cubicBezTo>
                    <a:close/>
                  </a:path>
                </a:pathLst>
              </a:custGeom>
              <a:solidFill>
                <a:srgbClr val="FFE9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11" name="Google Shape;3011;p40"/>
            <p:cNvSpPr/>
            <p:nvPr/>
          </p:nvSpPr>
          <p:spPr>
            <a:xfrm>
              <a:off x="7223439" y="1556373"/>
              <a:ext cx="233556" cy="122634"/>
            </a:xfrm>
            <a:custGeom>
              <a:avLst/>
              <a:gdLst/>
              <a:ahLst/>
              <a:cxnLst/>
              <a:rect l="l" t="t" r="r" b="b"/>
              <a:pathLst>
                <a:path w="3091" h="1623" extrusionOk="0">
                  <a:moveTo>
                    <a:pt x="807" y="1"/>
                  </a:moveTo>
                  <a:cubicBezTo>
                    <a:pt x="363" y="1"/>
                    <a:pt x="0" y="363"/>
                    <a:pt x="0" y="815"/>
                  </a:cubicBezTo>
                  <a:cubicBezTo>
                    <a:pt x="0" y="1260"/>
                    <a:pt x="363" y="1623"/>
                    <a:pt x="807" y="1623"/>
                  </a:cubicBezTo>
                  <a:lnTo>
                    <a:pt x="2275" y="1623"/>
                  </a:lnTo>
                  <a:cubicBezTo>
                    <a:pt x="2726" y="1623"/>
                    <a:pt x="3091" y="1260"/>
                    <a:pt x="3091" y="815"/>
                  </a:cubicBezTo>
                  <a:cubicBezTo>
                    <a:pt x="3091" y="363"/>
                    <a:pt x="2726" y="1"/>
                    <a:pt x="2275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40"/>
            <p:cNvSpPr/>
            <p:nvPr/>
          </p:nvSpPr>
          <p:spPr>
            <a:xfrm>
              <a:off x="6734717" y="1713613"/>
              <a:ext cx="114776" cy="122785"/>
            </a:xfrm>
            <a:custGeom>
              <a:avLst/>
              <a:gdLst/>
              <a:ahLst/>
              <a:cxnLst/>
              <a:rect l="l" t="t" r="r" b="b"/>
              <a:pathLst>
                <a:path w="1519" h="1625" extrusionOk="0">
                  <a:moveTo>
                    <a:pt x="0" y="0"/>
                  </a:moveTo>
                  <a:lnTo>
                    <a:pt x="0" y="1624"/>
                  </a:lnTo>
                  <a:lnTo>
                    <a:pt x="703" y="1624"/>
                  </a:lnTo>
                  <a:cubicBezTo>
                    <a:pt x="1156" y="1624"/>
                    <a:pt x="1519" y="1254"/>
                    <a:pt x="1519" y="810"/>
                  </a:cubicBezTo>
                  <a:cubicBezTo>
                    <a:pt x="1519" y="365"/>
                    <a:pt x="1156" y="0"/>
                    <a:pt x="703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40"/>
            <p:cNvSpPr/>
            <p:nvPr/>
          </p:nvSpPr>
          <p:spPr>
            <a:xfrm>
              <a:off x="7404783" y="1349187"/>
              <a:ext cx="373493" cy="196003"/>
            </a:xfrm>
            <a:custGeom>
              <a:avLst/>
              <a:gdLst/>
              <a:ahLst/>
              <a:cxnLst/>
              <a:rect l="l" t="t" r="r" b="b"/>
              <a:pathLst>
                <a:path w="4943" h="2594" extrusionOk="0">
                  <a:moveTo>
                    <a:pt x="1297" y="0"/>
                  </a:moveTo>
                  <a:cubicBezTo>
                    <a:pt x="586" y="0"/>
                    <a:pt x="1" y="578"/>
                    <a:pt x="1" y="1297"/>
                  </a:cubicBezTo>
                  <a:cubicBezTo>
                    <a:pt x="1" y="2008"/>
                    <a:pt x="586" y="2593"/>
                    <a:pt x="1297" y="2593"/>
                  </a:cubicBezTo>
                  <a:lnTo>
                    <a:pt x="3647" y="2593"/>
                  </a:lnTo>
                  <a:cubicBezTo>
                    <a:pt x="4358" y="2593"/>
                    <a:pt x="4943" y="2008"/>
                    <a:pt x="4943" y="1297"/>
                  </a:cubicBezTo>
                  <a:cubicBezTo>
                    <a:pt x="4943" y="578"/>
                    <a:pt x="4358" y="0"/>
                    <a:pt x="364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40"/>
            <p:cNvSpPr/>
            <p:nvPr/>
          </p:nvSpPr>
          <p:spPr>
            <a:xfrm>
              <a:off x="7551520" y="1664424"/>
              <a:ext cx="438928" cy="124901"/>
            </a:xfrm>
            <a:custGeom>
              <a:avLst/>
              <a:gdLst/>
              <a:ahLst/>
              <a:cxnLst/>
              <a:rect l="l" t="t" r="r" b="b"/>
              <a:pathLst>
                <a:path w="5809" h="1653" extrusionOk="0">
                  <a:moveTo>
                    <a:pt x="822" y="0"/>
                  </a:moveTo>
                  <a:cubicBezTo>
                    <a:pt x="371" y="0"/>
                    <a:pt x="1" y="370"/>
                    <a:pt x="1" y="822"/>
                  </a:cubicBezTo>
                  <a:cubicBezTo>
                    <a:pt x="1" y="1283"/>
                    <a:pt x="371" y="1653"/>
                    <a:pt x="822" y="1653"/>
                  </a:cubicBezTo>
                  <a:lnTo>
                    <a:pt x="4987" y="1653"/>
                  </a:lnTo>
                  <a:cubicBezTo>
                    <a:pt x="5439" y="1653"/>
                    <a:pt x="5809" y="1283"/>
                    <a:pt x="5809" y="822"/>
                  </a:cubicBezTo>
                  <a:cubicBezTo>
                    <a:pt x="5809" y="370"/>
                    <a:pt x="5439" y="0"/>
                    <a:pt x="498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40"/>
            <p:cNvSpPr/>
            <p:nvPr/>
          </p:nvSpPr>
          <p:spPr>
            <a:xfrm>
              <a:off x="6211690" y="3791438"/>
              <a:ext cx="214515" cy="61052"/>
            </a:xfrm>
            <a:custGeom>
              <a:avLst/>
              <a:gdLst/>
              <a:ahLst/>
              <a:cxnLst/>
              <a:rect l="l" t="t" r="r" b="b"/>
              <a:pathLst>
                <a:path w="2839" h="808" extrusionOk="0">
                  <a:moveTo>
                    <a:pt x="408" y="0"/>
                  </a:moveTo>
                  <a:cubicBezTo>
                    <a:pt x="186" y="0"/>
                    <a:pt x="1" y="185"/>
                    <a:pt x="1" y="408"/>
                  </a:cubicBezTo>
                  <a:cubicBezTo>
                    <a:pt x="1" y="630"/>
                    <a:pt x="186" y="808"/>
                    <a:pt x="408" y="808"/>
                  </a:cubicBezTo>
                  <a:lnTo>
                    <a:pt x="2439" y="808"/>
                  </a:lnTo>
                  <a:cubicBezTo>
                    <a:pt x="2661" y="808"/>
                    <a:pt x="2839" y="630"/>
                    <a:pt x="2839" y="408"/>
                  </a:cubicBezTo>
                  <a:cubicBezTo>
                    <a:pt x="2839" y="185"/>
                    <a:pt x="2661" y="0"/>
                    <a:pt x="2439" y="0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40"/>
            <p:cNvSpPr/>
            <p:nvPr/>
          </p:nvSpPr>
          <p:spPr>
            <a:xfrm>
              <a:off x="7496588" y="3335055"/>
              <a:ext cx="254864" cy="72915"/>
            </a:xfrm>
            <a:custGeom>
              <a:avLst/>
              <a:gdLst/>
              <a:ahLst/>
              <a:cxnLst/>
              <a:rect l="l" t="t" r="r" b="b"/>
              <a:pathLst>
                <a:path w="3373" h="965" extrusionOk="0">
                  <a:moveTo>
                    <a:pt x="482" y="1"/>
                  </a:moveTo>
                  <a:cubicBezTo>
                    <a:pt x="216" y="1"/>
                    <a:pt x="0" y="216"/>
                    <a:pt x="0" y="483"/>
                  </a:cubicBezTo>
                  <a:cubicBezTo>
                    <a:pt x="0" y="743"/>
                    <a:pt x="216" y="965"/>
                    <a:pt x="482" y="965"/>
                  </a:cubicBezTo>
                  <a:lnTo>
                    <a:pt x="2890" y="965"/>
                  </a:lnTo>
                  <a:cubicBezTo>
                    <a:pt x="3157" y="965"/>
                    <a:pt x="3372" y="743"/>
                    <a:pt x="3372" y="483"/>
                  </a:cubicBezTo>
                  <a:cubicBezTo>
                    <a:pt x="3372" y="216"/>
                    <a:pt x="3157" y="1"/>
                    <a:pt x="2890" y="1"/>
                  </a:cubicBez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40"/>
            <p:cNvSpPr/>
            <p:nvPr/>
          </p:nvSpPr>
          <p:spPr>
            <a:xfrm>
              <a:off x="7230693" y="3456027"/>
              <a:ext cx="416033" cy="118705"/>
            </a:xfrm>
            <a:custGeom>
              <a:avLst/>
              <a:gdLst/>
              <a:ahLst/>
              <a:cxnLst/>
              <a:rect l="l" t="t" r="r" b="b"/>
              <a:pathLst>
                <a:path w="5506" h="1571" extrusionOk="0">
                  <a:moveTo>
                    <a:pt x="786" y="0"/>
                  </a:moveTo>
                  <a:cubicBezTo>
                    <a:pt x="356" y="0"/>
                    <a:pt x="0" y="356"/>
                    <a:pt x="0" y="787"/>
                  </a:cubicBezTo>
                  <a:cubicBezTo>
                    <a:pt x="0" y="1215"/>
                    <a:pt x="356" y="1571"/>
                    <a:pt x="786" y="1571"/>
                  </a:cubicBezTo>
                  <a:lnTo>
                    <a:pt x="4720" y="1571"/>
                  </a:lnTo>
                  <a:cubicBezTo>
                    <a:pt x="5157" y="1571"/>
                    <a:pt x="5506" y="1215"/>
                    <a:pt x="5506" y="787"/>
                  </a:cubicBezTo>
                  <a:cubicBezTo>
                    <a:pt x="5506" y="356"/>
                    <a:pt x="5157" y="0"/>
                    <a:pt x="4720" y="0"/>
                  </a:cubicBez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40"/>
            <p:cNvSpPr/>
            <p:nvPr/>
          </p:nvSpPr>
          <p:spPr>
            <a:xfrm>
              <a:off x="5918895" y="3643038"/>
              <a:ext cx="416109" cy="118251"/>
            </a:xfrm>
            <a:custGeom>
              <a:avLst/>
              <a:gdLst/>
              <a:ahLst/>
              <a:cxnLst/>
              <a:rect l="l" t="t" r="r" b="b"/>
              <a:pathLst>
                <a:path w="5507" h="1565" extrusionOk="0">
                  <a:moveTo>
                    <a:pt x="785" y="1"/>
                  </a:moveTo>
                  <a:cubicBezTo>
                    <a:pt x="356" y="1"/>
                    <a:pt x="1" y="350"/>
                    <a:pt x="1" y="778"/>
                  </a:cubicBezTo>
                  <a:cubicBezTo>
                    <a:pt x="1" y="1216"/>
                    <a:pt x="356" y="1564"/>
                    <a:pt x="785" y="1564"/>
                  </a:cubicBezTo>
                  <a:lnTo>
                    <a:pt x="4720" y="1564"/>
                  </a:lnTo>
                  <a:cubicBezTo>
                    <a:pt x="5151" y="1564"/>
                    <a:pt x="5506" y="1216"/>
                    <a:pt x="5506" y="778"/>
                  </a:cubicBezTo>
                  <a:cubicBezTo>
                    <a:pt x="5506" y="350"/>
                    <a:pt x="5151" y="1"/>
                    <a:pt x="4720" y="1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40"/>
            <p:cNvSpPr/>
            <p:nvPr/>
          </p:nvSpPr>
          <p:spPr>
            <a:xfrm>
              <a:off x="4781189" y="2888269"/>
              <a:ext cx="1946879" cy="120518"/>
            </a:xfrm>
            <a:custGeom>
              <a:avLst/>
              <a:gdLst/>
              <a:ahLst/>
              <a:cxnLst/>
              <a:rect l="l" t="t" r="r" b="b"/>
              <a:pathLst>
                <a:path w="25766" h="1595" extrusionOk="0">
                  <a:moveTo>
                    <a:pt x="1615" y="1"/>
                  </a:moveTo>
                  <a:cubicBezTo>
                    <a:pt x="0" y="1"/>
                    <a:pt x="141" y="1594"/>
                    <a:pt x="1615" y="1594"/>
                  </a:cubicBezTo>
                  <a:lnTo>
                    <a:pt x="25765" y="1594"/>
                  </a:lnTo>
                  <a:lnTo>
                    <a:pt x="25765" y="1"/>
                  </a:ln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40"/>
            <p:cNvSpPr/>
            <p:nvPr/>
          </p:nvSpPr>
          <p:spPr>
            <a:xfrm>
              <a:off x="4621681" y="3008711"/>
              <a:ext cx="2106386" cy="120443"/>
            </a:xfrm>
            <a:custGeom>
              <a:avLst/>
              <a:gdLst/>
              <a:ahLst/>
              <a:cxnLst/>
              <a:rect l="l" t="t" r="r" b="b"/>
              <a:pathLst>
                <a:path w="27877" h="1594" extrusionOk="0">
                  <a:moveTo>
                    <a:pt x="1615" y="0"/>
                  </a:moveTo>
                  <a:cubicBezTo>
                    <a:pt x="45" y="0"/>
                    <a:pt x="0" y="1594"/>
                    <a:pt x="1615" y="1594"/>
                  </a:cubicBezTo>
                  <a:lnTo>
                    <a:pt x="27876" y="1594"/>
                  </a:lnTo>
                  <a:lnTo>
                    <a:pt x="27876" y="0"/>
                  </a:ln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40"/>
            <p:cNvSpPr/>
            <p:nvPr/>
          </p:nvSpPr>
          <p:spPr>
            <a:xfrm>
              <a:off x="6727312" y="2888269"/>
              <a:ext cx="1941741" cy="120518"/>
            </a:xfrm>
            <a:custGeom>
              <a:avLst/>
              <a:gdLst/>
              <a:ahLst/>
              <a:cxnLst/>
              <a:rect l="l" t="t" r="r" b="b"/>
              <a:pathLst>
                <a:path w="25698" h="1595" extrusionOk="0">
                  <a:moveTo>
                    <a:pt x="0" y="1"/>
                  </a:moveTo>
                  <a:lnTo>
                    <a:pt x="0" y="1594"/>
                  </a:lnTo>
                  <a:lnTo>
                    <a:pt x="24350" y="1594"/>
                  </a:lnTo>
                  <a:cubicBezTo>
                    <a:pt x="25698" y="1594"/>
                    <a:pt x="25557" y="1"/>
                    <a:pt x="2435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40"/>
            <p:cNvSpPr/>
            <p:nvPr/>
          </p:nvSpPr>
          <p:spPr>
            <a:xfrm>
              <a:off x="6727312" y="3008711"/>
              <a:ext cx="2094674" cy="120443"/>
            </a:xfrm>
            <a:custGeom>
              <a:avLst/>
              <a:gdLst/>
              <a:ahLst/>
              <a:cxnLst/>
              <a:rect l="l" t="t" r="r" b="b"/>
              <a:pathLst>
                <a:path w="27722" h="1594" extrusionOk="0">
                  <a:moveTo>
                    <a:pt x="0" y="0"/>
                  </a:moveTo>
                  <a:lnTo>
                    <a:pt x="0" y="1578"/>
                  </a:lnTo>
                  <a:lnTo>
                    <a:pt x="20763" y="1578"/>
                  </a:lnTo>
                  <a:cubicBezTo>
                    <a:pt x="20807" y="1578"/>
                    <a:pt x="20861" y="1587"/>
                    <a:pt x="20905" y="1594"/>
                  </a:cubicBezTo>
                  <a:lnTo>
                    <a:pt x="26692" y="1594"/>
                  </a:lnTo>
                  <a:cubicBezTo>
                    <a:pt x="27670" y="1594"/>
                    <a:pt x="27722" y="164"/>
                    <a:pt x="26774" y="15"/>
                  </a:cubicBezTo>
                  <a:cubicBezTo>
                    <a:pt x="26720" y="7"/>
                    <a:pt x="26662" y="0"/>
                    <a:pt x="26610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40"/>
            <p:cNvSpPr/>
            <p:nvPr/>
          </p:nvSpPr>
          <p:spPr>
            <a:xfrm>
              <a:off x="6727312" y="3127870"/>
              <a:ext cx="1579657" cy="1285"/>
            </a:xfrm>
            <a:custGeom>
              <a:avLst/>
              <a:gdLst/>
              <a:ahLst/>
              <a:cxnLst/>
              <a:rect l="l" t="t" r="r" b="b"/>
              <a:pathLst>
                <a:path w="20906" h="17" extrusionOk="0">
                  <a:moveTo>
                    <a:pt x="0" y="1"/>
                  </a:moveTo>
                  <a:lnTo>
                    <a:pt x="0" y="17"/>
                  </a:lnTo>
                  <a:lnTo>
                    <a:pt x="20905" y="17"/>
                  </a:lnTo>
                  <a:cubicBezTo>
                    <a:pt x="20861" y="10"/>
                    <a:pt x="20807" y="1"/>
                    <a:pt x="20763" y="1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40"/>
            <p:cNvSpPr/>
            <p:nvPr/>
          </p:nvSpPr>
          <p:spPr>
            <a:xfrm>
              <a:off x="7366247" y="2060282"/>
              <a:ext cx="138879" cy="837129"/>
            </a:xfrm>
            <a:custGeom>
              <a:avLst/>
              <a:gdLst/>
              <a:ahLst/>
              <a:cxnLst/>
              <a:rect l="l" t="t" r="r" b="b"/>
              <a:pathLst>
                <a:path w="1838" h="11079" extrusionOk="0">
                  <a:moveTo>
                    <a:pt x="497" y="1"/>
                  </a:moveTo>
                  <a:lnTo>
                    <a:pt x="0" y="11055"/>
                  </a:lnTo>
                  <a:lnTo>
                    <a:pt x="1838" y="11078"/>
                  </a:lnTo>
                  <a:lnTo>
                    <a:pt x="1838" y="11078"/>
                  </a:lnTo>
                  <a:lnTo>
                    <a:pt x="1601" y="15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40"/>
            <p:cNvSpPr/>
            <p:nvPr/>
          </p:nvSpPr>
          <p:spPr>
            <a:xfrm>
              <a:off x="7366247" y="2060282"/>
              <a:ext cx="79489" cy="835845"/>
            </a:xfrm>
            <a:custGeom>
              <a:avLst/>
              <a:gdLst/>
              <a:ahLst/>
              <a:cxnLst/>
              <a:rect l="l" t="t" r="r" b="b"/>
              <a:pathLst>
                <a:path w="1052" h="11062" extrusionOk="0">
                  <a:moveTo>
                    <a:pt x="497" y="1"/>
                  </a:moveTo>
                  <a:lnTo>
                    <a:pt x="363" y="2994"/>
                  </a:lnTo>
                  <a:lnTo>
                    <a:pt x="0" y="11055"/>
                  </a:lnTo>
                  <a:lnTo>
                    <a:pt x="918" y="11062"/>
                  </a:lnTo>
                  <a:lnTo>
                    <a:pt x="1051" y="8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9293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40"/>
            <p:cNvSpPr/>
            <p:nvPr/>
          </p:nvSpPr>
          <p:spPr>
            <a:xfrm>
              <a:off x="7393147" y="2261876"/>
              <a:ext cx="99059" cy="49794"/>
            </a:xfrm>
            <a:custGeom>
              <a:avLst/>
              <a:gdLst/>
              <a:ahLst/>
              <a:cxnLst/>
              <a:rect l="l" t="t" r="r" b="b"/>
              <a:pathLst>
                <a:path w="1311" h="659" extrusionOk="0">
                  <a:moveTo>
                    <a:pt x="29" y="0"/>
                  </a:moveTo>
                  <a:lnTo>
                    <a:pt x="0" y="637"/>
                  </a:lnTo>
                  <a:lnTo>
                    <a:pt x="651" y="651"/>
                  </a:lnTo>
                  <a:lnTo>
                    <a:pt x="1311" y="658"/>
                  </a:lnTo>
                  <a:lnTo>
                    <a:pt x="1297" y="14"/>
                  </a:lnTo>
                  <a:lnTo>
                    <a:pt x="667" y="7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40"/>
            <p:cNvSpPr/>
            <p:nvPr/>
          </p:nvSpPr>
          <p:spPr>
            <a:xfrm>
              <a:off x="7386951" y="2374839"/>
              <a:ext cx="108126" cy="72386"/>
            </a:xfrm>
            <a:custGeom>
              <a:avLst/>
              <a:gdLst/>
              <a:ahLst/>
              <a:cxnLst/>
              <a:rect l="l" t="t" r="r" b="b"/>
              <a:pathLst>
                <a:path w="1431" h="958" extrusionOk="0">
                  <a:moveTo>
                    <a:pt x="45" y="1"/>
                  </a:moveTo>
                  <a:lnTo>
                    <a:pt x="0" y="941"/>
                  </a:lnTo>
                  <a:lnTo>
                    <a:pt x="719" y="950"/>
                  </a:lnTo>
                  <a:lnTo>
                    <a:pt x="1430" y="957"/>
                  </a:lnTo>
                  <a:lnTo>
                    <a:pt x="1416" y="24"/>
                  </a:lnTo>
                  <a:lnTo>
                    <a:pt x="726" y="8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8" name="Google Shape;3028;p40"/>
          <p:cNvGrpSpPr/>
          <p:nvPr/>
        </p:nvGrpSpPr>
        <p:grpSpPr>
          <a:xfrm>
            <a:off x="5294399" y="4481088"/>
            <a:ext cx="2749703" cy="122913"/>
            <a:chOff x="5024149" y="4918613"/>
            <a:chExt cx="2749703" cy="122913"/>
          </a:xfrm>
        </p:grpSpPr>
        <p:sp>
          <p:nvSpPr>
            <p:cNvPr id="3029" name="Google Shape;3029;p40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40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40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40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40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40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40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40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40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40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40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40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40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40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40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40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40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40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40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40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40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40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40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40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40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40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40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40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40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40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8" name="Google Shape;3308;p42"/>
          <p:cNvSpPr/>
          <p:nvPr/>
        </p:nvSpPr>
        <p:spPr>
          <a:xfrm>
            <a:off x="2577308" y="1936801"/>
            <a:ext cx="781500" cy="7815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9" name="Google Shape;3309;p42"/>
          <p:cNvSpPr/>
          <p:nvPr/>
        </p:nvSpPr>
        <p:spPr>
          <a:xfrm>
            <a:off x="5785183" y="1936801"/>
            <a:ext cx="781500" cy="7815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0" name="Google Shape;3310;p42"/>
          <p:cNvSpPr txBox="1">
            <a:spLocks noGrp="1"/>
          </p:cNvSpPr>
          <p:nvPr>
            <p:ph type="title"/>
          </p:nvPr>
        </p:nvSpPr>
        <p:spPr>
          <a:xfrm>
            <a:off x="1849650" y="445025"/>
            <a:ext cx="5444700" cy="10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Kivy App</a:t>
            </a:r>
            <a:r>
              <a:rPr lang="en"/>
              <a:t> — Ecrans et Fonctionnalites</a:t>
            </a:r>
            <a:endParaRPr/>
          </a:p>
        </p:txBody>
      </p:sp>
      <p:sp>
        <p:nvSpPr>
          <p:cNvPr id="3311" name="Google Shape;3311;p42"/>
          <p:cNvSpPr txBox="1">
            <a:spLocks noGrp="1"/>
          </p:cNvSpPr>
          <p:nvPr>
            <p:ph type="subTitle" idx="1"/>
          </p:nvPr>
        </p:nvSpPr>
        <p:spPr>
          <a:xfrm>
            <a:off x="4804334" y="3090472"/>
            <a:ext cx="27432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Ecran Alarmes: creation, affichage et persistance des alertes utilisateur. Seuils personnalises par capteur.</a:t>
            </a:r>
            <a:endParaRPr/>
          </a:p>
        </p:txBody>
      </p:sp>
      <p:sp>
        <p:nvSpPr>
          <p:cNvPr id="3312" name="Google Shape;3312;p42"/>
          <p:cNvSpPr txBox="1">
            <a:spLocks noGrp="1"/>
          </p:cNvSpPr>
          <p:nvPr>
            <p:ph type="subTitle" idx="2"/>
          </p:nvPr>
        </p:nvSpPr>
        <p:spPr>
          <a:xfrm>
            <a:off x="1596462" y="3090472"/>
            <a:ext cx="27432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Ecran CO2: statistiques, graphe interactif, bascule flux actuel / historique 30 jours. Capture de mesures avec feedback snackbar.</a:t>
            </a:r>
            <a:endParaRPr/>
          </a:p>
        </p:txBody>
      </p:sp>
      <p:sp>
        <p:nvSpPr>
          <p:cNvPr id="3313" name="Google Shape;3313;p42"/>
          <p:cNvSpPr txBox="1">
            <a:spLocks noGrp="1"/>
          </p:cNvSpPr>
          <p:nvPr>
            <p:ph type="subTitle" idx="3"/>
          </p:nvPr>
        </p:nvSpPr>
        <p:spPr>
          <a:xfrm>
            <a:off x="1596462" y="2845375"/>
            <a:ext cx="27432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CO2 &amp; Mesures</a:t>
            </a:r>
            <a:endParaRPr/>
          </a:p>
        </p:txBody>
      </p:sp>
      <p:sp>
        <p:nvSpPr>
          <p:cNvPr id="3314" name="Google Shape;3314;p42"/>
          <p:cNvSpPr txBox="1">
            <a:spLocks noGrp="1"/>
          </p:cNvSpPr>
          <p:nvPr>
            <p:ph type="subTitle" idx="4"/>
          </p:nvPr>
        </p:nvSpPr>
        <p:spPr>
          <a:xfrm>
            <a:off x="4804338" y="2845375"/>
            <a:ext cx="27432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Alertes</a:t>
            </a:r>
            <a:endParaRPr/>
          </a:p>
        </p:txBody>
      </p:sp>
      <p:grpSp>
        <p:nvGrpSpPr>
          <p:cNvPr id="3315" name="Google Shape;3315;p42"/>
          <p:cNvGrpSpPr/>
          <p:nvPr/>
        </p:nvGrpSpPr>
        <p:grpSpPr>
          <a:xfrm>
            <a:off x="5947348" y="2098962"/>
            <a:ext cx="457181" cy="457181"/>
            <a:chOff x="4780446" y="4063623"/>
            <a:chExt cx="382163" cy="382163"/>
          </a:xfrm>
        </p:grpSpPr>
        <p:sp>
          <p:nvSpPr>
            <p:cNvPr id="3316" name="Google Shape;3316;p42"/>
            <p:cNvSpPr/>
            <p:nvPr/>
          </p:nvSpPr>
          <p:spPr>
            <a:xfrm>
              <a:off x="4901133" y="4228295"/>
              <a:ext cx="193607" cy="62870"/>
            </a:xfrm>
            <a:custGeom>
              <a:avLst/>
              <a:gdLst/>
              <a:ahLst/>
              <a:cxnLst/>
              <a:rect l="l" t="t" r="r" b="b"/>
              <a:pathLst>
                <a:path w="7166" h="2327" extrusionOk="0">
                  <a:moveTo>
                    <a:pt x="0" y="1"/>
                  </a:moveTo>
                  <a:lnTo>
                    <a:pt x="0" y="2327"/>
                  </a:lnTo>
                  <a:lnTo>
                    <a:pt x="7165" y="2327"/>
                  </a:lnTo>
                  <a:lnTo>
                    <a:pt x="560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42"/>
            <p:cNvSpPr/>
            <p:nvPr/>
          </p:nvSpPr>
          <p:spPr>
            <a:xfrm>
              <a:off x="4997910" y="4228295"/>
              <a:ext cx="99343" cy="62870"/>
            </a:xfrm>
            <a:custGeom>
              <a:avLst/>
              <a:gdLst/>
              <a:ahLst/>
              <a:cxnLst/>
              <a:rect l="l" t="t" r="r" b="b"/>
              <a:pathLst>
                <a:path w="3677" h="2327" extrusionOk="0">
                  <a:moveTo>
                    <a:pt x="1" y="1"/>
                  </a:moveTo>
                  <a:lnTo>
                    <a:pt x="1" y="2327"/>
                  </a:lnTo>
                  <a:lnTo>
                    <a:pt x="3676" y="2327"/>
                  </a:lnTo>
                  <a:lnTo>
                    <a:pt x="20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42"/>
            <p:cNvSpPr/>
            <p:nvPr/>
          </p:nvSpPr>
          <p:spPr>
            <a:xfrm>
              <a:off x="4780446" y="4095045"/>
              <a:ext cx="172858" cy="258990"/>
            </a:xfrm>
            <a:custGeom>
              <a:avLst/>
              <a:gdLst/>
              <a:ahLst/>
              <a:cxnLst/>
              <a:rect l="l" t="t" r="r" b="b"/>
              <a:pathLst>
                <a:path w="6398" h="9586" extrusionOk="0">
                  <a:moveTo>
                    <a:pt x="1745" y="1"/>
                  </a:moveTo>
                  <a:cubicBezTo>
                    <a:pt x="768" y="1"/>
                    <a:pt x="0" y="768"/>
                    <a:pt x="0" y="1745"/>
                  </a:cubicBezTo>
                  <a:lnTo>
                    <a:pt x="0" y="7841"/>
                  </a:lnTo>
                  <a:cubicBezTo>
                    <a:pt x="0" y="8818"/>
                    <a:pt x="768" y="9585"/>
                    <a:pt x="1745" y="9585"/>
                  </a:cubicBezTo>
                  <a:cubicBezTo>
                    <a:pt x="1931" y="9585"/>
                    <a:pt x="2141" y="9399"/>
                    <a:pt x="2234" y="9190"/>
                  </a:cubicBezTo>
                  <a:cubicBezTo>
                    <a:pt x="2234" y="9004"/>
                    <a:pt x="2024" y="8725"/>
                    <a:pt x="1745" y="8725"/>
                  </a:cubicBezTo>
                  <a:cubicBezTo>
                    <a:pt x="1257" y="8725"/>
                    <a:pt x="861" y="8329"/>
                    <a:pt x="861" y="7841"/>
                  </a:cubicBezTo>
                  <a:lnTo>
                    <a:pt x="861" y="1745"/>
                  </a:lnTo>
                  <a:cubicBezTo>
                    <a:pt x="861" y="1257"/>
                    <a:pt x="1257" y="768"/>
                    <a:pt x="1745" y="768"/>
                  </a:cubicBezTo>
                  <a:lnTo>
                    <a:pt x="5909" y="768"/>
                  </a:lnTo>
                  <a:cubicBezTo>
                    <a:pt x="6212" y="768"/>
                    <a:pt x="6398" y="582"/>
                    <a:pt x="6398" y="373"/>
                  </a:cubicBezTo>
                  <a:cubicBezTo>
                    <a:pt x="6305" y="187"/>
                    <a:pt x="6096" y="1"/>
                    <a:pt x="590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42"/>
            <p:cNvSpPr/>
            <p:nvPr/>
          </p:nvSpPr>
          <p:spPr>
            <a:xfrm>
              <a:off x="4830104" y="4207546"/>
              <a:ext cx="332504" cy="201794"/>
            </a:xfrm>
            <a:custGeom>
              <a:avLst/>
              <a:gdLst/>
              <a:ahLst/>
              <a:cxnLst/>
              <a:rect l="l" t="t" r="r" b="b"/>
              <a:pathLst>
                <a:path w="12307" h="7469" extrusionOk="0">
                  <a:moveTo>
                    <a:pt x="5723" y="769"/>
                  </a:moveTo>
                  <a:lnTo>
                    <a:pt x="5723" y="3002"/>
                  </a:lnTo>
                  <a:lnTo>
                    <a:pt x="3978" y="3002"/>
                  </a:lnTo>
                  <a:cubicBezTo>
                    <a:pt x="3211" y="3002"/>
                    <a:pt x="2722" y="2420"/>
                    <a:pt x="2722" y="1746"/>
                  </a:cubicBezTo>
                  <a:lnTo>
                    <a:pt x="2722" y="1164"/>
                  </a:lnTo>
                  <a:cubicBezTo>
                    <a:pt x="2722" y="955"/>
                    <a:pt x="2908" y="769"/>
                    <a:pt x="3094" y="769"/>
                  </a:cubicBezTo>
                  <a:close/>
                  <a:moveTo>
                    <a:pt x="6979" y="769"/>
                  </a:moveTo>
                  <a:cubicBezTo>
                    <a:pt x="7375" y="769"/>
                    <a:pt x="7747" y="955"/>
                    <a:pt x="7957" y="1257"/>
                  </a:cubicBezTo>
                  <a:lnTo>
                    <a:pt x="9306" y="3002"/>
                  </a:lnTo>
                  <a:lnTo>
                    <a:pt x="6584" y="3002"/>
                  </a:lnTo>
                  <a:lnTo>
                    <a:pt x="6584" y="769"/>
                  </a:lnTo>
                  <a:close/>
                  <a:moveTo>
                    <a:pt x="3001" y="1"/>
                  </a:moveTo>
                  <a:cubicBezTo>
                    <a:pt x="2327" y="1"/>
                    <a:pt x="1652" y="373"/>
                    <a:pt x="1257" y="955"/>
                  </a:cubicBezTo>
                  <a:lnTo>
                    <a:pt x="303" y="2513"/>
                  </a:lnTo>
                  <a:cubicBezTo>
                    <a:pt x="93" y="2816"/>
                    <a:pt x="0" y="3188"/>
                    <a:pt x="0" y="3583"/>
                  </a:cubicBezTo>
                  <a:lnTo>
                    <a:pt x="0" y="5421"/>
                  </a:lnTo>
                  <a:cubicBezTo>
                    <a:pt x="0" y="6003"/>
                    <a:pt x="186" y="6491"/>
                    <a:pt x="582" y="6887"/>
                  </a:cubicBezTo>
                  <a:cubicBezTo>
                    <a:pt x="977" y="7259"/>
                    <a:pt x="1559" y="7468"/>
                    <a:pt x="2048" y="7468"/>
                  </a:cubicBezTo>
                  <a:lnTo>
                    <a:pt x="11051" y="7468"/>
                  </a:lnTo>
                  <a:cubicBezTo>
                    <a:pt x="11725" y="7468"/>
                    <a:pt x="12307" y="6980"/>
                    <a:pt x="12307" y="6305"/>
                  </a:cubicBezTo>
                  <a:lnTo>
                    <a:pt x="12307" y="5235"/>
                  </a:lnTo>
                  <a:cubicBezTo>
                    <a:pt x="12307" y="4072"/>
                    <a:pt x="11446" y="3095"/>
                    <a:pt x="10376" y="3002"/>
                  </a:cubicBezTo>
                  <a:lnTo>
                    <a:pt x="8631" y="769"/>
                  </a:lnTo>
                  <a:cubicBezTo>
                    <a:pt x="8236" y="280"/>
                    <a:pt x="7654" y="1"/>
                    <a:pt x="6979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42"/>
            <p:cNvSpPr/>
            <p:nvPr/>
          </p:nvSpPr>
          <p:spPr>
            <a:xfrm>
              <a:off x="4997910" y="4207546"/>
              <a:ext cx="164699" cy="201794"/>
            </a:xfrm>
            <a:custGeom>
              <a:avLst/>
              <a:gdLst/>
              <a:ahLst/>
              <a:cxnLst/>
              <a:rect l="l" t="t" r="r" b="b"/>
              <a:pathLst>
                <a:path w="6096" h="7469" extrusionOk="0">
                  <a:moveTo>
                    <a:pt x="768" y="769"/>
                  </a:moveTo>
                  <a:cubicBezTo>
                    <a:pt x="1164" y="769"/>
                    <a:pt x="1536" y="955"/>
                    <a:pt x="1746" y="1257"/>
                  </a:cubicBezTo>
                  <a:lnTo>
                    <a:pt x="3095" y="3002"/>
                  </a:lnTo>
                  <a:lnTo>
                    <a:pt x="373" y="3002"/>
                  </a:lnTo>
                  <a:lnTo>
                    <a:pt x="373" y="769"/>
                  </a:lnTo>
                  <a:close/>
                  <a:moveTo>
                    <a:pt x="1" y="1"/>
                  </a:moveTo>
                  <a:lnTo>
                    <a:pt x="1" y="7468"/>
                  </a:lnTo>
                  <a:lnTo>
                    <a:pt x="4840" y="7468"/>
                  </a:lnTo>
                  <a:cubicBezTo>
                    <a:pt x="5514" y="7468"/>
                    <a:pt x="6096" y="6980"/>
                    <a:pt x="6096" y="6305"/>
                  </a:cubicBezTo>
                  <a:lnTo>
                    <a:pt x="6096" y="5235"/>
                  </a:lnTo>
                  <a:cubicBezTo>
                    <a:pt x="6096" y="4072"/>
                    <a:pt x="5235" y="3095"/>
                    <a:pt x="4165" y="3002"/>
                  </a:cubicBezTo>
                  <a:lnTo>
                    <a:pt x="2420" y="769"/>
                  </a:lnTo>
                  <a:cubicBezTo>
                    <a:pt x="2025" y="280"/>
                    <a:pt x="1443" y="1"/>
                    <a:pt x="768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42"/>
            <p:cNvSpPr/>
            <p:nvPr/>
          </p:nvSpPr>
          <p:spPr>
            <a:xfrm>
              <a:off x="4987238" y="4071161"/>
              <a:ext cx="47173" cy="23910"/>
            </a:xfrm>
            <a:custGeom>
              <a:avLst/>
              <a:gdLst/>
              <a:ahLst/>
              <a:cxnLst/>
              <a:rect l="l" t="t" r="r" b="b"/>
              <a:pathLst>
                <a:path w="1746" h="885" extrusionOk="0">
                  <a:moveTo>
                    <a:pt x="396" y="1"/>
                  </a:moveTo>
                  <a:cubicBezTo>
                    <a:pt x="186" y="1"/>
                    <a:pt x="0" y="303"/>
                    <a:pt x="0" y="489"/>
                  </a:cubicBezTo>
                  <a:cubicBezTo>
                    <a:pt x="0" y="675"/>
                    <a:pt x="186" y="885"/>
                    <a:pt x="396" y="885"/>
                  </a:cubicBezTo>
                  <a:lnTo>
                    <a:pt x="1350" y="885"/>
                  </a:lnTo>
                  <a:cubicBezTo>
                    <a:pt x="1559" y="885"/>
                    <a:pt x="1745" y="675"/>
                    <a:pt x="1745" y="396"/>
                  </a:cubicBezTo>
                  <a:cubicBezTo>
                    <a:pt x="1745" y="187"/>
                    <a:pt x="1559" y="1"/>
                    <a:pt x="1257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42"/>
            <p:cNvSpPr/>
            <p:nvPr/>
          </p:nvSpPr>
          <p:spPr>
            <a:xfrm>
              <a:off x="4987238" y="4115794"/>
              <a:ext cx="47173" cy="23289"/>
            </a:xfrm>
            <a:custGeom>
              <a:avLst/>
              <a:gdLst/>
              <a:ahLst/>
              <a:cxnLst/>
              <a:rect l="l" t="t" r="r" b="b"/>
              <a:pathLst>
                <a:path w="1746" h="862" extrusionOk="0">
                  <a:moveTo>
                    <a:pt x="396" y="0"/>
                  </a:moveTo>
                  <a:cubicBezTo>
                    <a:pt x="186" y="0"/>
                    <a:pt x="0" y="280"/>
                    <a:pt x="0" y="489"/>
                  </a:cubicBezTo>
                  <a:cubicBezTo>
                    <a:pt x="0" y="675"/>
                    <a:pt x="186" y="861"/>
                    <a:pt x="396" y="861"/>
                  </a:cubicBezTo>
                  <a:lnTo>
                    <a:pt x="1350" y="861"/>
                  </a:lnTo>
                  <a:cubicBezTo>
                    <a:pt x="1559" y="861"/>
                    <a:pt x="1745" y="675"/>
                    <a:pt x="1745" y="396"/>
                  </a:cubicBezTo>
                  <a:cubicBezTo>
                    <a:pt x="1745" y="186"/>
                    <a:pt x="1559" y="0"/>
                    <a:pt x="125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42"/>
            <p:cNvSpPr/>
            <p:nvPr/>
          </p:nvSpPr>
          <p:spPr>
            <a:xfrm>
              <a:off x="4929393" y="4063623"/>
              <a:ext cx="68543" cy="83619"/>
            </a:xfrm>
            <a:custGeom>
              <a:avLst/>
              <a:gdLst/>
              <a:ahLst/>
              <a:cxnLst/>
              <a:rect l="l" t="t" r="r" b="b"/>
              <a:pathLst>
                <a:path w="2537" h="3095" extrusionOk="0">
                  <a:moveTo>
                    <a:pt x="1653" y="0"/>
                  </a:moveTo>
                  <a:cubicBezTo>
                    <a:pt x="699" y="0"/>
                    <a:pt x="1" y="768"/>
                    <a:pt x="117" y="1745"/>
                  </a:cubicBezTo>
                  <a:cubicBezTo>
                    <a:pt x="117" y="2513"/>
                    <a:pt x="792" y="3095"/>
                    <a:pt x="1653" y="3095"/>
                  </a:cubicBezTo>
                  <a:lnTo>
                    <a:pt x="2048" y="3095"/>
                  </a:lnTo>
                  <a:cubicBezTo>
                    <a:pt x="2327" y="3095"/>
                    <a:pt x="2537" y="2908"/>
                    <a:pt x="2537" y="2699"/>
                  </a:cubicBezTo>
                  <a:lnTo>
                    <a:pt x="2537" y="466"/>
                  </a:lnTo>
                  <a:cubicBezTo>
                    <a:pt x="2537" y="187"/>
                    <a:pt x="2327" y="0"/>
                    <a:pt x="20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42"/>
            <p:cNvSpPr/>
            <p:nvPr/>
          </p:nvSpPr>
          <p:spPr>
            <a:xfrm>
              <a:off x="4877249" y="4367192"/>
              <a:ext cx="71029" cy="70435"/>
            </a:xfrm>
            <a:custGeom>
              <a:avLst/>
              <a:gdLst/>
              <a:ahLst/>
              <a:cxnLst/>
              <a:rect l="l" t="t" r="r" b="b"/>
              <a:pathLst>
                <a:path w="2629" h="2607" extrusionOk="0">
                  <a:moveTo>
                    <a:pt x="489" y="489"/>
                  </a:moveTo>
                  <a:cubicBezTo>
                    <a:pt x="884" y="1"/>
                    <a:pt x="1652" y="1"/>
                    <a:pt x="2140" y="489"/>
                  </a:cubicBezTo>
                  <a:cubicBezTo>
                    <a:pt x="2629" y="862"/>
                    <a:pt x="2629" y="1653"/>
                    <a:pt x="2140" y="2141"/>
                  </a:cubicBezTo>
                  <a:cubicBezTo>
                    <a:pt x="1652" y="2606"/>
                    <a:pt x="884" y="2606"/>
                    <a:pt x="489" y="2141"/>
                  </a:cubicBezTo>
                  <a:cubicBezTo>
                    <a:pt x="0" y="1653"/>
                    <a:pt x="0" y="862"/>
                    <a:pt x="489" y="489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42"/>
            <p:cNvSpPr/>
            <p:nvPr/>
          </p:nvSpPr>
          <p:spPr>
            <a:xfrm>
              <a:off x="4869685" y="4359033"/>
              <a:ext cx="86159" cy="86753"/>
            </a:xfrm>
            <a:custGeom>
              <a:avLst/>
              <a:gdLst/>
              <a:ahLst/>
              <a:cxnLst/>
              <a:rect l="l" t="t" r="r" b="b"/>
              <a:pathLst>
                <a:path w="3189" h="3211" extrusionOk="0">
                  <a:moveTo>
                    <a:pt x="1536" y="791"/>
                  </a:moveTo>
                  <a:cubicBezTo>
                    <a:pt x="2025" y="791"/>
                    <a:pt x="2327" y="1164"/>
                    <a:pt x="2327" y="1559"/>
                  </a:cubicBezTo>
                  <a:cubicBezTo>
                    <a:pt x="2327" y="2048"/>
                    <a:pt x="2025" y="2327"/>
                    <a:pt x="1536" y="2327"/>
                  </a:cubicBezTo>
                  <a:cubicBezTo>
                    <a:pt x="1164" y="2327"/>
                    <a:pt x="769" y="2048"/>
                    <a:pt x="769" y="1559"/>
                  </a:cubicBezTo>
                  <a:cubicBezTo>
                    <a:pt x="769" y="1164"/>
                    <a:pt x="1164" y="791"/>
                    <a:pt x="1536" y="791"/>
                  </a:cubicBezTo>
                  <a:close/>
                  <a:moveTo>
                    <a:pt x="1536" y="0"/>
                  </a:moveTo>
                  <a:cubicBezTo>
                    <a:pt x="676" y="0"/>
                    <a:pt x="1" y="698"/>
                    <a:pt x="1" y="1559"/>
                  </a:cubicBezTo>
                  <a:cubicBezTo>
                    <a:pt x="1" y="2443"/>
                    <a:pt x="676" y="3211"/>
                    <a:pt x="1536" y="3211"/>
                  </a:cubicBezTo>
                  <a:cubicBezTo>
                    <a:pt x="2420" y="3211"/>
                    <a:pt x="3188" y="2443"/>
                    <a:pt x="3188" y="1559"/>
                  </a:cubicBezTo>
                  <a:cubicBezTo>
                    <a:pt x="3188" y="698"/>
                    <a:pt x="2420" y="0"/>
                    <a:pt x="15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42"/>
            <p:cNvSpPr/>
            <p:nvPr/>
          </p:nvSpPr>
          <p:spPr>
            <a:xfrm>
              <a:off x="5045055" y="4367192"/>
              <a:ext cx="70435" cy="70435"/>
            </a:xfrm>
            <a:custGeom>
              <a:avLst/>
              <a:gdLst/>
              <a:ahLst/>
              <a:cxnLst/>
              <a:rect l="l" t="t" r="r" b="b"/>
              <a:pathLst>
                <a:path w="2607" h="2607" extrusionOk="0">
                  <a:moveTo>
                    <a:pt x="489" y="489"/>
                  </a:moveTo>
                  <a:cubicBezTo>
                    <a:pt x="954" y="1"/>
                    <a:pt x="1745" y="1"/>
                    <a:pt x="2118" y="489"/>
                  </a:cubicBezTo>
                  <a:cubicBezTo>
                    <a:pt x="2606" y="862"/>
                    <a:pt x="2606" y="1653"/>
                    <a:pt x="2118" y="2141"/>
                  </a:cubicBezTo>
                  <a:cubicBezTo>
                    <a:pt x="1745" y="2606"/>
                    <a:pt x="954" y="2606"/>
                    <a:pt x="489" y="2141"/>
                  </a:cubicBezTo>
                  <a:cubicBezTo>
                    <a:pt x="1" y="1653"/>
                    <a:pt x="1" y="862"/>
                    <a:pt x="489" y="489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42"/>
            <p:cNvSpPr/>
            <p:nvPr/>
          </p:nvSpPr>
          <p:spPr>
            <a:xfrm>
              <a:off x="5036896" y="4359033"/>
              <a:ext cx="86753" cy="86753"/>
            </a:xfrm>
            <a:custGeom>
              <a:avLst/>
              <a:gdLst/>
              <a:ahLst/>
              <a:cxnLst/>
              <a:rect l="l" t="t" r="r" b="b"/>
              <a:pathLst>
                <a:path w="3211" h="3211" extrusionOk="0">
                  <a:moveTo>
                    <a:pt x="1652" y="791"/>
                  </a:moveTo>
                  <a:cubicBezTo>
                    <a:pt x="2047" y="791"/>
                    <a:pt x="2420" y="1164"/>
                    <a:pt x="2420" y="1559"/>
                  </a:cubicBezTo>
                  <a:cubicBezTo>
                    <a:pt x="2420" y="2048"/>
                    <a:pt x="2047" y="2327"/>
                    <a:pt x="1652" y="2327"/>
                  </a:cubicBezTo>
                  <a:cubicBezTo>
                    <a:pt x="1163" y="2327"/>
                    <a:pt x="884" y="2048"/>
                    <a:pt x="884" y="1559"/>
                  </a:cubicBezTo>
                  <a:cubicBezTo>
                    <a:pt x="884" y="1164"/>
                    <a:pt x="1163" y="791"/>
                    <a:pt x="1652" y="791"/>
                  </a:cubicBezTo>
                  <a:close/>
                  <a:moveTo>
                    <a:pt x="1652" y="0"/>
                  </a:moveTo>
                  <a:cubicBezTo>
                    <a:pt x="791" y="0"/>
                    <a:pt x="0" y="698"/>
                    <a:pt x="0" y="1559"/>
                  </a:cubicBezTo>
                  <a:cubicBezTo>
                    <a:pt x="0" y="2443"/>
                    <a:pt x="791" y="3211"/>
                    <a:pt x="1652" y="3211"/>
                  </a:cubicBezTo>
                  <a:cubicBezTo>
                    <a:pt x="2536" y="3211"/>
                    <a:pt x="3211" y="2443"/>
                    <a:pt x="3211" y="1559"/>
                  </a:cubicBezTo>
                  <a:cubicBezTo>
                    <a:pt x="3211" y="698"/>
                    <a:pt x="2536" y="0"/>
                    <a:pt x="16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42"/>
            <p:cNvSpPr/>
            <p:nvPr/>
          </p:nvSpPr>
          <p:spPr>
            <a:xfrm>
              <a:off x="5133673" y="4327611"/>
              <a:ext cx="28936" cy="21398"/>
            </a:xfrm>
            <a:custGeom>
              <a:avLst/>
              <a:gdLst/>
              <a:ahLst/>
              <a:cxnLst/>
              <a:rect l="l" t="t" r="r" b="b"/>
              <a:pathLst>
                <a:path w="1071" h="792" extrusionOk="0">
                  <a:moveTo>
                    <a:pt x="396" y="0"/>
                  </a:moveTo>
                  <a:cubicBezTo>
                    <a:pt x="210" y="0"/>
                    <a:pt x="1" y="210"/>
                    <a:pt x="1" y="396"/>
                  </a:cubicBezTo>
                  <a:cubicBezTo>
                    <a:pt x="1" y="582"/>
                    <a:pt x="210" y="791"/>
                    <a:pt x="396" y="791"/>
                  </a:cubicBezTo>
                  <a:lnTo>
                    <a:pt x="1071" y="791"/>
                  </a:lnTo>
                  <a:lnTo>
                    <a:pt x="1071" y="698"/>
                  </a:lnTo>
                  <a:cubicBezTo>
                    <a:pt x="1071" y="489"/>
                    <a:pt x="1071" y="210"/>
                    <a:pt x="978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42"/>
            <p:cNvSpPr/>
            <p:nvPr/>
          </p:nvSpPr>
          <p:spPr>
            <a:xfrm>
              <a:off x="4830104" y="4327611"/>
              <a:ext cx="31448" cy="21398"/>
            </a:xfrm>
            <a:custGeom>
              <a:avLst/>
              <a:gdLst/>
              <a:ahLst/>
              <a:cxnLst/>
              <a:rect l="l" t="t" r="r" b="b"/>
              <a:pathLst>
                <a:path w="1164" h="792" extrusionOk="0">
                  <a:moveTo>
                    <a:pt x="0" y="0"/>
                  </a:moveTo>
                  <a:lnTo>
                    <a:pt x="0" y="791"/>
                  </a:lnTo>
                  <a:lnTo>
                    <a:pt x="675" y="791"/>
                  </a:lnTo>
                  <a:cubicBezTo>
                    <a:pt x="884" y="791"/>
                    <a:pt x="1070" y="698"/>
                    <a:pt x="1163" y="489"/>
                  </a:cubicBezTo>
                  <a:cubicBezTo>
                    <a:pt x="1163" y="210"/>
                    <a:pt x="977" y="0"/>
                    <a:pt x="675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0" name="Google Shape;3330;p42"/>
          <p:cNvGrpSpPr/>
          <p:nvPr/>
        </p:nvGrpSpPr>
        <p:grpSpPr>
          <a:xfrm>
            <a:off x="2739454" y="2095148"/>
            <a:ext cx="457207" cy="464811"/>
            <a:chOff x="1527782" y="4063623"/>
            <a:chExt cx="379677" cy="383603"/>
          </a:xfrm>
        </p:grpSpPr>
        <p:sp>
          <p:nvSpPr>
            <p:cNvPr id="3331" name="Google Shape;3331;p42"/>
            <p:cNvSpPr/>
            <p:nvPr/>
          </p:nvSpPr>
          <p:spPr>
            <a:xfrm>
              <a:off x="1527782" y="4063623"/>
              <a:ext cx="123227" cy="57223"/>
            </a:xfrm>
            <a:custGeom>
              <a:avLst/>
              <a:gdLst/>
              <a:ahLst/>
              <a:cxnLst/>
              <a:rect l="l" t="t" r="r" b="b"/>
              <a:pathLst>
                <a:path w="4561" h="2118" extrusionOk="0">
                  <a:moveTo>
                    <a:pt x="396" y="0"/>
                  </a:moveTo>
                  <a:cubicBezTo>
                    <a:pt x="187" y="0"/>
                    <a:pt x="1" y="187"/>
                    <a:pt x="1" y="466"/>
                  </a:cubicBezTo>
                  <a:lnTo>
                    <a:pt x="1" y="1745"/>
                  </a:lnTo>
                  <a:cubicBezTo>
                    <a:pt x="1" y="2024"/>
                    <a:pt x="187" y="2117"/>
                    <a:pt x="396" y="2117"/>
                  </a:cubicBezTo>
                  <a:lnTo>
                    <a:pt x="3491" y="2117"/>
                  </a:lnTo>
                  <a:cubicBezTo>
                    <a:pt x="3677" y="2117"/>
                    <a:pt x="3770" y="2117"/>
                    <a:pt x="3770" y="2024"/>
                  </a:cubicBezTo>
                  <a:lnTo>
                    <a:pt x="4351" y="1443"/>
                  </a:lnTo>
                  <a:cubicBezTo>
                    <a:pt x="4561" y="1257"/>
                    <a:pt x="4561" y="1047"/>
                    <a:pt x="4468" y="861"/>
                  </a:cubicBezTo>
                  <a:lnTo>
                    <a:pt x="3886" y="187"/>
                  </a:lnTo>
                  <a:cubicBezTo>
                    <a:pt x="3770" y="94"/>
                    <a:pt x="3677" y="0"/>
                    <a:pt x="3491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42"/>
            <p:cNvSpPr/>
            <p:nvPr/>
          </p:nvSpPr>
          <p:spPr>
            <a:xfrm>
              <a:off x="1527782" y="4144703"/>
              <a:ext cx="191122" cy="57223"/>
            </a:xfrm>
            <a:custGeom>
              <a:avLst/>
              <a:gdLst/>
              <a:ahLst/>
              <a:cxnLst/>
              <a:rect l="l" t="t" r="r" b="b"/>
              <a:pathLst>
                <a:path w="7074" h="2118" extrusionOk="0">
                  <a:moveTo>
                    <a:pt x="396" y="1"/>
                  </a:moveTo>
                  <a:cubicBezTo>
                    <a:pt x="187" y="1"/>
                    <a:pt x="1" y="187"/>
                    <a:pt x="1" y="373"/>
                  </a:cubicBezTo>
                  <a:lnTo>
                    <a:pt x="1" y="1745"/>
                  </a:lnTo>
                  <a:cubicBezTo>
                    <a:pt x="1" y="1931"/>
                    <a:pt x="187" y="2117"/>
                    <a:pt x="396" y="2117"/>
                  </a:cubicBezTo>
                  <a:lnTo>
                    <a:pt x="6003" y="2117"/>
                  </a:lnTo>
                  <a:cubicBezTo>
                    <a:pt x="6212" y="2117"/>
                    <a:pt x="6305" y="2117"/>
                    <a:pt x="6399" y="2024"/>
                  </a:cubicBezTo>
                  <a:lnTo>
                    <a:pt x="6887" y="1350"/>
                  </a:lnTo>
                  <a:cubicBezTo>
                    <a:pt x="7073" y="1257"/>
                    <a:pt x="7073" y="954"/>
                    <a:pt x="6980" y="861"/>
                  </a:cubicBezTo>
                  <a:lnTo>
                    <a:pt x="6399" y="187"/>
                  </a:lnTo>
                  <a:cubicBezTo>
                    <a:pt x="6305" y="94"/>
                    <a:pt x="6212" y="1"/>
                    <a:pt x="6003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42"/>
            <p:cNvSpPr/>
            <p:nvPr/>
          </p:nvSpPr>
          <p:spPr>
            <a:xfrm>
              <a:off x="1527782" y="4225782"/>
              <a:ext cx="253964" cy="57844"/>
            </a:xfrm>
            <a:custGeom>
              <a:avLst/>
              <a:gdLst/>
              <a:ahLst/>
              <a:cxnLst/>
              <a:rect l="l" t="t" r="r" b="b"/>
              <a:pathLst>
                <a:path w="9400" h="2141" extrusionOk="0">
                  <a:moveTo>
                    <a:pt x="396" y="1"/>
                  </a:moveTo>
                  <a:cubicBezTo>
                    <a:pt x="187" y="1"/>
                    <a:pt x="1" y="187"/>
                    <a:pt x="1" y="396"/>
                  </a:cubicBezTo>
                  <a:lnTo>
                    <a:pt x="1" y="1745"/>
                  </a:lnTo>
                  <a:cubicBezTo>
                    <a:pt x="1" y="1931"/>
                    <a:pt x="187" y="2141"/>
                    <a:pt x="396" y="2141"/>
                  </a:cubicBezTo>
                  <a:lnTo>
                    <a:pt x="8329" y="2141"/>
                  </a:lnTo>
                  <a:cubicBezTo>
                    <a:pt x="8539" y="2141"/>
                    <a:pt x="8632" y="2141"/>
                    <a:pt x="8725" y="2024"/>
                  </a:cubicBezTo>
                  <a:lnTo>
                    <a:pt x="9307" y="1350"/>
                  </a:lnTo>
                  <a:cubicBezTo>
                    <a:pt x="9400" y="1257"/>
                    <a:pt x="9400" y="978"/>
                    <a:pt x="9307" y="861"/>
                  </a:cubicBezTo>
                  <a:lnTo>
                    <a:pt x="8725" y="187"/>
                  </a:lnTo>
                  <a:cubicBezTo>
                    <a:pt x="8632" y="94"/>
                    <a:pt x="8539" y="1"/>
                    <a:pt x="8329" y="1"/>
                  </a:cubicBezTo>
                  <a:close/>
                </a:path>
              </a:pathLst>
            </a:custGeom>
            <a:solidFill>
              <a:srgbClr val="FFD6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42"/>
            <p:cNvSpPr/>
            <p:nvPr/>
          </p:nvSpPr>
          <p:spPr>
            <a:xfrm>
              <a:off x="1527782" y="4306862"/>
              <a:ext cx="314295" cy="57844"/>
            </a:xfrm>
            <a:custGeom>
              <a:avLst/>
              <a:gdLst/>
              <a:ahLst/>
              <a:cxnLst/>
              <a:rect l="l" t="t" r="r" b="b"/>
              <a:pathLst>
                <a:path w="11633" h="2141" extrusionOk="0">
                  <a:moveTo>
                    <a:pt x="396" y="1"/>
                  </a:moveTo>
                  <a:cubicBezTo>
                    <a:pt x="187" y="1"/>
                    <a:pt x="1" y="187"/>
                    <a:pt x="1" y="396"/>
                  </a:cubicBezTo>
                  <a:lnTo>
                    <a:pt x="1" y="1745"/>
                  </a:lnTo>
                  <a:cubicBezTo>
                    <a:pt x="1" y="1931"/>
                    <a:pt x="187" y="2141"/>
                    <a:pt x="396" y="2141"/>
                  </a:cubicBezTo>
                  <a:lnTo>
                    <a:pt x="10563" y="2141"/>
                  </a:lnTo>
                  <a:cubicBezTo>
                    <a:pt x="10749" y="2141"/>
                    <a:pt x="10865" y="2048"/>
                    <a:pt x="10958" y="2048"/>
                  </a:cubicBezTo>
                  <a:lnTo>
                    <a:pt x="11447" y="1350"/>
                  </a:lnTo>
                  <a:cubicBezTo>
                    <a:pt x="11633" y="1164"/>
                    <a:pt x="11633" y="978"/>
                    <a:pt x="11540" y="768"/>
                  </a:cubicBezTo>
                  <a:lnTo>
                    <a:pt x="10958" y="94"/>
                  </a:lnTo>
                  <a:cubicBezTo>
                    <a:pt x="10865" y="1"/>
                    <a:pt x="10749" y="1"/>
                    <a:pt x="10563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42"/>
            <p:cNvSpPr/>
            <p:nvPr/>
          </p:nvSpPr>
          <p:spPr>
            <a:xfrm>
              <a:off x="1527782" y="4387941"/>
              <a:ext cx="379677" cy="57844"/>
            </a:xfrm>
            <a:custGeom>
              <a:avLst/>
              <a:gdLst/>
              <a:ahLst/>
              <a:cxnLst/>
              <a:rect l="l" t="t" r="r" b="b"/>
              <a:pathLst>
                <a:path w="14053" h="2141" extrusionOk="0">
                  <a:moveTo>
                    <a:pt x="396" y="1"/>
                  </a:moveTo>
                  <a:cubicBezTo>
                    <a:pt x="187" y="1"/>
                    <a:pt x="1" y="94"/>
                    <a:pt x="1" y="396"/>
                  </a:cubicBezTo>
                  <a:lnTo>
                    <a:pt x="1" y="1652"/>
                  </a:lnTo>
                  <a:cubicBezTo>
                    <a:pt x="1" y="1955"/>
                    <a:pt x="187" y="2141"/>
                    <a:pt x="396" y="2141"/>
                  </a:cubicBezTo>
                  <a:lnTo>
                    <a:pt x="13075" y="2141"/>
                  </a:lnTo>
                  <a:cubicBezTo>
                    <a:pt x="13192" y="2141"/>
                    <a:pt x="13285" y="2048"/>
                    <a:pt x="13378" y="1955"/>
                  </a:cubicBezTo>
                  <a:lnTo>
                    <a:pt x="13959" y="1373"/>
                  </a:lnTo>
                  <a:cubicBezTo>
                    <a:pt x="14052" y="1164"/>
                    <a:pt x="14052" y="978"/>
                    <a:pt x="13959" y="791"/>
                  </a:cubicBezTo>
                  <a:lnTo>
                    <a:pt x="13378" y="94"/>
                  </a:lnTo>
                  <a:cubicBezTo>
                    <a:pt x="13285" y="1"/>
                    <a:pt x="13192" y="1"/>
                    <a:pt x="13075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42"/>
            <p:cNvSpPr/>
            <p:nvPr/>
          </p:nvSpPr>
          <p:spPr>
            <a:xfrm>
              <a:off x="1752811" y="4225782"/>
              <a:ext cx="10699" cy="57844"/>
            </a:xfrm>
            <a:custGeom>
              <a:avLst/>
              <a:gdLst/>
              <a:ahLst/>
              <a:cxnLst/>
              <a:rect l="l" t="t" r="r" b="b"/>
              <a:pathLst>
                <a:path w="396" h="2141" extrusionOk="0">
                  <a:moveTo>
                    <a:pt x="0" y="1"/>
                  </a:moveTo>
                  <a:cubicBezTo>
                    <a:pt x="210" y="1"/>
                    <a:pt x="303" y="94"/>
                    <a:pt x="396" y="187"/>
                  </a:cubicBezTo>
                  <a:cubicBezTo>
                    <a:pt x="303" y="94"/>
                    <a:pt x="210" y="1"/>
                    <a:pt x="93" y="1"/>
                  </a:cubicBezTo>
                  <a:close/>
                  <a:moveTo>
                    <a:pt x="395" y="2026"/>
                  </a:moveTo>
                  <a:cubicBezTo>
                    <a:pt x="302" y="2141"/>
                    <a:pt x="209" y="2141"/>
                    <a:pt x="0" y="2141"/>
                  </a:cubicBezTo>
                  <a:lnTo>
                    <a:pt x="93" y="2141"/>
                  </a:lnTo>
                  <a:cubicBezTo>
                    <a:pt x="209" y="2141"/>
                    <a:pt x="302" y="2141"/>
                    <a:pt x="395" y="20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42"/>
            <p:cNvSpPr/>
            <p:nvPr/>
          </p:nvSpPr>
          <p:spPr>
            <a:xfrm>
              <a:off x="1718877" y="4225782"/>
              <a:ext cx="62870" cy="57844"/>
            </a:xfrm>
            <a:custGeom>
              <a:avLst/>
              <a:gdLst/>
              <a:ahLst/>
              <a:cxnLst/>
              <a:rect l="l" t="t" r="r" b="b"/>
              <a:pathLst>
                <a:path w="2327" h="2141" extrusionOk="0">
                  <a:moveTo>
                    <a:pt x="0" y="1"/>
                  </a:moveTo>
                  <a:lnTo>
                    <a:pt x="0" y="2141"/>
                  </a:lnTo>
                  <a:lnTo>
                    <a:pt x="1256" y="2141"/>
                  </a:lnTo>
                  <a:cubicBezTo>
                    <a:pt x="1466" y="2141"/>
                    <a:pt x="1559" y="2141"/>
                    <a:pt x="1652" y="2024"/>
                  </a:cubicBezTo>
                  <a:lnTo>
                    <a:pt x="2234" y="1350"/>
                  </a:lnTo>
                  <a:cubicBezTo>
                    <a:pt x="2327" y="1257"/>
                    <a:pt x="2327" y="978"/>
                    <a:pt x="2234" y="861"/>
                  </a:cubicBezTo>
                  <a:lnTo>
                    <a:pt x="1652" y="187"/>
                  </a:lnTo>
                  <a:cubicBezTo>
                    <a:pt x="1559" y="94"/>
                    <a:pt x="1466" y="1"/>
                    <a:pt x="1256" y="1"/>
                  </a:cubicBezTo>
                  <a:close/>
                </a:path>
              </a:pathLst>
            </a:custGeom>
            <a:solidFill>
              <a:srgbClr val="FFE6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42"/>
            <p:cNvSpPr/>
            <p:nvPr/>
          </p:nvSpPr>
          <p:spPr>
            <a:xfrm>
              <a:off x="1813141" y="4306862"/>
              <a:ext cx="28936" cy="57844"/>
            </a:xfrm>
            <a:custGeom>
              <a:avLst/>
              <a:gdLst/>
              <a:ahLst/>
              <a:cxnLst/>
              <a:rect l="l" t="t" r="r" b="b"/>
              <a:pathLst>
                <a:path w="1071" h="2141" extrusionOk="0">
                  <a:moveTo>
                    <a:pt x="1" y="1"/>
                  </a:moveTo>
                  <a:cubicBezTo>
                    <a:pt x="187" y="1"/>
                    <a:pt x="303" y="1"/>
                    <a:pt x="396" y="94"/>
                  </a:cubicBezTo>
                  <a:cubicBezTo>
                    <a:pt x="303" y="1"/>
                    <a:pt x="187" y="1"/>
                    <a:pt x="94" y="1"/>
                  </a:cubicBezTo>
                  <a:close/>
                  <a:moveTo>
                    <a:pt x="979" y="771"/>
                  </a:moveTo>
                  <a:cubicBezTo>
                    <a:pt x="1071" y="979"/>
                    <a:pt x="1070" y="1164"/>
                    <a:pt x="885" y="1350"/>
                  </a:cubicBezTo>
                  <a:lnTo>
                    <a:pt x="396" y="2048"/>
                  </a:lnTo>
                  <a:lnTo>
                    <a:pt x="978" y="1350"/>
                  </a:lnTo>
                  <a:cubicBezTo>
                    <a:pt x="1071" y="1164"/>
                    <a:pt x="1071" y="979"/>
                    <a:pt x="979" y="771"/>
                  </a:cubicBezTo>
                  <a:close/>
                  <a:moveTo>
                    <a:pt x="395" y="2048"/>
                  </a:moveTo>
                  <a:lnTo>
                    <a:pt x="395" y="2048"/>
                  </a:lnTo>
                  <a:cubicBezTo>
                    <a:pt x="302" y="2048"/>
                    <a:pt x="186" y="2141"/>
                    <a:pt x="1" y="2141"/>
                  </a:cubicBezTo>
                  <a:lnTo>
                    <a:pt x="94" y="2141"/>
                  </a:lnTo>
                  <a:cubicBezTo>
                    <a:pt x="187" y="2141"/>
                    <a:pt x="302" y="2048"/>
                    <a:pt x="395" y="2048"/>
                  </a:cubicBezTo>
                  <a:close/>
                </a:path>
              </a:pathLst>
            </a:custGeom>
            <a:solidFill>
              <a:srgbClr val="DADB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42"/>
            <p:cNvSpPr/>
            <p:nvPr/>
          </p:nvSpPr>
          <p:spPr>
            <a:xfrm>
              <a:off x="1718877" y="4306862"/>
              <a:ext cx="123200" cy="57844"/>
            </a:xfrm>
            <a:custGeom>
              <a:avLst/>
              <a:gdLst/>
              <a:ahLst/>
              <a:cxnLst/>
              <a:rect l="l" t="t" r="r" b="b"/>
              <a:pathLst>
                <a:path w="4560" h="2141" extrusionOk="0">
                  <a:moveTo>
                    <a:pt x="0" y="1"/>
                  </a:moveTo>
                  <a:lnTo>
                    <a:pt x="0" y="2141"/>
                  </a:lnTo>
                  <a:lnTo>
                    <a:pt x="3490" y="2141"/>
                  </a:lnTo>
                  <a:cubicBezTo>
                    <a:pt x="3676" y="2141"/>
                    <a:pt x="3792" y="2048"/>
                    <a:pt x="3885" y="2048"/>
                  </a:cubicBezTo>
                  <a:lnTo>
                    <a:pt x="4374" y="1350"/>
                  </a:lnTo>
                  <a:cubicBezTo>
                    <a:pt x="4560" y="1164"/>
                    <a:pt x="4560" y="978"/>
                    <a:pt x="4467" y="768"/>
                  </a:cubicBezTo>
                  <a:lnTo>
                    <a:pt x="3885" y="94"/>
                  </a:lnTo>
                  <a:cubicBezTo>
                    <a:pt x="3792" y="1"/>
                    <a:pt x="3676" y="1"/>
                    <a:pt x="3490" y="1"/>
                  </a:cubicBezTo>
                  <a:close/>
                </a:path>
              </a:pathLst>
            </a:custGeom>
            <a:solidFill>
              <a:srgbClr val="A5CA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42"/>
            <p:cNvSpPr/>
            <p:nvPr/>
          </p:nvSpPr>
          <p:spPr>
            <a:xfrm>
              <a:off x="1718877" y="4389382"/>
              <a:ext cx="188582" cy="57844"/>
            </a:xfrm>
            <a:custGeom>
              <a:avLst/>
              <a:gdLst/>
              <a:ahLst/>
              <a:cxnLst/>
              <a:rect l="l" t="t" r="r" b="b"/>
              <a:pathLst>
                <a:path w="6980" h="2141" extrusionOk="0">
                  <a:moveTo>
                    <a:pt x="0" y="1"/>
                  </a:moveTo>
                  <a:lnTo>
                    <a:pt x="0" y="2141"/>
                  </a:lnTo>
                  <a:lnTo>
                    <a:pt x="6002" y="2141"/>
                  </a:lnTo>
                  <a:cubicBezTo>
                    <a:pt x="6119" y="2141"/>
                    <a:pt x="6212" y="2048"/>
                    <a:pt x="6305" y="1955"/>
                  </a:cubicBezTo>
                  <a:lnTo>
                    <a:pt x="6886" y="1373"/>
                  </a:lnTo>
                  <a:cubicBezTo>
                    <a:pt x="6979" y="1164"/>
                    <a:pt x="6979" y="978"/>
                    <a:pt x="6886" y="791"/>
                  </a:cubicBezTo>
                  <a:lnTo>
                    <a:pt x="6305" y="94"/>
                  </a:lnTo>
                  <a:cubicBezTo>
                    <a:pt x="6212" y="1"/>
                    <a:pt x="6119" y="1"/>
                    <a:pt x="6002" y="1"/>
                  </a:cubicBezTo>
                  <a:close/>
                </a:path>
              </a:pathLst>
            </a:custGeom>
            <a:solidFill>
              <a:srgbClr val="BA8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3049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4">
          <a:extLst>
            <a:ext uri="{FF2B5EF4-FFF2-40B4-BE49-F238E27FC236}">
              <a16:creationId xmlns:a16="http://schemas.microsoft.com/office/drawing/2014/main" id="{2C3F6BDF-2625-29D8-8A4B-8D3BF1DBD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5" name="Google Shape;2825;p40">
            <a:extLst>
              <a:ext uri="{FF2B5EF4-FFF2-40B4-BE49-F238E27FC236}">
                <a16:creationId xmlns:a16="http://schemas.microsoft.com/office/drawing/2014/main" id="{66E2A9C5-6CE6-CE01-3EEC-ED95614E2AC8}"/>
              </a:ext>
            </a:extLst>
          </p:cNvPr>
          <p:cNvSpPr/>
          <p:nvPr/>
        </p:nvSpPr>
        <p:spPr>
          <a:xfrm>
            <a:off x="6715600" y="739628"/>
            <a:ext cx="3611700" cy="44178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6" name="Google Shape;2826;p40">
            <a:extLst>
              <a:ext uri="{FF2B5EF4-FFF2-40B4-BE49-F238E27FC236}">
                <a16:creationId xmlns:a16="http://schemas.microsoft.com/office/drawing/2014/main" id="{813BFA2C-10A6-04FB-65F5-EABE3B3562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169869"/>
            <a:ext cx="4098000" cy="16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</a:rPr>
              <a:t>Web</a:t>
            </a:r>
            <a:r>
              <a:rPr lang="en-US" dirty="0"/>
              <a:t>App</a:t>
            </a:r>
          </a:p>
        </p:txBody>
      </p:sp>
      <p:sp>
        <p:nvSpPr>
          <p:cNvPr id="2827" name="Google Shape;2827;p40">
            <a:extLst>
              <a:ext uri="{FF2B5EF4-FFF2-40B4-BE49-F238E27FC236}">
                <a16:creationId xmlns:a16="http://schemas.microsoft.com/office/drawing/2014/main" id="{1D7174AB-5A3D-FF34-45BA-01C122B10AD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1328069"/>
            <a:ext cx="1488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828" name="Google Shape;2828;p40">
            <a:extLst>
              <a:ext uri="{FF2B5EF4-FFF2-40B4-BE49-F238E27FC236}">
                <a16:creationId xmlns:a16="http://schemas.microsoft.com/office/drawing/2014/main" id="{C9CF6290-55BD-80A1-A332-1F32816A9A2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63100" y="3119369"/>
            <a:ext cx="2690400" cy="6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Application Web React + Flask</a:t>
            </a:r>
            <a:endParaRPr dirty="0"/>
          </a:p>
        </p:txBody>
      </p:sp>
      <p:grpSp>
        <p:nvGrpSpPr>
          <p:cNvPr id="2829" name="Google Shape;2829;p40">
            <a:extLst>
              <a:ext uri="{FF2B5EF4-FFF2-40B4-BE49-F238E27FC236}">
                <a16:creationId xmlns:a16="http://schemas.microsoft.com/office/drawing/2014/main" id="{7C114A97-8D2C-9A60-DFF9-7D11E2DA3103}"/>
              </a:ext>
            </a:extLst>
          </p:cNvPr>
          <p:cNvGrpSpPr/>
          <p:nvPr/>
        </p:nvGrpSpPr>
        <p:grpSpPr>
          <a:xfrm>
            <a:off x="4815809" y="1231579"/>
            <a:ext cx="3760350" cy="2993849"/>
            <a:chOff x="4570602" y="770013"/>
            <a:chExt cx="4251385" cy="3384793"/>
          </a:xfrm>
        </p:grpSpPr>
        <p:sp>
          <p:nvSpPr>
            <p:cNvPr id="2830" name="Google Shape;2830;p40">
              <a:extLst>
                <a:ext uri="{FF2B5EF4-FFF2-40B4-BE49-F238E27FC236}">
                  <a16:creationId xmlns:a16="http://schemas.microsoft.com/office/drawing/2014/main" id="{542EC456-5567-A5DF-62D7-39E972A9A930}"/>
                </a:ext>
              </a:extLst>
            </p:cNvPr>
            <p:cNvSpPr/>
            <p:nvPr/>
          </p:nvSpPr>
          <p:spPr>
            <a:xfrm>
              <a:off x="6729050" y="3130136"/>
              <a:ext cx="1375116" cy="1024669"/>
            </a:xfrm>
            <a:custGeom>
              <a:avLst/>
              <a:gdLst/>
              <a:ahLst/>
              <a:cxnLst/>
              <a:rect l="l" t="t" r="r" b="b"/>
              <a:pathLst>
                <a:path w="18199" h="13561" extrusionOk="0">
                  <a:moveTo>
                    <a:pt x="0" y="1"/>
                  </a:moveTo>
                  <a:lnTo>
                    <a:pt x="0" y="13554"/>
                  </a:lnTo>
                  <a:cubicBezTo>
                    <a:pt x="52" y="13554"/>
                    <a:pt x="104" y="13561"/>
                    <a:pt x="148" y="13561"/>
                  </a:cubicBezTo>
                  <a:cubicBezTo>
                    <a:pt x="5640" y="13561"/>
                    <a:pt x="10582" y="11219"/>
                    <a:pt x="14035" y="7484"/>
                  </a:cubicBezTo>
                  <a:lnTo>
                    <a:pt x="14042" y="7484"/>
                  </a:lnTo>
                  <a:cubicBezTo>
                    <a:pt x="14050" y="7470"/>
                    <a:pt x="14064" y="7456"/>
                    <a:pt x="14071" y="7440"/>
                  </a:cubicBezTo>
                  <a:cubicBezTo>
                    <a:pt x="14108" y="7404"/>
                    <a:pt x="14138" y="7374"/>
                    <a:pt x="14169" y="7337"/>
                  </a:cubicBezTo>
                  <a:lnTo>
                    <a:pt x="14160" y="7337"/>
                  </a:lnTo>
                  <a:cubicBezTo>
                    <a:pt x="16013" y="5254"/>
                    <a:pt x="17414" y="2757"/>
                    <a:pt x="18198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40">
              <a:extLst>
                <a:ext uri="{FF2B5EF4-FFF2-40B4-BE49-F238E27FC236}">
                  <a16:creationId xmlns:a16="http://schemas.microsoft.com/office/drawing/2014/main" id="{723D1969-59EC-85C0-3B19-7A28156619EB}"/>
                </a:ext>
              </a:extLst>
            </p:cNvPr>
            <p:cNvSpPr/>
            <p:nvPr/>
          </p:nvSpPr>
          <p:spPr>
            <a:xfrm>
              <a:off x="5381966" y="3130136"/>
              <a:ext cx="1347688" cy="1024140"/>
            </a:xfrm>
            <a:custGeom>
              <a:avLst/>
              <a:gdLst/>
              <a:ahLst/>
              <a:cxnLst/>
              <a:rect l="l" t="t" r="r" b="b"/>
              <a:pathLst>
                <a:path w="17836" h="13554" extrusionOk="0">
                  <a:moveTo>
                    <a:pt x="0" y="1"/>
                  </a:moveTo>
                  <a:cubicBezTo>
                    <a:pt x="801" y="2816"/>
                    <a:pt x="2245" y="5366"/>
                    <a:pt x="4165" y="7484"/>
                  </a:cubicBezTo>
                  <a:lnTo>
                    <a:pt x="4172" y="7484"/>
                  </a:lnTo>
                  <a:cubicBezTo>
                    <a:pt x="7580" y="11167"/>
                    <a:pt x="12435" y="13495"/>
                    <a:pt x="17836" y="13554"/>
                  </a:cubicBezTo>
                  <a:lnTo>
                    <a:pt x="17836" y="1"/>
                  </a:ln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40">
              <a:extLst>
                <a:ext uri="{FF2B5EF4-FFF2-40B4-BE49-F238E27FC236}">
                  <a16:creationId xmlns:a16="http://schemas.microsoft.com/office/drawing/2014/main" id="{8A8DBEC5-970F-057B-029A-69E9B4E6D0AF}"/>
                </a:ext>
              </a:extLst>
            </p:cNvPr>
            <p:cNvSpPr/>
            <p:nvPr/>
          </p:nvSpPr>
          <p:spPr>
            <a:xfrm>
              <a:off x="5198280" y="2452665"/>
              <a:ext cx="34153" cy="21459"/>
            </a:xfrm>
            <a:custGeom>
              <a:avLst/>
              <a:gdLst/>
              <a:ahLst/>
              <a:cxnLst/>
              <a:rect l="l" t="t" r="r" b="b"/>
              <a:pathLst>
                <a:path w="452" h="284" extrusionOk="0">
                  <a:moveTo>
                    <a:pt x="0" y="0"/>
                  </a:moveTo>
                  <a:lnTo>
                    <a:pt x="0" y="0"/>
                  </a:lnTo>
                  <a:cubicBezTo>
                    <a:pt x="164" y="61"/>
                    <a:pt x="297" y="157"/>
                    <a:pt x="416" y="283"/>
                  </a:cubicBezTo>
                  <a:lnTo>
                    <a:pt x="452" y="232"/>
                  </a:lnTo>
                  <a:cubicBezTo>
                    <a:pt x="319" y="120"/>
                    <a:pt x="171" y="38"/>
                    <a:pt x="0" y="0"/>
                  </a:cubicBezTo>
                  <a:close/>
                </a:path>
              </a:pathLst>
            </a:custGeom>
            <a:solidFill>
              <a:srgbClr val="959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33" name="Google Shape;2833;p40">
              <a:extLst>
                <a:ext uri="{FF2B5EF4-FFF2-40B4-BE49-F238E27FC236}">
                  <a16:creationId xmlns:a16="http://schemas.microsoft.com/office/drawing/2014/main" id="{3E385A32-74B9-4A95-CCBE-1B71A4D2AD54}"/>
                </a:ext>
              </a:extLst>
            </p:cNvPr>
            <p:cNvGrpSpPr/>
            <p:nvPr/>
          </p:nvGrpSpPr>
          <p:grpSpPr>
            <a:xfrm>
              <a:off x="4570602" y="2237589"/>
              <a:ext cx="690475" cy="300836"/>
              <a:chOff x="4570602" y="2237589"/>
              <a:chExt cx="690475" cy="300836"/>
            </a:xfrm>
          </p:grpSpPr>
          <p:sp>
            <p:nvSpPr>
              <p:cNvPr id="2834" name="Google Shape;2834;p40">
                <a:extLst>
                  <a:ext uri="{FF2B5EF4-FFF2-40B4-BE49-F238E27FC236}">
                    <a16:creationId xmlns:a16="http://schemas.microsoft.com/office/drawing/2014/main" id="{3ED798BC-CDBB-C480-6E9D-4D7CC0364248}"/>
                  </a:ext>
                </a:extLst>
              </p:cNvPr>
              <p:cNvSpPr/>
              <p:nvPr/>
            </p:nvSpPr>
            <p:spPr>
              <a:xfrm>
                <a:off x="4570602" y="2237589"/>
                <a:ext cx="690475" cy="300836"/>
              </a:xfrm>
              <a:custGeom>
                <a:avLst/>
                <a:gdLst/>
                <a:ahLst/>
                <a:cxnLst/>
                <a:rect l="l" t="t" r="r" b="b"/>
                <a:pathLst>
                  <a:path w="6789" h="2958" extrusionOk="0">
                    <a:moveTo>
                      <a:pt x="3232" y="0"/>
                    </a:moveTo>
                    <a:cubicBezTo>
                      <a:pt x="2690" y="0"/>
                      <a:pt x="2239" y="391"/>
                      <a:pt x="2135" y="906"/>
                    </a:cubicBezTo>
                    <a:cubicBezTo>
                      <a:pt x="2097" y="899"/>
                      <a:pt x="2062" y="899"/>
                      <a:pt x="2017" y="890"/>
                    </a:cubicBezTo>
                    <a:cubicBezTo>
                      <a:pt x="1550" y="890"/>
                      <a:pt x="1157" y="1261"/>
                      <a:pt x="1135" y="1727"/>
                    </a:cubicBezTo>
                    <a:cubicBezTo>
                      <a:pt x="586" y="1868"/>
                      <a:pt x="150" y="2305"/>
                      <a:pt x="1" y="2855"/>
                    </a:cubicBezTo>
                    <a:lnTo>
                      <a:pt x="6789" y="2958"/>
                    </a:lnTo>
                    <a:cubicBezTo>
                      <a:pt x="6625" y="2268"/>
                      <a:pt x="6241" y="1743"/>
                      <a:pt x="5499" y="1734"/>
                    </a:cubicBezTo>
                    <a:lnTo>
                      <a:pt x="5432" y="1734"/>
                    </a:lnTo>
                    <a:cubicBezTo>
                      <a:pt x="5441" y="1210"/>
                      <a:pt x="5025" y="772"/>
                      <a:pt x="4498" y="765"/>
                    </a:cubicBezTo>
                    <a:cubicBezTo>
                      <a:pt x="4425" y="765"/>
                      <a:pt x="4358" y="772"/>
                      <a:pt x="4292" y="787"/>
                    </a:cubicBezTo>
                    <a:cubicBezTo>
                      <a:pt x="4159" y="335"/>
                      <a:pt x="3742" y="9"/>
                      <a:pt x="3246" y="1"/>
                    </a:cubicBezTo>
                    <a:cubicBezTo>
                      <a:pt x="3241" y="1"/>
                      <a:pt x="3237" y="0"/>
                      <a:pt x="3232" y="0"/>
                    </a:cubicBezTo>
                    <a:close/>
                  </a:path>
                </a:pathLst>
              </a:custGeom>
              <a:solidFill>
                <a:srgbClr val="A1E1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40">
                <a:extLst>
                  <a:ext uri="{FF2B5EF4-FFF2-40B4-BE49-F238E27FC236}">
                    <a16:creationId xmlns:a16="http://schemas.microsoft.com/office/drawing/2014/main" id="{21E4936F-C03F-8EAE-7983-24101569B748}"/>
                  </a:ext>
                </a:extLst>
              </p:cNvPr>
              <p:cNvSpPr/>
              <p:nvPr/>
            </p:nvSpPr>
            <p:spPr>
              <a:xfrm>
                <a:off x="4789267" y="2330342"/>
                <a:ext cx="76075" cy="152452"/>
              </a:xfrm>
              <a:custGeom>
                <a:avLst/>
                <a:gdLst/>
                <a:ahLst/>
                <a:cxnLst/>
                <a:rect l="l" t="t" r="r" b="b"/>
                <a:pathLst>
                  <a:path w="748" h="1499" extrusionOk="0">
                    <a:moveTo>
                      <a:pt x="1" y="1"/>
                    </a:moveTo>
                    <a:cubicBezTo>
                      <a:pt x="1" y="1"/>
                      <a:pt x="593" y="193"/>
                      <a:pt x="563" y="750"/>
                    </a:cubicBezTo>
                    <a:cubicBezTo>
                      <a:pt x="534" y="1365"/>
                      <a:pt x="1" y="1498"/>
                      <a:pt x="1" y="1498"/>
                    </a:cubicBezTo>
                    <a:cubicBezTo>
                      <a:pt x="415" y="1498"/>
                      <a:pt x="748" y="1164"/>
                      <a:pt x="748" y="750"/>
                    </a:cubicBezTo>
                    <a:cubicBezTo>
                      <a:pt x="748" y="333"/>
                      <a:pt x="415" y="1"/>
                      <a:pt x="1" y="1"/>
                    </a:cubicBezTo>
                    <a:close/>
                  </a:path>
                </a:pathLst>
              </a:custGeom>
              <a:solidFill>
                <a:srgbClr val="CBEF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40">
                <a:extLst>
                  <a:ext uri="{FF2B5EF4-FFF2-40B4-BE49-F238E27FC236}">
                    <a16:creationId xmlns:a16="http://schemas.microsoft.com/office/drawing/2014/main" id="{09A6FA92-210A-004E-F703-FD5C8A72D4A7}"/>
                  </a:ext>
                </a:extLst>
              </p:cNvPr>
              <p:cNvSpPr/>
              <p:nvPr/>
            </p:nvSpPr>
            <p:spPr>
              <a:xfrm>
                <a:off x="5037122" y="2419331"/>
                <a:ext cx="181849" cy="110856"/>
              </a:xfrm>
              <a:custGeom>
                <a:avLst/>
                <a:gdLst/>
                <a:ahLst/>
                <a:cxnLst/>
                <a:rect l="l" t="t" r="r" b="b"/>
                <a:pathLst>
                  <a:path w="1788" h="1090" extrusionOk="0">
                    <a:moveTo>
                      <a:pt x="1105" y="1"/>
                    </a:moveTo>
                    <a:cubicBezTo>
                      <a:pt x="505" y="1"/>
                      <a:pt x="16" y="481"/>
                      <a:pt x="0" y="1089"/>
                    </a:cubicBezTo>
                    <a:cubicBezTo>
                      <a:pt x="0" y="1089"/>
                      <a:pt x="283" y="214"/>
                      <a:pt x="1046" y="214"/>
                    </a:cubicBezTo>
                    <a:lnTo>
                      <a:pt x="1121" y="214"/>
                    </a:lnTo>
                    <a:cubicBezTo>
                      <a:pt x="1364" y="237"/>
                      <a:pt x="1565" y="312"/>
                      <a:pt x="1713" y="415"/>
                    </a:cubicBezTo>
                    <a:lnTo>
                      <a:pt x="1787" y="319"/>
                    </a:lnTo>
                    <a:cubicBezTo>
                      <a:pt x="1668" y="193"/>
                      <a:pt x="1535" y="97"/>
                      <a:pt x="1371" y="36"/>
                    </a:cubicBezTo>
                    <a:cubicBezTo>
                      <a:pt x="1298" y="15"/>
                      <a:pt x="1209" y="1"/>
                      <a:pt x="1121" y="1"/>
                    </a:cubicBezTo>
                    <a:close/>
                  </a:path>
                </a:pathLst>
              </a:custGeom>
              <a:solidFill>
                <a:srgbClr val="CBEF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37" name="Google Shape;2837;p40">
              <a:extLst>
                <a:ext uri="{FF2B5EF4-FFF2-40B4-BE49-F238E27FC236}">
                  <a16:creationId xmlns:a16="http://schemas.microsoft.com/office/drawing/2014/main" id="{48E7CB4D-ACFF-C14A-B00A-AE2CF5A6CC4E}"/>
                </a:ext>
              </a:extLst>
            </p:cNvPr>
            <p:cNvSpPr/>
            <p:nvPr/>
          </p:nvSpPr>
          <p:spPr>
            <a:xfrm>
              <a:off x="5516525" y="1327946"/>
              <a:ext cx="814774" cy="354600"/>
            </a:xfrm>
            <a:custGeom>
              <a:avLst/>
              <a:gdLst/>
              <a:ahLst/>
              <a:cxnLst/>
              <a:rect l="l" t="t" r="r" b="b"/>
              <a:pathLst>
                <a:path w="8568" h="3729" extrusionOk="0">
                  <a:moveTo>
                    <a:pt x="4485" y="1"/>
                  </a:moveTo>
                  <a:cubicBezTo>
                    <a:pt x="4480" y="1"/>
                    <a:pt x="4475" y="1"/>
                    <a:pt x="4470" y="1"/>
                  </a:cubicBezTo>
                  <a:cubicBezTo>
                    <a:pt x="3848" y="17"/>
                    <a:pt x="3328" y="424"/>
                    <a:pt x="3150" y="995"/>
                  </a:cubicBezTo>
                  <a:cubicBezTo>
                    <a:pt x="3069" y="972"/>
                    <a:pt x="2987" y="965"/>
                    <a:pt x="2898" y="965"/>
                  </a:cubicBezTo>
                  <a:cubicBezTo>
                    <a:pt x="2231" y="979"/>
                    <a:pt x="1706" y="1521"/>
                    <a:pt x="1714" y="2188"/>
                  </a:cubicBezTo>
                  <a:lnTo>
                    <a:pt x="1632" y="2188"/>
                  </a:lnTo>
                  <a:cubicBezTo>
                    <a:pt x="698" y="2202"/>
                    <a:pt x="209" y="2862"/>
                    <a:pt x="1" y="3728"/>
                  </a:cubicBezTo>
                  <a:lnTo>
                    <a:pt x="8567" y="3602"/>
                  </a:lnTo>
                  <a:cubicBezTo>
                    <a:pt x="8382" y="2907"/>
                    <a:pt x="7826" y="2357"/>
                    <a:pt x="7130" y="2179"/>
                  </a:cubicBezTo>
                  <a:cubicBezTo>
                    <a:pt x="7108" y="1592"/>
                    <a:pt x="6626" y="1128"/>
                    <a:pt x="6033" y="1128"/>
                  </a:cubicBezTo>
                  <a:cubicBezTo>
                    <a:pt x="6028" y="1128"/>
                    <a:pt x="6024" y="1128"/>
                    <a:pt x="6019" y="1128"/>
                  </a:cubicBezTo>
                  <a:cubicBezTo>
                    <a:pt x="5975" y="1128"/>
                    <a:pt x="5921" y="1135"/>
                    <a:pt x="5877" y="1143"/>
                  </a:cubicBezTo>
                  <a:cubicBezTo>
                    <a:pt x="5744" y="488"/>
                    <a:pt x="5174" y="1"/>
                    <a:pt x="4485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40">
              <a:extLst>
                <a:ext uri="{FF2B5EF4-FFF2-40B4-BE49-F238E27FC236}">
                  <a16:creationId xmlns:a16="http://schemas.microsoft.com/office/drawing/2014/main" id="{7A18F928-7C05-56E6-9544-14175DBC29AF}"/>
                </a:ext>
              </a:extLst>
            </p:cNvPr>
            <p:cNvSpPr/>
            <p:nvPr/>
          </p:nvSpPr>
          <p:spPr>
            <a:xfrm>
              <a:off x="5983828" y="1437873"/>
              <a:ext cx="89579" cy="179249"/>
            </a:xfrm>
            <a:custGeom>
              <a:avLst/>
              <a:gdLst/>
              <a:ahLst/>
              <a:cxnLst/>
              <a:rect l="l" t="t" r="r" b="b"/>
              <a:pathLst>
                <a:path w="942" h="1885" extrusionOk="0">
                  <a:moveTo>
                    <a:pt x="941" y="1"/>
                  </a:moveTo>
                  <a:cubicBezTo>
                    <a:pt x="422" y="1"/>
                    <a:pt x="1" y="424"/>
                    <a:pt x="1" y="943"/>
                  </a:cubicBezTo>
                  <a:cubicBezTo>
                    <a:pt x="1" y="1461"/>
                    <a:pt x="422" y="1884"/>
                    <a:pt x="941" y="1884"/>
                  </a:cubicBezTo>
                  <a:cubicBezTo>
                    <a:pt x="941" y="1884"/>
                    <a:pt x="274" y="1713"/>
                    <a:pt x="230" y="943"/>
                  </a:cubicBezTo>
                  <a:cubicBezTo>
                    <a:pt x="193" y="246"/>
                    <a:pt x="941" y="1"/>
                    <a:pt x="941" y="1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40">
              <a:extLst>
                <a:ext uri="{FF2B5EF4-FFF2-40B4-BE49-F238E27FC236}">
                  <a16:creationId xmlns:a16="http://schemas.microsoft.com/office/drawing/2014/main" id="{721B7D0A-DCC8-0125-3157-E215EB771BA9}"/>
                </a:ext>
              </a:extLst>
            </p:cNvPr>
            <p:cNvSpPr/>
            <p:nvPr/>
          </p:nvSpPr>
          <p:spPr>
            <a:xfrm>
              <a:off x="5526511" y="1542950"/>
              <a:ext cx="254474" cy="129801"/>
            </a:xfrm>
            <a:custGeom>
              <a:avLst/>
              <a:gdLst/>
              <a:ahLst/>
              <a:cxnLst/>
              <a:rect l="l" t="t" r="r" b="b"/>
              <a:pathLst>
                <a:path w="2676" h="1365" extrusionOk="0">
                  <a:moveTo>
                    <a:pt x="1260" y="0"/>
                  </a:moveTo>
                  <a:cubicBezTo>
                    <a:pt x="1148" y="0"/>
                    <a:pt x="1045" y="16"/>
                    <a:pt x="942" y="38"/>
                  </a:cubicBezTo>
                  <a:cubicBezTo>
                    <a:pt x="481" y="222"/>
                    <a:pt x="186" y="616"/>
                    <a:pt x="1" y="1119"/>
                  </a:cubicBezTo>
                  <a:cubicBezTo>
                    <a:pt x="163" y="800"/>
                    <a:pt x="518" y="319"/>
                    <a:pt x="1267" y="267"/>
                  </a:cubicBezTo>
                  <a:lnTo>
                    <a:pt x="1356" y="267"/>
                  </a:lnTo>
                  <a:cubicBezTo>
                    <a:pt x="2320" y="267"/>
                    <a:pt x="2676" y="1364"/>
                    <a:pt x="2676" y="1364"/>
                  </a:cubicBezTo>
                  <a:cubicBezTo>
                    <a:pt x="2660" y="608"/>
                    <a:pt x="2037" y="0"/>
                    <a:pt x="1281" y="0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40">
              <a:extLst>
                <a:ext uri="{FF2B5EF4-FFF2-40B4-BE49-F238E27FC236}">
                  <a16:creationId xmlns:a16="http://schemas.microsoft.com/office/drawing/2014/main" id="{E05B7A35-2682-47F9-3980-942A0269699B}"/>
                </a:ext>
              </a:extLst>
            </p:cNvPr>
            <p:cNvSpPr/>
            <p:nvPr/>
          </p:nvSpPr>
          <p:spPr>
            <a:xfrm>
              <a:off x="6729579" y="3391121"/>
              <a:ext cx="413313" cy="43749"/>
            </a:xfrm>
            <a:custGeom>
              <a:avLst/>
              <a:gdLst/>
              <a:ahLst/>
              <a:cxnLst/>
              <a:rect l="l" t="t" r="r" b="b"/>
              <a:pathLst>
                <a:path w="5470" h="579" extrusionOk="0">
                  <a:moveTo>
                    <a:pt x="794" y="1"/>
                  </a:moveTo>
                  <a:lnTo>
                    <a:pt x="779" y="22"/>
                  </a:lnTo>
                  <a:cubicBezTo>
                    <a:pt x="534" y="296"/>
                    <a:pt x="274" y="459"/>
                    <a:pt x="8" y="511"/>
                  </a:cubicBezTo>
                  <a:lnTo>
                    <a:pt x="1" y="511"/>
                  </a:lnTo>
                  <a:lnTo>
                    <a:pt x="1" y="534"/>
                  </a:lnTo>
                  <a:lnTo>
                    <a:pt x="1" y="562"/>
                  </a:lnTo>
                  <a:lnTo>
                    <a:pt x="15" y="555"/>
                  </a:lnTo>
                  <a:cubicBezTo>
                    <a:pt x="290" y="504"/>
                    <a:pt x="548" y="349"/>
                    <a:pt x="794" y="82"/>
                  </a:cubicBezTo>
                  <a:cubicBezTo>
                    <a:pt x="1046" y="385"/>
                    <a:pt x="1402" y="571"/>
                    <a:pt x="1749" y="578"/>
                  </a:cubicBezTo>
                  <a:cubicBezTo>
                    <a:pt x="2193" y="578"/>
                    <a:pt x="2542" y="274"/>
                    <a:pt x="2713" y="73"/>
                  </a:cubicBezTo>
                  <a:cubicBezTo>
                    <a:pt x="2972" y="385"/>
                    <a:pt x="3328" y="571"/>
                    <a:pt x="3676" y="571"/>
                  </a:cubicBezTo>
                  <a:lnTo>
                    <a:pt x="3684" y="571"/>
                  </a:lnTo>
                  <a:cubicBezTo>
                    <a:pt x="4009" y="571"/>
                    <a:pt x="4350" y="394"/>
                    <a:pt x="4639" y="82"/>
                  </a:cubicBezTo>
                  <a:cubicBezTo>
                    <a:pt x="4898" y="356"/>
                    <a:pt x="5165" y="511"/>
                    <a:pt x="5448" y="555"/>
                  </a:cubicBezTo>
                  <a:lnTo>
                    <a:pt x="5462" y="562"/>
                  </a:lnTo>
                  <a:lnTo>
                    <a:pt x="5469" y="511"/>
                  </a:lnTo>
                  <a:lnTo>
                    <a:pt x="5455" y="511"/>
                  </a:lnTo>
                  <a:cubicBezTo>
                    <a:pt x="5181" y="459"/>
                    <a:pt x="4914" y="305"/>
                    <a:pt x="4662" y="22"/>
                  </a:cubicBezTo>
                  <a:lnTo>
                    <a:pt x="4639" y="8"/>
                  </a:lnTo>
                  <a:lnTo>
                    <a:pt x="4624" y="22"/>
                  </a:lnTo>
                  <a:cubicBezTo>
                    <a:pt x="4454" y="207"/>
                    <a:pt x="4114" y="518"/>
                    <a:pt x="3676" y="518"/>
                  </a:cubicBezTo>
                  <a:cubicBezTo>
                    <a:pt x="3335" y="518"/>
                    <a:pt x="2986" y="333"/>
                    <a:pt x="2736" y="22"/>
                  </a:cubicBezTo>
                  <a:lnTo>
                    <a:pt x="2713" y="1"/>
                  </a:lnTo>
                  <a:lnTo>
                    <a:pt x="2698" y="22"/>
                  </a:lnTo>
                  <a:cubicBezTo>
                    <a:pt x="2528" y="207"/>
                    <a:pt x="2186" y="527"/>
                    <a:pt x="1749" y="527"/>
                  </a:cubicBezTo>
                  <a:cubicBezTo>
                    <a:pt x="1409" y="527"/>
                    <a:pt x="1060" y="333"/>
                    <a:pt x="815" y="22"/>
                  </a:cubicBezTo>
                  <a:lnTo>
                    <a:pt x="794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40">
              <a:extLst>
                <a:ext uri="{FF2B5EF4-FFF2-40B4-BE49-F238E27FC236}">
                  <a16:creationId xmlns:a16="http://schemas.microsoft.com/office/drawing/2014/main" id="{B48983D8-6662-934F-EA5C-EAF369B28F9D}"/>
                </a:ext>
              </a:extLst>
            </p:cNvPr>
            <p:cNvSpPr/>
            <p:nvPr/>
          </p:nvSpPr>
          <p:spPr>
            <a:xfrm>
              <a:off x="6729579" y="3429656"/>
              <a:ext cx="76" cy="4005"/>
            </a:xfrm>
            <a:custGeom>
              <a:avLst/>
              <a:gdLst/>
              <a:ahLst/>
              <a:cxnLst/>
              <a:rect l="l" t="t" r="r" b="b"/>
              <a:pathLst>
                <a:path w="1" h="53" extrusionOk="0">
                  <a:moveTo>
                    <a:pt x="1" y="24"/>
                  </a:moveTo>
                  <a:lnTo>
                    <a:pt x="1" y="38"/>
                  </a:lnTo>
                  <a:lnTo>
                    <a:pt x="1" y="52"/>
                  </a:lnTo>
                  <a:lnTo>
                    <a:pt x="1" y="52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40">
              <a:extLst>
                <a:ext uri="{FF2B5EF4-FFF2-40B4-BE49-F238E27FC236}">
                  <a16:creationId xmlns:a16="http://schemas.microsoft.com/office/drawing/2014/main" id="{BC486B66-5BBF-058F-BE22-FD8ECA29F362}"/>
                </a:ext>
              </a:extLst>
            </p:cNvPr>
            <p:cNvSpPr/>
            <p:nvPr/>
          </p:nvSpPr>
          <p:spPr>
            <a:xfrm>
              <a:off x="6729579" y="3410086"/>
              <a:ext cx="413313" cy="43749"/>
            </a:xfrm>
            <a:custGeom>
              <a:avLst/>
              <a:gdLst/>
              <a:ahLst/>
              <a:cxnLst/>
              <a:rect l="l" t="t" r="r" b="b"/>
              <a:pathLst>
                <a:path w="5470" h="579" extrusionOk="0">
                  <a:moveTo>
                    <a:pt x="794" y="0"/>
                  </a:moveTo>
                  <a:lnTo>
                    <a:pt x="779" y="23"/>
                  </a:lnTo>
                  <a:cubicBezTo>
                    <a:pt x="534" y="297"/>
                    <a:pt x="274" y="461"/>
                    <a:pt x="8" y="512"/>
                  </a:cubicBezTo>
                  <a:lnTo>
                    <a:pt x="1" y="512"/>
                  </a:lnTo>
                  <a:lnTo>
                    <a:pt x="1" y="534"/>
                  </a:lnTo>
                  <a:lnTo>
                    <a:pt x="1" y="564"/>
                  </a:lnTo>
                  <a:lnTo>
                    <a:pt x="15" y="564"/>
                  </a:lnTo>
                  <a:cubicBezTo>
                    <a:pt x="290" y="512"/>
                    <a:pt x="548" y="349"/>
                    <a:pt x="794" y="82"/>
                  </a:cubicBezTo>
                  <a:cubicBezTo>
                    <a:pt x="1046" y="393"/>
                    <a:pt x="1402" y="578"/>
                    <a:pt x="1749" y="578"/>
                  </a:cubicBezTo>
                  <a:cubicBezTo>
                    <a:pt x="2193" y="578"/>
                    <a:pt x="2542" y="276"/>
                    <a:pt x="2713" y="82"/>
                  </a:cubicBezTo>
                  <a:cubicBezTo>
                    <a:pt x="2972" y="393"/>
                    <a:pt x="3328" y="578"/>
                    <a:pt x="3676" y="578"/>
                  </a:cubicBezTo>
                  <a:lnTo>
                    <a:pt x="3684" y="578"/>
                  </a:lnTo>
                  <a:cubicBezTo>
                    <a:pt x="4009" y="571"/>
                    <a:pt x="4350" y="400"/>
                    <a:pt x="4639" y="82"/>
                  </a:cubicBezTo>
                  <a:cubicBezTo>
                    <a:pt x="4898" y="356"/>
                    <a:pt x="5165" y="520"/>
                    <a:pt x="5448" y="564"/>
                  </a:cubicBezTo>
                  <a:lnTo>
                    <a:pt x="5462" y="564"/>
                  </a:lnTo>
                  <a:lnTo>
                    <a:pt x="5469" y="512"/>
                  </a:lnTo>
                  <a:lnTo>
                    <a:pt x="5455" y="512"/>
                  </a:lnTo>
                  <a:cubicBezTo>
                    <a:pt x="5181" y="468"/>
                    <a:pt x="4914" y="304"/>
                    <a:pt x="4662" y="30"/>
                  </a:cubicBezTo>
                  <a:lnTo>
                    <a:pt x="4639" y="9"/>
                  </a:lnTo>
                  <a:lnTo>
                    <a:pt x="4624" y="30"/>
                  </a:lnTo>
                  <a:cubicBezTo>
                    <a:pt x="4454" y="215"/>
                    <a:pt x="4114" y="520"/>
                    <a:pt x="3676" y="527"/>
                  </a:cubicBezTo>
                  <a:cubicBezTo>
                    <a:pt x="3335" y="527"/>
                    <a:pt x="2986" y="342"/>
                    <a:pt x="2736" y="30"/>
                  </a:cubicBezTo>
                  <a:lnTo>
                    <a:pt x="2713" y="0"/>
                  </a:lnTo>
                  <a:lnTo>
                    <a:pt x="2698" y="23"/>
                  </a:lnTo>
                  <a:cubicBezTo>
                    <a:pt x="2528" y="215"/>
                    <a:pt x="2186" y="527"/>
                    <a:pt x="1749" y="527"/>
                  </a:cubicBezTo>
                  <a:cubicBezTo>
                    <a:pt x="1409" y="527"/>
                    <a:pt x="1060" y="342"/>
                    <a:pt x="815" y="30"/>
                  </a:cubicBezTo>
                  <a:lnTo>
                    <a:pt x="794" y="0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40">
              <a:extLst>
                <a:ext uri="{FF2B5EF4-FFF2-40B4-BE49-F238E27FC236}">
                  <a16:creationId xmlns:a16="http://schemas.microsoft.com/office/drawing/2014/main" id="{B35A675D-4122-0E57-9B51-2BB558CE79F4}"/>
                </a:ext>
              </a:extLst>
            </p:cNvPr>
            <p:cNvSpPr/>
            <p:nvPr/>
          </p:nvSpPr>
          <p:spPr>
            <a:xfrm>
              <a:off x="6729579" y="3448773"/>
              <a:ext cx="76" cy="3929"/>
            </a:xfrm>
            <a:custGeom>
              <a:avLst/>
              <a:gdLst/>
              <a:ahLst/>
              <a:cxnLst/>
              <a:rect l="l" t="t" r="r" b="b"/>
              <a:pathLst>
                <a:path w="1" h="52" extrusionOk="0">
                  <a:moveTo>
                    <a:pt x="1" y="22"/>
                  </a:moveTo>
                  <a:lnTo>
                    <a:pt x="1" y="45"/>
                  </a:lnTo>
                  <a:lnTo>
                    <a:pt x="1" y="52"/>
                  </a:lnTo>
                  <a:lnTo>
                    <a:pt x="1" y="52"/>
                  </a:lnTo>
                  <a:close/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40">
              <a:extLst>
                <a:ext uri="{FF2B5EF4-FFF2-40B4-BE49-F238E27FC236}">
                  <a16:creationId xmlns:a16="http://schemas.microsoft.com/office/drawing/2014/main" id="{5C5F4DC3-4C85-5224-008B-27FEAFCE7D67}"/>
                </a:ext>
              </a:extLst>
            </p:cNvPr>
            <p:cNvSpPr/>
            <p:nvPr/>
          </p:nvSpPr>
          <p:spPr>
            <a:xfrm>
              <a:off x="6730108" y="3429656"/>
              <a:ext cx="416109" cy="43749"/>
            </a:xfrm>
            <a:custGeom>
              <a:avLst/>
              <a:gdLst/>
              <a:ahLst/>
              <a:cxnLst/>
              <a:rect l="l" t="t" r="r" b="b"/>
              <a:pathLst>
                <a:path w="5507" h="579" extrusionOk="0">
                  <a:moveTo>
                    <a:pt x="787" y="1"/>
                  </a:moveTo>
                  <a:lnTo>
                    <a:pt x="772" y="24"/>
                  </a:lnTo>
                  <a:cubicBezTo>
                    <a:pt x="527" y="298"/>
                    <a:pt x="267" y="462"/>
                    <a:pt x="1" y="513"/>
                  </a:cubicBezTo>
                  <a:lnTo>
                    <a:pt x="24" y="513"/>
                  </a:lnTo>
                  <a:lnTo>
                    <a:pt x="38" y="520"/>
                  </a:lnTo>
                  <a:lnTo>
                    <a:pt x="38" y="558"/>
                  </a:lnTo>
                  <a:cubicBezTo>
                    <a:pt x="298" y="497"/>
                    <a:pt x="550" y="342"/>
                    <a:pt x="787" y="83"/>
                  </a:cubicBezTo>
                  <a:cubicBezTo>
                    <a:pt x="1039" y="394"/>
                    <a:pt x="1395" y="579"/>
                    <a:pt x="1742" y="579"/>
                  </a:cubicBezTo>
                  <a:cubicBezTo>
                    <a:pt x="2186" y="579"/>
                    <a:pt x="2535" y="275"/>
                    <a:pt x="2706" y="83"/>
                  </a:cubicBezTo>
                  <a:cubicBezTo>
                    <a:pt x="2965" y="387"/>
                    <a:pt x="3321" y="572"/>
                    <a:pt x="3669" y="572"/>
                  </a:cubicBezTo>
                  <a:lnTo>
                    <a:pt x="3677" y="572"/>
                  </a:lnTo>
                  <a:cubicBezTo>
                    <a:pt x="4002" y="572"/>
                    <a:pt x="4343" y="394"/>
                    <a:pt x="4632" y="83"/>
                  </a:cubicBezTo>
                  <a:cubicBezTo>
                    <a:pt x="4907" y="373"/>
                    <a:pt x="5188" y="534"/>
                    <a:pt x="5485" y="565"/>
                  </a:cubicBezTo>
                  <a:lnTo>
                    <a:pt x="5499" y="572"/>
                  </a:lnTo>
                  <a:lnTo>
                    <a:pt x="5507" y="520"/>
                  </a:lnTo>
                  <a:lnTo>
                    <a:pt x="5485" y="513"/>
                  </a:lnTo>
                  <a:cubicBezTo>
                    <a:pt x="5202" y="483"/>
                    <a:pt x="4921" y="319"/>
                    <a:pt x="4655" y="24"/>
                  </a:cubicBezTo>
                  <a:lnTo>
                    <a:pt x="4632" y="8"/>
                  </a:lnTo>
                  <a:lnTo>
                    <a:pt x="4617" y="31"/>
                  </a:lnTo>
                  <a:cubicBezTo>
                    <a:pt x="4447" y="209"/>
                    <a:pt x="4107" y="520"/>
                    <a:pt x="3669" y="520"/>
                  </a:cubicBezTo>
                  <a:cubicBezTo>
                    <a:pt x="3328" y="520"/>
                    <a:pt x="2979" y="335"/>
                    <a:pt x="2729" y="24"/>
                  </a:cubicBezTo>
                  <a:lnTo>
                    <a:pt x="2706" y="1"/>
                  </a:lnTo>
                  <a:lnTo>
                    <a:pt x="2691" y="24"/>
                  </a:lnTo>
                  <a:cubicBezTo>
                    <a:pt x="2521" y="209"/>
                    <a:pt x="2179" y="527"/>
                    <a:pt x="1742" y="527"/>
                  </a:cubicBezTo>
                  <a:cubicBezTo>
                    <a:pt x="1402" y="527"/>
                    <a:pt x="1053" y="335"/>
                    <a:pt x="808" y="24"/>
                  </a:cubicBezTo>
                  <a:lnTo>
                    <a:pt x="787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40">
              <a:extLst>
                <a:ext uri="{FF2B5EF4-FFF2-40B4-BE49-F238E27FC236}">
                  <a16:creationId xmlns:a16="http://schemas.microsoft.com/office/drawing/2014/main" id="{E846A78E-7098-6585-1C8F-14A92E383F2E}"/>
                </a:ext>
              </a:extLst>
            </p:cNvPr>
            <p:cNvSpPr/>
            <p:nvPr/>
          </p:nvSpPr>
          <p:spPr>
            <a:xfrm>
              <a:off x="6729579" y="3468419"/>
              <a:ext cx="76" cy="3929"/>
            </a:xfrm>
            <a:custGeom>
              <a:avLst/>
              <a:gdLst/>
              <a:ahLst/>
              <a:cxnLst/>
              <a:rect l="l" t="t" r="r" b="b"/>
              <a:pathLst>
                <a:path w="1" h="52" extrusionOk="0">
                  <a:moveTo>
                    <a:pt x="1" y="52"/>
                  </a:moveTo>
                  <a:lnTo>
                    <a:pt x="1" y="52"/>
                  </a:lnTo>
                  <a:lnTo>
                    <a:pt x="1" y="52"/>
                  </a:lnTo>
                  <a:lnTo>
                    <a:pt x="1" y="52"/>
                  </a:lnTo>
                  <a:lnTo>
                    <a:pt x="1" y="52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40">
              <a:extLst>
                <a:ext uri="{FF2B5EF4-FFF2-40B4-BE49-F238E27FC236}">
                  <a16:creationId xmlns:a16="http://schemas.microsoft.com/office/drawing/2014/main" id="{8B7DBD3F-AD2E-AAF1-A128-2B53B12025A7}"/>
                </a:ext>
              </a:extLst>
            </p:cNvPr>
            <p:cNvSpPr/>
            <p:nvPr/>
          </p:nvSpPr>
          <p:spPr>
            <a:xfrm>
              <a:off x="7073981" y="3741568"/>
              <a:ext cx="414371" cy="43749"/>
            </a:xfrm>
            <a:custGeom>
              <a:avLst/>
              <a:gdLst/>
              <a:ahLst/>
              <a:cxnLst/>
              <a:rect l="l" t="t" r="r" b="b"/>
              <a:pathLst>
                <a:path w="5484" h="579" extrusionOk="0">
                  <a:moveTo>
                    <a:pt x="808" y="0"/>
                  </a:moveTo>
                  <a:lnTo>
                    <a:pt x="785" y="24"/>
                  </a:lnTo>
                  <a:cubicBezTo>
                    <a:pt x="548" y="297"/>
                    <a:pt x="289" y="459"/>
                    <a:pt x="22" y="513"/>
                  </a:cubicBezTo>
                  <a:lnTo>
                    <a:pt x="1" y="520"/>
                  </a:lnTo>
                  <a:lnTo>
                    <a:pt x="15" y="564"/>
                  </a:lnTo>
                  <a:lnTo>
                    <a:pt x="29" y="564"/>
                  </a:lnTo>
                  <a:cubicBezTo>
                    <a:pt x="303" y="513"/>
                    <a:pt x="562" y="349"/>
                    <a:pt x="808" y="82"/>
                  </a:cubicBezTo>
                  <a:cubicBezTo>
                    <a:pt x="1059" y="394"/>
                    <a:pt x="1414" y="578"/>
                    <a:pt x="1763" y="578"/>
                  </a:cubicBezTo>
                  <a:cubicBezTo>
                    <a:pt x="2207" y="578"/>
                    <a:pt x="2549" y="274"/>
                    <a:pt x="2727" y="82"/>
                  </a:cubicBezTo>
                  <a:cubicBezTo>
                    <a:pt x="2986" y="394"/>
                    <a:pt x="3342" y="578"/>
                    <a:pt x="3691" y="578"/>
                  </a:cubicBezTo>
                  <a:lnTo>
                    <a:pt x="3698" y="578"/>
                  </a:lnTo>
                  <a:cubicBezTo>
                    <a:pt x="4023" y="571"/>
                    <a:pt x="4365" y="401"/>
                    <a:pt x="4653" y="82"/>
                  </a:cubicBezTo>
                  <a:cubicBezTo>
                    <a:pt x="4912" y="356"/>
                    <a:pt x="5179" y="520"/>
                    <a:pt x="5453" y="564"/>
                  </a:cubicBezTo>
                  <a:lnTo>
                    <a:pt x="5476" y="564"/>
                  </a:lnTo>
                  <a:lnTo>
                    <a:pt x="5483" y="513"/>
                  </a:lnTo>
                  <a:lnTo>
                    <a:pt x="5460" y="513"/>
                  </a:lnTo>
                  <a:cubicBezTo>
                    <a:pt x="5193" y="468"/>
                    <a:pt x="4927" y="305"/>
                    <a:pt x="4669" y="31"/>
                  </a:cubicBezTo>
                  <a:lnTo>
                    <a:pt x="4653" y="8"/>
                  </a:lnTo>
                  <a:lnTo>
                    <a:pt x="4631" y="31"/>
                  </a:lnTo>
                  <a:cubicBezTo>
                    <a:pt x="4468" y="216"/>
                    <a:pt x="4126" y="520"/>
                    <a:pt x="3691" y="527"/>
                  </a:cubicBezTo>
                  <a:cubicBezTo>
                    <a:pt x="3349" y="527"/>
                    <a:pt x="2994" y="342"/>
                    <a:pt x="2748" y="24"/>
                  </a:cubicBezTo>
                  <a:lnTo>
                    <a:pt x="2727" y="0"/>
                  </a:lnTo>
                  <a:lnTo>
                    <a:pt x="2704" y="24"/>
                  </a:lnTo>
                  <a:cubicBezTo>
                    <a:pt x="2542" y="216"/>
                    <a:pt x="2200" y="527"/>
                    <a:pt x="1763" y="527"/>
                  </a:cubicBezTo>
                  <a:cubicBezTo>
                    <a:pt x="1423" y="527"/>
                    <a:pt x="1075" y="342"/>
                    <a:pt x="829" y="31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40">
              <a:extLst>
                <a:ext uri="{FF2B5EF4-FFF2-40B4-BE49-F238E27FC236}">
                  <a16:creationId xmlns:a16="http://schemas.microsoft.com/office/drawing/2014/main" id="{8B8F1EDF-97DF-6385-6167-11ED5A96C5BA}"/>
                </a:ext>
              </a:extLst>
            </p:cNvPr>
            <p:cNvSpPr/>
            <p:nvPr/>
          </p:nvSpPr>
          <p:spPr>
            <a:xfrm>
              <a:off x="7073981" y="3761214"/>
              <a:ext cx="414371" cy="43749"/>
            </a:xfrm>
            <a:custGeom>
              <a:avLst/>
              <a:gdLst/>
              <a:ahLst/>
              <a:cxnLst/>
              <a:rect l="l" t="t" r="r" b="b"/>
              <a:pathLst>
                <a:path w="5484" h="579" extrusionOk="0">
                  <a:moveTo>
                    <a:pt x="808" y="0"/>
                  </a:moveTo>
                  <a:lnTo>
                    <a:pt x="785" y="21"/>
                  </a:lnTo>
                  <a:cubicBezTo>
                    <a:pt x="548" y="297"/>
                    <a:pt x="289" y="459"/>
                    <a:pt x="22" y="511"/>
                  </a:cubicBezTo>
                  <a:lnTo>
                    <a:pt x="1" y="511"/>
                  </a:lnTo>
                  <a:lnTo>
                    <a:pt x="15" y="564"/>
                  </a:lnTo>
                  <a:lnTo>
                    <a:pt x="29" y="555"/>
                  </a:lnTo>
                  <a:cubicBezTo>
                    <a:pt x="303" y="503"/>
                    <a:pt x="562" y="349"/>
                    <a:pt x="808" y="82"/>
                  </a:cubicBezTo>
                  <a:cubicBezTo>
                    <a:pt x="1059" y="386"/>
                    <a:pt x="1414" y="578"/>
                    <a:pt x="1763" y="578"/>
                  </a:cubicBezTo>
                  <a:cubicBezTo>
                    <a:pt x="2207" y="578"/>
                    <a:pt x="2549" y="274"/>
                    <a:pt x="2727" y="82"/>
                  </a:cubicBezTo>
                  <a:cubicBezTo>
                    <a:pt x="2986" y="386"/>
                    <a:pt x="3342" y="571"/>
                    <a:pt x="3691" y="571"/>
                  </a:cubicBezTo>
                  <a:lnTo>
                    <a:pt x="3698" y="571"/>
                  </a:lnTo>
                  <a:cubicBezTo>
                    <a:pt x="4023" y="571"/>
                    <a:pt x="4365" y="393"/>
                    <a:pt x="4653" y="82"/>
                  </a:cubicBezTo>
                  <a:cubicBezTo>
                    <a:pt x="4912" y="356"/>
                    <a:pt x="5179" y="511"/>
                    <a:pt x="5453" y="555"/>
                  </a:cubicBezTo>
                  <a:lnTo>
                    <a:pt x="5476" y="564"/>
                  </a:lnTo>
                  <a:lnTo>
                    <a:pt x="5483" y="511"/>
                  </a:lnTo>
                  <a:lnTo>
                    <a:pt x="5460" y="511"/>
                  </a:lnTo>
                  <a:cubicBezTo>
                    <a:pt x="5193" y="466"/>
                    <a:pt x="4927" y="304"/>
                    <a:pt x="4669" y="21"/>
                  </a:cubicBezTo>
                  <a:lnTo>
                    <a:pt x="4653" y="7"/>
                  </a:lnTo>
                  <a:lnTo>
                    <a:pt x="4631" y="21"/>
                  </a:lnTo>
                  <a:cubicBezTo>
                    <a:pt x="4468" y="208"/>
                    <a:pt x="4126" y="519"/>
                    <a:pt x="3691" y="519"/>
                  </a:cubicBezTo>
                  <a:cubicBezTo>
                    <a:pt x="3349" y="519"/>
                    <a:pt x="2994" y="333"/>
                    <a:pt x="2748" y="21"/>
                  </a:cubicBezTo>
                  <a:lnTo>
                    <a:pt x="2727" y="0"/>
                  </a:lnTo>
                  <a:lnTo>
                    <a:pt x="2704" y="21"/>
                  </a:lnTo>
                  <a:cubicBezTo>
                    <a:pt x="2542" y="208"/>
                    <a:pt x="2200" y="527"/>
                    <a:pt x="1763" y="527"/>
                  </a:cubicBezTo>
                  <a:cubicBezTo>
                    <a:pt x="1423" y="527"/>
                    <a:pt x="1075" y="333"/>
                    <a:pt x="829" y="21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40">
              <a:extLst>
                <a:ext uri="{FF2B5EF4-FFF2-40B4-BE49-F238E27FC236}">
                  <a16:creationId xmlns:a16="http://schemas.microsoft.com/office/drawing/2014/main" id="{8B49F1D6-5730-A34D-FB5A-A2B49EE9AC71}"/>
                </a:ext>
              </a:extLst>
            </p:cNvPr>
            <p:cNvSpPr/>
            <p:nvPr/>
          </p:nvSpPr>
          <p:spPr>
            <a:xfrm>
              <a:off x="7073981" y="3780255"/>
              <a:ext cx="417167" cy="43749"/>
            </a:xfrm>
            <a:custGeom>
              <a:avLst/>
              <a:gdLst/>
              <a:ahLst/>
              <a:cxnLst/>
              <a:rect l="l" t="t" r="r" b="b"/>
              <a:pathLst>
                <a:path w="5521" h="579" extrusionOk="0">
                  <a:moveTo>
                    <a:pt x="808" y="1"/>
                  </a:moveTo>
                  <a:lnTo>
                    <a:pt x="785" y="22"/>
                  </a:lnTo>
                  <a:cubicBezTo>
                    <a:pt x="548" y="296"/>
                    <a:pt x="289" y="459"/>
                    <a:pt x="22" y="511"/>
                  </a:cubicBezTo>
                  <a:lnTo>
                    <a:pt x="1" y="518"/>
                  </a:lnTo>
                  <a:lnTo>
                    <a:pt x="15" y="563"/>
                  </a:lnTo>
                  <a:lnTo>
                    <a:pt x="29" y="563"/>
                  </a:lnTo>
                  <a:cubicBezTo>
                    <a:pt x="303" y="511"/>
                    <a:pt x="562" y="347"/>
                    <a:pt x="808" y="81"/>
                  </a:cubicBezTo>
                  <a:cubicBezTo>
                    <a:pt x="1059" y="392"/>
                    <a:pt x="1414" y="579"/>
                    <a:pt x="1763" y="579"/>
                  </a:cubicBezTo>
                  <a:cubicBezTo>
                    <a:pt x="2207" y="579"/>
                    <a:pt x="2549" y="275"/>
                    <a:pt x="2727" y="81"/>
                  </a:cubicBezTo>
                  <a:cubicBezTo>
                    <a:pt x="2986" y="392"/>
                    <a:pt x="3342" y="579"/>
                    <a:pt x="3691" y="579"/>
                  </a:cubicBezTo>
                  <a:lnTo>
                    <a:pt x="3698" y="579"/>
                  </a:lnTo>
                  <a:cubicBezTo>
                    <a:pt x="4023" y="579"/>
                    <a:pt x="4365" y="401"/>
                    <a:pt x="4653" y="81"/>
                  </a:cubicBezTo>
                  <a:cubicBezTo>
                    <a:pt x="4919" y="371"/>
                    <a:pt x="5209" y="534"/>
                    <a:pt x="5497" y="570"/>
                  </a:cubicBezTo>
                  <a:lnTo>
                    <a:pt x="5521" y="570"/>
                  </a:lnTo>
                  <a:lnTo>
                    <a:pt x="5521" y="518"/>
                  </a:lnTo>
                  <a:lnTo>
                    <a:pt x="5505" y="518"/>
                  </a:lnTo>
                  <a:cubicBezTo>
                    <a:pt x="5224" y="481"/>
                    <a:pt x="4943" y="319"/>
                    <a:pt x="4669" y="29"/>
                  </a:cubicBezTo>
                  <a:lnTo>
                    <a:pt x="4653" y="8"/>
                  </a:lnTo>
                  <a:lnTo>
                    <a:pt x="4631" y="29"/>
                  </a:lnTo>
                  <a:cubicBezTo>
                    <a:pt x="4468" y="214"/>
                    <a:pt x="4126" y="525"/>
                    <a:pt x="3691" y="525"/>
                  </a:cubicBezTo>
                  <a:cubicBezTo>
                    <a:pt x="3349" y="525"/>
                    <a:pt x="2994" y="340"/>
                    <a:pt x="2748" y="29"/>
                  </a:cubicBezTo>
                  <a:lnTo>
                    <a:pt x="2727" y="1"/>
                  </a:lnTo>
                  <a:lnTo>
                    <a:pt x="2704" y="22"/>
                  </a:lnTo>
                  <a:cubicBezTo>
                    <a:pt x="2542" y="214"/>
                    <a:pt x="2200" y="525"/>
                    <a:pt x="1763" y="525"/>
                  </a:cubicBezTo>
                  <a:cubicBezTo>
                    <a:pt x="1423" y="525"/>
                    <a:pt x="1075" y="340"/>
                    <a:pt x="829" y="29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40">
              <a:extLst>
                <a:ext uri="{FF2B5EF4-FFF2-40B4-BE49-F238E27FC236}">
                  <a16:creationId xmlns:a16="http://schemas.microsoft.com/office/drawing/2014/main" id="{65834F2A-80F4-CEAA-904B-5B94138E3A36}"/>
                </a:ext>
              </a:extLst>
            </p:cNvPr>
            <p:cNvSpPr/>
            <p:nvPr/>
          </p:nvSpPr>
          <p:spPr>
            <a:xfrm>
              <a:off x="6315812" y="3391121"/>
              <a:ext cx="413842" cy="43749"/>
            </a:xfrm>
            <a:custGeom>
              <a:avLst/>
              <a:gdLst/>
              <a:ahLst/>
              <a:cxnLst/>
              <a:rect l="l" t="t" r="r" b="b"/>
              <a:pathLst>
                <a:path w="5477" h="579" extrusionOk="0">
                  <a:moveTo>
                    <a:pt x="808" y="1"/>
                  </a:moveTo>
                  <a:lnTo>
                    <a:pt x="787" y="22"/>
                  </a:lnTo>
                  <a:cubicBezTo>
                    <a:pt x="549" y="296"/>
                    <a:pt x="289" y="459"/>
                    <a:pt x="15" y="511"/>
                  </a:cubicBezTo>
                  <a:lnTo>
                    <a:pt x="1" y="511"/>
                  </a:lnTo>
                  <a:lnTo>
                    <a:pt x="8" y="562"/>
                  </a:lnTo>
                  <a:lnTo>
                    <a:pt x="31" y="555"/>
                  </a:lnTo>
                  <a:cubicBezTo>
                    <a:pt x="305" y="504"/>
                    <a:pt x="565" y="349"/>
                    <a:pt x="801" y="82"/>
                  </a:cubicBezTo>
                  <a:cubicBezTo>
                    <a:pt x="1061" y="385"/>
                    <a:pt x="1417" y="571"/>
                    <a:pt x="1756" y="578"/>
                  </a:cubicBezTo>
                  <a:lnTo>
                    <a:pt x="1765" y="578"/>
                  </a:lnTo>
                  <a:cubicBezTo>
                    <a:pt x="2201" y="578"/>
                    <a:pt x="2549" y="274"/>
                    <a:pt x="2727" y="73"/>
                  </a:cubicBezTo>
                  <a:cubicBezTo>
                    <a:pt x="2980" y="385"/>
                    <a:pt x="3343" y="571"/>
                    <a:pt x="3691" y="571"/>
                  </a:cubicBezTo>
                  <a:cubicBezTo>
                    <a:pt x="4024" y="571"/>
                    <a:pt x="4358" y="394"/>
                    <a:pt x="4655" y="82"/>
                  </a:cubicBezTo>
                  <a:cubicBezTo>
                    <a:pt x="4906" y="356"/>
                    <a:pt x="5180" y="511"/>
                    <a:pt x="5455" y="555"/>
                  </a:cubicBezTo>
                  <a:lnTo>
                    <a:pt x="5469" y="562"/>
                  </a:lnTo>
                  <a:lnTo>
                    <a:pt x="5477" y="548"/>
                  </a:lnTo>
                  <a:lnTo>
                    <a:pt x="5469" y="511"/>
                  </a:lnTo>
                  <a:lnTo>
                    <a:pt x="5462" y="511"/>
                  </a:lnTo>
                  <a:cubicBezTo>
                    <a:pt x="5188" y="459"/>
                    <a:pt x="4922" y="305"/>
                    <a:pt x="4669" y="22"/>
                  </a:cubicBezTo>
                  <a:lnTo>
                    <a:pt x="4646" y="8"/>
                  </a:lnTo>
                  <a:lnTo>
                    <a:pt x="4632" y="22"/>
                  </a:lnTo>
                  <a:cubicBezTo>
                    <a:pt x="4468" y="207"/>
                    <a:pt x="4129" y="518"/>
                    <a:pt x="3691" y="518"/>
                  </a:cubicBezTo>
                  <a:cubicBezTo>
                    <a:pt x="3350" y="518"/>
                    <a:pt x="2994" y="333"/>
                    <a:pt x="2743" y="22"/>
                  </a:cubicBezTo>
                  <a:lnTo>
                    <a:pt x="2727" y="1"/>
                  </a:lnTo>
                  <a:lnTo>
                    <a:pt x="2706" y="22"/>
                  </a:lnTo>
                  <a:cubicBezTo>
                    <a:pt x="2542" y="207"/>
                    <a:pt x="2201" y="527"/>
                    <a:pt x="1765" y="527"/>
                  </a:cubicBezTo>
                  <a:lnTo>
                    <a:pt x="1756" y="527"/>
                  </a:lnTo>
                  <a:cubicBezTo>
                    <a:pt x="1424" y="527"/>
                    <a:pt x="1068" y="333"/>
                    <a:pt x="823" y="22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40">
              <a:extLst>
                <a:ext uri="{FF2B5EF4-FFF2-40B4-BE49-F238E27FC236}">
                  <a16:creationId xmlns:a16="http://schemas.microsoft.com/office/drawing/2014/main" id="{2AB92494-A8F3-D1AF-99DA-25364304DD6A}"/>
                </a:ext>
              </a:extLst>
            </p:cNvPr>
            <p:cNvSpPr/>
            <p:nvPr/>
          </p:nvSpPr>
          <p:spPr>
            <a:xfrm>
              <a:off x="6729579" y="3429656"/>
              <a:ext cx="76" cy="1889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1" y="1"/>
                  </a:moveTo>
                  <a:lnTo>
                    <a:pt x="1" y="24"/>
                  </a:lnTo>
                  <a:close/>
                </a:path>
              </a:pathLst>
            </a:custGeom>
            <a:solidFill>
              <a:srgbClr val="E5E6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40">
              <a:extLst>
                <a:ext uri="{FF2B5EF4-FFF2-40B4-BE49-F238E27FC236}">
                  <a16:creationId xmlns:a16="http://schemas.microsoft.com/office/drawing/2014/main" id="{7240E076-FA42-BDB9-9645-74FFA936C355}"/>
                </a:ext>
              </a:extLst>
            </p:cNvPr>
            <p:cNvSpPr/>
            <p:nvPr/>
          </p:nvSpPr>
          <p:spPr>
            <a:xfrm>
              <a:off x="6729050" y="3429656"/>
              <a:ext cx="604" cy="2947"/>
            </a:xfrm>
            <a:custGeom>
              <a:avLst/>
              <a:gdLst/>
              <a:ahLst/>
              <a:cxnLst/>
              <a:rect l="l" t="t" r="r" b="b"/>
              <a:pathLst>
                <a:path w="8" h="39" extrusionOk="0">
                  <a:moveTo>
                    <a:pt x="0" y="1"/>
                  </a:moveTo>
                  <a:lnTo>
                    <a:pt x="8" y="38"/>
                  </a:lnTo>
                  <a:lnTo>
                    <a:pt x="8" y="24"/>
                  </a:lnTo>
                  <a:lnTo>
                    <a:pt x="8" y="1"/>
                  </a:lnTo>
                  <a:close/>
                </a:path>
              </a:pathLst>
            </a:custGeom>
            <a:solidFill>
              <a:srgbClr val="E2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40">
              <a:extLst>
                <a:ext uri="{FF2B5EF4-FFF2-40B4-BE49-F238E27FC236}">
                  <a16:creationId xmlns:a16="http://schemas.microsoft.com/office/drawing/2014/main" id="{007E8901-1C35-1CA7-48E3-89B0F4ED726E}"/>
                </a:ext>
              </a:extLst>
            </p:cNvPr>
            <p:cNvSpPr/>
            <p:nvPr/>
          </p:nvSpPr>
          <p:spPr>
            <a:xfrm>
              <a:off x="6315812" y="3410086"/>
              <a:ext cx="413842" cy="43749"/>
            </a:xfrm>
            <a:custGeom>
              <a:avLst/>
              <a:gdLst/>
              <a:ahLst/>
              <a:cxnLst/>
              <a:rect l="l" t="t" r="r" b="b"/>
              <a:pathLst>
                <a:path w="5477" h="579" extrusionOk="0">
                  <a:moveTo>
                    <a:pt x="808" y="0"/>
                  </a:moveTo>
                  <a:lnTo>
                    <a:pt x="787" y="23"/>
                  </a:lnTo>
                  <a:cubicBezTo>
                    <a:pt x="549" y="297"/>
                    <a:pt x="289" y="461"/>
                    <a:pt x="15" y="512"/>
                  </a:cubicBezTo>
                  <a:lnTo>
                    <a:pt x="1" y="520"/>
                  </a:lnTo>
                  <a:lnTo>
                    <a:pt x="8" y="564"/>
                  </a:lnTo>
                  <a:lnTo>
                    <a:pt x="31" y="564"/>
                  </a:lnTo>
                  <a:cubicBezTo>
                    <a:pt x="305" y="512"/>
                    <a:pt x="565" y="349"/>
                    <a:pt x="801" y="82"/>
                  </a:cubicBezTo>
                  <a:cubicBezTo>
                    <a:pt x="1061" y="393"/>
                    <a:pt x="1417" y="578"/>
                    <a:pt x="1756" y="578"/>
                  </a:cubicBezTo>
                  <a:lnTo>
                    <a:pt x="1765" y="578"/>
                  </a:lnTo>
                  <a:cubicBezTo>
                    <a:pt x="2201" y="578"/>
                    <a:pt x="2549" y="276"/>
                    <a:pt x="2727" y="82"/>
                  </a:cubicBezTo>
                  <a:cubicBezTo>
                    <a:pt x="2980" y="393"/>
                    <a:pt x="3343" y="578"/>
                    <a:pt x="3691" y="578"/>
                  </a:cubicBezTo>
                  <a:cubicBezTo>
                    <a:pt x="4024" y="571"/>
                    <a:pt x="4358" y="400"/>
                    <a:pt x="4655" y="82"/>
                  </a:cubicBezTo>
                  <a:cubicBezTo>
                    <a:pt x="4906" y="356"/>
                    <a:pt x="5180" y="520"/>
                    <a:pt x="5455" y="564"/>
                  </a:cubicBezTo>
                  <a:lnTo>
                    <a:pt x="5469" y="564"/>
                  </a:lnTo>
                  <a:lnTo>
                    <a:pt x="5477" y="557"/>
                  </a:lnTo>
                  <a:lnTo>
                    <a:pt x="5469" y="520"/>
                  </a:lnTo>
                  <a:lnTo>
                    <a:pt x="5477" y="512"/>
                  </a:lnTo>
                  <a:lnTo>
                    <a:pt x="5462" y="512"/>
                  </a:lnTo>
                  <a:cubicBezTo>
                    <a:pt x="5188" y="468"/>
                    <a:pt x="4922" y="304"/>
                    <a:pt x="4669" y="30"/>
                  </a:cubicBezTo>
                  <a:lnTo>
                    <a:pt x="4646" y="9"/>
                  </a:lnTo>
                  <a:lnTo>
                    <a:pt x="4632" y="30"/>
                  </a:lnTo>
                  <a:cubicBezTo>
                    <a:pt x="4468" y="215"/>
                    <a:pt x="4129" y="520"/>
                    <a:pt x="3691" y="527"/>
                  </a:cubicBezTo>
                  <a:cubicBezTo>
                    <a:pt x="3350" y="527"/>
                    <a:pt x="2994" y="342"/>
                    <a:pt x="2743" y="30"/>
                  </a:cubicBezTo>
                  <a:lnTo>
                    <a:pt x="2727" y="0"/>
                  </a:lnTo>
                  <a:lnTo>
                    <a:pt x="2706" y="23"/>
                  </a:lnTo>
                  <a:cubicBezTo>
                    <a:pt x="2542" y="215"/>
                    <a:pt x="2201" y="527"/>
                    <a:pt x="1765" y="527"/>
                  </a:cubicBezTo>
                  <a:lnTo>
                    <a:pt x="1756" y="527"/>
                  </a:lnTo>
                  <a:cubicBezTo>
                    <a:pt x="1424" y="527"/>
                    <a:pt x="1068" y="342"/>
                    <a:pt x="823" y="30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40">
              <a:extLst>
                <a:ext uri="{FF2B5EF4-FFF2-40B4-BE49-F238E27FC236}">
                  <a16:creationId xmlns:a16="http://schemas.microsoft.com/office/drawing/2014/main" id="{3B28C1DE-882B-6351-5D6C-6D5C8D28C854}"/>
                </a:ext>
              </a:extLst>
            </p:cNvPr>
            <p:cNvSpPr/>
            <p:nvPr/>
          </p:nvSpPr>
          <p:spPr>
            <a:xfrm>
              <a:off x="6729579" y="3448773"/>
              <a:ext cx="76" cy="1662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1" y="0"/>
                  </a:moveTo>
                  <a:lnTo>
                    <a:pt x="1" y="22"/>
                  </a:lnTo>
                  <a:close/>
                </a:path>
              </a:pathLst>
            </a:custGeom>
            <a:solidFill>
              <a:srgbClr val="E5E6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40">
              <a:extLst>
                <a:ext uri="{FF2B5EF4-FFF2-40B4-BE49-F238E27FC236}">
                  <a16:creationId xmlns:a16="http://schemas.microsoft.com/office/drawing/2014/main" id="{C9DF63B7-E29D-4415-4415-E740C4FE8982}"/>
                </a:ext>
              </a:extLst>
            </p:cNvPr>
            <p:cNvSpPr/>
            <p:nvPr/>
          </p:nvSpPr>
          <p:spPr>
            <a:xfrm>
              <a:off x="6729050" y="3448773"/>
              <a:ext cx="604" cy="3400"/>
            </a:xfrm>
            <a:custGeom>
              <a:avLst/>
              <a:gdLst/>
              <a:ahLst/>
              <a:cxnLst/>
              <a:rect l="l" t="t" r="r" b="b"/>
              <a:pathLst>
                <a:path w="8" h="45" extrusionOk="0">
                  <a:moveTo>
                    <a:pt x="8" y="0"/>
                  </a:moveTo>
                  <a:lnTo>
                    <a:pt x="0" y="8"/>
                  </a:lnTo>
                  <a:lnTo>
                    <a:pt x="8" y="45"/>
                  </a:lnTo>
                  <a:lnTo>
                    <a:pt x="8" y="22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2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40">
              <a:extLst>
                <a:ext uri="{FF2B5EF4-FFF2-40B4-BE49-F238E27FC236}">
                  <a16:creationId xmlns:a16="http://schemas.microsoft.com/office/drawing/2014/main" id="{985DB632-1BA1-94E9-A712-39EABD28C727}"/>
                </a:ext>
              </a:extLst>
            </p:cNvPr>
            <p:cNvSpPr/>
            <p:nvPr/>
          </p:nvSpPr>
          <p:spPr>
            <a:xfrm>
              <a:off x="6729579" y="3471743"/>
              <a:ext cx="3476" cy="1133"/>
            </a:xfrm>
            <a:custGeom>
              <a:avLst/>
              <a:gdLst/>
              <a:ahLst/>
              <a:cxnLst/>
              <a:rect l="l" t="t" r="r" b="b"/>
              <a:pathLst>
                <a:path w="46" h="15" extrusionOk="0">
                  <a:moveTo>
                    <a:pt x="15" y="1"/>
                  </a:moveTo>
                  <a:lnTo>
                    <a:pt x="1" y="8"/>
                  </a:lnTo>
                  <a:lnTo>
                    <a:pt x="24" y="8"/>
                  </a:lnTo>
                  <a:lnTo>
                    <a:pt x="38" y="15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40">
              <a:extLst>
                <a:ext uri="{FF2B5EF4-FFF2-40B4-BE49-F238E27FC236}">
                  <a16:creationId xmlns:a16="http://schemas.microsoft.com/office/drawing/2014/main" id="{96FF01D7-C0CF-019C-71B7-E531AA244D06}"/>
                </a:ext>
              </a:extLst>
            </p:cNvPr>
            <p:cNvSpPr/>
            <p:nvPr/>
          </p:nvSpPr>
          <p:spPr>
            <a:xfrm>
              <a:off x="6315812" y="3429656"/>
              <a:ext cx="413842" cy="43749"/>
            </a:xfrm>
            <a:custGeom>
              <a:avLst/>
              <a:gdLst/>
              <a:ahLst/>
              <a:cxnLst/>
              <a:rect l="l" t="t" r="r" b="b"/>
              <a:pathLst>
                <a:path w="5477" h="579" extrusionOk="0">
                  <a:moveTo>
                    <a:pt x="808" y="1"/>
                  </a:moveTo>
                  <a:lnTo>
                    <a:pt x="787" y="24"/>
                  </a:lnTo>
                  <a:cubicBezTo>
                    <a:pt x="549" y="298"/>
                    <a:pt x="289" y="462"/>
                    <a:pt x="15" y="513"/>
                  </a:cubicBezTo>
                  <a:lnTo>
                    <a:pt x="1" y="513"/>
                  </a:lnTo>
                  <a:lnTo>
                    <a:pt x="8" y="565"/>
                  </a:lnTo>
                  <a:lnTo>
                    <a:pt x="31" y="558"/>
                  </a:lnTo>
                  <a:cubicBezTo>
                    <a:pt x="305" y="506"/>
                    <a:pt x="565" y="349"/>
                    <a:pt x="801" y="83"/>
                  </a:cubicBezTo>
                  <a:cubicBezTo>
                    <a:pt x="1061" y="394"/>
                    <a:pt x="1417" y="579"/>
                    <a:pt x="1756" y="579"/>
                  </a:cubicBezTo>
                  <a:lnTo>
                    <a:pt x="1765" y="579"/>
                  </a:lnTo>
                  <a:cubicBezTo>
                    <a:pt x="2201" y="579"/>
                    <a:pt x="2549" y="275"/>
                    <a:pt x="2727" y="83"/>
                  </a:cubicBezTo>
                  <a:cubicBezTo>
                    <a:pt x="2980" y="387"/>
                    <a:pt x="3343" y="572"/>
                    <a:pt x="3691" y="572"/>
                  </a:cubicBezTo>
                  <a:cubicBezTo>
                    <a:pt x="4024" y="572"/>
                    <a:pt x="4358" y="394"/>
                    <a:pt x="4655" y="83"/>
                  </a:cubicBezTo>
                  <a:cubicBezTo>
                    <a:pt x="4913" y="364"/>
                    <a:pt x="5196" y="520"/>
                    <a:pt x="5477" y="565"/>
                  </a:cubicBezTo>
                  <a:lnTo>
                    <a:pt x="5469" y="513"/>
                  </a:lnTo>
                  <a:lnTo>
                    <a:pt x="5477" y="513"/>
                  </a:lnTo>
                  <a:cubicBezTo>
                    <a:pt x="5203" y="469"/>
                    <a:pt x="4929" y="305"/>
                    <a:pt x="4669" y="24"/>
                  </a:cubicBezTo>
                  <a:lnTo>
                    <a:pt x="4646" y="8"/>
                  </a:lnTo>
                  <a:lnTo>
                    <a:pt x="4632" y="31"/>
                  </a:lnTo>
                  <a:cubicBezTo>
                    <a:pt x="4468" y="209"/>
                    <a:pt x="4129" y="520"/>
                    <a:pt x="3691" y="520"/>
                  </a:cubicBezTo>
                  <a:cubicBezTo>
                    <a:pt x="3350" y="520"/>
                    <a:pt x="2994" y="335"/>
                    <a:pt x="2743" y="24"/>
                  </a:cubicBezTo>
                  <a:lnTo>
                    <a:pt x="2727" y="1"/>
                  </a:lnTo>
                  <a:lnTo>
                    <a:pt x="2706" y="24"/>
                  </a:lnTo>
                  <a:cubicBezTo>
                    <a:pt x="2542" y="209"/>
                    <a:pt x="2201" y="527"/>
                    <a:pt x="1765" y="527"/>
                  </a:cubicBezTo>
                  <a:lnTo>
                    <a:pt x="1756" y="527"/>
                  </a:lnTo>
                  <a:cubicBezTo>
                    <a:pt x="1424" y="527"/>
                    <a:pt x="1068" y="335"/>
                    <a:pt x="823" y="24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40">
              <a:extLst>
                <a:ext uri="{FF2B5EF4-FFF2-40B4-BE49-F238E27FC236}">
                  <a16:creationId xmlns:a16="http://schemas.microsoft.com/office/drawing/2014/main" id="{E5CF120D-2B7C-ED82-3AA9-33C135D204BD}"/>
                </a:ext>
              </a:extLst>
            </p:cNvPr>
            <p:cNvSpPr/>
            <p:nvPr/>
          </p:nvSpPr>
          <p:spPr>
            <a:xfrm>
              <a:off x="6729579" y="3468419"/>
              <a:ext cx="3476" cy="3929"/>
            </a:xfrm>
            <a:custGeom>
              <a:avLst/>
              <a:gdLst/>
              <a:ahLst/>
              <a:cxnLst/>
              <a:rect l="l" t="t" r="r" b="b"/>
              <a:pathLst>
                <a:path w="46" h="52" extrusionOk="0">
                  <a:moveTo>
                    <a:pt x="1" y="0"/>
                  </a:moveTo>
                  <a:lnTo>
                    <a:pt x="1" y="52"/>
                  </a:lnTo>
                  <a:lnTo>
                    <a:pt x="15" y="45"/>
                  </a:lnTo>
                  <a:lnTo>
                    <a:pt x="45" y="45"/>
                  </a:lnTo>
                  <a:lnTo>
                    <a:pt x="45" y="7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E5E6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40">
              <a:extLst>
                <a:ext uri="{FF2B5EF4-FFF2-40B4-BE49-F238E27FC236}">
                  <a16:creationId xmlns:a16="http://schemas.microsoft.com/office/drawing/2014/main" id="{1D5CE7E8-45FE-9CDF-BD4E-BD4D133B0445}"/>
                </a:ext>
              </a:extLst>
            </p:cNvPr>
            <p:cNvSpPr/>
            <p:nvPr/>
          </p:nvSpPr>
          <p:spPr>
            <a:xfrm>
              <a:off x="6729050" y="3468419"/>
              <a:ext cx="604" cy="3929"/>
            </a:xfrm>
            <a:custGeom>
              <a:avLst/>
              <a:gdLst/>
              <a:ahLst/>
              <a:cxnLst/>
              <a:rect l="l" t="t" r="r" b="b"/>
              <a:pathLst>
                <a:path w="8" h="52" extrusionOk="0">
                  <a:moveTo>
                    <a:pt x="0" y="0"/>
                  </a:moveTo>
                  <a:lnTo>
                    <a:pt x="8" y="52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2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40">
              <a:extLst>
                <a:ext uri="{FF2B5EF4-FFF2-40B4-BE49-F238E27FC236}">
                  <a16:creationId xmlns:a16="http://schemas.microsoft.com/office/drawing/2014/main" id="{3230FC5C-0E31-B00E-CEC9-A91BFCF7D674}"/>
                </a:ext>
              </a:extLst>
            </p:cNvPr>
            <p:cNvSpPr/>
            <p:nvPr/>
          </p:nvSpPr>
          <p:spPr>
            <a:xfrm>
              <a:off x="5631616" y="3319339"/>
              <a:ext cx="414447" cy="43749"/>
            </a:xfrm>
            <a:custGeom>
              <a:avLst/>
              <a:gdLst/>
              <a:ahLst/>
              <a:cxnLst/>
              <a:rect l="l" t="t" r="r" b="b"/>
              <a:pathLst>
                <a:path w="5485" h="579" extrusionOk="0">
                  <a:moveTo>
                    <a:pt x="808" y="1"/>
                  </a:moveTo>
                  <a:lnTo>
                    <a:pt x="787" y="24"/>
                  </a:lnTo>
                  <a:cubicBezTo>
                    <a:pt x="550" y="291"/>
                    <a:pt x="290" y="461"/>
                    <a:pt x="24" y="506"/>
                  </a:cubicBezTo>
                  <a:lnTo>
                    <a:pt x="1" y="513"/>
                  </a:lnTo>
                  <a:lnTo>
                    <a:pt x="17" y="565"/>
                  </a:lnTo>
                  <a:lnTo>
                    <a:pt x="31" y="557"/>
                  </a:lnTo>
                  <a:cubicBezTo>
                    <a:pt x="305" y="506"/>
                    <a:pt x="564" y="342"/>
                    <a:pt x="808" y="76"/>
                  </a:cubicBezTo>
                  <a:cubicBezTo>
                    <a:pt x="1060" y="387"/>
                    <a:pt x="1416" y="572"/>
                    <a:pt x="1765" y="579"/>
                  </a:cubicBezTo>
                  <a:cubicBezTo>
                    <a:pt x="2209" y="579"/>
                    <a:pt x="2551" y="268"/>
                    <a:pt x="2729" y="76"/>
                  </a:cubicBezTo>
                  <a:cubicBezTo>
                    <a:pt x="2986" y="387"/>
                    <a:pt x="3342" y="572"/>
                    <a:pt x="3691" y="572"/>
                  </a:cubicBezTo>
                  <a:lnTo>
                    <a:pt x="3698" y="572"/>
                  </a:lnTo>
                  <a:cubicBezTo>
                    <a:pt x="4025" y="572"/>
                    <a:pt x="4365" y="394"/>
                    <a:pt x="4655" y="83"/>
                  </a:cubicBezTo>
                  <a:cubicBezTo>
                    <a:pt x="4914" y="349"/>
                    <a:pt x="5181" y="513"/>
                    <a:pt x="5455" y="557"/>
                  </a:cubicBezTo>
                  <a:lnTo>
                    <a:pt x="5476" y="565"/>
                  </a:lnTo>
                  <a:lnTo>
                    <a:pt x="5485" y="513"/>
                  </a:lnTo>
                  <a:lnTo>
                    <a:pt x="5469" y="506"/>
                  </a:lnTo>
                  <a:cubicBezTo>
                    <a:pt x="5195" y="461"/>
                    <a:pt x="4928" y="298"/>
                    <a:pt x="4669" y="24"/>
                  </a:cubicBezTo>
                  <a:lnTo>
                    <a:pt x="4655" y="1"/>
                  </a:lnTo>
                  <a:lnTo>
                    <a:pt x="4631" y="24"/>
                  </a:lnTo>
                  <a:cubicBezTo>
                    <a:pt x="4470" y="209"/>
                    <a:pt x="4128" y="520"/>
                    <a:pt x="3691" y="520"/>
                  </a:cubicBezTo>
                  <a:cubicBezTo>
                    <a:pt x="3351" y="520"/>
                    <a:pt x="3002" y="335"/>
                    <a:pt x="2750" y="24"/>
                  </a:cubicBezTo>
                  <a:lnTo>
                    <a:pt x="2729" y="1"/>
                  </a:lnTo>
                  <a:lnTo>
                    <a:pt x="2713" y="24"/>
                  </a:lnTo>
                  <a:cubicBezTo>
                    <a:pt x="2542" y="209"/>
                    <a:pt x="2202" y="527"/>
                    <a:pt x="1765" y="527"/>
                  </a:cubicBezTo>
                  <a:cubicBezTo>
                    <a:pt x="1423" y="520"/>
                    <a:pt x="1075" y="335"/>
                    <a:pt x="831" y="24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40">
              <a:extLst>
                <a:ext uri="{FF2B5EF4-FFF2-40B4-BE49-F238E27FC236}">
                  <a16:creationId xmlns:a16="http://schemas.microsoft.com/office/drawing/2014/main" id="{2F6F4D54-43A6-9680-EC3F-7D474685819B}"/>
                </a:ext>
              </a:extLst>
            </p:cNvPr>
            <p:cNvSpPr/>
            <p:nvPr/>
          </p:nvSpPr>
          <p:spPr>
            <a:xfrm>
              <a:off x="5631616" y="3338455"/>
              <a:ext cx="414447" cy="43749"/>
            </a:xfrm>
            <a:custGeom>
              <a:avLst/>
              <a:gdLst/>
              <a:ahLst/>
              <a:cxnLst/>
              <a:rect l="l" t="t" r="r" b="b"/>
              <a:pathLst>
                <a:path w="5485" h="579" extrusionOk="0">
                  <a:moveTo>
                    <a:pt x="808" y="0"/>
                  </a:moveTo>
                  <a:lnTo>
                    <a:pt x="787" y="24"/>
                  </a:lnTo>
                  <a:cubicBezTo>
                    <a:pt x="550" y="297"/>
                    <a:pt x="290" y="459"/>
                    <a:pt x="24" y="513"/>
                  </a:cubicBezTo>
                  <a:lnTo>
                    <a:pt x="1" y="513"/>
                  </a:lnTo>
                  <a:lnTo>
                    <a:pt x="17" y="564"/>
                  </a:lnTo>
                  <a:lnTo>
                    <a:pt x="31" y="564"/>
                  </a:lnTo>
                  <a:cubicBezTo>
                    <a:pt x="305" y="513"/>
                    <a:pt x="564" y="349"/>
                    <a:pt x="808" y="82"/>
                  </a:cubicBezTo>
                  <a:cubicBezTo>
                    <a:pt x="1060" y="393"/>
                    <a:pt x="1416" y="578"/>
                    <a:pt x="1765" y="578"/>
                  </a:cubicBezTo>
                  <a:cubicBezTo>
                    <a:pt x="2209" y="578"/>
                    <a:pt x="2551" y="274"/>
                    <a:pt x="2729" y="82"/>
                  </a:cubicBezTo>
                  <a:cubicBezTo>
                    <a:pt x="2986" y="393"/>
                    <a:pt x="3342" y="578"/>
                    <a:pt x="3691" y="578"/>
                  </a:cubicBezTo>
                  <a:lnTo>
                    <a:pt x="3698" y="578"/>
                  </a:lnTo>
                  <a:cubicBezTo>
                    <a:pt x="4025" y="571"/>
                    <a:pt x="4365" y="401"/>
                    <a:pt x="4655" y="82"/>
                  </a:cubicBezTo>
                  <a:cubicBezTo>
                    <a:pt x="4914" y="356"/>
                    <a:pt x="5181" y="520"/>
                    <a:pt x="5455" y="564"/>
                  </a:cubicBezTo>
                  <a:lnTo>
                    <a:pt x="5476" y="564"/>
                  </a:lnTo>
                  <a:lnTo>
                    <a:pt x="5485" y="513"/>
                  </a:lnTo>
                  <a:lnTo>
                    <a:pt x="5469" y="513"/>
                  </a:lnTo>
                  <a:cubicBezTo>
                    <a:pt x="5195" y="468"/>
                    <a:pt x="4928" y="304"/>
                    <a:pt x="4669" y="31"/>
                  </a:cubicBezTo>
                  <a:lnTo>
                    <a:pt x="4655" y="8"/>
                  </a:lnTo>
                  <a:lnTo>
                    <a:pt x="4631" y="31"/>
                  </a:lnTo>
                  <a:cubicBezTo>
                    <a:pt x="4470" y="216"/>
                    <a:pt x="4128" y="520"/>
                    <a:pt x="3691" y="527"/>
                  </a:cubicBezTo>
                  <a:cubicBezTo>
                    <a:pt x="3351" y="527"/>
                    <a:pt x="3002" y="335"/>
                    <a:pt x="2750" y="24"/>
                  </a:cubicBezTo>
                  <a:lnTo>
                    <a:pt x="2729" y="0"/>
                  </a:lnTo>
                  <a:lnTo>
                    <a:pt x="2713" y="24"/>
                  </a:lnTo>
                  <a:cubicBezTo>
                    <a:pt x="2542" y="216"/>
                    <a:pt x="2202" y="527"/>
                    <a:pt x="1765" y="527"/>
                  </a:cubicBezTo>
                  <a:cubicBezTo>
                    <a:pt x="1423" y="527"/>
                    <a:pt x="1075" y="342"/>
                    <a:pt x="831" y="24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40">
              <a:extLst>
                <a:ext uri="{FF2B5EF4-FFF2-40B4-BE49-F238E27FC236}">
                  <a16:creationId xmlns:a16="http://schemas.microsoft.com/office/drawing/2014/main" id="{05822E35-0772-4E9F-3C18-C983336FDBBF}"/>
                </a:ext>
              </a:extLst>
            </p:cNvPr>
            <p:cNvSpPr/>
            <p:nvPr/>
          </p:nvSpPr>
          <p:spPr>
            <a:xfrm>
              <a:off x="5631616" y="3358101"/>
              <a:ext cx="417847" cy="43674"/>
            </a:xfrm>
            <a:custGeom>
              <a:avLst/>
              <a:gdLst/>
              <a:ahLst/>
              <a:cxnLst/>
              <a:rect l="l" t="t" r="r" b="b"/>
              <a:pathLst>
                <a:path w="5530" h="578" extrusionOk="0">
                  <a:moveTo>
                    <a:pt x="808" y="0"/>
                  </a:moveTo>
                  <a:lnTo>
                    <a:pt x="787" y="21"/>
                  </a:lnTo>
                  <a:cubicBezTo>
                    <a:pt x="550" y="297"/>
                    <a:pt x="290" y="459"/>
                    <a:pt x="24" y="510"/>
                  </a:cubicBezTo>
                  <a:lnTo>
                    <a:pt x="1" y="510"/>
                  </a:lnTo>
                  <a:lnTo>
                    <a:pt x="17" y="564"/>
                  </a:lnTo>
                  <a:lnTo>
                    <a:pt x="31" y="555"/>
                  </a:lnTo>
                  <a:cubicBezTo>
                    <a:pt x="305" y="503"/>
                    <a:pt x="564" y="349"/>
                    <a:pt x="808" y="75"/>
                  </a:cubicBezTo>
                  <a:cubicBezTo>
                    <a:pt x="1060" y="386"/>
                    <a:pt x="1416" y="571"/>
                    <a:pt x="1765" y="578"/>
                  </a:cubicBezTo>
                  <a:cubicBezTo>
                    <a:pt x="2209" y="578"/>
                    <a:pt x="2551" y="274"/>
                    <a:pt x="2729" y="75"/>
                  </a:cubicBezTo>
                  <a:cubicBezTo>
                    <a:pt x="2986" y="386"/>
                    <a:pt x="3342" y="571"/>
                    <a:pt x="3691" y="571"/>
                  </a:cubicBezTo>
                  <a:lnTo>
                    <a:pt x="3698" y="571"/>
                  </a:lnTo>
                  <a:cubicBezTo>
                    <a:pt x="4025" y="571"/>
                    <a:pt x="4365" y="393"/>
                    <a:pt x="4655" y="82"/>
                  </a:cubicBezTo>
                  <a:cubicBezTo>
                    <a:pt x="4928" y="363"/>
                    <a:pt x="5209" y="526"/>
                    <a:pt x="5506" y="564"/>
                  </a:cubicBezTo>
                  <a:lnTo>
                    <a:pt x="5521" y="564"/>
                  </a:lnTo>
                  <a:lnTo>
                    <a:pt x="5529" y="519"/>
                  </a:lnTo>
                  <a:lnTo>
                    <a:pt x="5506" y="510"/>
                  </a:lnTo>
                  <a:cubicBezTo>
                    <a:pt x="5225" y="482"/>
                    <a:pt x="4943" y="311"/>
                    <a:pt x="4669" y="21"/>
                  </a:cubicBezTo>
                  <a:lnTo>
                    <a:pt x="4655" y="7"/>
                  </a:lnTo>
                  <a:lnTo>
                    <a:pt x="4631" y="21"/>
                  </a:lnTo>
                  <a:cubicBezTo>
                    <a:pt x="4470" y="208"/>
                    <a:pt x="4128" y="519"/>
                    <a:pt x="3691" y="519"/>
                  </a:cubicBezTo>
                  <a:cubicBezTo>
                    <a:pt x="3351" y="519"/>
                    <a:pt x="3002" y="333"/>
                    <a:pt x="2750" y="21"/>
                  </a:cubicBezTo>
                  <a:lnTo>
                    <a:pt x="2729" y="0"/>
                  </a:lnTo>
                  <a:lnTo>
                    <a:pt x="2713" y="21"/>
                  </a:lnTo>
                  <a:cubicBezTo>
                    <a:pt x="2542" y="208"/>
                    <a:pt x="2202" y="526"/>
                    <a:pt x="1765" y="526"/>
                  </a:cubicBezTo>
                  <a:cubicBezTo>
                    <a:pt x="1423" y="526"/>
                    <a:pt x="1075" y="333"/>
                    <a:pt x="831" y="21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40">
              <a:extLst>
                <a:ext uri="{FF2B5EF4-FFF2-40B4-BE49-F238E27FC236}">
                  <a16:creationId xmlns:a16="http://schemas.microsoft.com/office/drawing/2014/main" id="{B36B54FB-9623-BDBF-512C-1323D7160763}"/>
                </a:ext>
              </a:extLst>
            </p:cNvPr>
            <p:cNvSpPr/>
            <p:nvPr/>
          </p:nvSpPr>
          <p:spPr>
            <a:xfrm>
              <a:off x="4971071" y="2283638"/>
              <a:ext cx="1088971" cy="605840"/>
            </a:xfrm>
            <a:custGeom>
              <a:avLst/>
              <a:gdLst/>
              <a:ahLst/>
              <a:cxnLst/>
              <a:rect l="l" t="t" r="r" b="b"/>
              <a:pathLst>
                <a:path w="14412" h="8018" extrusionOk="0">
                  <a:moveTo>
                    <a:pt x="8469" y="0"/>
                  </a:moveTo>
                  <a:cubicBezTo>
                    <a:pt x="8269" y="0"/>
                    <a:pt x="8106" y="171"/>
                    <a:pt x="8106" y="370"/>
                  </a:cubicBezTo>
                  <a:lnTo>
                    <a:pt x="8106" y="1675"/>
                  </a:lnTo>
                  <a:cubicBezTo>
                    <a:pt x="8106" y="1875"/>
                    <a:pt x="7935" y="2038"/>
                    <a:pt x="7736" y="2038"/>
                  </a:cubicBezTo>
                  <a:cubicBezTo>
                    <a:pt x="7542" y="2038"/>
                    <a:pt x="7387" y="1891"/>
                    <a:pt x="7371" y="1704"/>
                  </a:cubicBezTo>
                  <a:lnTo>
                    <a:pt x="7371" y="1037"/>
                  </a:lnTo>
                  <a:cubicBezTo>
                    <a:pt x="7371" y="838"/>
                    <a:pt x="7210" y="667"/>
                    <a:pt x="7009" y="667"/>
                  </a:cubicBezTo>
                  <a:cubicBezTo>
                    <a:pt x="6802" y="667"/>
                    <a:pt x="6639" y="838"/>
                    <a:pt x="6639" y="1037"/>
                  </a:cubicBezTo>
                  <a:lnTo>
                    <a:pt x="6639" y="1809"/>
                  </a:lnTo>
                  <a:cubicBezTo>
                    <a:pt x="6639" y="2015"/>
                    <a:pt x="6475" y="2179"/>
                    <a:pt x="6276" y="2179"/>
                  </a:cubicBezTo>
                  <a:cubicBezTo>
                    <a:pt x="6068" y="2179"/>
                    <a:pt x="5904" y="2015"/>
                    <a:pt x="5904" y="1809"/>
                  </a:cubicBezTo>
                  <a:lnTo>
                    <a:pt x="5904" y="601"/>
                  </a:lnTo>
                  <a:cubicBezTo>
                    <a:pt x="5904" y="393"/>
                    <a:pt x="5742" y="230"/>
                    <a:pt x="5534" y="230"/>
                  </a:cubicBezTo>
                  <a:cubicBezTo>
                    <a:pt x="5408" y="230"/>
                    <a:pt x="5298" y="297"/>
                    <a:pt x="5237" y="393"/>
                  </a:cubicBezTo>
                  <a:cubicBezTo>
                    <a:pt x="5193" y="452"/>
                    <a:pt x="5172" y="519"/>
                    <a:pt x="5172" y="601"/>
                  </a:cubicBezTo>
                  <a:lnTo>
                    <a:pt x="5172" y="993"/>
                  </a:lnTo>
                  <a:cubicBezTo>
                    <a:pt x="5172" y="1179"/>
                    <a:pt x="5015" y="1334"/>
                    <a:pt x="4830" y="1334"/>
                  </a:cubicBezTo>
                  <a:lnTo>
                    <a:pt x="4802" y="1334"/>
                  </a:lnTo>
                  <a:cubicBezTo>
                    <a:pt x="4631" y="1334"/>
                    <a:pt x="4490" y="1201"/>
                    <a:pt x="4467" y="1037"/>
                  </a:cubicBezTo>
                  <a:lnTo>
                    <a:pt x="288" y="6959"/>
                  </a:lnTo>
                  <a:cubicBezTo>
                    <a:pt x="0" y="7366"/>
                    <a:pt x="237" y="7982"/>
                    <a:pt x="711" y="8010"/>
                  </a:cubicBezTo>
                  <a:cubicBezTo>
                    <a:pt x="726" y="8017"/>
                    <a:pt x="740" y="8017"/>
                    <a:pt x="756" y="8017"/>
                  </a:cubicBezTo>
                  <a:lnTo>
                    <a:pt x="13656" y="8017"/>
                  </a:lnTo>
                  <a:cubicBezTo>
                    <a:pt x="13670" y="8017"/>
                    <a:pt x="13685" y="8017"/>
                    <a:pt x="13701" y="8010"/>
                  </a:cubicBezTo>
                  <a:cubicBezTo>
                    <a:pt x="14174" y="7982"/>
                    <a:pt x="14412" y="7366"/>
                    <a:pt x="14122" y="6959"/>
                  </a:cubicBezTo>
                  <a:lnTo>
                    <a:pt x="9550" y="527"/>
                  </a:lnTo>
                  <a:lnTo>
                    <a:pt x="9550" y="1341"/>
                  </a:lnTo>
                  <a:cubicBezTo>
                    <a:pt x="9550" y="1526"/>
                    <a:pt x="9395" y="1683"/>
                    <a:pt x="9210" y="1683"/>
                  </a:cubicBezTo>
                  <a:lnTo>
                    <a:pt x="9180" y="1683"/>
                  </a:lnTo>
                  <a:cubicBezTo>
                    <a:pt x="8988" y="1683"/>
                    <a:pt x="8839" y="1526"/>
                    <a:pt x="8839" y="1341"/>
                  </a:cubicBezTo>
                  <a:lnTo>
                    <a:pt x="8839" y="393"/>
                  </a:lnTo>
                  <a:lnTo>
                    <a:pt x="8839" y="370"/>
                  </a:lnTo>
                  <a:cubicBezTo>
                    <a:pt x="8839" y="171"/>
                    <a:pt x="8670" y="0"/>
                    <a:pt x="84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40">
              <a:extLst>
                <a:ext uri="{FF2B5EF4-FFF2-40B4-BE49-F238E27FC236}">
                  <a16:creationId xmlns:a16="http://schemas.microsoft.com/office/drawing/2014/main" id="{60985B5D-3F0C-2F9F-D853-45496A96A732}"/>
                </a:ext>
              </a:extLst>
            </p:cNvPr>
            <p:cNvSpPr/>
            <p:nvPr/>
          </p:nvSpPr>
          <p:spPr>
            <a:xfrm>
              <a:off x="5296206" y="2150350"/>
              <a:ext cx="396463" cy="297933"/>
            </a:xfrm>
            <a:custGeom>
              <a:avLst/>
              <a:gdLst/>
              <a:ahLst/>
              <a:cxnLst/>
              <a:rect l="l" t="t" r="r" b="b"/>
              <a:pathLst>
                <a:path w="5247" h="3943" extrusionOk="0">
                  <a:moveTo>
                    <a:pt x="2891" y="0"/>
                  </a:moveTo>
                  <a:cubicBezTo>
                    <a:pt x="2418" y="0"/>
                    <a:pt x="1973" y="238"/>
                    <a:pt x="1683" y="646"/>
                  </a:cubicBezTo>
                  <a:lnTo>
                    <a:pt x="890" y="1771"/>
                  </a:lnTo>
                  <a:lnTo>
                    <a:pt x="890" y="1764"/>
                  </a:lnTo>
                  <a:lnTo>
                    <a:pt x="165" y="2804"/>
                  </a:lnTo>
                  <a:lnTo>
                    <a:pt x="165" y="2804"/>
                  </a:lnTo>
                  <a:cubicBezTo>
                    <a:pt x="165" y="2803"/>
                    <a:pt x="164" y="2802"/>
                    <a:pt x="164" y="2801"/>
                  </a:cubicBezTo>
                  <a:lnTo>
                    <a:pt x="1" y="3039"/>
                  </a:lnTo>
                  <a:lnTo>
                    <a:pt x="1" y="3039"/>
                  </a:lnTo>
                  <a:lnTo>
                    <a:pt x="165" y="2804"/>
                  </a:lnTo>
                  <a:lnTo>
                    <a:pt x="165" y="2804"/>
                  </a:lnTo>
                  <a:cubicBezTo>
                    <a:pt x="189" y="2966"/>
                    <a:pt x="329" y="3091"/>
                    <a:pt x="499" y="3091"/>
                  </a:cubicBezTo>
                  <a:lnTo>
                    <a:pt x="534" y="3091"/>
                  </a:lnTo>
                  <a:cubicBezTo>
                    <a:pt x="721" y="3091"/>
                    <a:pt x="876" y="2943"/>
                    <a:pt x="876" y="2749"/>
                  </a:cubicBezTo>
                  <a:lnTo>
                    <a:pt x="876" y="2356"/>
                  </a:lnTo>
                  <a:cubicBezTo>
                    <a:pt x="876" y="2283"/>
                    <a:pt x="899" y="2209"/>
                    <a:pt x="934" y="2157"/>
                  </a:cubicBezTo>
                  <a:cubicBezTo>
                    <a:pt x="943" y="2143"/>
                    <a:pt x="957" y="2127"/>
                    <a:pt x="965" y="2120"/>
                  </a:cubicBezTo>
                  <a:cubicBezTo>
                    <a:pt x="972" y="2113"/>
                    <a:pt x="972" y="2106"/>
                    <a:pt x="979" y="2099"/>
                  </a:cubicBezTo>
                  <a:cubicBezTo>
                    <a:pt x="988" y="2090"/>
                    <a:pt x="1002" y="2083"/>
                    <a:pt x="1009" y="2075"/>
                  </a:cubicBezTo>
                  <a:cubicBezTo>
                    <a:pt x="1023" y="2068"/>
                    <a:pt x="1032" y="2054"/>
                    <a:pt x="1046" y="2045"/>
                  </a:cubicBezTo>
                  <a:cubicBezTo>
                    <a:pt x="1053" y="2045"/>
                    <a:pt x="1061" y="2038"/>
                    <a:pt x="1068" y="2038"/>
                  </a:cubicBezTo>
                  <a:cubicBezTo>
                    <a:pt x="1091" y="2024"/>
                    <a:pt x="1121" y="2017"/>
                    <a:pt x="1142" y="2010"/>
                  </a:cubicBezTo>
                  <a:cubicBezTo>
                    <a:pt x="1173" y="2001"/>
                    <a:pt x="1201" y="1994"/>
                    <a:pt x="1231" y="1994"/>
                  </a:cubicBezTo>
                  <a:cubicBezTo>
                    <a:pt x="1439" y="1994"/>
                    <a:pt x="1601" y="2157"/>
                    <a:pt x="1601" y="2365"/>
                  </a:cubicBezTo>
                  <a:lnTo>
                    <a:pt x="1601" y="3573"/>
                  </a:lnTo>
                  <a:cubicBezTo>
                    <a:pt x="1601" y="3779"/>
                    <a:pt x="1765" y="3943"/>
                    <a:pt x="1973" y="3943"/>
                  </a:cubicBezTo>
                  <a:cubicBezTo>
                    <a:pt x="2172" y="3943"/>
                    <a:pt x="2336" y="3779"/>
                    <a:pt x="2336" y="3573"/>
                  </a:cubicBezTo>
                  <a:lnTo>
                    <a:pt x="2336" y="2801"/>
                  </a:lnTo>
                  <a:cubicBezTo>
                    <a:pt x="2336" y="2602"/>
                    <a:pt x="2499" y="2431"/>
                    <a:pt x="2706" y="2431"/>
                  </a:cubicBezTo>
                  <a:cubicBezTo>
                    <a:pt x="2907" y="2431"/>
                    <a:pt x="3068" y="2602"/>
                    <a:pt x="3068" y="2801"/>
                  </a:cubicBezTo>
                  <a:lnTo>
                    <a:pt x="3068" y="3468"/>
                  </a:lnTo>
                  <a:cubicBezTo>
                    <a:pt x="3084" y="3655"/>
                    <a:pt x="3239" y="3802"/>
                    <a:pt x="3433" y="3802"/>
                  </a:cubicBezTo>
                  <a:cubicBezTo>
                    <a:pt x="3632" y="3802"/>
                    <a:pt x="3803" y="3639"/>
                    <a:pt x="3803" y="3439"/>
                  </a:cubicBezTo>
                  <a:lnTo>
                    <a:pt x="3803" y="2134"/>
                  </a:lnTo>
                  <a:cubicBezTo>
                    <a:pt x="3803" y="1935"/>
                    <a:pt x="3966" y="1764"/>
                    <a:pt x="4166" y="1764"/>
                  </a:cubicBezTo>
                  <a:cubicBezTo>
                    <a:pt x="4367" y="1764"/>
                    <a:pt x="4536" y="1935"/>
                    <a:pt x="4536" y="2134"/>
                  </a:cubicBezTo>
                  <a:lnTo>
                    <a:pt x="4536" y="2157"/>
                  </a:lnTo>
                  <a:lnTo>
                    <a:pt x="4536" y="3105"/>
                  </a:lnTo>
                  <a:cubicBezTo>
                    <a:pt x="4536" y="3290"/>
                    <a:pt x="4685" y="3447"/>
                    <a:pt x="4870" y="3447"/>
                  </a:cubicBezTo>
                  <a:lnTo>
                    <a:pt x="4907" y="3447"/>
                  </a:lnTo>
                  <a:cubicBezTo>
                    <a:pt x="5092" y="3447"/>
                    <a:pt x="5247" y="3290"/>
                    <a:pt x="5247" y="3105"/>
                  </a:cubicBezTo>
                  <a:lnTo>
                    <a:pt x="5247" y="2291"/>
                  </a:lnTo>
                  <a:lnTo>
                    <a:pt x="4062" y="631"/>
                  </a:lnTo>
                  <a:cubicBezTo>
                    <a:pt x="3780" y="231"/>
                    <a:pt x="3351" y="0"/>
                    <a:pt x="2891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40">
              <a:extLst>
                <a:ext uri="{FF2B5EF4-FFF2-40B4-BE49-F238E27FC236}">
                  <a16:creationId xmlns:a16="http://schemas.microsoft.com/office/drawing/2014/main" id="{72E35DA2-BFB9-E7E8-4635-A2BE4A97F591}"/>
                </a:ext>
              </a:extLst>
            </p:cNvPr>
            <p:cNvSpPr/>
            <p:nvPr/>
          </p:nvSpPr>
          <p:spPr>
            <a:xfrm>
              <a:off x="5013536" y="2662118"/>
              <a:ext cx="690467" cy="226756"/>
            </a:xfrm>
            <a:custGeom>
              <a:avLst/>
              <a:gdLst/>
              <a:ahLst/>
              <a:cxnLst/>
              <a:rect l="l" t="t" r="r" b="b"/>
              <a:pathLst>
                <a:path w="9138" h="3001" extrusionOk="0">
                  <a:moveTo>
                    <a:pt x="1104" y="1"/>
                  </a:moveTo>
                  <a:lnTo>
                    <a:pt x="0" y="1571"/>
                  </a:lnTo>
                  <a:cubicBezTo>
                    <a:pt x="75" y="1550"/>
                    <a:pt x="149" y="1534"/>
                    <a:pt x="229" y="1534"/>
                  </a:cubicBezTo>
                  <a:cubicBezTo>
                    <a:pt x="608" y="1534"/>
                    <a:pt x="912" y="1808"/>
                    <a:pt x="971" y="2172"/>
                  </a:cubicBezTo>
                  <a:cubicBezTo>
                    <a:pt x="1015" y="2149"/>
                    <a:pt x="1067" y="2135"/>
                    <a:pt x="1128" y="2135"/>
                  </a:cubicBezTo>
                  <a:cubicBezTo>
                    <a:pt x="1163" y="2135"/>
                    <a:pt x="1200" y="2142"/>
                    <a:pt x="1238" y="2156"/>
                  </a:cubicBezTo>
                  <a:cubicBezTo>
                    <a:pt x="1341" y="2030"/>
                    <a:pt x="1490" y="1957"/>
                    <a:pt x="1661" y="1957"/>
                  </a:cubicBezTo>
                  <a:cubicBezTo>
                    <a:pt x="1956" y="1957"/>
                    <a:pt x="2195" y="2201"/>
                    <a:pt x="2195" y="2498"/>
                  </a:cubicBezTo>
                  <a:lnTo>
                    <a:pt x="2195" y="2535"/>
                  </a:lnTo>
                  <a:cubicBezTo>
                    <a:pt x="2246" y="2498"/>
                    <a:pt x="2305" y="2467"/>
                    <a:pt x="2372" y="2467"/>
                  </a:cubicBezTo>
                  <a:cubicBezTo>
                    <a:pt x="2527" y="2467"/>
                    <a:pt x="2653" y="2594"/>
                    <a:pt x="2653" y="2750"/>
                  </a:cubicBezTo>
                  <a:cubicBezTo>
                    <a:pt x="2653" y="2860"/>
                    <a:pt x="2595" y="2957"/>
                    <a:pt x="2497" y="3001"/>
                  </a:cubicBezTo>
                  <a:lnTo>
                    <a:pt x="5188" y="3001"/>
                  </a:lnTo>
                  <a:cubicBezTo>
                    <a:pt x="5136" y="2973"/>
                    <a:pt x="5106" y="2912"/>
                    <a:pt x="5106" y="2853"/>
                  </a:cubicBezTo>
                  <a:cubicBezTo>
                    <a:pt x="5106" y="2750"/>
                    <a:pt x="5188" y="2668"/>
                    <a:pt x="5291" y="2668"/>
                  </a:cubicBezTo>
                  <a:cubicBezTo>
                    <a:pt x="5335" y="2668"/>
                    <a:pt x="5380" y="2683"/>
                    <a:pt x="5410" y="2706"/>
                  </a:cubicBezTo>
                  <a:lnTo>
                    <a:pt x="5410" y="2683"/>
                  </a:lnTo>
                  <a:cubicBezTo>
                    <a:pt x="5410" y="2483"/>
                    <a:pt x="5573" y="2327"/>
                    <a:pt x="5765" y="2327"/>
                  </a:cubicBezTo>
                  <a:cubicBezTo>
                    <a:pt x="5876" y="2327"/>
                    <a:pt x="5981" y="2379"/>
                    <a:pt x="6039" y="2453"/>
                  </a:cubicBezTo>
                  <a:cubicBezTo>
                    <a:pt x="6070" y="2446"/>
                    <a:pt x="6091" y="2446"/>
                    <a:pt x="6121" y="2446"/>
                  </a:cubicBezTo>
                  <a:cubicBezTo>
                    <a:pt x="6159" y="2446"/>
                    <a:pt x="6187" y="2453"/>
                    <a:pt x="6224" y="2467"/>
                  </a:cubicBezTo>
                  <a:cubicBezTo>
                    <a:pt x="6240" y="2357"/>
                    <a:pt x="6292" y="2261"/>
                    <a:pt x="6365" y="2186"/>
                  </a:cubicBezTo>
                  <a:lnTo>
                    <a:pt x="6388" y="734"/>
                  </a:lnTo>
                  <a:cubicBezTo>
                    <a:pt x="6402" y="734"/>
                    <a:pt x="6409" y="1505"/>
                    <a:pt x="6418" y="2142"/>
                  </a:cubicBezTo>
                  <a:cubicBezTo>
                    <a:pt x="6498" y="2083"/>
                    <a:pt x="6603" y="2046"/>
                    <a:pt x="6713" y="2046"/>
                  </a:cubicBezTo>
                  <a:cubicBezTo>
                    <a:pt x="6774" y="2046"/>
                    <a:pt x="6833" y="2060"/>
                    <a:pt x="6884" y="2074"/>
                  </a:cubicBezTo>
                  <a:cubicBezTo>
                    <a:pt x="7076" y="2135"/>
                    <a:pt x="7218" y="2306"/>
                    <a:pt x="7218" y="2512"/>
                  </a:cubicBezTo>
                  <a:lnTo>
                    <a:pt x="7218" y="2549"/>
                  </a:lnTo>
                  <a:cubicBezTo>
                    <a:pt x="7233" y="2542"/>
                    <a:pt x="7247" y="2542"/>
                    <a:pt x="7270" y="2542"/>
                  </a:cubicBezTo>
                  <a:lnTo>
                    <a:pt x="7284" y="2542"/>
                  </a:lnTo>
                  <a:cubicBezTo>
                    <a:pt x="7441" y="2386"/>
                    <a:pt x="7626" y="2245"/>
                    <a:pt x="7832" y="2112"/>
                  </a:cubicBezTo>
                  <a:cubicBezTo>
                    <a:pt x="7841" y="1934"/>
                    <a:pt x="7900" y="1756"/>
                    <a:pt x="8010" y="1601"/>
                  </a:cubicBezTo>
                  <a:lnTo>
                    <a:pt x="9137" y="1"/>
                  </a:lnTo>
                  <a:close/>
                </a:path>
              </a:pathLst>
            </a:custGeom>
            <a:solidFill>
              <a:srgbClr val="DFD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40">
              <a:extLst>
                <a:ext uri="{FF2B5EF4-FFF2-40B4-BE49-F238E27FC236}">
                  <a16:creationId xmlns:a16="http://schemas.microsoft.com/office/drawing/2014/main" id="{FCF9CF3D-0ADF-0105-8B24-73F616FE654A}"/>
                </a:ext>
              </a:extLst>
            </p:cNvPr>
            <p:cNvSpPr/>
            <p:nvPr/>
          </p:nvSpPr>
          <p:spPr>
            <a:xfrm>
              <a:off x="5588472" y="2006559"/>
              <a:ext cx="1504551" cy="886923"/>
            </a:xfrm>
            <a:custGeom>
              <a:avLst/>
              <a:gdLst/>
              <a:ahLst/>
              <a:cxnLst/>
              <a:rect l="l" t="t" r="r" b="b"/>
              <a:pathLst>
                <a:path w="19912" h="11738" extrusionOk="0">
                  <a:moveTo>
                    <a:pt x="8752" y="0"/>
                  </a:moveTo>
                  <a:cubicBezTo>
                    <a:pt x="8604" y="0"/>
                    <a:pt x="8471" y="59"/>
                    <a:pt x="8368" y="155"/>
                  </a:cubicBezTo>
                  <a:cubicBezTo>
                    <a:pt x="8270" y="251"/>
                    <a:pt x="8211" y="391"/>
                    <a:pt x="8211" y="541"/>
                  </a:cubicBezTo>
                  <a:lnTo>
                    <a:pt x="8211" y="770"/>
                  </a:lnTo>
                  <a:lnTo>
                    <a:pt x="8211" y="3512"/>
                  </a:lnTo>
                  <a:lnTo>
                    <a:pt x="8211" y="3742"/>
                  </a:lnTo>
                  <a:cubicBezTo>
                    <a:pt x="8211" y="3890"/>
                    <a:pt x="8153" y="4023"/>
                    <a:pt x="8048" y="4126"/>
                  </a:cubicBezTo>
                  <a:cubicBezTo>
                    <a:pt x="7952" y="4224"/>
                    <a:pt x="7818" y="4283"/>
                    <a:pt x="7664" y="4283"/>
                  </a:cubicBezTo>
                  <a:cubicBezTo>
                    <a:pt x="7367" y="4283"/>
                    <a:pt x="7123" y="4037"/>
                    <a:pt x="7123" y="3742"/>
                  </a:cubicBezTo>
                  <a:lnTo>
                    <a:pt x="7123" y="770"/>
                  </a:lnTo>
                  <a:lnTo>
                    <a:pt x="7123" y="756"/>
                  </a:lnTo>
                  <a:lnTo>
                    <a:pt x="401" y="10277"/>
                  </a:lnTo>
                  <a:cubicBezTo>
                    <a:pt x="1" y="10848"/>
                    <a:pt x="328" y="11693"/>
                    <a:pt x="979" y="11737"/>
                  </a:cubicBezTo>
                  <a:lnTo>
                    <a:pt x="18933" y="11737"/>
                  </a:lnTo>
                  <a:cubicBezTo>
                    <a:pt x="19586" y="11693"/>
                    <a:pt x="19911" y="10839"/>
                    <a:pt x="19511" y="10277"/>
                  </a:cubicBezTo>
                  <a:lnTo>
                    <a:pt x="12561" y="496"/>
                  </a:lnTo>
                  <a:lnTo>
                    <a:pt x="12561" y="3393"/>
                  </a:lnTo>
                  <a:cubicBezTo>
                    <a:pt x="12561" y="3541"/>
                    <a:pt x="12494" y="3674"/>
                    <a:pt x="12398" y="3770"/>
                  </a:cubicBezTo>
                  <a:cubicBezTo>
                    <a:pt x="12302" y="3875"/>
                    <a:pt x="12161" y="3934"/>
                    <a:pt x="12014" y="3934"/>
                  </a:cubicBezTo>
                  <a:cubicBezTo>
                    <a:pt x="11717" y="3934"/>
                    <a:pt x="11471" y="3690"/>
                    <a:pt x="11471" y="3393"/>
                  </a:cubicBezTo>
                  <a:lnTo>
                    <a:pt x="11471" y="1592"/>
                  </a:lnTo>
                  <a:cubicBezTo>
                    <a:pt x="11471" y="1290"/>
                    <a:pt x="11227" y="1044"/>
                    <a:pt x="10923" y="1044"/>
                  </a:cubicBezTo>
                  <a:cubicBezTo>
                    <a:pt x="10776" y="1044"/>
                    <a:pt x="10642" y="1112"/>
                    <a:pt x="10537" y="1208"/>
                  </a:cubicBezTo>
                  <a:cubicBezTo>
                    <a:pt x="10441" y="1304"/>
                    <a:pt x="10383" y="1444"/>
                    <a:pt x="10383" y="1592"/>
                  </a:cubicBezTo>
                  <a:lnTo>
                    <a:pt x="10383" y="2734"/>
                  </a:lnTo>
                  <a:cubicBezTo>
                    <a:pt x="10383" y="2890"/>
                    <a:pt x="10324" y="3023"/>
                    <a:pt x="10219" y="3119"/>
                  </a:cubicBezTo>
                  <a:cubicBezTo>
                    <a:pt x="10123" y="3223"/>
                    <a:pt x="9990" y="3281"/>
                    <a:pt x="9835" y="3281"/>
                  </a:cubicBezTo>
                  <a:cubicBezTo>
                    <a:pt x="9538" y="3281"/>
                    <a:pt x="9293" y="3038"/>
                    <a:pt x="9293" y="2734"/>
                  </a:cubicBezTo>
                  <a:lnTo>
                    <a:pt x="9302" y="2734"/>
                  </a:lnTo>
                  <a:lnTo>
                    <a:pt x="9302" y="541"/>
                  </a:lnTo>
                  <a:cubicBezTo>
                    <a:pt x="9302" y="244"/>
                    <a:pt x="9056" y="0"/>
                    <a:pt x="87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40">
              <a:extLst>
                <a:ext uri="{FF2B5EF4-FFF2-40B4-BE49-F238E27FC236}">
                  <a16:creationId xmlns:a16="http://schemas.microsoft.com/office/drawing/2014/main" id="{A37281D3-C409-222B-AA2F-3067B457DB4E}"/>
                </a:ext>
              </a:extLst>
            </p:cNvPr>
            <p:cNvSpPr/>
            <p:nvPr/>
          </p:nvSpPr>
          <p:spPr>
            <a:xfrm>
              <a:off x="6126685" y="1872667"/>
              <a:ext cx="410971" cy="457516"/>
            </a:xfrm>
            <a:custGeom>
              <a:avLst/>
              <a:gdLst/>
              <a:ahLst/>
              <a:cxnLst/>
              <a:rect l="l" t="t" r="r" b="b"/>
              <a:pathLst>
                <a:path w="5439" h="6055" extrusionOk="0">
                  <a:moveTo>
                    <a:pt x="2815" y="1"/>
                  </a:moveTo>
                  <a:cubicBezTo>
                    <a:pt x="2163" y="1"/>
                    <a:pt x="1547" y="334"/>
                    <a:pt x="1147" y="897"/>
                  </a:cubicBezTo>
                  <a:lnTo>
                    <a:pt x="0" y="2528"/>
                  </a:lnTo>
                  <a:lnTo>
                    <a:pt x="0" y="2542"/>
                  </a:lnTo>
                  <a:lnTo>
                    <a:pt x="0" y="5514"/>
                  </a:lnTo>
                  <a:cubicBezTo>
                    <a:pt x="0" y="5809"/>
                    <a:pt x="244" y="6055"/>
                    <a:pt x="541" y="6055"/>
                  </a:cubicBezTo>
                  <a:cubicBezTo>
                    <a:pt x="695" y="6055"/>
                    <a:pt x="829" y="5996"/>
                    <a:pt x="925" y="5898"/>
                  </a:cubicBezTo>
                  <a:cubicBezTo>
                    <a:pt x="1030" y="5795"/>
                    <a:pt x="1088" y="5662"/>
                    <a:pt x="1088" y="5514"/>
                  </a:cubicBezTo>
                  <a:lnTo>
                    <a:pt x="1088" y="5284"/>
                  </a:lnTo>
                  <a:lnTo>
                    <a:pt x="1088" y="2542"/>
                  </a:lnTo>
                  <a:lnTo>
                    <a:pt x="1088" y="2313"/>
                  </a:lnTo>
                  <a:cubicBezTo>
                    <a:pt x="1088" y="2163"/>
                    <a:pt x="1147" y="2023"/>
                    <a:pt x="1245" y="1927"/>
                  </a:cubicBezTo>
                  <a:cubicBezTo>
                    <a:pt x="1348" y="1831"/>
                    <a:pt x="1481" y="1772"/>
                    <a:pt x="1629" y="1772"/>
                  </a:cubicBezTo>
                  <a:cubicBezTo>
                    <a:pt x="1933" y="1772"/>
                    <a:pt x="2179" y="2016"/>
                    <a:pt x="2179" y="2313"/>
                  </a:cubicBezTo>
                  <a:lnTo>
                    <a:pt x="2179" y="4506"/>
                  </a:lnTo>
                  <a:lnTo>
                    <a:pt x="2170" y="4506"/>
                  </a:lnTo>
                  <a:cubicBezTo>
                    <a:pt x="2170" y="4810"/>
                    <a:pt x="2415" y="5053"/>
                    <a:pt x="2712" y="5053"/>
                  </a:cubicBezTo>
                  <a:cubicBezTo>
                    <a:pt x="2867" y="5053"/>
                    <a:pt x="3000" y="4995"/>
                    <a:pt x="3096" y="4891"/>
                  </a:cubicBezTo>
                  <a:cubicBezTo>
                    <a:pt x="3201" y="4795"/>
                    <a:pt x="3260" y="4662"/>
                    <a:pt x="3260" y="4506"/>
                  </a:cubicBezTo>
                  <a:lnTo>
                    <a:pt x="3260" y="3364"/>
                  </a:lnTo>
                  <a:cubicBezTo>
                    <a:pt x="3260" y="3216"/>
                    <a:pt x="3318" y="3076"/>
                    <a:pt x="3414" y="2980"/>
                  </a:cubicBezTo>
                  <a:cubicBezTo>
                    <a:pt x="3519" y="2884"/>
                    <a:pt x="3653" y="2816"/>
                    <a:pt x="3800" y="2816"/>
                  </a:cubicBezTo>
                  <a:cubicBezTo>
                    <a:pt x="4104" y="2816"/>
                    <a:pt x="4348" y="3062"/>
                    <a:pt x="4348" y="3364"/>
                  </a:cubicBezTo>
                  <a:lnTo>
                    <a:pt x="4348" y="5165"/>
                  </a:lnTo>
                  <a:cubicBezTo>
                    <a:pt x="4348" y="5462"/>
                    <a:pt x="4594" y="5706"/>
                    <a:pt x="4891" y="5706"/>
                  </a:cubicBezTo>
                  <a:cubicBezTo>
                    <a:pt x="5038" y="5706"/>
                    <a:pt x="5179" y="5647"/>
                    <a:pt x="5275" y="5542"/>
                  </a:cubicBezTo>
                  <a:cubicBezTo>
                    <a:pt x="5371" y="5446"/>
                    <a:pt x="5438" y="5313"/>
                    <a:pt x="5438" y="5165"/>
                  </a:cubicBezTo>
                  <a:lnTo>
                    <a:pt x="5438" y="2268"/>
                  </a:lnTo>
                  <a:lnTo>
                    <a:pt x="4437" y="867"/>
                  </a:lnTo>
                  <a:cubicBezTo>
                    <a:pt x="4053" y="326"/>
                    <a:pt x="3452" y="1"/>
                    <a:pt x="2815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40">
              <a:extLst>
                <a:ext uri="{FF2B5EF4-FFF2-40B4-BE49-F238E27FC236}">
                  <a16:creationId xmlns:a16="http://schemas.microsoft.com/office/drawing/2014/main" id="{271678D7-6BC5-376A-04E5-ACD7C70F69D0}"/>
                </a:ext>
              </a:extLst>
            </p:cNvPr>
            <p:cNvSpPr/>
            <p:nvPr/>
          </p:nvSpPr>
          <p:spPr>
            <a:xfrm>
              <a:off x="5655116" y="2892198"/>
              <a:ext cx="10201" cy="1285"/>
            </a:xfrm>
            <a:custGeom>
              <a:avLst/>
              <a:gdLst/>
              <a:ahLst/>
              <a:cxnLst/>
              <a:rect l="l" t="t" r="r" b="b"/>
              <a:pathLst>
                <a:path w="135" h="17" extrusionOk="0">
                  <a:moveTo>
                    <a:pt x="1" y="0"/>
                  </a:moveTo>
                  <a:lnTo>
                    <a:pt x="1" y="0"/>
                  </a:lnTo>
                  <a:cubicBezTo>
                    <a:pt x="31" y="8"/>
                    <a:pt x="61" y="16"/>
                    <a:pt x="97" y="16"/>
                  </a:cubicBezTo>
                  <a:lnTo>
                    <a:pt x="134" y="16"/>
                  </a:lnTo>
                  <a:lnTo>
                    <a:pt x="97" y="16"/>
                  </a:lnTo>
                  <a:cubicBezTo>
                    <a:pt x="61" y="16"/>
                    <a:pt x="31" y="8"/>
                    <a:pt x="1" y="0"/>
                  </a:cubicBezTo>
                  <a:close/>
                </a:path>
              </a:pathLst>
            </a:custGeom>
            <a:solidFill>
              <a:srgbClr val="677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40">
              <a:extLst>
                <a:ext uri="{FF2B5EF4-FFF2-40B4-BE49-F238E27FC236}">
                  <a16:creationId xmlns:a16="http://schemas.microsoft.com/office/drawing/2014/main" id="{0C4C8E2F-96B2-BDE1-586D-3C1447CFC328}"/>
                </a:ext>
              </a:extLst>
            </p:cNvPr>
            <p:cNvSpPr/>
            <p:nvPr/>
          </p:nvSpPr>
          <p:spPr>
            <a:xfrm>
              <a:off x="5605246" y="2579757"/>
              <a:ext cx="1122142" cy="313725"/>
            </a:xfrm>
            <a:custGeom>
              <a:avLst/>
              <a:gdLst/>
              <a:ahLst/>
              <a:cxnLst/>
              <a:rect l="l" t="t" r="r" b="b"/>
              <a:pathLst>
                <a:path w="14851" h="4152" extrusionOk="0">
                  <a:moveTo>
                    <a:pt x="661" y="4135"/>
                  </a:moveTo>
                  <a:cubicBezTo>
                    <a:pt x="691" y="4143"/>
                    <a:pt x="721" y="4151"/>
                    <a:pt x="757" y="4151"/>
                  </a:cubicBezTo>
                  <a:lnTo>
                    <a:pt x="6101" y="4151"/>
                  </a:lnTo>
                  <a:cubicBezTo>
                    <a:pt x="6101" y="4151"/>
                    <a:pt x="6101" y="4143"/>
                    <a:pt x="6108" y="4135"/>
                  </a:cubicBezTo>
                  <a:close/>
                  <a:moveTo>
                    <a:pt x="2076" y="1"/>
                  </a:moveTo>
                  <a:lnTo>
                    <a:pt x="179" y="2691"/>
                  </a:lnTo>
                  <a:cubicBezTo>
                    <a:pt x="69" y="2846"/>
                    <a:pt x="10" y="3024"/>
                    <a:pt x="1" y="3202"/>
                  </a:cubicBezTo>
                  <a:cubicBezTo>
                    <a:pt x="862" y="2661"/>
                    <a:pt x="2121" y="2313"/>
                    <a:pt x="3522" y="2313"/>
                  </a:cubicBezTo>
                  <a:cubicBezTo>
                    <a:pt x="4811" y="2313"/>
                    <a:pt x="5982" y="2602"/>
                    <a:pt x="6826" y="3068"/>
                  </a:cubicBezTo>
                  <a:cubicBezTo>
                    <a:pt x="7664" y="2231"/>
                    <a:pt x="8982" y="1683"/>
                    <a:pt x="10472" y="1683"/>
                  </a:cubicBezTo>
                  <a:cubicBezTo>
                    <a:pt x="12524" y="1683"/>
                    <a:pt x="14265" y="2720"/>
                    <a:pt x="14843" y="4151"/>
                  </a:cubicBezTo>
                  <a:lnTo>
                    <a:pt x="14850" y="1"/>
                  </a:lnTo>
                  <a:close/>
                </a:path>
              </a:pathLst>
            </a:custGeom>
            <a:solidFill>
              <a:srgbClr val="DFD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40">
              <a:extLst>
                <a:ext uri="{FF2B5EF4-FFF2-40B4-BE49-F238E27FC236}">
                  <a16:creationId xmlns:a16="http://schemas.microsoft.com/office/drawing/2014/main" id="{A80D3721-88B6-271A-E959-29A1638B8505}"/>
                </a:ext>
              </a:extLst>
            </p:cNvPr>
            <p:cNvSpPr/>
            <p:nvPr/>
          </p:nvSpPr>
          <p:spPr>
            <a:xfrm>
              <a:off x="6934497" y="2286433"/>
              <a:ext cx="503456" cy="610978"/>
            </a:xfrm>
            <a:custGeom>
              <a:avLst/>
              <a:gdLst/>
              <a:ahLst/>
              <a:cxnLst/>
              <a:rect l="l" t="t" r="r" b="b"/>
              <a:pathLst>
                <a:path w="6663" h="8086" extrusionOk="0">
                  <a:moveTo>
                    <a:pt x="1" y="1"/>
                  </a:moveTo>
                  <a:lnTo>
                    <a:pt x="1" y="8085"/>
                  </a:lnTo>
                  <a:lnTo>
                    <a:pt x="6662" y="8085"/>
                  </a:lnTo>
                  <a:lnTo>
                    <a:pt x="6662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40">
              <a:extLst>
                <a:ext uri="{FF2B5EF4-FFF2-40B4-BE49-F238E27FC236}">
                  <a16:creationId xmlns:a16="http://schemas.microsoft.com/office/drawing/2014/main" id="{502BC039-32E5-2F8A-86E2-9B117EB003D2}"/>
                </a:ext>
              </a:extLst>
            </p:cNvPr>
            <p:cNvSpPr/>
            <p:nvPr/>
          </p:nvSpPr>
          <p:spPr>
            <a:xfrm>
              <a:off x="6934497" y="2505860"/>
              <a:ext cx="503456" cy="31509"/>
            </a:xfrm>
            <a:custGeom>
              <a:avLst/>
              <a:gdLst/>
              <a:ahLst/>
              <a:cxnLst/>
              <a:rect l="l" t="t" r="r" b="b"/>
              <a:pathLst>
                <a:path w="6663" h="417" extrusionOk="0">
                  <a:moveTo>
                    <a:pt x="1" y="1"/>
                  </a:moveTo>
                  <a:lnTo>
                    <a:pt x="1" y="417"/>
                  </a:lnTo>
                  <a:lnTo>
                    <a:pt x="6662" y="417"/>
                  </a:lnTo>
                  <a:lnTo>
                    <a:pt x="6662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40">
              <a:extLst>
                <a:ext uri="{FF2B5EF4-FFF2-40B4-BE49-F238E27FC236}">
                  <a16:creationId xmlns:a16="http://schemas.microsoft.com/office/drawing/2014/main" id="{A837CF19-D4F3-929B-5AA3-E3C6B286569A}"/>
                </a:ext>
              </a:extLst>
            </p:cNvPr>
            <p:cNvSpPr/>
            <p:nvPr/>
          </p:nvSpPr>
          <p:spPr>
            <a:xfrm>
              <a:off x="6934497" y="2620635"/>
              <a:ext cx="503456" cy="105935"/>
            </a:xfrm>
            <a:custGeom>
              <a:avLst/>
              <a:gdLst/>
              <a:ahLst/>
              <a:cxnLst/>
              <a:rect l="l" t="t" r="r" b="b"/>
              <a:pathLst>
                <a:path w="6663" h="1402" extrusionOk="0">
                  <a:moveTo>
                    <a:pt x="1" y="0"/>
                  </a:moveTo>
                  <a:lnTo>
                    <a:pt x="1" y="1402"/>
                  </a:lnTo>
                  <a:lnTo>
                    <a:pt x="6662" y="1402"/>
                  </a:lnTo>
                  <a:lnTo>
                    <a:pt x="6662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40">
              <a:extLst>
                <a:ext uri="{FF2B5EF4-FFF2-40B4-BE49-F238E27FC236}">
                  <a16:creationId xmlns:a16="http://schemas.microsoft.com/office/drawing/2014/main" id="{0763EF13-AE24-26C7-1506-041A3878A50E}"/>
                </a:ext>
              </a:extLst>
            </p:cNvPr>
            <p:cNvSpPr/>
            <p:nvPr/>
          </p:nvSpPr>
          <p:spPr>
            <a:xfrm>
              <a:off x="7294994" y="2616177"/>
              <a:ext cx="62337" cy="113793"/>
            </a:xfrm>
            <a:custGeom>
              <a:avLst/>
              <a:gdLst/>
              <a:ahLst/>
              <a:cxnLst/>
              <a:rect l="l" t="t" r="r" b="b"/>
              <a:pathLst>
                <a:path w="825" h="1506" extrusionOk="0">
                  <a:moveTo>
                    <a:pt x="743" y="82"/>
                  </a:moveTo>
                  <a:lnTo>
                    <a:pt x="743" y="1423"/>
                  </a:lnTo>
                  <a:lnTo>
                    <a:pt x="83" y="1423"/>
                  </a:lnTo>
                  <a:lnTo>
                    <a:pt x="83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40">
              <a:extLst>
                <a:ext uri="{FF2B5EF4-FFF2-40B4-BE49-F238E27FC236}">
                  <a16:creationId xmlns:a16="http://schemas.microsoft.com/office/drawing/2014/main" id="{C58041E7-472C-DEEE-3E8E-CE0445011760}"/>
                </a:ext>
              </a:extLst>
            </p:cNvPr>
            <p:cNvSpPr/>
            <p:nvPr/>
          </p:nvSpPr>
          <p:spPr>
            <a:xfrm>
              <a:off x="7183090" y="2616177"/>
              <a:ext cx="62261" cy="113793"/>
            </a:xfrm>
            <a:custGeom>
              <a:avLst/>
              <a:gdLst/>
              <a:ahLst/>
              <a:cxnLst/>
              <a:rect l="l" t="t" r="r" b="b"/>
              <a:pathLst>
                <a:path w="824" h="1506" extrusionOk="0">
                  <a:moveTo>
                    <a:pt x="742" y="82"/>
                  </a:moveTo>
                  <a:lnTo>
                    <a:pt x="742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40">
              <a:extLst>
                <a:ext uri="{FF2B5EF4-FFF2-40B4-BE49-F238E27FC236}">
                  <a16:creationId xmlns:a16="http://schemas.microsoft.com/office/drawing/2014/main" id="{FC578AF2-AD51-3EF5-DE77-A5C5A054B68C}"/>
                </a:ext>
              </a:extLst>
            </p:cNvPr>
            <p:cNvSpPr/>
            <p:nvPr/>
          </p:nvSpPr>
          <p:spPr>
            <a:xfrm>
              <a:off x="7407654" y="2616177"/>
              <a:ext cx="33095" cy="113793"/>
            </a:xfrm>
            <a:custGeom>
              <a:avLst/>
              <a:gdLst/>
              <a:ahLst/>
              <a:cxnLst/>
              <a:rect l="l" t="t" r="r" b="b"/>
              <a:pathLst>
                <a:path w="438" h="1506" extrusionOk="0">
                  <a:moveTo>
                    <a:pt x="363" y="82"/>
                  </a:moveTo>
                  <a:lnTo>
                    <a:pt x="363" y="1423"/>
                  </a:lnTo>
                  <a:lnTo>
                    <a:pt x="75" y="1423"/>
                  </a:lnTo>
                  <a:lnTo>
                    <a:pt x="75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438" y="1505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40">
              <a:extLst>
                <a:ext uri="{FF2B5EF4-FFF2-40B4-BE49-F238E27FC236}">
                  <a16:creationId xmlns:a16="http://schemas.microsoft.com/office/drawing/2014/main" id="{B3A8427E-6AE8-A600-AA12-78A5C60BF5B2}"/>
                </a:ext>
              </a:extLst>
            </p:cNvPr>
            <p:cNvSpPr/>
            <p:nvPr/>
          </p:nvSpPr>
          <p:spPr>
            <a:xfrm>
              <a:off x="7351060" y="2616177"/>
              <a:ext cx="62261" cy="113793"/>
            </a:xfrm>
            <a:custGeom>
              <a:avLst/>
              <a:gdLst/>
              <a:ahLst/>
              <a:cxnLst/>
              <a:rect l="l" t="t" r="r" b="b"/>
              <a:pathLst>
                <a:path w="824" h="1506" extrusionOk="0">
                  <a:moveTo>
                    <a:pt x="749" y="82"/>
                  </a:moveTo>
                  <a:lnTo>
                    <a:pt x="749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40">
              <a:extLst>
                <a:ext uri="{FF2B5EF4-FFF2-40B4-BE49-F238E27FC236}">
                  <a16:creationId xmlns:a16="http://schemas.microsoft.com/office/drawing/2014/main" id="{F591283F-AD13-AB3F-5DD1-4FFC13E425E3}"/>
                </a:ext>
              </a:extLst>
            </p:cNvPr>
            <p:cNvSpPr/>
            <p:nvPr/>
          </p:nvSpPr>
          <p:spPr>
            <a:xfrm>
              <a:off x="7239155" y="2616177"/>
              <a:ext cx="62110" cy="113793"/>
            </a:xfrm>
            <a:custGeom>
              <a:avLst/>
              <a:gdLst/>
              <a:ahLst/>
              <a:cxnLst/>
              <a:rect l="l" t="t" r="r" b="b"/>
              <a:pathLst>
                <a:path w="822" h="1506" extrusionOk="0">
                  <a:moveTo>
                    <a:pt x="740" y="82"/>
                  </a:moveTo>
                  <a:lnTo>
                    <a:pt x="740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822" y="1505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40">
              <a:extLst>
                <a:ext uri="{FF2B5EF4-FFF2-40B4-BE49-F238E27FC236}">
                  <a16:creationId xmlns:a16="http://schemas.microsoft.com/office/drawing/2014/main" id="{FAF9218A-62A7-D80D-1D07-C28AC2F4DAAE}"/>
                </a:ext>
              </a:extLst>
            </p:cNvPr>
            <p:cNvSpPr/>
            <p:nvPr/>
          </p:nvSpPr>
          <p:spPr>
            <a:xfrm>
              <a:off x="6931173" y="2616177"/>
              <a:ext cx="33624" cy="113793"/>
            </a:xfrm>
            <a:custGeom>
              <a:avLst/>
              <a:gdLst/>
              <a:ahLst/>
              <a:cxnLst/>
              <a:rect l="l" t="t" r="r" b="b"/>
              <a:pathLst>
                <a:path w="445" h="1506" extrusionOk="0">
                  <a:moveTo>
                    <a:pt x="363" y="82"/>
                  </a:moveTo>
                  <a:lnTo>
                    <a:pt x="363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445" y="1505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40">
              <a:extLst>
                <a:ext uri="{FF2B5EF4-FFF2-40B4-BE49-F238E27FC236}">
                  <a16:creationId xmlns:a16="http://schemas.microsoft.com/office/drawing/2014/main" id="{2ADF53C6-C56F-2FAD-6565-05BD68B4F8FA}"/>
                </a:ext>
              </a:extLst>
            </p:cNvPr>
            <p:cNvSpPr/>
            <p:nvPr/>
          </p:nvSpPr>
          <p:spPr>
            <a:xfrm>
              <a:off x="6958526" y="2616177"/>
              <a:ext cx="62337" cy="113793"/>
            </a:xfrm>
            <a:custGeom>
              <a:avLst/>
              <a:gdLst/>
              <a:ahLst/>
              <a:cxnLst/>
              <a:rect l="l" t="t" r="r" b="b"/>
              <a:pathLst>
                <a:path w="825" h="1506" extrusionOk="0">
                  <a:moveTo>
                    <a:pt x="750" y="82"/>
                  </a:moveTo>
                  <a:lnTo>
                    <a:pt x="750" y="1423"/>
                  </a:lnTo>
                  <a:lnTo>
                    <a:pt x="83" y="1423"/>
                  </a:lnTo>
                  <a:lnTo>
                    <a:pt x="83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40">
              <a:extLst>
                <a:ext uri="{FF2B5EF4-FFF2-40B4-BE49-F238E27FC236}">
                  <a16:creationId xmlns:a16="http://schemas.microsoft.com/office/drawing/2014/main" id="{C7A28149-02E0-C53B-5321-5A9BD4DAD415}"/>
                </a:ext>
              </a:extLst>
            </p:cNvPr>
            <p:cNvSpPr/>
            <p:nvPr/>
          </p:nvSpPr>
          <p:spPr>
            <a:xfrm>
              <a:off x="7015120" y="2616177"/>
              <a:ext cx="61657" cy="113793"/>
            </a:xfrm>
            <a:custGeom>
              <a:avLst/>
              <a:gdLst/>
              <a:ahLst/>
              <a:cxnLst/>
              <a:rect l="l" t="t" r="r" b="b"/>
              <a:pathLst>
                <a:path w="816" h="1506" extrusionOk="0">
                  <a:moveTo>
                    <a:pt x="742" y="82"/>
                  </a:moveTo>
                  <a:lnTo>
                    <a:pt x="742" y="1423"/>
                  </a:lnTo>
                  <a:lnTo>
                    <a:pt x="75" y="1423"/>
                  </a:lnTo>
                  <a:lnTo>
                    <a:pt x="75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15" y="1505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40">
              <a:extLst>
                <a:ext uri="{FF2B5EF4-FFF2-40B4-BE49-F238E27FC236}">
                  <a16:creationId xmlns:a16="http://schemas.microsoft.com/office/drawing/2014/main" id="{EB433FBE-2FCF-B31F-D60E-DE35C48DE48B}"/>
                </a:ext>
              </a:extLst>
            </p:cNvPr>
            <p:cNvSpPr/>
            <p:nvPr/>
          </p:nvSpPr>
          <p:spPr>
            <a:xfrm>
              <a:off x="7127024" y="2616177"/>
              <a:ext cx="62337" cy="113793"/>
            </a:xfrm>
            <a:custGeom>
              <a:avLst/>
              <a:gdLst/>
              <a:ahLst/>
              <a:cxnLst/>
              <a:rect l="l" t="t" r="r" b="b"/>
              <a:pathLst>
                <a:path w="825" h="1506" extrusionOk="0">
                  <a:moveTo>
                    <a:pt x="743" y="82"/>
                  </a:moveTo>
                  <a:lnTo>
                    <a:pt x="743" y="1423"/>
                  </a:lnTo>
                  <a:lnTo>
                    <a:pt x="83" y="1423"/>
                  </a:lnTo>
                  <a:lnTo>
                    <a:pt x="83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40">
              <a:extLst>
                <a:ext uri="{FF2B5EF4-FFF2-40B4-BE49-F238E27FC236}">
                  <a16:creationId xmlns:a16="http://schemas.microsoft.com/office/drawing/2014/main" id="{5B8F994A-182C-1EC4-75CA-4AD83195DB48}"/>
                </a:ext>
              </a:extLst>
            </p:cNvPr>
            <p:cNvSpPr/>
            <p:nvPr/>
          </p:nvSpPr>
          <p:spPr>
            <a:xfrm>
              <a:off x="7071185" y="2616177"/>
              <a:ext cx="62110" cy="113793"/>
            </a:xfrm>
            <a:custGeom>
              <a:avLst/>
              <a:gdLst/>
              <a:ahLst/>
              <a:cxnLst/>
              <a:rect l="l" t="t" r="r" b="b"/>
              <a:pathLst>
                <a:path w="822" h="1506" extrusionOk="0">
                  <a:moveTo>
                    <a:pt x="740" y="82"/>
                  </a:moveTo>
                  <a:lnTo>
                    <a:pt x="740" y="1423"/>
                  </a:lnTo>
                  <a:lnTo>
                    <a:pt x="73" y="1423"/>
                  </a:lnTo>
                  <a:lnTo>
                    <a:pt x="73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822" y="1505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40">
              <a:extLst>
                <a:ext uri="{FF2B5EF4-FFF2-40B4-BE49-F238E27FC236}">
                  <a16:creationId xmlns:a16="http://schemas.microsoft.com/office/drawing/2014/main" id="{8699F1EC-F921-478D-9543-3472BA271D3D}"/>
                </a:ext>
              </a:extLst>
            </p:cNvPr>
            <p:cNvSpPr/>
            <p:nvPr/>
          </p:nvSpPr>
          <p:spPr>
            <a:xfrm>
              <a:off x="7082822" y="1942031"/>
              <a:ext cx="157996" cy="955381"/>
            </a:xfrm>
            <a:custGeom>
              <a:avLst/>
              <a:gdLst/>
              <a:ahLst/>
              <a:cxnLst/>
              <a:rect l="l" t="t" r="r" b="b"/>
              <a:pathLst>
                <a:path w="2091" h="12644" extrusionOk="0">
                  <a:moveTo>
                    <a:pt x="565" y="1"/>
                  </a:moveTo>
                  <a:lnTo>
                    <a:pt x="1" y="12613"/>
                  </a:lnTo>
                  <a:lnTo>
                    <a:pt x="2090" y="12643"/>
                  </a:lnTo>
                  <a:lnTo>
                    <a:pt x="1824" y="17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40">
              <a:extLst>
                <a:ext uri="{FF2B5EF4-FFF2-40B4-BE49-F238E27FC236}">
                  <a16:creationId xmlns:a16="http://schemas.microsoft.com/office/drawing/2014/main" id="{539E79E2-F338-CCFB-9CB6-5C8EA5B57770}"/>
                </a:ext>
              </a:extLst>
            </p:cNvPr>
            <p:cNvSpPr/>
            <p:nvPr/>
          </p:nvSpPr>
          <p:spPr>
            <a:xfrm>
              <a:off x="7082822" y="1942711"/>
              <a:ext cx="90294" cy="945633"/>
            </a:xfrm>
            <a:custGeom>
              <a:avLst/>
              <a:gdLst/>
              <a:ahLst/>
              <a:cxnLst/>
              <a:rect l="l" t="t" r="r" b="b"/>
              <a:pathLst>
                <a:path w="1195" h="12515" extrusionOk="0">
                  <a:moveTo>
                    <a:pt x="565" y="0"/>
                  </a:moveTo>
                  <a:lnTo>
                    <a:pt x="1" y="12515"/>
                  </a:lnTo>
                  <a:lnTo>
                    <a:pt x="1047" y="12515"/>
                  </a:lnTo>
                  <a:lnTo>
                    <a:pt x="1194" y="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9293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40">
              <a:extLst>
                <a:ext uri="{FF2B5EF4-FFF2-40B4-BE49-F238E27FC236}">
                  <a16:creationId xmlns:a16="http://schemas.microsoft.com/office/drawing/2014/main" id="{C0332B5D-7330-4F4A-B14D-8A24AA7A34D0}"/>
                </a:ext>
              </a:extLst>
            </p:cNvPr>
            <p:cNvSpPr/>
            <p:nvPr/>
          </p:nvSpPr>
          <p:spPr>
            <a:xfrm>
              <a:off x="7113121" y="2171658"/>
              <a:ext cx="113189" cy="57199"/>
            </a:xfrm>
            <a:custGeom>
              <a:avLst/>
              <a:gdLst/>
              <a:ahLst/>
              <a:cxnLst/>
              <a:rect l="l" t="t" r="r" b="b"/>
              <a:pathLst>
                <a:path w="1498" h="757" extrusionOk="0">
                  <a:moveTo>
                    <a:pt x="37" y="1"/>
                  </a:moveTo>
                  <a:lnTo>
                    <a:pt x="0" y="734"/>
                  </a:lnTo>
                  <a:lnTo>
                    <a:pt x="749" y="741"/>
                  </a:lnTo>
                  <a:lnTo>
                    <a:pt x="1497" y="757"/>
                  </a:lnTo>
                  <a:lnTo>
                    <a:pt x="1483" y="22"/>
                  </a:lnTo>
                  <a:lnTo>
                    <a:pt x="756" y="1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40">
              <a:extLst>
                <a:ext uri="{FF2B5EF4-FFF2-40B4-BE49-F238E27FC236}">
                  <a16:creationId xmlns:a16="http://schemas.microsoft.com/office/drawing/2014/main" id="{1200C5FF-797F-0BC5-2DC3-BAB76A4088F2}"/>
                </a:ext>
              </a:extLst>
            </p:cNvPr>
            <p:cNvSpPr/>
            <p:nvPr/>
          </p:nvSpPr>
          <p:spPr>
            <a:xfrm>
              <a:off x="7106396" y="2301470"/>
              <a:ext cx="123238" cy="82436"/>
            </a:xfrm>
            <a:custGeom>
              <a:avLst/>
              <a:gdLst/>
              <a:ahLst/>
              <a:cxnLst/>
              <a:rect l="l" t="t" r="r" b="b"/>
              <a:pathLst>
                <a:path w="1631" h="1091" extrusionOk="0">
                  <a:moveTo>
                    <a:pt x="45" y="1"/>
                  </a:moveTo>
                  <a:lnTo>
                    <a:pt x="0" y="1068"/>
                  </a:lnTo>
                  <a:lnTo>
                    <a:pt x="816" y="1077"/>
                  </a:lnTo>
                  <a:lnTo>
                    <a:pt x="1631" y="1091"/>
                  </a:lnTo>
                  <a:lnTo>
                    <a:pt x="1608" y="17"/>
                  </a:lnTo>
                  <a:lnTo>
                    <a:pt x="831" y="10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40">
              <a:extLst>
                <a:ext uri="{FF2B5EF4-FFF2-40B4-BE49-F238E27FC236}">
                  <a16:creationId xmlns:a16="http://schemas.microsoft.com/office/drawing/2014/main" id="{2C4797EC-78A3-910E-76EA-54E653E30FAE}"/>
                </a:ext>
              </a:extLst>
            </p:cNvPr>
            <p:cNvSpPr/>
            <p:nvPr/>
          </p:nvSpPr>
          <p:spPr>
            <a:xfrm>
              <a:off x="6440108" y="1279143"/>
              <a:ext cx="292342" cy="233632"/>
            </a:xfrm>
            <a:custGeom>
              <a:avLst/>
              <a:gdLst/>
              <a:ahLst/>
              <a:cxnLst/>
              <a:rect l="l" t="t" r="r" b="b"/>
              <a:pathLst>
                <a:path w="3869" h="3092" extrusionOk="0">
                  <a:moveTo>
                    <a:pt x="3647" y="1"/>
                  </a:moveTo>
                  <a:cubicBezTo>
                    <a:pt x="2706" y="1"/>
                    <a:pt x="1898" y="579"/>
                    <a:pt x="1557" y="1393"/>
                  </a:cubicBezTo>
                  <a:cubicBezTo>
                    <a:pt x="1505" y="1386"/>
                    <a:pt x="1445" y="1386"/>
                    <a:pt x="1393" y="1386"/>
                  </a:cubicBezTo>
                  <a:cubicBezTo>
                    <a:pt x="623" y="1386"/>
                    <a:pt x="1" y="2009"/>
                    <a:pt x="1" y="2772"/>
                  </a:cubicBezTo>
                  <a:cubicBezTo>
                    <a:pt x="1" y="2884"/>
                    <a:pt x="15" y="2987"/>
                    <a:pt x="38" y="3092"/>
                  </a:cubicBezTo>
                  <a:lnTo>
                    <a:pt x="3869" y="3092"/>
                  </a:lnTo>
                  <a:lnTo>
                    <a:pt x="3869" y="2217"/>
                  </a:lnTo>
                  <a:lnTo>
                    <a:pt x="3869" y="8"/>
                  </a:lnTo>
                  <a:cubicBezTo>
                    <a:pt x="3794" y="1"/>
                    <a:pt x="3721" y="1"/>
                    <a:pt x="3647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40">
              <a:extLst>
                <a:ext uri="{FF2B5EF4-FFF2-40B4-BE49-F238E27FC236}">
                  <a16:creationId xmlns:a16="http://schemas.microsoft.com/office/drawing/2014/main" id="{954CDAA0-F031-7F16-0F57-4540BAD53E26}"/>
                </a:ext>
              </a:extLst>
            </p:cNvPr>
            <p:cNvSpPr/>
            <p:nvPr/>
          </p:nvSpPr>
          <p:spPr>
            <a:xfrm>
              <a:off x="6728521" y="1278085"/>
              <a:ext cx="355585" cy="235218"/>
            </a:xfrm>
            <a:custGeom>
              <a:avLst/>
              <a:gdLst/>
              <a:ahLst/>
              <a:cxnLst/>
              <a:rect l="l" t="t" r="r" b="b"/>
              <a:pathLst>
                <a:path w="4706" h="3113" extrusionOk="0">
                  <a:moveTo>
                    <a:pt x="0" y="1"/>
                  </a:moveTo>
                  <a:lnTo>
                    <a:pt x="0" y="8"/>
                  </a:lnTo>
                  <a:lnTo>
                    <a:pt x="0" y="2231"/>
                  </a:lnTo>
                  <a:lnTo>
                    <a:pt x="0" y="3113"/>
                  </a:lnTo>
                  <a:lnTo>
                    <a:pt x="3061" y="3113"/>
                  </a:lnTo>
                  <a:cubicBezTo>
                    <a:pt x="3075" y="3097"/>
                    <a:pt x="3089" y="3090"/>
                    <a:pt x="3105" y="3075"/>
                  </a:cubicBezTo>
                  <a:cubicBezTo>
                    <a:pt x="3112" y="3090"/>
                    <a:pt x="3120" y="3097"/>
                    <a:pt x="3120" y="3113"/>
                  </a:cubicBezTo>
                  <a:lnTo>
                    <a:pt x="4638" y="3113"/>
                  </a:lnTo>
                  <a:cubicBezTo>
                    <a:pt x="4683" y="3017"/>
                    <a:pt x="4706" y="2912"/>
                    <a:pt x="4706" y="2794"/>
                  </a:cubicBezTo>
                  <a:cubicBezTo>
                    <a:pt x="4706" y="2341"/>
                    <a:pt x="4334" y="1971"/>
                    <a:pt x="3883" y="1971"/>
                  </a:cubicBezTo>
                  <a:cubicBezTo>
                    <a:pt x="3719" y="1971"/>
                    <a:pt x="3571" y="2016"/>
                    <a:pt x="3445" y="2097"/>
                  </a:cubicBezTo>
                  <a:cubicBezTo>
                    <a:pt x="3363" y="1571"/>
                    <a:pt x="2904" y="1171"/>
                    <a:pt x="2357" y="1171"/>
                  </a:cubicBezTo>
                  <a:cubicBezTo>
                    <a:pt x="2172" y="1171"/>
                    <a:pt x="1994" y="1215"/>
                    <a:pt x="1837" y="1297"/>
                  </a:cubicBezTo>
                  <a:cubicBezTo>
                    <a:pt x="1505" y="593"/>
                    <a:pt x="815" y="82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40">
              <a:extLst>
                <a:ext uri="{FF2B5EF4-FFF2-40B4-BE49-F238E27FC236}">
                  <a16:creationId xmlns:a16="http://schemas.microsoft.com/office/drawing/2014/main" id="{2AB96A13-C71B-C084-4C4E-968E855F7281}"/>
                </a:ext>
              </a:extLst>
            </p:cNvPr>
            <p:cNvSpPr/>
            <p:nvPr/>
          </p:nvSpPr>
          <p:spPr>
            <a:xfrm>
              <a:off x="7822479" y="2368114"/>
              <a:ext cx="568438" cy="527484"/>
            </a:xfrm>
            <a:custGeom>
              <a:avLst/>
              <a:gdLst/>
              <a:ahLst/>
              <a:cxnLst/>
              <a:rect l="l" t="t" r="r" b="b"/>
              <a:pathLst>
                <a:path w="7523" h="6981" extrusionOk="0">
                  <a:moveTo>
                    <a:pt x="0" y="1"/>
                  </a:moveTo>
                  <a:lnTo>
                    <a:pt x="0" y="6981"/>
                  </a:lnTo>
                  <a:lnTo>
                    <a:pt x="7523" y="6981"/>
                  </a:lnTo>
                  <a:lnTo>
                    <a:pt x="7523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40">
              <a:extLst>
                <a:ext uri="{FF2B5EF4-FFF2-40B4-BE49-F238E27FC236}">
                  <a16:creationId xmlns:a16="http://schemas.microsoft.com/office/drawing/2014/main" id="{FE40BE2E-0507-B9D3-1CD7-FC06C0EA894B}"/>
                </a:ext>
              </a:extLst>
            </p:cNvPr>
            <p:cNvSpPr/>
            <p:nvPr/>
          </p:nvSpPr>
          <p:spPr>
            <a:xfrm>
              <a:off x="8390841" y="2379977"/>
              <a:ext cx="604" cy="508368"/>
            </a:xfrm>
            <a:custGeom>
              <a:avLst/>
              <a:gdLst/>
              <a:ahLst/>
              <a:cxnLst/>
              <a:rect l="l" t="t" r="r" b="b"/>
              <a:pathLst>
                <a:path w="8" h="6728" extrusionOk="0">
                  <a:moveTo>
                    <a:pt x="1" y="0"/>
                  </a:moveTo>
                  <a:lnTo>
                    <a:pt x="1" y="6728"/>
                  </a:lnTo>
                  <a:lnTo>
                    <a:pt x="8" y="6728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5259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40">
              <a:extLst>
                <a:ext uri="{FF2B5EF4-FFF2-40B4-BE49-F238E27FC236}">
                  <a16:creationId xmlns:a16="http://schemas.microsoft.com/office/drawing/2014/main" id="{1340A174-7B53-2F02-27DA-4F4A1B7E6253}"/>
                </a:ext>
              </a:extLst>
            </p:cNvPr>
            <p:cNvSpPr/>
            <p:nvPr/>
          </p:nvSpPr>
          <p:spPr>
            <a:xfrm>
              <a:off x="8250299" y="2379977"/>
              <a:ext cx="140617" cy="477615"/>
            </a:xfrm>
            <a:custGeom>
              <a:avLst/>
              <a:gdLst/>
              <a:ahLst/>
              <a:cxnLst/>
              <a:rect l="l" t="t" r="r" b="b"/>
              <a:pathLst>
                <a:path w="1861" h="6321" extrusionOk="0">
                  <a:moveTo>
                    <a:pt x="0" y="0"/>
                  </a:moveTo>
                  <a:lnTo>
                    <a:pt x="0" y="6321"/>
                  </a:lnTo>
                  <a:lnTo>
                    <a:pt x="1861" y="6321"/>
                  </a:lnTo>
                  <a:lnTo>
                    <a:pt x="1861" y="0"/>
                  </a:lnTo>
                  <a:close/>
                </a:path>
              </a:pathLst>
            </a:custGeom>
            <a:solidFill>
              <a:srgbClr val="8586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40">
              <a:extLst>
                <a:ext uri="{FF2B5EF4-FFF2-40B4-BE49-F238E27FC236}">
                  <a16:creationId xmlns:a16="http://schemas.microsoft.com/office/drawing/2014/main" id="{1E2E39E0-3445-1B26-FB09-E7C77AC3F836}"/>
                </a:ext>
              </a:extLst>
            </p:cNvPr>
            <p:cNvSpPr/>
            <p:nvPr/>
          </p:nvSpPr>
          <p:spPr>
            <a:xfrm>
              <a:off x="7798904" y="2357006"/>
              <a:ext cx="614832" cy="23046"/>
            </a:xfrm>
            <a:custGeom>
              <a:avLst/>
              <a:gdLst/>
              <a:ahLst/>
              <a:cxnLst/>
              <a:rect l="l" t="t" r="r" b="b"/>
              <a:pathLst>
                <a:path w="8137" h="305" extrusionOk="0">
                  <a:moveTo>
                    <a:pt x="150" y="0"/>
                  </a:moveTo>
                  <a:cubicBezTo>
                    <a:pt x="68" y="0"/>
                    <a:pt x="1" y="66"/>
                    <a:pt x="1" y="148"/>
                  </a:cubicBezTo>
                  <a:cubicBezTo>
                    <a:pt x="1" y="237"/>
                    <a:pt x="68" y="304"/>
                    <a:pt x="150" y="304"/>
                  </a:cubicBezTo>
                  <a:lnTo>
                    <a:pt x="7989" y="304"/>
                  </a:lnTo>
                  <a:cubicBezTo>
                    <a:pt x="8071" y="304"/>
                    <a:pt x="8137" y="237"/>
                    <a:pt x="8137" y="148"/>
                  </a:cubicBezTo>
                  <a:cubicBezTo>
                    <a:pt x="8137" y="66"/>
                    <a:pt x="8071" y="0"/>
                    <a:pt x="7989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40">
              <a:extLst>
                <a:ext uri="{FF2B5EF4-FFF2-40B4-BE49-F238E27FC236}">
                  <a16:creationId xmlns:a16="http://schemas.microsoft.com/office/drawing/2014/main" id="{DF890506-1B6C-7519-1201-5F80AB9A5D3F}"/>
                </a:ext>
              </a:extLst>
            </p:cNvPr>
            <p:cNvSpPr/>
            <p:nvPr/>
          </p:nvSpPr>
          <p:spPr>
            <a:xfrm>
              <a:off x="8316263" y="2470649"/>
              <a:ext cx="35967" cy="52665"/>
            </a:xfrm>
            <a:custGeom>
              <a:avLst/>
              <a:gdLst/>
              <a:ahLst/>
              <a:cxnLst/>
              <a:rect l="l" t="t" r="r" b="b"/>
              <a:pathLst>
                <a:path w="476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75" y="696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40">
              <a:extLst>
                <a:ext uri="{FF2B5EF4-FFF2-40B4-BE49-F238E27FC236}">
                  <a16:creationId xmlns:a16="http://schemas.microsoft.com/office/drawing/2014/main" id="{5F97B8F8-4CC3-8D76-9061-11D83C28B9F0}"/>
                </a:ext>
              </a:extLst>
            </p:cNvPr>
            <p:cNvSpPr/>
            <p:nvPr/>
          </p:nvSpPr>
          <p:spPr>
            <a:xfrm>
              <a:off x="8251886" y="2470649"/>
              <a:ext cx="35438" cy="52665"/>
            </a:xfrm>
            <a:custGeom>
              <a:avLst/>
              <a:gdLst/>
              <a:ahLst/>
              <a:cxnLst/>
              <a:rect l="l" t="t" r="r" b="b"/>
              <a:pathLst>
                <a:path w="469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40">
              <a:extLst>
                <a:ext uri="{FF2B5EF4-FFF2-40B4-BE49-F238E27FC236}">
                  <a16:creationId xmlns:a16="http://schemas.microsoft.com/office/drawing/2014/main" id="{656AB7CE-D66C-41CD-AF91-C7F2D656D0A8}"/>
                </a:ext>
              </a:extLst>
            </p:cNvPr>
            <p:cNvSpPr/>
            <p:nvPr/>
          </p:nvSpPr>
          <p:spPr>
            <a:xfrm>
              <a:off x="8186980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7" y="696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40">
              <a:extLst>
                <a:ext uri="{FF2B5EF4-FFF2-40B4-BE49-F238E27FC236}">
                  <a16:creationId xmlns:a16="http://schemas.microsoft.com/office/drawing/2014/main" id="{7DE3FE59-E1F6-58D1-73A6-27228A56CCEA}"/>
                </a:ext>
              </a:extLst>
            </p:cNvPr>
            <p:cNvSpPr/>
            <p:nvPr/>
          </p:nvSpPr>
          <p:spPr>
            <a:xfrm>
              <a:off x="8122074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7" y="696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40">
              <a:extLst>
                <a:ext uri="{FF2B5EF4-FFF2-40B4-BE49-F238E27FC236}">
                  <a16:creationId xmlns:a16="http://schemas.microsoft.com/office/drawing/2014/main" id="{202BC8F2-86FE-1F99-104E-2FD3DC7594AC}"/>
                </a:ext>
              </a:extLst>
            </p:cNvPr>
            <p:cNvSpPr/>
            <p:nvPr/>
          </p:nvSpPr>
          <p:spPr>
            <a:xfrm>
              <a:off x="8057092" y="2470649"/>
              <a:ext cx="35362" cy="52665"/>
            </a:xfrm>
            <a:custGeom>
              <a:avLst/>
              <a:gdLst/>
              <a:ahLst/>
              <a:cxnLst/>
              <a:rect l="l" t="t" r="r" b="b"/>
              <a:pathLst>
                <a:path w="468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40">
              <a:extLst>
                <a:ext uri="{FF2B5EF4-FFF2-40B4-BE49-F238E27FC236}">
                  <a16:creationId xmlns:a16="http://schemas.microsoft.com/office/drawing/2014/main" id="{5FFA8208-7B31-4BD7-92CF-C6ABFC4BA6AD}"/>
                </a:ext>
              </a:extLst>
            </p:cNvPr>
            <p:cNvSpPr/>
            <p:nvPr/>
          </p:nvSpPr>
          <p:spPr>
            <a:xfrm>
              <a:off x="7992186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6" y="696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40">
              <a:extLst>
                <a:ext uri="{FF2B5EF4-FFF2-40B4-BE49-F238E27FC236}">
                  <a16:creationId xmlns:a16="http://schemas.microsoft.com/office/drawing/2014/main" id="{E96368BC-26C9-7746-5B07-C0F3E8759FFD}"/>
                </a:ext>
              </a:extLst>
            </p:cNvPr>
            <p:cNvSpPr/>
            <p:nvPr/>
          </p:nvSpPr>
          <p:spPr>
            <a:xfrm>
              <a:off x="7927280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6" y="696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40">
              <a:extLst>
                <a:ext uri="{FF2B5EF4-FFF2-40B4-BE49-F238E27FC236}">
                  <a16:creationId xmlns:a16="http://schemas.microsoft.com/office/drawing/2014/main" id="{F7B399F3-EB7C-970E-F7E9-92725F7047C4}"/>
                </a:ext>
              </a:extLst>
            </p:cNvPr>
            <p:cNvSpPr/>
            <p:nvPr/>
          </p:nvSpPr>
          <p:spPr>
            <a:xfrm>
              <a:off x="7862223" y="2470649"/>
              <a:ext cx="35438" cy="52665"/>
            </a:xfrm>
            <a:custGeom>
              <a:avLst/>
              <a:gdLst/>
              <a:ahLst/>
              <a:cxnLst/>
              <a:rect l="l" t="t" r="r" b="b"/>
              <a:pathLst>
                <a:path w="469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40">
              <a:extLst>
                <a:ext uri="{FF2B5EF4-FFF2-40B4-BE49-F238E27FC236}">
                  <a16:creationId xmlns:a16="http://schemas.microsoft.com/office/drawing/2014/main" id="{DC5BFCEF-0608-A9C6-A026-59881C2CCC45}"/>
                </a:ext>
              </a:extLst>
            </p:cNvPr>
            <p:cNvSpPr/>
            <p:nvPr/>
          </p:nvSpPr>
          <p:spPr>
            <a:xfrm>
              <a:off x="8316263" y="2571975"/>
              <a:ext cx="35967" cy="52741"/>
            </a:xfrm>
            <a:custGeom>
              <a:avLst/>
              <a:gdLst/>
              <a:ahLst/>
              <a:cxnLst/>
              <a:rect l="l" t="t" r="r" b="b"/>
              <a:pathLst>
                <a:path w="476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75" y="698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40">
              <a:extLst>
                <a:ext uri="{FF2B5EF4-FFF2-40B4-BE49-F238E27FC236}">
                  <a16:creationId xmlns:a16="http://schemas.microsoft.com/office/drawing/2014/main" id="{0E912770-D9A3-96C8-D4A1-ECFEEF3A90A7}"/>
                </a:ext>
              </a:extLst>
            </p:cNvPr>
            <p:cNvSpPr/>
            <p:nvPr/>
          </p:nvSpPr>
          <p:spPr>
            <a:xfrm>
              <a:off x="8251886" y="2571975"/>
              <a:ext cx="35438" cy="52741"/>
            </a:xfrm>
            <a:custGeom>
              <a:avLst/>
              <a:gdLst/>
              <a:ahLst/>
              <a:cxnLst/>
              <a:rect l="l" t="t" r="r" b="b"/>
              <a:pathLst>
                <a:path w="469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40">
              <a:extLst>
                <a:ext uri="{FF2B5EF4-FFF2-40B4-BE49-F238E27FC236}">
                  <a16:creationId xmlns:a16="http://schemas.microsoft.com/office/drawing/2014/main" id="{70EE076F-0469-E15D-67EA-04E61BC7FA63}"/>
                </a:ext>
              </a:extLst>
            </p:cNvPr>
            <p:cNvSpPr/>
            <p:nvPr/>
          </p:nvSpPr>
          <p:spPr>
            <a:xfrm>
              <a:off x="8186980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7" y="698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40">
              <a:extLst>
                <a:ext uri="{FF2B5EF4-FFF2-40B4-BE49-F238E27FC236}">
                  <a16:creationId xmlns:a16="http://schemas.microsoft.com/office/drawing/2014/main" id="{98AB5E6E-F112-2738-DC70-E022C4EBB102}"/>
                </a:ext>
              </a:extLst>
            </p:cNvPr>
            <p:cNvSpPr/>
            <p:nvPr/>
          </p:nvSpPr>
          <p:spPr>
            <a:xfrm>
              <a:off x="8122074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7" y="698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40">
              <a:extLst>
                <a:ext uri="{FF2B5EF4-FFF2-40B4-BE49-F238E27FC236}">
                  <a16:creationId xmlns:a16="http://schemas.microsoft.com/office/drawing/2014/main" id="{D1FDF5AD-6537-CC48-98A1-7615CD6C4ABE}"/>
                </a:ext>
              </a:extLst>
            </p:cNvPr>
            <p:cNvSpPr/>
            <p:nvPr/>
          </p:nvSpPr>
          <p:spPr>
            <a:xfrm>
              <a:off x="8057092" y="2571975"/>
              <a:ext cx="35362" cy="52741"/>
            </a:xfrm>
            <a:custGeom>
              <a:avLst/>
              <a:gdLst/>
              <a:ahLst/>
              <a:cxnLst/>
              <a:rect l="l" t="t" r="r" b="b"/>
              <a:pathLst>
                <a:path w="468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40">
              <a:extLst>
                <a:ext uri="{FF2B5EF4-FFF2-40B4-BE49-F238E27FC236}">
                  <a16:creationId xmlns:a16="http://schemas.microsoft.com/office/drawing/2014/main" id="{6549C447-7B4F-3876-3999-175C2384C0CF}"/>
                </a:ext>
              </a:extLst>
            </p:cNvPr>
            <p:cNvSpPr/>
            <p:nvPr/>
          </p:nvSpPr>
          <p:spPr>
            <a:xfrm>
              <a:off x="7992186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6" y="698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40">
              <a:extLst>
                <a:ext uri="{FF2B5EF4-FFF2-40B4-BE49-F238E27FC236}">
                  <a16:creationId xmlns:a16="http://schemas.microsoft.com/office/drawing/2014/main" id="{12BD15B3-66D0-854F-3E00-87F283D702C6}"/>
                </a:ext>
              </a:extLst>
            </p:cNvPr>
            <p:cNvSpPr/>
            <p:nvPr/>
          </p:nvSpPr>
          <p:spPr>
            <a:xfrm>
              <a:off x="7927280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6" y="698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40">
              <a:extLst>
                <a:ext uri="{FF2B5EF4-FFF2-40B4-BE49-F238E27FC236}">
                  <a16:creationId xmlns:a16="http://schemas.microsoft.com/office/drawing/2014/main" id="{2415E296-46FE-43E9-6AA1-1FF2A8CBA6EE}"/>
                </a:ext>
              </a:extLst>
            </p:cNvPr>
            <p:cNvSpPr/>
            <p:nvPr/>
          </p:nvSpPr>
          <p:spPr>
            <a:xfrm>
              <a:off x="7862223" y="2571975"/>
              <a:ext cx="35438" cy="52741"/>
            </a:xfrm>
            <a:custGeom>
              <a:avLst/>
              <a:gdLst/>
              <a:ahLst/>
              <a:cxnLst/>
              <a:rect l="l" t="t" r="r" b="b"/>
              <a:pathLst>
                <a:path w="469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40">
              <a:extLst>
                <a:ext uri="{FF2B5EF4-FFF2-40B4-BE49-F238E27FC236}">
                  <a16:creationId xmlns:a16="http://schemas.microsoft.com/office/drawing/2014/main" id="{39F81AE5-35CB-B241-0565-00827B4254D3}"/>
                </a:ext>
              </a:extLst>
            </p:cNvPr>
            <p:cNvSpPr/>
            <p:nvPr/>
          </p:nvSpPr>
          <p:spPr>
            <a:xfrm>
              <a:off x="8316263" y="2673301"/>
              <a:ext cx="35967" cy="53270"/>
            </a:xfrm>
            <a:custGeom>
              <a:avLst/>
              <a:gdLst/>
              <a:ahLst/>
              <a:cxnLst/>
              <a:rect l="l" t="t" r="r" b="b"/>
              <a:pathLst>
                <a:path w="476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75" y="705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40">
              <a:extLst>
                <a:ext uri="{FF2B5EF4-FFF2-40B4-BE49-F238E27FC236}">
                  <a16:creationId xmlns:a16="http://schemas.microsoft.com/office/drawing/2014/main" id="{9E234103-C784-8C1D-270A-88EDF6405A54}"/>
                </a:ext>
              </a:extLst>
            </p:cNvPr>
            <p:cNvSpPr/>
            <p:nvPr/>
          </p:nvSpPr>
          <p:spPr>
            <a:xfrm>
              <a:off x="8251886" y="2673301"/>
              <a:ext cx="35438" cy="53270"/>
            </a:xfrm>
            <a:custGeom>
              <a:avLst/>
              <a:gdLst/>
              <a:ahLst/>
              <a:cxnLst/>
              <a:rect l="l" t="t" r="r" b="b"/>
              <a:pathLst>
                <a:path w="469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40">
              <a:extLst>
                <a:ext uri="{FF2B5EF4-FFF2-40B4-BE49-F238E27FC236}">
                  <a16:creationId xmlns:a16="http://schemas.microsoft.com/office/drawing/2014/main" id="{5E816E28-DFAA-20D0-D45D-867C90FE942B}"/>
                </a:ext>
              </a:extLst>
            </p:cNvPr>
            <p:cNvSpPr/>
            <p:nvPr/>
          </p:nvSpPr>
          <p:spPr>
            <a:xfrm>
              <a:off x="8186980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7" y="705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40">
              <a:extLst>
                <a:ext uri="{FF2B5EF4-FFF2-40B4-BE49-F238E27FC236}">
                  <a16:creationId xmlns:a16="http://schemas.microsoft.com/office/drawing/2014/main" id="{93AB119F-9906-5EE0-16AD-466602454D16}"/>
                </a:ext>
              </a:extLst>
            </p:cNvPr>
            <p:cNvSpPr/>
            <p:nvPr/>
          </p:nvSpPr>
          <p:spPr>
            <a:xfrm>
              <a:off x="8122074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7" y="705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40">
              <a:extLst>
                <a:ext uri="{FF2B5EF4-FFF2-40B4-BE49-F238E27FC236}">
                  <a16:creationId xmlns:a16="http://schemas.microsoft.com/office/drawing/2014/main" id="{5AEB247B-070D-B28E-D36D-A5F84A0762C3}"/>
                </a:ext>
              </a:extLst>
            </p:cNvPr>
            <p:cNvSpPr/>
            <p:nvPr/>
          </p:nvSpPr>
          <p:spPr>
            <a:xfrm>
              <a:off x="8057092" y="2673301"/>
              <a:ext cx="35362" cy="53270"/>
            </a:xfrm>
            <a:custGeom>
              <a:avLst/>
              <a:gdLst/>
              <a:ahLst/>
              <a:cxnLst/>
              <a:rect l="l" t="t" r="r" b="b"/>
              <a:pathLst>
                <a:path w="468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40">
              <a:extLst>
                <a:ext uri="{FF2B5EF4-FFF2-40B4-BE49-F238E27FC236}">
                  <a16:creationId xmlns:a16="http://schemas.microsoft.com/office/drawing/2014/main" id="{DCC390A7-E0E9-58AD-943C-390A6AF43A87}"/>
                </a:ext>
              </a:extLst>
            </p:cNvPr>
            <p:cNvSpPr/>
            <p:nvPr/>
          </p:nvSpPr>
          <p:spPr>
            <a:xfrm>
              <a:off x="7992186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6" y="705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40">
              <a:extLst>
                <a:ext uri="{FF2B5EF4-FFF2-40B4-BE49-F238E27FC236}">
                  <a16:creationId xmlns:a16="http://schemas.microsoft.com/office/drawing/2014/main" id="{6E5AEFBD-DA1B-B7F3-EA28-A8F362356F54}"/>
                </a:ext>
              </a:extLst>
            </p:cNvPr>
            <p:cNvSpPr/>
            <p:nvPr/>
          </p:nvSpPr>
          <p:spPr>
            <a:xfrm>
              <a:off x="7927280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6" y="705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40">
              <a:extLst>
                <a:ext uri="{FF2B5EF4-FFF2-40B4-BE49-F238E27FC236}">
                  <a16:creationId xmlns:a16="http://schemas.microsoft.com/office/drawing/2014/main" id="{88A572CE-2CAF-E787-EAD5-A5DE33A94349}"/>
                </a:ext>
              </a:extLst>
            </p:cNvPr>
            <p:cNvSpPr/>
            <p:nvPr/>
          </p:nvSpPr>
          <p:spPr>
            <a:xfrm>
              <a:off x="7862223" y="2673301"/>
              <a:ext cx="35438" cy="53270"/>
            </a:xfrm>
            <a:custGeom>
              <a:avLst/>
              <a:gdLst/>
              <a:ahLst/>
              <a:cxnLst/>
              <a:rect l="l" t="t" r="r" b="b"/>
              <a:pathLst>
                <a:path w="469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40">
              <a:extLst>
                <a:ext uri="{FF2B5EF4-FFF2-40B4-BE49-F238E27FC236}">
                  <a16:creationId xmlns:a16="http://schemas.microsoft.com/office/drawing/2014/main" id="{B962ECFB-9BB9-CC83-5361-358FDDAF17FB}"/>
                </a:ext>
              </a:extLst>
            </p:cNvPr>
            <p:cNvSpPr/>
            <p:nvPr/>
          </p:nvSpPr>
          <p:spPr>
            <a:xfrm>
              <a:off x="7821874" y="2857516"/>
              <a:ext cx="569042" cy="33700"/>
            </a:xfrm>
            <a:custGeom>
              <a:avLst/>
              <a:gdLst/>
              <a:ahLst/>
              <a:cxnLst/>
              <a:rect l="l" t="t" r="r" b="b"/>
              <a:pathLst>
                <a:path w="7531" h="446" extrusionOk="0">
                  <a:moveTo>
                    <a:pt x="1" y="1"/>
                  </a:moveTo>
                  <a:lnTo>
                    <a:pt x="1" y="445"/>
                  </a:lnTo>
                  <a:lnTo>
                    <a:pt x="7531" y="445"/>
                  </a:lnTo>
                  <a:lnTo>
                    <a:pt x="7531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40">
              <a:extLst>
                <a:ext uri="{FF2B5EF4-FFF2-40B4-BE49-F238E27FC236}">
                  <a16:creationId xmlns:a16="http://schemas.microsoft.com/office/drawing/2014/main" id="{05322A84-33F6-EE9C-9360-AA628E2E03FE}"/>
                </a:ext>
              </a:extLst>
            </p:cNvPr>
            <p:cNvSpPr/>
            <p:nvPr/>
          </p:nvSpPr>
          <p:spPr>
            <a:xfrm>
              <a:off x="7432740" y="2206340"/>
              <a:ext cx="472174" cy="691072"/>
            </a:xfrm>
            <a:custGeom>
              <a:avLst/>
              <a:gdLst/>
              <a:ahLst/>
              <a:cxnLst/>
              <a:rect l="l" t="t" r="r" b="b"/>
              <a:pathLst>
                <a:path w="6249" h="9146" extrusionOk="0">
                  <a:moveTo>
                    <a:pt x="1246" y="1"/>
                  </a:moveTo>
                  <a:cubicBezTo>
                    <a:pt x="1246" y="1"/>
                    <a:pt x="854" y="8122"/>
                    <a:pt x="1" y="9145"/>
                  </a:cubicBezTo>
                  <a:lnTo>
                    <a:pt x="6248" y="9145"/>
                  </a:lnTo>
                  <a:cubicBezTo>
                    <a:pt x="6248" y="9145"/>
                    <a:pt x="4966" y="6373"/>
                    <a:pt x="4758" y="1"/>
                  </a:cubicBez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40">
              <a:extLst>
                <a:ext uri="{FF2B5EF4-FFF2-40B4-BE49-F238E27FC236}">
                  <a16:creationId xmlns:a16="http://schemas.microsoft.com/office/drawing/2014/main" id="{A84BAD34-C298-B8A1-3A68-FD1AB6B1699B}"/>
                </a:ext>
              </a:extLst>
            </p:cNvPr>
            <p:cNvSpPr/>
            <p:nvPr/>
          </p:nvSpPr>
          <p:spPr>
            <a:xfrm>
              <a:off x="7668563" y="2206340"/>
              <a:ext cx="232423" cy="682005"/>
            </a:xfrm>
            <a:custGeom>
              <a:avLst/>
              <a:gdLst/>
              <a:ahLst/>
              <a:cxnLst/>
              <a:rect l="l" t="t" r="r" b="b"/>
              <a:pathLst>
                <a:path w="3076" h="9026" extrusionOk="0">
                  <a:moveTo>
                    <a:pt x="1" y="1"/>
                  </a:moveTo>
                  <a:lnTo>
                    <a:pt x="1" y="9026"/>
                  </a:lnTo>
                  <a:lnTo>
                    <a:pt x="3076" y="9026"/>
                  </a:lnTo>
                  <a:cubicBezTo>
                    <a:pt x="3038" y="8944"/>
                    <a:pt x="2987" y="8804"/>
                    <a:pt x="2926" y="8619"/>
                  </a:cubicBezTo>
                  <a:cubicBezTo>
                    <a:pt x="2697" y="7959"/>
                    <a:pt x="2327" y="6684"/>
                    <a:pt x="2037" y="4706"/>
                  </a:cubicBezTo>
                  <a:cubicBezTo>
                    <a:pt x="1934" y="3981"/>
                    <a:pt x="1838" y="3164"/>
                    <a:pt x="1763" y="2247"/>
                  </a:cubicBezTo>
                  <a:cubicBezTo>
                    <a:pt x="1756" y="2186"/>
                    <a:pt x="1749" y="2128"/>
                    <a:pt x="1749" y="2069"/>
                  </a:cubicBezTo>
                  <a:cubicBezTo>
                    <a:pt x="1697" y="1423"/>
                    <a:pt x="1660" y="735"/>
                    <a:pt x="1637" y="1"/>
                  </a:cubicBezTo>
                  <a:close/>
                </a:path>
              </a:pathLst>
            </a:custGeom>
            <a:solidFill>
              <a:srgbClr val="A964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40">
              <a:extLst>
                <a:ext uri="{FF2B5EF4-FFF2-40B4-BE49-F238E27FC236}">
                  <a16:creationId xmlns:a16="http://schemas.microsoft.com/office/drawing/2014/main" id="{EA450741-B1F2-0959-0222-E16FA6F43261}"/>
                </a:ext>
              </a:extLst>
            </p:cNvPr>
            <p:cNvSpPr/>
            <p:nvPr/>
          </p:nvSpPr>
          <p:spPr>
            <a:xfrm>
              <a:off x="7511776" y="2397280"/>
              <a:ext cx="295137" cy="34758"/>
            </a:xfrm>
            <a:custGeom>
              <a:avLst/>
              <a:gdLst/>
              <a:ahLst/>
              <a:cxnLst/>
              <a:rect l="l" t="t" r="r" b="b"/>
              <a:pathLst>
                <a:path w="3906" h="460" extrusionOk="0">
                  <a:moveTo>
                    <a:pt x="38" y="1"/>
                  </a:moveTo>
                  <a:lnTo>
                    <a:pt x="0" y="460"/>
                  </a:lnTo>
                  <a:lnTo>
                    <a:pt x="3906" y="460"/>
                  </a:lnTo>
                  <a:lnTo>
                    <a:pt x="386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40">
              <a:extLst>
                <a:ext uri="{FF2B5EF4-FFF2-40B4-BE49-F238E27FC236}">
                  <a16:creationId xmlns:a16="http://schemas.microsoft.com/office/drawing/2014/main" id="{205EBBB6-D789-A5C0-A0F0-5BBF376AFC35}"/>
                </a:ext>
              </a:extLst>
            </p:cNvPr>
            <p:cNvSpPr/>
            <p:nvPr/>
          </p:nvSpPr>
          <p:spPr>
            <a:xfrm>
              <a:off x="7499384" y="2533968"/>
              <a:ext cx="324379" cy="35287"/>
            </a:xfrm>
            <a:custGeom>
              <a:avLst/>
              <a:gdLst/>
              <a:ahLst/>
              <a:cxnLst/>
              <a:rect l="l" t="t" r="r" b="b"/>
              <a:pathLst>
                <a:path w="4293" h="467" extrusionOk="0">
                  <a:moveTo>
                    <a:pt x="45" y="0"/>
                  </a:moveTo>
                  <a:lnTo>
                    <a:pt x="1" y="466"/>
                  </a:lnTo>
                  <a:lnTo>
                    <a:pt x="4292" y="466"/>
                  </a:lnTo>
                  <a:lnTo>
                    <a:pt x="422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40">
              <a:extLst>
                <a:ext uri="{FF2B5EF4-FFF2-40B4-BE49-F238E27FC236}">
                  <a16:creationId xmlns:a16="http://schemas.microsoft.com/office/drawing/2014/main" id="{E2B273F5-4789-5D99-419D-60B93A9CBDCA}"/>
                </a:ext>
              </a:extLst>
            </p:cNvPr>
            <p:cNvSpPr/>
            <p:nvPr/>
          </p:nvSpPr>
          <p:spPr>
            <a:xfrm>
              <a:off x="7527492" y="2206340"/>
              <a:ext cx="265971" cy="39291"/>
            </a:xfrm>
            <a:custGeom>
              <a:avLst/>
              <a:gdLst/>
              <a:ahLst/>
              <a:cxnLst/>
              <a:rect l="l" t="t" r="r" b="b"/>
              <a:pathLst>
                <a:path w="3520" h="520" extrusionOk="0">
                  <a:moveTo>
                    <a:pt x="29" y="1"/>
                  </a:moveTo>
                  <a:lnTo>
                    <a:pt x="1" y="513"/>
                  </a:lnTo>
                  <a:lnTo>
                    <a:pt x="3520" y="520"/>
                  </a:lnTo>
                  <a:lnTo>
                    <a:pt x="350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40">
              <a:extLst>
                <a:ext uri="{FF2B5EF4-FFF2-40B4-BE49-F238E27FC236}">
                  <a16:creationId xmlns:a16="http://schemas.microsoft.com/office/drawing/2014/main" id="{2366D2ED-4C21-5D53-AA38-707449382680}"/>
                </a:ext>
              </a:extLst>
            </p:cNvPr>
            <p:cNvSpPr/>
            <p:nvPr/>
          </p:nvSpPr>
          <p:spPr>
            <a:xfrm>
              <a:off x="6726783" y="1889517"/>
              <a:ext cx="267180" cy="1007895"/>
            </a:xfrm>
            <a:custGeom>
              <a:avLst/>
              <a:gdLst/>
              <a:ahLst/>
              <a:cxnLst/>
              <a:rect l="l" t="t" r="r" b="b"/>
              <a:pathLst>
                <a:path w="3536" h="13339" extrusionOk="0">
                  <a:moveTo>
                    <a:pt x="7" y="0"/>
                  </a:moveTo>
                  <a:lnTo>
                    <a:pt x="0" y="13338"/>
                  </a:lnTo>
                  <a:lnTo>
                    <a:pt x="3536" y="13338"/>
                  </a:lnTo>
                  <a:cubicBezTo>
                    <a:pt x="3536" y="13338"/>
                    <a:pt x="3491" y="5773"/>
                    <a:pt x="3395" y="5261"/>
                  </a:cubicBezTo>
                  <a:cubicBezTo>
                    <a:pt x="3306" y="4757"/>
                    <a:pt x="3009" y="3794"/>
                    <a:pt x="2076" y="2757"/>
                  </a:cubicBezTo>
                  <a:cubicBezTo>
                    <a:pt x="1149" y="1711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40">
              <a:extLst>
                <a:ext uri="{FF2B5EF4-FFF2-40B4-BE49-F238E27FC236}">
                  <a16:creationId xmlns:a16="http://schemas.microsoft.com/office/drawing/2014/main" id="{5D4C99E0-5549-3585-B0B7-C65D83DD61C3}"/>
                </a:ext>
              </a:extLst>
            </p:cNvPr>
            <p:cNvSpPr/>
            <p:nvPr/>
          </p:nvSpPr>
          <p:spPr>
            <a:xfrm>
              <a:off x="6727312" y="1889517"/>
              <a:ext cx="266651" cy="998828"/>
            </a:xfrm>
            <a:custGeom>
              <a:avLst/>
              <a:gdLst/>
              <a:ahLst/>
              <a:cxnLst/>
              <a:rect l="l" t="t" r="r" b="b"/>
              <a:pathLst>
                <a:path w="3529" h="13219" extrusionOk="0">
                  <a:moveTo>
                    <a:pt x="0" y="0"/>
                  </a:moveTo>
                  <a:lnTo>
                    <a:pt x="1275" y="2853"/>
                  </a:lnTo>
                  <a:cubicBezTo>
                    <a:pt x="1334" y="2972"/>
                    <a:pt x="2261" y="4839"/>
                    <a:pt x="2268" y="6810"/>
                  </a:cubicBezTo>
                  <a:lnTo>
                    <a:pt x="2328" y="13219"/>
                  </a:lnTo>
                  <a:lnTo>
                    <a:pt x="3529" y="13219"/>
                  </a:lnTo>
                  <a:cubicBezTo>
                    <a:pt x="3529" y="12931"/>
                    <a:pt x="3521" y="12122"/>
                    <a:pt x="3513" y="11122"/>
                  </a:cubicBezTo>
                  <a:lnTo>
                    <a:pt x="3513" y="11040"/>
                  </a:lnTo>
                  <a:cubicBezTo>
                    <a:pt x="3505" y="10619"/>
                    <a:pt x="3505" y="10158"/>
                    <a:pt x="3498" y="9699"/>
                  </a:cubicBezTo>
                  <a:lnTo>
                    <a:pt x="3498" y="9618"/>
                  </a:lnTo>
                  <a:cubicBezTo>
                    <a:pt x="3491" y="9269"/>
                    <a:pt x="3491" y="8913"/>
                    <a:pt x="3484" y="8574"/>
                  </a:cubicBezTo>
                  <a:cubicBezTo>
                    <a:pt x="3484" y="8431"/>
                    <a:pt x="3477" y="8298"/>
                    <a:pt x="3477" y="8158"/>
                  </a:cubicBezTo>
                  <a:cubicBezTo>
                    <a:pt x="3454" y="6706"/>
                    <a:pt x="3424" y="5462"/>
                    <a:pt x="3388" y="5261"/>
                  </a:cubicBezTo>
                  <a:lnTo>
                    <a:pt x="3388" y="5254"/>
                  </a:lnTo>
                  <a:cubicBezTo>
                    <a:pt x="3299" y="4741"/>
                    <a:pt x="2995" y="3786"/>
                    <a:pt x="2069" y="2757"/>
                  </a:cubicBezTo>
                  <a:cubicBezTo>
                    <a:pt x="1142" y="171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964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40">
              <a:extLst>
                <a:ext uri="{FF2B5EF4-FFF2-40B4-BE49-F238E27FC236}">
                  <a16:creationId xmlns:a16="http://schemas.microsoft.com/office/drawing/2014/main" id="{41D604DF-4B43-C58C-936C-D64969B72CE7}"/>
                </a:ext>
              </a:extLst>
            </p:cNvPr>
            <p:cNvSpPr/>
            <p:nvPr/>
          </p:nvSpPr>
          <p:spPr>
            <a:xfrm>
              <a:off x="6727312" y="2305550"/>
              <a:ext cx="259397" cy="47603"/>
            </a:xfrm>
            <a:custGeom>
              <a:avLst/>
              <a:gdLst/>
              <a:ahLst/>
              <a:cxnLst/>
              <a:rect l="l" t="t" r="r" b="b"/>
              <a:pathLst>
                <a:path w="3433" h="630" extrusionOk="0">
                  <a:moveTo>
                    <a:pt x="0" y="0"/>
                  </a:moveTo>
                  <a:lnTo>
                    <a:pt x="0" y="630"/>
                  </a:lnTo>
                  <a:lnTo>
                    <a:pt x="3433" y="630"/>
                  </a:lnTo>
                  <a:lnTo>
                    <a:pt x="3433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40">
              <a:extLst>
                <a:ext uri="{FF2B5EF4-FFF2-40B4-BE49-F238E27FC236}">
                  <a16:creationId xmlns:a16="http://schemas.microsoft.com/office/drawing/2014/main" id="{B3715A12-4ED0-BFA0-DEAE-80EACFFEEF24}"/>
                </a:ext>
              </a:extLst>
            </p:cNvPr>
            <p:cNvSpPr/>
            <p:nvPr/>
          </p:nvSpPr>
          <p:spPr>
            <a:xfrm>
              <a:off x="6726783" y="2440954"/>
              <a:ext cx="263327" cy="11258"/>
            </a:xfrm>
            <a:custGeom>
              <a:avLst/>
              <a:gdLst/>
              <a:ahLst/>
              <a:cxnLst/>
              <a:rect l="l" t="t" r="r" b="b"/>
              <a:pathLst>
                <a:path w="3485" h="149" extrusionOk="0">
                  <a:moveTo>
                    <a:pt x="0" y="1"/>
                  </a:moveTo>
                  <a:lnTo>
                    <a:pt x="0" y="148"/>
                  </a:lnTo>
                  <a:lnTo>
                    <a:pt x="3484" y="148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40">
              <a:extLst>
                <a:ext uri="{FF2B5EF4-FFF2-40B4-BE49-F238E27FC236}">
                  <a16:creationId xmlns:a16="http://schemas.microsoft.com/office/drawing/2014/main" id="{0554F26B-CFCC-C700-C39F-ABB61240ABB5}"/>
                </a:ext>
              </a:extLst>
            </p:cNvPr>
            <p:cNvSpPr/>
            <p:nvPr/>
          </p:nvSpPr>
          <p:spPr>
            <a:xfrm>
              <a:off x="6726783" y="2467324"/>
              <a:ext cx="263327" cy="11183"/>
            </a:xfrm>
            <a:custGeom>
              <a:avLst/>
              <a:gdLst/>
              <a:ahLst/>
              <a:cxnLst/>
              <a:rect l="l" t="t" r="r" b="b"/>
              <a:pathLst>
                <a:path w="3485" h="148" extrusionOk="0">
                  <a:moveTo>
                    <a:pt x="0" y="0"/>
                  </a:moveTo>
                  <a:lnTo>
                    <a:pt x="0" y="148"/>
                  </a:lnTo>
                  <a:lnTo>
                    <a:pt x="3484" y="148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40">
              <a:extLst>
                <a:ext uri="{FF2B5EF4-FFF2-40B4-BE49-F238E27FC236}">
                  <a16:creationId xmlns:a16="http://schemas.microsoft.com/office/drawing/2014/main" id="{EBF76001-05F4-CD4B-65D8-EA5469F5BF2F}"/>
                </a:ext>
              </a:extLst>
            </p:cNvPr>
            <p:cNvSpPr/>
            <p:nvPr/>
          </p:nvSpPr>
          <p:spPr>
            <a:xfrm>
              <a:off x="6726783" y="2493619"/>
              <a:ext cx="263327" cy="11258"/>
            </a:xfrm>
            <a:custGeom>
              <a:avLst/>
              <a:gdLst/>
              <a:ahLst/>
              <a:cxnLst/>
              <a:rect l="l" t="t" r="r" b="b"/>
              <a:pathLst>
                <a:path w="3485" h="149" extrusionOk="0">
                  <a:moveTo>
                    <a:pt x="0" y="1"/>
                  </a:moveTo>
                  <a:lnTo>
                    <a:pt x="0" y="148"/>
                  </a:lnTo>
                  <a:lnTo>
                    <a:pt x="3484" y="148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40">
              <a:extLst>
                <a:ext uri="{FF2B5EF4-FFF2-40B4-BE49-F238E27FC236}">
                  <a16:creationId xmlns:a16="http://schemas.microsoft.com/office/drawing/2014/main" id="{5C2C4592-00D6-C550-9236-F89664B9367E}"/>
                </a:ext>
              </a:extLst>
            </p:cNvPr>
            <p:cNvSpPr/>
            <p:nvPr/>
          </p:nvSpPr>
          <p:spPr>
            <a:xfrm>
              <a:off x="6726783" y="2519838"/>
              <a:ext cx="263327" cy="11334"/>
            </a:xfrm>
            <a:custGeom>
              <a:avLst/>
              <a:gdLst/>
              <a:ahLst/>
              <a:cxnLst/>
              <a:rect l="l" t="t" r="r" b="b"/>
              <a:pathLst>
                <a:path w="3485" h="150" extrusionOk="0">
                  <a:moveTo>
                    <a:pt x="0" y="1"/>
                  </a:moveTo>
                  <a:lnTo>
                    <a:pt x="0" y="150"/>
                  </a:lnTo>
                  <a:lnTo>
                    <a:pt x="3484" y="150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40">
              <a:extLst>
                <a:ext uri="{FF2B5EF4-FFF2-40B4-BE49-F238E27FC236}">
                  <a16:creationId xmlns:a16="http://schemas.microsoft.com/office/drawing/2014/main" id="{527F5613-7CC0-B7A3-0126-66FAD40E5033}"/>
                </a:ext>
              </a:extLst>
            </p:cNvPr>
            <p:cNvSpPr/>
            <p:nvPr/>
          </p:nvSpPr>
          <p:spPr>
            <a:xfrm>
              <a:off x="6726783" y="2546209"/>
              <a:ext cx="263327" cy="11334"/>
            </a:xfrm>
            <a:custGeom>
              <a:avLst/>
              <a:gdLst/>
              <a:ahLst/>
              <a:cxnLst/>
              <a:rect l="l" t="t" r="r" b="b"/>
              <a:pathLst>
                <a:path w="3485" h="150" extrusionOk="0">
                  <a:moveTo>
                    <a:pt x="0" y="0"/>
                  </a:moveTo>
                  <a:lnTo>
                    <a:pt x="0" y="150"/>
                  </a:lnTo>
                  <a:lnTo>
                    <a:pt x="3484" y="150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40">
              <a:extLst>
                <a:ext uri="{FF2B5EF4-FFF2-40B4-BE49-F238E27FC236}">
                  <a16:creationId xmlns:a16="http://schemas.microsoft.com/office/drawing/2014/main" id="{113DAC0F-4E51-E796-9289-A88E6C464B64}"/>
                </a:ext>
              </a:extLst>
            </p:cNvPr>
            <p:cNvSpPr/>
            <p:nvPr/>
          </p:nvSpPr>
          <p:spPr>
            <a:xfrm>
              <a:off x="5534220" y="2754452"/>
              <a:ext cx="674751" cy="137821"/>
            </a:xfrm>
            <a:custGeom>
              <a:avLst/>
              <a:gdLst/>
              <a:ahLst/>
              <a:cxnLst/>
              <a:rect l="l" t="t" r="r" b="b"/>
              <a:pathLst>
                <a:path w="8930" h="1824" extrusionOk="0">
                  <a:moveTo>
                    <a:pt x="4462" y="1"/>
                  </a:moveTo>
                  <a:cubicBezTo>
                    <a:pt x="2364" y="1"/>
                    <a:pt x="585" y="772"/>
                    <a:pt x="0" y="1823"/>
                  </a:cubicBezTo>
                  <a:lnTo>
                    <a:pt x="8929" y="1823"/>
                  </a:lnTo>
                  <a:cubicBezTo>
                    <a:pt x="8344" y="772"/>
                    <a:pt x="6566" y="1"/>
                    <a:pt x="4462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40">
              <a:extLst>
                <a:ext uri="{FF2B5EF4-FFF2-40B4-BE49-F238E27FC236}">
                  <a16:creationId xmlns:a16="http://schemas.microsoft.com/office/drawing/2014/main" id="{D49662C5-37AE-C213-A95A-568324224AE6}"/>
                </a:ext>
              </a:extLst>
            </p:cNvPr>
            <p:cNvSpPr/>
            <p:nvPr/>
          </p:nvSpPr>
          <p:spPr>
            <a:xfrm>
              <a:off x="6065482" y="2706925"/>
              <a:ext cx="661377" cy="187615"/>
            </a:xfrm>
            <a:custGeom>
              <a:avLst/>
              <a:gdLst/>
              <a:ahLst/>
              <a:cxnLst/>
              <a:rect l="l" t="t" r="r" b="b"/>
              <a:pathLst>
                <a:path w="8753" h="2483" extrusionOk="0">
                  <a:moveTo>
                    <a:pt x="4381" y="0"/>
                  </a:moveTo>
                  <a:cubicBezTo>
                    <a:pt x="2322" y="0"/>
                    <a:pt x="572" y="1046"/>
                    <a:pt x="1" y="2483"/>
                  </a:cubicBezTo>
                  <a:lnTo>
                    <a:pt x="8752" y="2483"/>
                  </a:lnTo>
                  <a:cubicBezTo>
                    <a:pt x="8181" y="1046"/>
                    <a:pt x="6440" y="0"/>
                    <a:pt x="4381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40">
              <a:extLst>
                <a:ext uri="{FF2B5EF4-FFF2-40B4-BE49-F238E27FC236}">
                  <a16:creationId xmlns:a16="http://schemas.microsoft.com/office/drawing/2014/main" id="{8163B5F5-9555-35ED-3B3F-0C756DC2DE50}"/>
                </a:ext>
              </a:extLst>
            </p:cNvPr>
            <p:cNvSpPr/>
            <p:nvPr/>
          </p:nvSpPr>
          <p:spPr>
            <a:xfrm>
              <a:off x="6193178" y="2750599"/>
              <a:ext cx="113189" cy="62790"/>
            </a:xfrm>
            <a:custGeom>
              <a:avLst/>
              <a:gdLst/>
              <a:ahLst/>
              <a:cxnLst/>
              <a:rect l="l" t="t" r="r" b="b"/>
              <a:pathLst>
                <a:path w="1498" h="831" extrusionOk="0">
                  <a:moveTo>
                    <a:pt x="978" y="0"/>
                  </a:moveTo>
                  <a:cubicBezTo>
                    <a:pt x="882" y="0"/>
                    <a:pt x="772" y="14"/>
                    <a:pt x="660" y="52"/>
                  </a:cubicBezTo>
                  <a:cubicBezTo>
                    <a:pt x="246" y="171"/>
                    <a:pt x="0" y="475"/>
                    <a:pt x="89" y="660"/>
                  </a:cubicBezTo>
                  <a:cubicBezTo>
                    <a:pt x="143" y="779"/>
                    <a:pt x="290" y="831"/>
                    <a:pt x="475" y="831"/>
                  </a:cubicBezTo>
                  <a:cubicBezTo>
                    <a:pt x="594" y="831"/>
                    <a:pt x="735" y="807"/>
                    <a:pt x="868" y="770"/>
                  </a:cubicBezTo>
                  <a:cubicBezTo>
                    <a:pt x="1224" y="667"/>
                    <a:pt x="1498" y="459"/>
                    <a:pt x="1467" y="260"/>
                  </a:cubicBezTo>
                  <a:cubicBezTo>
                    <a:pt x="1446" y="112"/>
                    <a:pt x="1245" y="0"/>
                    <a:pt x="978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40">
              <a:extLst>
                <a:ext uri="{FF2B5EF4-FFF2-40B4-BE49-F238E27FC236}">
                  <a16:creationId xmlns:a16="http://schemas.microsoft.com/office/drawing/2014/main" id="{4511154E-4366-0C58-F389-18D893968581}"/>
                </a:ext>
              </a:extLst>
            </p:cNvPr>
            <p:cNvSpPr/>
            <p:nvPr/>
          </p:nvSpPr>
          <p:spPr>
            <a:xfrm>
              <a:off x="6323670" y="2760119"/>
              <a:ext cx="58937" cy="30300"/>
            </a:xfrm>
            <a:custGeom>
              <a:avLst/>
              <a:gdLst/>
              <a:ahLst/>
              <a:cxnLst/>
              <a:rect l="l" t="t" r="r" b="b"/>
              <a:pathLst>
                <a:path w="780" h="401" extrusionOk="0">
                  <a:moveTo>
                    <a:pt x="393" y="0"/>
                  </a:moveTo>
                  <a:cubicBezTo>
                    <a:pt x="171" y="0"/>
                    <a:pt x="0" y="103"/>
                    <a:pt x="16" y="215"/>
                  </a:cubicBezTo>
                  <a:cubicBezTo>
                    <a:pt x="23" y="326"/>
                    <a:pt x="185" y="400"/>
                    <a:pt x="386" y="400"/>
                  </a:cubicBezTo>
                  <a:lnTo>
                    <a:pt x="393" y="400"/>
                  </a:lnTo>
                  <a:cubicBezTo>
                    <a:pt x="594" y="400"/>
                    <a:pt x="763" y="319"/>
                    <a:pt x="772" y="215"/>
                  </a:cubicBezTo>
                  <a:cubicBezTo>
                    <a:pt x="779" y="103"/>
                    <a:pt x="608" y="0"/>
                    <a:pt x="393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40">
              <a:extLst>
                <a:ext uri="{FF2B5EF4-FFF2-40B4-BE49-F238E27FC236}">
                  <a16:creationId xmlns:a16="http://schemas.microsoft.com/office/drawing/2014/main" id="{7D5F544C-1FBC-BB67-5AB7-23771D6BC8D0}"/>
                </a:ext>
              </a:extLst>
            </p:cNvPr>
            <p:cNvSpPr/>
            <p:nvPr/>
          </p:nvSpPr>
          <p:spPr>
            <a:xfrm>
              <a:off x="5428436" y="2641414"/>
              <a:ext cx="131097" cy="165250"/>
            </a:xfrm>
            <a:custGeom>
              <a:avLst/>
              <a:gdLst/>
              <a:ahLst/>
              <a:cxnLst/>
              <a:rect l="l" t="t" r="r" b="b"/>
              <a:pathLst>
                <a:path w="1735" h="2187" extrusionOk="0">
                  <a:moveTo>
                    <a:pt x="867" y="1"/>
                  </a:moveTo>
                  <a:cubicBezTo>
                    <a:pt x="490" y="1"/>
                    <a:pt x="178" y="303"/>
                    <a:pt x="178" y="682"/>
                  </a:cubicBezTo>
                  <a:cubicBezTo>
                    <a:pt x="178" y="712"/>
                    <a:pt x="186" y="741"/>
                    <a:pt x="193" y="778"/>
                  </a:cubicBezTo>
                  <a:cubicBezTo>
                    <a:pt x="66" y="926"/>
                    <a:pt x="1" y="1112"/>
                    <a:pt x="1" y="1319"/>
                  </a:cubicBezTo>
                  <a:cubicBezTo>
                    <a:pt x="1" y="1801"/>
                    <a:pt x="385" y="2187"/>
                    <a:pt x="867" y="2187"/>
                  </a:cubicBezTo>
                  <a:cubicBezTo>
                    <a:pt x="1342" y="2187"/>
                    <a:pt x="1735" y="1801"/>
                    <a:pt x="1735" y="1319"/>
                  </a:cubicBezTo>
                  <a:cubicBezTo>
                    <a:pt x="1735" y="1112"/>
                    <a:pt x="1660" y="926"/>
                    <a:pt x="1541" y="778"/>
                  </a:cubicBezTo>
                  <a:cubicBezTo>
                    <a:pt x="1541" y="741"/>
                    <a:pt x="1550" y="712"/>
                    <a:pt x="1550" y="682"/>
                  </a:cubicBezTo>
                  <a:cubicBezTo>
                    <a:pt x="1550" y="303"/>
                    <a:pt x="1245" y="1"/>
                    <a:pt x="86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40">
              <a:extLst>
                <a:ext uri="{FF2B5EF4-FFF2-40B4-BE49-F238E27FC236}">
                  <a16:creationId xmlns:a16="http://schemas.microsoft.com/office/drawing/2014/main" id="{3C588A38-F92C-9806-4464-30C10A80EEDC}"/>
                </a:ext>
              </a:extLst>
            </p:cNvPr>
            <p:cNvSpPr/>
            <p:nvPr/>
          </p:nvSpPr>
          <p:spPr>
            <a:xfrm>
              <a:off x="5493342" y="2717503"/>
              <a:ext cx="5743" cy="172579"/>
            </a:xfrm>
            <a:custGeom>
              <a:avLst/>
              <a:gdLst/>
              <a:ahLst/>
              <a:cxnLst/>
              <a:rect l="l" t="t" r="r" b="b"/>
              <a:pathLst>
                <a:path w="76" h="2284" extrusionOk="0">
                  <a:moveTo>
                    <a:pt x="38" y="1"/>
                  </a:moveTo>
                  <a:lnTo>
                    <a:pt x="1" y="2247"/>
                  </a:lnTo>
                  <a:cubicBezTo>
                    <a:pt x="1" y="2268"/>
                    <a:pt x="15" y="2284"/>
                    <a:pt x="38" y="2284"/>
                  </a:cubicBezTo>
                  <a:cubicBezTo>
                    <a:pt x="59" y="2284"/>
                    <a:pt x="75" y="2268"/>
                    <a:pt x="75" y="2247"/>
                  </a:cubicBezTo>
                  <a:cubicBezTo>
                    <a:pt x="75" y="2247"/>
                    <a:pt x="59" y="1"/>
                    <a:pt x="38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40">
              <a:extLst>
                <a:ext uri="{FF2B5EF4-FFF2-40B4-BE49-F238E27FC236}">
                  <a16:creationId xmlns:a16="http://schemas.microsoft.com/office/drawing/2014/main" id="{EE5DB972-B228-2D6C-E10C-50245F73BD19}"/>
                </a:ext>
              </a:extLst>
            </p:cNvPr>
            <p:cNvSpPr/>
            <p:nvPr/>
          </p:nvSpPr>
          <p:spPr>
            <a:xfrm>
              <a:off x="5463118" y="2758381"/>
              <a:ext cx="33095" cy="26899"/>
            </a:xfrm>
            <a:custGeom>
              <a:avLst/>
              <a:gdLst/>
              <a:ahLst/>
              <a:cxnLst/>
              <a:rect l="l" t="t" r="r" b="b"/>
              <a:pathLst>
                <a:path w="438" h="356" extrusionOk="0">
                  <a:moveTo>
                    <a:pt x="0" y="0"/>
                  </a:moveTo>
                  <a:cubicBezTo>
                    <a:pt x="205" y="342"/>
                    <a:pt x="404" y="356"/>
                    <a:pt x="434" y="356"/>
                  </a:cubicBezTo>
                  <a:cubicBezTo>
                    <a:pt x="437" y="356"/>
                    <a:pt x="438" y="356"/>
                    <a:pt x="438" y="356"/>
                  </a:cubicBezTo>
                  <a:lnTo>
                    <a:pt x="438" y="311"/>
                  </a:lnTo>
                  <a:cubicBezTo>
                    <a:pt x="438" y="311"/>
                    <a:pt x="434" y="314"/>
                    <a:pt x="422" y="314"/>
                  </a:cubicBezTo>
                  <a:cubicBezTo>
                    <a:pt x="396" y="314"/>
                    <a:pt x="334" y="300"/>
                    <a:pt x="201" y="208"/>
                  </a:cubicBezTo>
                  <a:cubicBezTo>
                    <a:pt x="82" y="12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40">
              <a:extLst>
                <a:ext uri="{FF2B5EF4-FFF2-40B4-BE49-F238E27FC236}">
                  <a16:creationId xmlns:a16="http://schemas.microsoft.com/office/drawing/2014/main" id="{08978C61-3E99-BF5B-3FCD-20DCD7FA86C3}"/>
                </a:ext>
              </a:extLst>
            </p:cNvPr>
            <p:cNvSpPr/>
            <p:nvPr/>
          </p:nvSpPr>
          <p:spPr>
            <a:xfrm>
              <a:off x="5496137" y="2751127"/>
              <a:ext cx="28562" cy="23046"/>
            </a:xfrm>
            <a:custGeom>
              <a:avLst/>
              <a:gdLst/>
              <a:ahLst/>
              <a:cxnLst/>
              <a:rect l="l" t="t" r="r" b="b"/>
              <a:pathLst>
                <a:path w="378" h="305" extrusionOk="0">
                  <a:moveTo>
                    <a:pt x="378" y="0"/>
                  </a:moveTo>
                  <a:cubicBezTo>
                    <a:pt x="378" y="0"/>
                    <a:pt x="305" y="105"/>
                    <a:pt x="209" y="171"/>
                  </a:cubicBezTo>
                  <a:cubicBezTo>
                    <a:pt x="96" y="250"/>
                    <a:pt x="41" y="263"/>
                    <a:pt x="17" y="263"/>
                  </a:cubicBezTo>
                  <a:cubicBezTo>
                    <a:pt x="5" y="263"/>
                    <a:pt x="1" y="260"/>
                    <a:pt x="1" y="260"/>
                  </a:cubicBezTo>
                  <a:lnTo>
                    <a:pt x="1" y="260"/>
                  </a:lnTo>
                  <a:lnTo>
                    <a:pt x="8" y="304"/>
                  </a:lnTo>
                  <a:cubicBezTo>
                    <a:pt x="8" y="304"/>
                    <a:pt x="8" y="304"/>
                    <a:pt x="9" y="304"/>
                  </a:cubicBezTo>
                  <a:cubicBezTo>
                    <a:pt x="24" y="304"/>
                    <a:pt x="194" y="298"/>
                    <a:pt x="378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40">
              <a:extLst>
                <a:ext uri="{FF2B5EF4-FFF2-40B4-BE49-F238E27FC236}">
                  <a16:creationId xmlns:a16="http://schemas.microsoft.com/office/drawing/2014/main" id="{F03E0579-197A-11BE-5218-FA7D858B8E05}"/>
                </a:ext>
              </a:extLst>
            </p:cNvPr>
            <p:cNvSpPr/>
            <p:nvPr/>
          </p:nvSpPr>
          <p:spPr>
            <a:xfrm>
              <a:off x="5473167" y="2734806"/>
              <a:ext cx="23046" cy="18663"/>
            </a:xfrm>
            <a:custGeom>
              <a:avLst/>
              <a:gdLst/>
              <a:ahLst/>
              <a:cxnLst/>
              <a:rect l="l" t="t" r="r" b="b"/>
              <a:pathLst>
                <a:path w="305" h="247" extrusionOk="0">
                  <a:moveTo>
                    <a:pt x="1" y="1"/>
                  </a:moveTo>
                  <a:cubicBezTo>
                    <a:pt x="149" y="240"/>
                    <a:pt x="289" y="246"/>
                    <a:pt x="304" y="246"/>
                  </a:cubicBezTo>
                  <a:cubicBezTo>
                    <a:pt x="304" y="246"/>
                    <a:pt x="305" y="246"/>
                    <a:pt x="305" y="246"/>
                  </a:cubicBezTo>
                  <a:lnTo>
                    <a:pt x="305" y="209"/>
                  </a:lnTo>
                  <a:cubicBezTo>
                    <a:pt x="305" y="209"/>
                    <a:pt x="302" y="211"/>
                    <a:pt x="293" y="211"/>
                  </a:cubicBezTo>
                  <a:cubicBezTo>
                    <a:pt x="275" y="211"/>
                    <a:pt x="232" y="201"/>
                    <a:pt x="141" y="134"/>
                  </a:cubicBezTo>
                  <a:cubicBezTo>
                    <a:pt x="60" y="8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40">
              <a:extLst>
                <a:ext uri="{FF2B5EF4-FFF2-40B4-BE49-F238E27FC236}">
                  <a16:creationId xmlns:a16="http://schemas.microsoft.com/office/drawing/2014/main" id="{146E0CFB-8CDE-BB2B-2BF3-12E8041F20AE}"/>
                </a:ext>
              </a:extLst>
            </p:cNvPr>
            <p:cNvSpPr/>
            <p:nvPr/>
          </p:nvSpPr>
          <p:spPr>
            <a:xfrm>
              <a:off x="6368553" y="2355873"/>
              <a:ext cx="480410" cy="467565"/>
            </a:xfrm>
            <a:custGeom>
              <a:avLst/>
              <a:gdLst/>
              <a:ahLst/>
              <a:cxnLst/>
              <a:rect l="l" t="t" r="r" b="b"/>
              <a:pathLst>
                <a:path w="6358" h="6188" extrusionOk="0">
                  <a:moveTo>
                    <a:pt x="3090" y="1"/>
                  </a:moveTo>
                  <a:cubicBezTo>
                    <a:pt x="2978" y="1"/>
                    <a:pt x="2867" y="30"/>
                    <a:pt x="2771" y="90"/>
                  </a:cubicBezTo>
                  <a:cubicBezTo>
                    <a:pt x="2067" y="534"/>
                    <a:pt x="0" y="6188"/>
                    <a:pt x="3089" y="6188"/>
                  </a:cubicBezTo>
                  <a:cubicBezTo>
                    <a:pt x="6358" y="6188"/>
                    <a:pt x="4112" y="534"/>
                    <a:pt x="3415" y="90"/>
                  </a:cubicBezTo>
                  <a:cubicBezTo>
                    <a:pt x="3315" y="30"/>
                    <a:pt x="3202" y="1"/>
                    <a:pt x="3090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40">
              <a:extLst>
                <a:ext uri="{FF2B5EF4-FFF2-40B4-BE49-F238E27FC236}">
                  <a16:creationId xmlns:a16="http://schemas.microsoft.com/office/drawing/2014/main" id="{EB11A3A9-C98C-1F73-3FA6-F3DE6688501D}"/>
                </a:ext>
              </a:extLst>
            </p:cNvPr>
            <p:cNvSpPr/>
            <p:nvPr/>
          </p:nvSpPr>
          <p:spPr>
            <a:xfrm>
              <a:off x="6368553" y="2362447"/>
              <a:ext cx="233480" cy="460992"/>
            </a:xfrm>
            <a:custGeom>
              <a:avLst/>
              <a:gdLst/>
              <a:ahLst/>
              <a:cxnLst/>
              <a:rect l="l" t="t" r="r" b="b"/>
              <a:pathLst>
                <a:path w="3090" h="6101" extrusionOk="0">
                  <a:moveTo>
                    <a:pt x="2776" y="1"/>
                  </a:moveTo>
                  <a:cubicBezTo>
                    <a:pt x="2775" y="1"/>
                    <a:pt x="2773" y="2"/>
                    <a:pt x="2771" y="3"/>
                  </a:cubicBezTo>
                  <a:cubicBezTo>
                    <a:pt x="2067" y="447"/>
                    <a:pt x="0" y="6101"/>
                    <a:pt x="3089" y="6101"/>
                  </a:cubicBezTo>
                  <a:cubicBezTo>
                    <a:pt x="3089" y="6101"/>
                    <a:pt x="2312" y="6033"/>
                    <a:pt x="2268" y="3826"/>
                  </a:cubicBezTo>
                  <a:cubicBezTo>
                    <a:pt x="2215" y="1638"/>
                    <a:pt x="2848" y="1"/>
                    <a:pt x="2776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40">
              <a:extLst>
                <a:ext uri="{FF2B5EF4-FFF2-40B4-BE49-F238E27FC236}">
                  <a16:creationId xmlns:a16="http://schemas.microsoft.com/office/drawing/2014/main" id="{515DA6F1-90C2-94BC-3E91-43FE51FA841E}"/>
                </a:ext>
              </a:extLst>
            </p:cNvPr>
            <p:cNvSpPr/>
            <p:nvPr/>
          </p:nvSpPr>
          <p:spPr>
            <a:xfrm>
              <a:off x="6594704" y="2568197"/>
              <a:ext cx="33624" cy="323548"/>
            </a:xfrm>
            <a:custGeom>
              <a:avLst/>
              <a:gdLst/>
              <a:ahLst/>
              <a:cxnLst/>
              <a:rect l="l" t="t" r="r" b="b"/>
              <a:pathLst>
                <a:path w="445" h="4282" extrusionOk="0">
                  <a:moveTo>
                    <a:pt x="224" y="1"/>
                  </a:moveTo>
                  <a:cubicBezTo>
                    <a:pt x="223" y="1"/>
                    <a:pt x="222" y="6"/>
                    <a:pt x="222" y="20"/>
                  </a:cubicBezTo>
                  <a:lnTo>
                    <a:pt x="0" y="4281"/>
                  </a:lnTo>
                  <a:lnTo>
                    <a:pt x="445" y="4281"/>
                  </a:lnTo>
                  <a:cubicBezTo>
                    <a:pt x="430" y="2458"/>
                    <a:pt x="267" y="20"/>
                    <a:pt x="229" y="20"/>
                  </a:cubicBezTo>
                  <a:cubicBezTo>
                    <a:pt x="229" y="20"/>
                    <a:pt x="226" y="1"/>
                    <a:pt x="224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40">
              <a:extLst>
                <a:ext uri="{FF2B5EF4-FFF2-40B4-BE49-F238E27FC236}">
                  <a16:creationId xmlns:a16="http://schemas.microsoft.com/office/drawing/2014/main" id="{29775E6A-F24B-2979-7080-FE18134E0840}"/>
                </a:ext>
              </a:extLst>
            </p:cNvPr>
            <p:cNvSpPr/>
            <p:nvPr/>
          </p:nvSpPr>
          <p:spPr>
            <a:xfrm>
              <a:off x="6520202" y="2682821"/>
              <a:ext cx="91881" cy="73973"/>
            </a:xfrm>
            <a:custGeom>
              <a:avLst/>
              <a:gdLst/>
              <a:ahLst/>
              <a:cxnLst/>
              <a:rect l="l" t="t" r="r" b="b"/>
              <a:pathLst>
                <a:path w="1216" h="979" extrusionOk="0">
                  <a:moveTo>
                    <a:pt x="1" y="1"/>
                  </a:moveTo>
                  <a:cubicBezTo>
                    <a:pt x="595" y="952"/>
                    <a:pt x="1136" y="979"/>
                    <a:pt x="1196" y="979"/>
                  </a:cubicBezTo>
                  <a:cubicBezTo>
                    <a:pt x="1199" y="979"/>
                    <a:pt x="1201" y="979"/>
                    <a:pt x="1201" y="979"/>
                  </a:cubicBezTo>
                  <a:lnTo>
                    <a:pt x="1215" y="838"/>
                  </a:lnTo>
                  <a:lnTo>
                    <a:pt x="1215" y="838"/>
                  </a:lnTo>
                  <a:cubicBezTo>
                    <a:pt x="1215" y="838"/>
                    <a:pt x="1203" y="847"/>
                    <a:pt x="1168" y="847"/>
                  </a:cubicBezTo>
                  <a:cubicBezTo>
                    <a:pt x="1093" y="847"/>
                    <a:pt x="919" y="806"/>
                    <a:pt x="556" y="548"/>
                  </a:cubicBezTo>
                  <a:cubicBezTo>
                    <a:pt x="245" y="33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40">
              <a:extLst>
                <a:ext uri="{FF2B5EF4-FFF2-40B4-BE49-F238E27FC236}">
                  <a16:creationId xmlns:a16="http://schemas.microsoft.com/office/drawing/2014/main" id="{EC2669CF-AB26-71FF-A04E-EE57A9A05764}"/>
                </a:ext>
              </a:extLst>
            </p:cNvPr>
            <p:cNvSpPr/>
            <p:nvPr/>
          </p:nvSpPr>
          <p:spPr>
            <a:xfrm>
              <a:off x="6612007" y="2662118"/>
              <a:ext cx="77373" cy="62715"/>
            </a:xfrm>
            <a:custGeom>
              <a:avLst/>
              <a:gdLst/>
              <a:ahLst/>
              <a:cxnLst/>
              <a:rect l="l" t="t" r="r" b="b"/>
              <a:pathLst>
                <a:path w="1024" h="830" extrusionOk="0">
                  <a:moveTo>
                    <a:pt x="1023" y="1"/>
                  </a:moveTo>
                  <a:lnTo>
                    <a:pt x="1023" y="1"/>
                  </a:lnTo>
                  <a:cubicBezTo>
                    <a:pt x="1023" y="1"/>
                    <a:pt x="824" y="282"/>
                    <a:pt x="557" y="467"/>
                  </a:cubicBezTo>
                  <a:cubicBezTo>
                    <a:pt x="255" y="685"/>
                    <a:pt x="108" y="721"/>
                    <a:pt x="44" y="721"/>
                  </a:cubicBezTo>
                  <a:cubicBezTo>
                    <a:pt x="12" y="721"/>
                    <a:pt x="0" y="712"/>
                    <a:pt x="0" y="712"/>
                  </a:cubicBezTo>
                  <a:lnTo>
                    <a:pt x="0" y="712"/>
                  </a:lnTo>
                  <a:lnTo>
                    <a:pt x="8" y="830"/>
                  </a:lnTo>
                  <a:cubicBezTo>
                    <a:pt x="8" y="830"/>
                    <a:pt x="10" y="830"/>
                    <a:pt x="14" y="830"/>
                  </a:cubicBezTo>
                  <a:cubicBezTo>
                    <a:pt x="72" y="830"/>
                    <a:pt x="531" y="803"/>
                    <a:pt x="1023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40">
              <a:extLst>
                <a:ext uri="{FF2B5EF4-FFF2-40B4-BE49-F238E27FC236}">
                  <a16:creationId xmlns:a16="http://schemas.microsoft.com/office/drawing/2014/main" id="{177A8B4B-C34E-5858-2239-BBFF4EF9C1C3}"/>
                </a:ext>
              </a:extLst>
            </p:cNvPr>
            <p:cNvSpPr/>
            <p:nvPr/>
          </p:nvSpPr>
          <p:spPr>
            <a:xfrm>
              <a:off x="6549217" y="2617235"/>
              <a:ext cx="62866" cy="50474"/>
            </a:xfrm>
            <a:custGeom>
              <a:avLst/>
              <a:gdLst/>
              <a:ahLst/>
              <a:cxnLst/>
              <a:rect l="l" t="t" r="r" b="b"/>
              <a:pathLst>
                <a:path w="832" h="668" extrusionOk="0">
                  <a:moveTo>
                    <a:pt x="1" y="1"/>
                  </a:moveTo>
                  <a:lnTo>
                    <a:pt x="1" y="1"/>
                  </a:lnTo>
                  <a:cubicBezTo>
                    <a:pt x="398" y="648"/>
                    <a:pt x="774" y="668"/>
                    <a:pt x="820" y="668"/>
                  </a:cubicBezTo>
                  <a:cubicBezTo>
                    <a:pt x="823" y="668"/>
                    <a:pt x="824" y="668"/>
                    <a:pt x="824" y="668"/>
                  </a:cubicBezTo>
                  <a:lnTo>
                    <a:pt x="831" y="572"/>
                  </a:lnTo>
                  <a:lnTo>
                    <a:pt x="831" y="572"/>
                  </a:lnTo>
                  <a:cubicBezTo>
                    <a:pt x="831" y="572"/>
                    <a:pt x="821" y="580"/>
                    <a:pt x="793" y="580"/>
                  </a:cubicBezTo>
                  <a:cubicBezTo>
                    <a:pt x="739" y="580"/>
                    <a:pt x="618" y="550"/>
                    <a:pt x="380" y="380"/>
                  </a:cubicBezTo>
                  <a:cubicBezTo>
                    <a:pt x="165" y="23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40">
              <a:extLst>
                <a:ext uri="{FF2B5EF4-FFF2-40B4-BE49-F238E27FC236}">
                  <a16:creationId xmlns:a16="http://schemas.microsoft.com/office/drawing/2014/main" id="{DB0823ED-E6D7-FEA7-C4A4-63E9AB6036C5}"/>
                </a:ext>
              </a:extLst>
            </p:cNvPr>
            <p:cNvSpPr/>
            <p:nvPr/>
          </p:nvSpPr>
          <p:spPr>
            <a:xfrm>
              <a:off x="5897512" y="2520292"/>
              <a:ext cx="334429" cy="325512"/>
            </a:xfrm>
            <a:custGeom>
              <a:avLst/>
              <a:gdLst/>
              <a:ahLst/>
              <a:cxnLst/>
              <a:rect l="l" t="t" r="r" b="b"/>
              <a:pathLst>
                <a:path w="4426" h="4308" extrusionOk="0">
                  <a:moveTo>
                    <a:pt x="2151" y="1"/>
                  </a:moveTo>
                  <a:cubicBezTo>
                    <a:pt x="2073" y="1"/>
                    <a:pt x="1995" y="21"/>
                    <a:pt x="1929" y="62"/>
                  </a:cubicBezTo>
                  <a:cubicBezTo>
                    <a:pt x="1440" y="366"/>
                    <a:pt x="1" y="4307"/>
                    <a:pt x="2151" y="4307"/>
                  </a:cubicBezTo>
                  <a:cubicBezTo>
                    <a:pt x="4425" y="4307"/>
                    <a:pt x="2862" y="366"/>
                    <a:pt x="2373" y="62"/>
                  </a:cubicBezTo>
                  <a:cubicBezTo>
                    <a:pt x="2307" y="21"/>
                    <a:pt x="2229" y="1"/>
                    <a:pt x="2151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40">
              <a:extLst>
                <a:ext uri="{FF2B5EF4-FFF2-40B4-BE49-F238E27FC236}">
                  <a16:creationId xmlns:a16="http://schemas.microsoft.com/office/drawing/2014/main" id="{7D516985-E23C-56B9-4FCB-A242B7C94888}"/>
                </a:ext>
              </a:extLst>
            </p:cNvPr>
            <p:cNvSpPr/>
            <p:nvPr/>
          </p:nvSpPr>
          <p:spPr>
            <a:xfrm>
              <a:off x="5897512" y="2524825"/>
              <a:ext cx="162530" cy="320979"/>
            </a:xfrm>
            <a:custGeom>
              <a:avLst/>
              <a:gdLst/>
              <a:ahLst/>
              <a:cxnLst/>
              <a:rect l="l" t="t" r="r" b="b"/>
              <a:pathLst>
                <a:path w="2151" h="4248" extrusionOk="0">
                  <a:moveTo>
                    <a:pt x="1932" y="1"/>
                  </a:moveTo>
                  <a:cubicBezTo>
                    <a:pt x="1931" y="1"/>
                    <a:pt x="1930" y="1"/>
                    <a:pt x="1929" y="2"/>
                  </a:cubicBezTo>
                  <a:cubicBezTo>
                    <a:pt x="1440" y="306"/>
                    <a:pt x="1" y="4247"/>
                    <a:pt x="2151" y="4247"/>
                  </a:cubicBezTo>
                  <a:cubicBezTo>
                    <a:pt x="2151" y="4247"/>
                    <a:pt x="1610" y="4203"/>
                    <a:pt x="1580" y="2663"/>
                  </a:cubicBezTo>
                  <a:cubicBezTo>
                    <a:pt x="1543" y="1142"/>
                    <a:pt x="1985" y="1"/>
                    <a:pt x="1932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40">
              <a:extLst>
                <a:ext uri="{FF2B5EF4-FFF2-40B4-BE49-F238E27FC236}">
                  <a16:creationId xmlns:a16="http://schemas.microsoft.com/office/drawing/2014/main" id="{0A217B83-61EB-31C2-ABAD-265CD9E0D659}"/>
                </a:ext>
              </a:extLst>
            </p:cNvPr>
            <p:cNvSpPr/>
            <p:nvPr/>
          </p:nvSpPr>
          <p:spPr>
            <a:xfrm>
              <a:off x="6054903" y="2668163"/>
              <a:ext cx="23575" cy="225320"/>
            </a:xfrm>
            <a:custGeom>
              <a:avLst/>
              <a:gdLst/>
              <a:ahLst/>
              <a:cxnLst/>
              <a:rect l="l" t="t" r="r" b="b"/>
              <a:pathLst>
                <a:path w="312" h="2982" extrusionOk="0">
                  <a:moveTo>
                    <a:pt x="159" y="0"/>
                  </a:moveTo>
                  <a:cubicBezTo>
                    <a:pt x="158" y="0"/>
                    <a:pt x="157" y="4"/>
                    <a:pt x="157" y="17"/>
                  </a:cubicBezTo>
                  <a:lnTo>
                    <a:pt x="0" y="2981"/>
                  </a:lnTo>
                  <a:lnTo>
                    <a:pt x="312" y="2981"/>
                  </a:lnTo>
                  <a:cubicBezTo>
                    <a:pt x="304" y="1713"/>
                    <a:pt x="185" y="17"/>
                    <a:pt x="164" y="17"/>
                  </a:cubicBezTo>
                  <a:cubicBezTo>
                    <a:pt x="164" y="17"/>
                    <a:pt x="161" y="0"/>
                    <a:pt x="159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40">
              <a:extLst>
                <a:ext uri="{FF2B5EF4-FFF2-40B4-BE49-F238E27FC236}">
                  <a16:creationId xmlns:a16="http://schemas.microsoft.com/office/drawing/2014/main" id="{4B07F1D9-25ED-7107-AAA7-C331B8B2B534}"/>
                </a:ext>
              </a:extLst>
            </p:cNvPr>
            <p:cNvSpPr/>
            <p:nvPr/>
          </p:nvSpPr>
          <p:spPr>
            <a:xfrm>
              <a:off x="6003447" y="2747727"/>
              <a:ext cx="63319" cy="51683"/>
            </a:xfrm>
            <a:custGeom>
              <a:avLst/>
              <a:gdLst/>
              <a:ahLst/>
              <a:cxnLst/>
              <a:rect l="l" t="t" r="r" b="b"/>
              <a:pathLst>
                <a:path w="838" h="684" extrusionOk="0">
                  <a:moveTo>
                    <a:pt x="0" y="1"/>
                  </a:moveTo>
                  <a:lnTo>
                    <a:pt x="0" y="1"/>
                  </a:lnTo>
                  <a:cubicBezTo>
                    <a:pt x="406" y="665"/>
                    <a:pt x="785" y="684"/>
                    <a:pt x="827" y="684"/>
                  </a:cubicBezTo>
                  <a:cubicBezTo>
                    <a:pt x="829" y="684"/>
                    <a:pt x="831" y="684"/>
                    <a:pt x="831" y="684"/>
                  </a:cubicBezTo>
                  <a:lnTo>
                    <a:pt x="838" y="586"/>
                  </a:lnTo>
                  <a:lnTo>
                    <a:pt x="838" y="586"/>
                  </a:lnTo>
                  <a:cubicBezTo>
                    <a:pt x="838" y="586"/>
                    <a:pt x="830" y="592"/>
                    <a:pt x="806" y="592"/>
                  </a:cubicBezTo>
                  <a:cubicBezTo>
                    <a:pt x="757" y="592"/>
                    <a:pt x="639" y="564"/>
                    <a:pt x="386" y="387"/>
                  </a:cubicBezTo>
                  <a:cubicBezTo>
                    <a:pt x="164" y="23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40">
              <a:extLst>
                <a:ext uri="{FF2B5EF4-FFF2-40B4-BE49-F238E27FC236}">
                  <a16:creationId xmlns:a16="http://schemas.microsoft.com/office/drawing/2014/main" id="{C7CDAE68-4857-2526-651B-7E820F930A4A}"/>
                </a:ext>
              </a:extLst>
            </p:cNvPr>
            <p:cNvSpPr/>
            <p:nvPr/>
          </p:nvSpPr>
          <p:spPr>
            <a:xfrm>
              <a:off x="6066691" y="2733749"/>
              <a:ext cx="54403" cy="43749"/>
            </a:xfrm>
            <a:custGeom>
              <a:avLst/>
              <a:gdLst/>
              <a:ahLst/>
              <a:cxnLst/>
              <a:rect l="l" t="t" r="r" b="b"/>
              <a:pathLst>
                <a:path w="720" h="579" extrusionOk="0">
                  <a:moveTo>
                    <a:pt x="719" y="1"/>
                  </a:moveTo>
                  <a:cubicBezTo>
                    <a:pt x="719" y="1"/>
                    <a:pt x="579" y="193"/>
                    <a:pt x="394" y="326"/>
                  </a:cubicBezTo>
                  <a:cubicBezTo>
                    <a:pt x="184" y="472"/>
                    <a:pt x="81" y="497"/>
                    <a:pt x="34" y="497"/>
                  </a:cubicBezTo>
                  <a:cubicBezTo>
                    <a:pt x="10" y="497"/>
                    <a:pt x="1" y="490"/>
                    <a:pt x="1" y="490"/>
                  </a:cubicBezTo>
                  <a:lnTo>
                    <a:pt x="1" y="490"/>
                  </a:lnTo>
                  <a:lnTo>
                    <a:pt x="8" y="579"/>
                  </a:lnTo>
                  <a:cubicBezTo>
                    <a:pt x="8" y="579"/>
                    <a:pt x="9" y="579"/>
                    <a:pt x="10" y="579"/>
                  </a:cubicBezTo>
                  <a:cubicBezTo>
                    <a:pt x="39" y="579"/>
                    <a:pt x="366" y="566"/>
                    <a:pt x="71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40">
              <a:extLst>
                <a:ext uri="{FF2B5EF4-FFF2-40B4-BE49-F238E27FC236}">
                  <a16:creationId xmlns:a16="http://schemas.microsoft.com/office/drawing/2014/main" id="{B3A2A67F-5E4D-EBD1-C46F-E8C129603374}"/>
                </a:ext>
              </a:extLst>
            </p:cNvPr>
            <p:cNvSpPr/>
            <p:nvPr/>
          </p:nvSpPr>
          <p:spPr>
            <a:xfrm>
              <a:off x="6023017" y="2702467"/>
              <a:ext cx="43749" cy="35287"/>
            </a:xfrm>
            <a:custGeom>
              <a:avLst/>
              <a:gdLst/>
              <a:ahLst/>
              <a:cxnLst/>
              <a:rect l="l" t="t" r="r" b="b"/>
              <a:pathLst>
                <a:path w="579" h="467" extrusionOk="0">
                  <a:moveTo>
                    <a:pt x="1" y="0"/>
                  </a:moveTo>
                  <a:lnTo>
                    <a:pt x="1" y="0"/>
                  </a:lnTo>
                  <a:cubicBezTo>
                    <a:pt x="296" y="460"/>
                    <a:pt x="563" y="466"/>
                    <a:pt x="578" y="466"/>
                  </a:cubicBezTo>
                  <a:cubicBezTo>
                    <a:pt x="579" y="466"/>
                    <a:pt x="579" y="466"/>
                    <a:pt x="579" y="466"/>
                  </a:cubicBezTo>
                  <a:lnTo>
                    <a:pt x="579" y="393"/>
                  </a:lnTo>
                  <a:cubicBezTo>
                    <a:pt x="579" y="393"/>
                    <a:pt x="571" y="400"/>
                    <a:pt x="550" y="400"/>
                  </a:cubicBezTo>
                  <a:cubicBezTo>
                    <a:pt x="511" y="400"/>
                    <a:pt x="429" y="379"/>
                    <a:pt x="268" y="260"/>
                  </a:cubicBezTo>
                  <a:cubicBezTo>
                    <a:pt x="118" y="155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40">
              <a:extLst>
                <a:ext uri="{FF2B5EF4-FFF2-40B4-BE49-F238E27FC236}">
                  <a16:creationId xmlns:a16="http://schemas.microsoft.com/office/drawing/2014/main" id="{C732BDE4-758F-47AF-AAE4-84424E782D8E}"/>
                </a:ext>
              </a:extLst>
            </p:cNvPr>
            <p:cNvSpPr/>
            <p:nvPr/>
          </p:nvSpPr>
          <p:spPr>
            <a:xfrm>
              <a:off x="6267076" y="2470724"/>
              <a:ext cx="364124" cy="354376"/>
            </a:xfrm>
            <a:custGeom>
              <a:avLst/>
              <a:gdLst/>
              <a:ahLst/>
              <a:cxnLst/>
              <a:rect l="l" t="t" r="r" b="b"/>
              <a:pathLst>
                <a:path w="4819" h="4690" extrusionOk="0">
                  <a:moveTo>
                    <a:pt x="2476" y="1"/>
                  </a:moveTo>
                  <a:cubicBezTo>
                    <a:pt x="2391" y="1"/>
                    <a:pt x="2306" y="25"/>
                    <a:pt x="2232" y="73"/>
                  </a:cubicBezTo>
                  <a:cubicBezTo>
                    <a:pt x="1699" y="407"/>
                    <a:pt x="0" y="4689"/>
                    <a:pt x="2476" y="4689"/>
                  </a:cubicBezTo>
                  <a:cubicBezTo>
                    <a:pt x="4818" y="4689"/>
                    <a:pt x="3255" y="407"/>
                    <a:pt x="2721" y="73"/>
                  </a:cubicBezTo>
                  <a:cubicBezTo>
                    <a:pt x="2647" y="25"/>
                    <a:pt x="2561" y="1"/>
                    <a:pt x="2476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40">
              <a:extLst>
                <a:ext uri="{FF2B5EF4-FFF2-40B4-BE49-F238E27FC236}">
                  <a16:creationId xmlns:a16="http://schemas.microsoft.com/office/drawing/2014/main" id="{6601DB4D-06CB-59E0-BB72-BD0A87501AB2}"/>
                </a:ext>
              </a:extLst>
            </p:cNvPr>
            <p:cNvSpPr/>
            <p:nvPr/>
          </p:nvSpPr>
          <p:spPr>
            <a:xfrm>
              <a:off x="6272743" y="2486139"/>
              <a:ext cx="170312" cy="336771"/>
            </a:xfrm>
            <a:custGeom>
              <a:avLst/>
              <a:gdLst/>
              <a:ahLst/>
              <a:cxnLst/>
              <a:rect l="l" t="t" r="r" b="b"/>
              <a:pathLst>
                <a:path w="2254" h="4457" extrusionOk="0">
                  <a:moveTo>
                    <a:pt x="2028" y="0"/>
                  </a:moveTo>
                  <a:cubicBezTo>
                    <a:pt x="2027" y="0"/>
                    <a:pt x="2025" y="1"/>
                    <a:pt x="2024" y="2"/>
                  </a:cubicBezTo>
                  <a:cubicBezTo>
                    <a:pt x="1505" y="322"/>
                    <a:pt x="0" y="4457"/>
                    <a:pt x="2253" y="4457"/>
                  </a:cubicBezTo>
                  <a:cubicBezTo>
                    <a:pt x="2253" y="4457"/>
                    <a:pt x="1690" y="4412"/>
                    <a:pt x="1652" y="2796"/>
                  </a:cubicBezTo>
                  <a:cubicBezTo>
                    <a:pt x="1616" y="1200"/>
                    <a:pt x="2077" y="0"/>
                    <a:pt x="2028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40">
              <a:extLst>
                <a:ext uri="{FF2B5EF4-FFF2-40B4-BE49-F238E27FC236}">
                  <a16:creationId xmlns:a16="http://schemas.microsoft.com/office/drawing/2014/main" id="{9E1748C8-8AAF-8D71-3065-CBFE358EE42C}"/>
                </a:ext>
              </a:extLst>
            </p:cNvPr>
            <p:cNvSpPr/>
            <p:nvPr/>
          </p:nvSpPr>
          <p:spPr>
            <a:xfrm>
              <a:off x="6437313" y="2654713"/>
              <a:ext cx="24708" cy="240356"/>
            </a:xfrm>
            <a:custGeom>
              <a:avLst/>
              <a:gdLst/>
              <a:ahLst/>
              <a:cxnLst/>
              <a:rect l="l" t="t" r="r" b="b"/>
              <a:pathLst>
                <a:path w="327" h="3181" extrusionOk="0">
                  <a:moveTo>
                    <a:pt x="166" y="0"/>
                  </a:moveTo>
                  <a:cubicBezTo>
                    <a:pt x="165" y="0"/>
                    <a:pt x="164" y="5"/>
                    <a:pt x="164" y="17"/>
                  </a:cubicBezTo>
                  <a:lnTo>
                    <a:pt x="1" y="3181"/>
                  </a:lnTo>
                  <a:cubicBezTo>
                    <a:pt x="13" y="3178"/>
                    <a:pt x="49" y="3178"/>
                    <a:pt x="94" y="3178"/>
                  </a:cubicBezTo>
                  <a:cubicBezTo>
                    <a:pt x="182" y="3178"/>
                    <a:pt x="302" y="3181"/>
                    <a:pt x="326" y="3181"/>
                  </a:cubicBezTo>
                  <a:cubicBezTo>
                    <a:pt x="319" y="1826"/>
                    <a:pt x="193" y="17"/>
                    <a:pt x="171" y="17"/>
                  </a:cubicBezTo>
                  <a:cubicBezTo>
                    <a:pt x="171" y="17"/>
                    <a:pt x="168" y="0"/>
                    <a:pt x="166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40">
              <a:extLst>
                <a:ext uri="{FF2B5EF4-FFF2-40B4-BE49-F238E27FC236}">
                  <a16:creationId xmlns:a16="http://schemas.microsoft.com/office/drawing/2014/main" id="{16CCDD90-E4A3-E478-F804-34CD37C588FA}"/>
                </a:ext>
              </a:extLst>
            </p:cNvPr>
            <p:cNvSpPr/>
            <p:nvPr/>
          </p:nvSpPr>
          <p:spPr>
            <a:xfrm>
              <a:off x="6381927" y="2739416"/>
              <a:ext cx="67853" cy="54932"/>
            </a:xfrm>
            <a:custGeom>
              <a:avLst/>
              <a:gdLst/>
              <a:ahLst/>
              <a:cxnLst/>
              <a:rect l="l" t="t" r="r" b="b"/>
              <a:pathLst>
                <a:path w="898" h="727" extrusionOk="0">
                  <a:moveTo>
                    <a:pt x="1" y="0"/>
                  </a:moveTo>
                  <a:lnTo>
                    <a:pt x="1" y="0"/>
                  </a:lnTo>
                  <a:cubicBezTo>
                    <a:pt x="433" y="706"/>
                    <a:pt x="840" y="726"/>
                    <a:pt x="886" y="726"/>
                  </a:cubicBezTo>
                  <a:cubicBezTo>
                    <a:pt x="889" y="726"/>
                    <a:pt x="890" y="726"/>
                    <a:pt x="890" y="726"/>
                  </a:cubicBezTo>
                  <a:lnTo>
                    <a:pt x="897" y="623"/>
                  </a:lnTo>
                  <a:lnTo>
                    <a:pt x="897" y="623"/>
                  </a:lnTo>
                  <a:cubicBezTo>
                    <a:pt x="897" y="623"/>
                    <a:pt x="888" y="630"/>
                    <a:pt x="862" y="630"/>
                  </a:cubicBezTo>
                  <a:cubicBezTo>
                    <a:pt x="807" y="630"/>
                    <a:pt x="678" y="600"/>
                    <a:pt x="408" y="415"/>
                  </a:cubicBezTo>
                  <a:cubicBezTo>
                    <a:pt x="179" y="25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40">
              <a:extLst>
                <a:ext uri="{FF2B5EF4-FFF2-40B4-BE49-F238E27FC236}">
                  <a16:creationId xmlns:a16="http://schemas.microsoft.com/office/drawing/2014/main" id="{7427EC29-7038-2DB7-B3EB-6C0C62751BBE}"/>
                </a:ext>
              </a:extLst>
            </p:cNvPr>
            <p:cNvSpPr/>
            <p:nvPr/>
          </p:nvSpPr>
          <p:spPr>
            <a:xfrm>
              <a:off x="6449704" y="2724228"/>
              <a:ext cx="57728" cy="46545"/>
            </a:xfrm>
            <a:custGeom>
              <a:avLst/>
              <a:gdLst/>
              <a:ahLst/>
              <a:cxnLst/>
              <a:rect l="l" t="t" r="r" b="b"/>
              <a:pathLst>
                <a:path w="764" h="616" extrusionOk="0">
                  <a:moveTo>
                    <a:pt x="763" y="0"/>
                  </a:moveTo>
                  <a:lnTo>
                    <a:pt x="763" y="0"/>
                  </a:lnTo>
                  <a:cubicBezTo>
                    <a:pt x="763" y="1"/>
                    <a:pt x="615" y="209"/>
                    <a:pt x="415" y="349"/>
                  </a:cubicBezTo>
                  <a:cubicBezTo>
                    <a:pt x="192" y="507"/>
                    <a:pt x="82" y="533"/>
                    <a:pt x="33" y="533"/>
                  </a:cubicBezTo>
                  <a:cubicBezTo>
                    <a:pt x="9" y="533"/>
                    <a:pt x="0" y="527"/>
                    <a:pt x="0" y="527"/>
                  </a:cubicBezTo>
                  <a:lnTo>
                    <a:pt x="0" y="527"/>
                  </a:lnTo>
                  <a:lnTo>
                    <a:pt x="7" y="616"/>
                  </a:lnTo>
                  <a:cubicBezTo>
                    <a:pt x="7" y="616"/>
                    <a:pt x="9" y="616"/>
                    <a:pt x="12" y="616"/>
                  </a:cubicBezTo>
                  <a:cubicBezTo>
                    <a:pt x="56" y="616"/>
                    <a:pt x="397" y="596"/>
                    <a:pt x="763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40">
              <a:extLst>
                <a:ext uri="{FF2B5EF4-FFF2-40B4-BE49-F238E27FC236}">
                  <a16:creationId xmlns:a16="http://schemas.microsoft.com/office/drawing/2014/main" id="{C18A5D43-0AA2-8BBE-584D-091C9EE2E43B}"/>
                </a:ext>
              </a:extLst>
            </p:cNvPr>
            <p:cNvSpPr/>
            <p:nvPr/>
          </p:nvSpPr>
          <p:spPr>
            <a:xfrm>
              <a:off x="6403160" y="2690604"/>
              <a:ext cx="46621" cy="38233"/>
            </a:xfrm>
            <a:custGeom>
              <a:avLst/>
              <a:gdLst/>
              <a:ahLst/>
              <a:cxnLst/>
              <a:rect l="l" t="t" r="r" b="b"/>
              <a:pathLst>
                <a:path w="617" h="506" extrusionOk="0">
                  <a:moveTo>
                    <a:pt x="1" y="1"/>
                  </a:moveTo>
                  <a:lnTo>
                    <a:pt x="1" y="1"/>
                  </a:lnTo>
                  <a:cubicBezTo>
                    <a:pt x="303" y="493"/>
                    <a:pt x="579" y="506"/>
                    <a:pt x="607" y="506"/>
                  </a:cubicBezTo>
                  <a:cubicBezTo>
                    <a:pt x="608" y="506"/>
                    <a:pt x="609" y="506"/>
                    <a:pt x="609" y="506"/>
                  </a:cubicBezTo>
                  <a:lnTo>
                    <a:pt x="616" y="431"/>
                  </a:lnTo>
                  <a:lnTo>
                    <a:pt x="616" y="431"/>
                  </a:lnTo>
                  <a:cubicBezTo>
                    <a:pt x="616" y="431"/>
                    <a:pt x="610" y="436"/>
                    <a:pt x="593" y="436"/>
                  </a:cubicBezTo>
                  <a:cubicBezTo>
                    <a:pt x="557" y="436"/>
                    <a:pt x="469" y="415"/>
                    <a:pt x="282" y="284"/>
                  </a:cubicBezTo>
                  <a:cubicBezTo>
                    <a:pt x="127" y="17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40">
              <a:extLst>
                <a:ext uri="{FF2B5EF4-FFF2-40B4-BE49-F238E27FC236}">
                  <a16:creationId xmlns:a16="http://schemas.microsoft.com/office/drawing/2014/main" id="{DC499624-5212-11A6-245B-3FB8FA9DF80C}"/>
                </a:ext>
              </a:extLst>
            </p:cNvPr>
            <p:cNvSpPr/>
            <p:nvPr/>
          </p:nvSpPr>
          <p:spPr>
            <a:xfrm>
              <a:off x="5607588" y="2469515"/>
              <a:ext cx="363973" cy="353923"/>
            </a:xfrm>
            <a:custGeom>
              <a:avLst/>
              <a:gdLst/>
              <a:ahLst/>
              <a:cxnLst/>
              <a:rect l="l" t="t" r="r" b="b"/>
              <a:pathLst>
                <a:path w="4817" h="4684" extrusionOk="0">
                  <a:moveTo>
                    <a:pt x="2475" y="1"/>
                  </a:moveTo>
                  <a:cubicBezTo>
                    <a:pt x="2390" y="1"/>
                    <a:pt x="2305" y="23"/>
                    <a:pt x="2230" y="67"/>
                  </a:cubicBezTo>
                  <a:cubicBezTo>
                    <a:pt x="1704" y="400"/>
                    <a:pt x="0" y="4684"/>
                    <a:pt x="2476" y="4684"/>
                  </a:cubicBezTo>
                  <a:cubicBezTo>
                    <a:pt x="4816" y="4684"/>
                    <a:pt x="3253" y="400"/>
                    <a:pt x="2719" y="67"/>
                  </a:cubicBezTo>
                  <a:cubicBezTo>
                    <a:pt x="2646" y="23"/>
                    <a:pt x="2561" y="1"/>
                    <a:pt x="2475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40">
              <a:extLst>
                <a:ext uri="{FF2B5EF4-FFF2-40B4-BE49-F238E27FC236}">
                  <a16:creationId xmlns:a16="http://schemas.microsoft.com/office/drawing/2014/main" id="{7203E84B-0FE5-9EFF-E19E-0E26FB8B2AD8}"/>
                </a:ext>
              </a:extLst>
            </p:cNvPr>
            <p:cNvSpPr/>
            <p:nvPr/>
          </p:nvSpPr>
          <p:spPr>
            <a:xfrm>
              <a:off x="5613180" y="2484552"/>
              <a:ext cx="170917" cy="337149"/>
            </a:xfrm>
            <a:custGeom>
              <a:avLst/>
              <a:gdLst/>
              <a:ahLst/>
              <a:cxnLst/>
              <a:rect l="l" t="t" r="r" b="b"/>
              <a:pathLst>
                <a:path w="2262" h="4462" extrusionOk="0">
                  <a:moveTo>
                    <a:pt x="2027" y="0"/>
                  </a:moveTo>
                  <a:cubicBezTo>
                    <a:pt x="2026" y="0"/>
                    <a:pt x="2024" y="1"/>
                    <a:pt x="2023" y="2"/>
                  </a:cubicBezTo>
                  <a:cubicBezTo>
                    <a:pt x="1512" y="327"/>
                    <a:pt x="1" y="4462"/>
                    <a:pt x="2261" y="4462"/>
                  </a:cubicBezTo>
                  <a:cubicBezTo>
                    <a:pt x="2261" y="4462"/>
                    <a:pt x="1690" y="4410"/>
                    <a:pt x="1653" y="2795"/>
                  </a:cubicBezTo>
                  <a:cubicBezTo>
                    <a:pt x="1623" y="1194"/>
                    <a:pt x="2088" y="0"/>
                    <a:pt x="2027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40">
              <a:extLst>
                <a:ext uri="{FF2B5EF4-FFF2-40B4-BE49-F238E27FC236}">
                  <a16:creationId xmlns:a16="http://schemas.microsoft.com/office/drawing/2014/main" id="{87C0BCCF-F649-7F74-1DC7-82751A1AC909}"/>
                </a:ext>
              </a:extLst>
            </p:cNvPr>
            <p:cNvSpPr/>
            <p:nvPr/>
          </p:nvSpPr>
          <p:spPr>
            <a:xfrm>
              <a:off x="5777825" y="2653051"/>
              <a:ext cx="25161" cy="240432"/>
            </a:xfrm>
            <a:custGeom>
              <a:avLst/>
              <a:gdLst/>
              <a:ahLst/>
              <a:cxnLst/>
              <a:rect l="l" t="t" r="r" b="b"/>
              <a:pathLst>
                <a:path w="333" h="3182" extrusionOk="0">
                  <a:moveTo>
                    <a:pt x="165" y="0"/>
                  </a:moveTo>
                  <a:cubicBezTo>
                    <a:pt x="163" y="0"/>
                    <a:pt x="162" y="4"/>
                    <a:pt x="162" y="16"/>
                  </a:cubicBezTo>
                  <a:lnTo>
                    <a:pt x="0" y="3181"/>
                  </a:lnTo>
                  <a:lnTo>
                    <a:pt x="333" y="3181"/>
                  </a:lnTo>
                  <a:cubicBezTo>
                    <a:pt x="319" y="1825"/>
                    <a:pt x="200" y="16"/>
                    <a:pt x="171" y="16"/>
                  </a:cubicBezTo>
                  <a:cubicBezTo>
                    <a:pt x="171" y="16"/>
                    <a:pt x="167" y="0"/>
                    <a:pt x="165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40">
              <a:extLst>
                <a:ext uri="{FF2B5EF4-FFF2-40B4-BE49-F238E27FC236}">
                  <a16:creationId xmlns:a16="http://schemas.microsoft.com/office/drawing/2014/main" id="{C514935A-4565-DDA4-E962-04BBA23D35BF}"/>
                </a:ext>
              </a:extLst>
            </p:cNvPr>
            <p:cNvSpPr/>
            <p:nvPr/>
          </p:nvSpPr>
          <p:spPr>
            <a:xfrm>
              <a:off x="5722288" y="2738207"/>
              <a:ext cx="68533" cy="55008"/>
            </a:xfrm>
            <a:custGeom>
              <a:avLst/>
              <a:gdLst/>
              <a:ahLst/>
              <a:cxnLst/>
              <a:rect l="l" t="t" r="r" b="b"/>
              <a:pathLst>
                <a:path w="907" h="728" extrusionOk="0">
                  <a:moveTo>
                    <a:pt x="1" y="0"/>
                  </a:moveTo>
                  <a:cubicBezTo>
                    <a:pt x="443" y="709"/>
                    <a:pt x="844" y="728"/>
                    <a:pt x="886" y="728"/>
                  </a:cubicBezTo>
                  <a:cubicBezTo>
                    <a:pt x="889" y="728"/>
                    <a:pt x="890" y="728"/>
                    <a:pt x="890" y="728"/>
                  </a:cubicBezTo>
                  <a:lnTo>
                    <a:pt x="906" y="623"/>
                  </a:lnTo>
                  <a:lnTo>
                    <a:pt x="906" y="623"/>
                  </a:lnTo>
                  <a:cubicBezTo>
                    <a:pt x="906" y="623"/>
                    <a:pt x="896" y="630"/>
                    <a:pt x="868" y="630"/>
                  </a:cubicBezTo>
                  <a:cubicBezTo>
                    <a:pt x="812" y="630"/>
                    <a:pt x="681" y="599"/>
                    <a:pt x="417" y="409"/>
                  </a:cubicBezTo>
                  <a:cubicBezTo>
                    <a:pt x="186" y="246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40">
              <a:extLst>
                <a:ext uri="{FF2B5EF4-FFF2-40B4-BE49-F238E27FC236}">
                  <a16:creationId xmlns:a16="http://schemas.microsoft.com/office/drawing/2014/main" id="{FD0351B9-1D7A-2CDD-DE0E-84629C9164CA}"/>
                </a:ext>
              </a:extLst>
            </p:cNvPr>
            <p:cNvSpPr/>
            <p:nvPr/>
          </p:nvSpPr>
          <p:spPr>
            <a:xfrm>
              <a:off x="5790746" y="2723170"/>
              <a:ext cx="57728" cy="46545"/>
            </a:xfrm>
            <a:custGeom>
              <a:avLst/>
              <a:gdLst/>
              <a:ahLst/>
              <a:cxnLst/>
              <a:rect l="l" t="t" r="r" b="b"/>
              <a:pathLst>
                <a:path w="764" h="616" extrusionOk="0">
                  <a:moveTo>
                    <a:pt x="763" y="0"/>
                  </a:moveTo>
                  <a:lnTo>
                    <a:pt x="763" y="0"/>
                  </a:lnTo>
                  <a:cubicBezTo>
                    <a:pt x="763" y="0"/>
                    <a:pt x="606" y="208"/>
                    <a:pt x="414" y="342"/>
                  </a:cubicBezTo>
                  <a:cubicBezTo>
                    <a:pt x="184" y="506"/>
                    <a:pt x="76" y="533"/>
                    <a:pt x="30" y="533"/>
                  </a:cubicBezTo>
                  <a:cubicBezTo>
                    <a:pt x="8" y="533"/>
                    <a:pt x="0" y="527"/>
                    <a:pt x="0" y="527"/>
                  </a:cubicBezTo>
                  <a:lnTo>
                    <a:pt x="0" y="527"/>
                  </a:lnTo>
                  <a:lnTo>
                    <a:pt x="7" y="616"/>
                  </a:lnTo>
                  <a:cubicBezTo>
                    <a:pt x="7" y="616"/>
                    <a:pt x="8" y="616"/>
                    <a:pt x="9" y="616"/>
                  </a:cubicBezTo>
                  <a:cubicBezTo>
                    <a:pt x="39" y="616"/>
                    <a:pt x="387" y="603"/>
                    <a:pt x="763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40">
              <a:extLst>
                <a:ext uri="{FF2B5EF4-FFF2-40B4-BE49-F238E27FC236}">
                  <a16:creationId xmlns:a16="http://schemas.microsoft.com/office/drawing/2014/main" id="{261E3B65-3E4D-2F67-2BE6-1DB8B04B9AD7}"/>
                </a:ext>
              </a:extLst>
            </p:cNvPr>
            <p:cNvSpPr/>
            <p:nvPr/>
          </p:nvSpPr>
          <p:spPr>
            <a:xfrm>
              <a:off x="5743672" y="2689546"/>
              <a:ext cx="47149" cy="37553"/>
            </a:xfrm>
            <a:custGeom>
              <a:avLst/>
              <a:gdLst/>
              <a:ahLst/>
              <a:cxnLst/>
              <a:rect l="l" t="t" r="r" b="b"/>
              <a:pathLst>
                <a:path w="624" h="497" extrusionOk="0">
                  <a:moveTo>
                    <a:pt x="1" y="1"/>
                  </a:moveTo>
                  <a:cubicBezTo>
                    <a:pt x="302" y="484"/>
                    <a:pt x="583" y="497"/>
                    <a:pt x="612" y="497"/>
                  </a:cubicBezTo>
                  <a:cubicBezTo>
                    <a:pt x="613" y="497"/>
                    <a:pt x="614" y="497"/>
                    <a:pt x="614" y="497"/>
                  </a:cubicBezTo>
                  <a:lnTo>
                    <a:pt x="623" y="422"/>
                  </a:lnTo>
                  <a:lnTo>
                    <a:pt x="623" y="422"/>
                  </a:lnTo>
                  <a:cubicBezTo>
                    <a:pt x="623" y="422"/>
                    <a:pt x="615" y="429"/>
                    <a:pt x="591" y="429"/>
                  </a:cubicBezTo>
                  <a:cubicBezTo>
                    <a:pt x="549" y="429"/>
                    <a:pt x="458" y="407"/>
                    <a:pt x="282" y="282"/>
                  </a:cubicBezTo>
                  <a:cubicBezTo>
                    <a:pt x="125" y="17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40">
              <a:extLst>
                <a:ext uri="{FF2B5EF4-FFF2-40B4-BE49-F238E27FC236}">
                  <a16:creationId xmlns:a16="http://schemas.microsoft.com/office/drawing/2014/main" id="{71AD2AD2-542D-7D2A-4AD6-7D244A61DBED}"/>
                </a:ext>
              </a:extLst>
            </p:cNvPr>
            <p:cNvSpPr/>
            <p:nvPr/>
          </p:nvSpPr>
          <p:spPr>
            <a:xfrm>
              <a:off x="5706723" y="2403703"/>
              <a:ext cx="428350" cy="416411"/>
            </a:xfrm>
            <a:custGeom>
              <a:avLst/>
              <a:gdLst/>
              <a:ahLst/>
              <a:cxnLst/>
              <a:rect l="l" t="t" r="r" b="b"/>
              <a:pathLst>
                <a:path w="5669" h="5511" extrusionOk="0">
                  <a:moveTo>
                    <a:pt x="2909" y="1"/>
                  </a:moveTo>
                  <a:cubicBezTo>
                    <a:pt x="2808" y="1"/>
                    <a:pt x="2708" y="27"/>
                    <a:pt x="2624" y="79"/>
                  </a:cubicBezTo>
                  <a:cubicBezTo>
                    <a:pt x="2001" y="471"/>
                    <a:pt x="1" y="5510"/>
                    <a:pt x="2912" y="5510"/>
                  </a:cubicBezTo>
                  <a:cubicBezTo>
                    <a:pt x="5668" y="5510"/>
                    <a:pt x="3824" y="471"/>
                    <a:pt x="3202" y="79"/>
                  </a:cubicBezTo>
                  <a:cubicBezTo>
                    <a:pt x="3113" y="27"/>
                    <a:pt x="3011" y="1"/>
                    <a:pt x="2909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40">
              <a:extLst>
                <a:ext uri="{FF2B5EF4-FFF2-40B4-BE49-F238E27FC236}">
                  <a16:creationId xmlns:a16="http://schemas.microsoft.com/office/drawing/2014/main" id="{4668315B-1279-2EFC-0426-69FDE55D7492}"/>
                </a:ext>
              </a:extLst>
            </p:cNvPr>
            <p:cNvSpPr/>
            <p:nvPr/>
          </p:nvSpPr>
          <p:spPr>
            <a:xfrm>
              <a:off x="5715035" y="2421232"/>
              <a:ext cx="202727" cy="400468"/>
            </a:xfrm>
            <a:custGeom>
              <a:avLst/>
              <a:gdLst/>
              <a:ahLst/>
              <a:cxnLst/>
              <a:rect l="l" t="t" r="r" b="b"/>
              <a:pathLst>
                <a:path w="2683" h="5300" extrusionOk="0">
                  <a:moveTo>
                    <a:pt x="2413" y="1"/>
                  </a:moveTo>
                  <a:cubicBezTo>
                    <a:pt x="2412" y="1"/>
                    <a:pt x="2410" y="1"/>
                    <a:pt x="2409" y="2"/>
                  </a:cubicBezTo>
                  <a:cubicBezTo>
                    <a:pt x="1793" y="388"/>
                    <a:pt x="1" y="5300"/>
                    <a:pt x="2683" y="5300"/>
                  </a:cubicBezTo>
                  <a:cubicBezTo>
                    <a:pt x="2683" y="5300"/>
                    <a:pt x="2009" y="5241"/>
                    <a:pt x="1971" y="3322"/>
                  </a:cubicBezTo>
                  <a:cubicBezTo>
                    <a:pt x="1928" y="1421"/>
                    <a:pt x="2478" y="1"/>
                    <a:pt x="2413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40">
              <a:extLst>
                <a:ext uri="{FF2B5EF4-FFF2-40B4-BE49-F238E27FC236}">
                  <a16:creationId xmlns:a16="http://schemas.microsoft.com/office/drawing/2014/main" id="{62B43DEB-CD4B-0ABD-FE61-21A7DC859ACA}"/>
                </a:ext>
              </a:extLst>
            </p:cNvPr>
            <p:cNvSpPr/>
            <p:nvPr/>
          </p:nvSpPr>
          <p:spPr>
            <a:xfrm>
              <a:off x="5909904" y="2626151"/>
              <a:ext cx="28033" cy="267331"/>
            </a:xfrm>
            <a:custGeom>
              <a:avLst/>
              <a:gdLst/>
              <a:ahLst/>
              <a:cxnLst/>
              <a:rect l="l" t="t" r="r" b="b"/>
              <a:pathLst>
                <a:path w="371" h="3538" extrusionOk="0">
                  <a:moveTo>
                    <a:pt x="187" y="0"/>
                  </a:moveTo>
                  <a:cubicBezTo>
                    <a:pt x="186" y="0"/>
                    <a:pt x="185" y="4"/>
                    <a:pt x="185" y="16"/>
                  </a:cubicBezTo>
                  <a:lnTo>
                    <a:pt x="1" y="3537"/>
                  </a:lnTo>
                  <a:lnTo>
                    <a:pt x="370" y="3537"/>
                  </a:lnTo>
                  <a:cubicBezTo>
                    <a:pt x="356" y="2033"/>
                    <a:pt x="223" y="16"/>
                    <a:pt x="193" y="16"/>
                  </a:cubicBezTo>
                  <a:cubicBezTo>
                    <a:pt x="193" y="16"/>
                    <a:pt x="189" y="0"/>
                    <a:pt x="187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40">
              <a:extLst>
                <a:ext uri="{FF2B5EF4-FFF2-40B4-BE49-F238E27FC236}">
                  <a16:creationId xmlns:a16="http://schemas.microsoft.com/office/drawing/2014/main" id="{B951B137-7B8E-4B92-0526-E4BC69E5C654}"/>
                </a:ext>
              </a:extLst>
            </p:cNvPr>
            <p:cNvSpPr/>
            <p:nvPr/>
          </p:nvSpPr>
          <p:spPr>
            <a:xfrm>
              <a:off x="5848927" y="2720903"/>
              <a:ext cx="75560" cy="61052"/>
            </a:xfrm>
            <a:custGeom>
              <a:avLst/>
              <a:gdLst/>
              <a:ahLst/>
              <a:cxnLst/>
              <a:rect l="l" t="t" r="r" b="b"/>
              <a:pathLst>
                <a:path w="1000" h="808" extrusionOk="0">
                  <a:moveTo>
                    <a:pt x="0" y="0"/>
                  </a:moveTo>
                  <a:lnTo>
                    <a:pt x="0" y="0"/>
                  </a:lnTo>
                  <a:cubicBezTo>
                    <a:pt x="484" y="787"/>
                    <a:pt x="935" y="807"/>
                    <a:pt x="981" y="807"/>
                  </a:cubicBezTo>
                  <a:cubicBezTo>
                    <a:pt x="984" y="807"/>
                    <a:pt x="985" y="807"/>
                    <a:pt x="985" y="807"/>
                  </a:cubicBezTo>
                  <a:lnTo>
                    <a:pt x="1000" y="690"/>
                  </a:lnTo>
                  <a:lnTo>
                    <a:pt x="1000" y="690"/>
                  </a:lnTo>
                  <a:cubicBezTo>
                    <a:pt x="1000" y="690"/>
                    <a:pt x="989" y="697"/>
                    <a:pt x="960" y="697"/>
                  </a:cubicBezTo>
                  <a:cubicBezTo>
                    <a:pt x="899" y="697"/>
                    <a:pt x="755" y="664"/>
                    <a:pt x="452" y="452"/>
                  </a:cubicBezTo>
                  <a:cubicBezTo>
                    <a:pt x="199" y="27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40">
              <a:extLst>
                <a:ext uri="{FF2B5EF4-FFF2-40B4-BE49-F238E27FC236}">
                  <a16:creationId xmlns:a16="http://schemas.microsoft.com/office/drawing/2014/main" id="{D9531B95-8628-E72C-881D-EAD85DB11924}"/>
                </a:ext>
              </a:extLst>
            </p:cNvPr>
            <p:cNvSpPr/>
            <p:nvPr/>
          </p:nvSpPr>
          <p:spPr>
            <a:xfrm>
              <a:off x="5924411" y="2704054"/>
              <a:ext cx="63924" cy="51683"/>
            </a:xfrm>
            <a:custGeom>
              <a:avLst/>
              <a:gdLst/>
              <a:ahLst/>
              <a:cxnLst/>
              <a:rect l="l" t="t" r="r" b="b"/>
              <a:pathLst>
                <a:path w="846" h="684" extrusionOk="0">
                  <a:moveTo>
                    <a:pt x="845" y="1"/>
                  </a:moveTo>
                  <a:cubicBezTo>
                    <a:pt x="845" y="1"/>
                    <a:pt x="676" y="230"/>
                    <a:pt x="461" y="387"/>
                  </a:cubicBezTo>
                  <a:cubicBezTo>
                    <a:pt x="210" y="564"/>
                    <a:pt x="89" y="593"/>
                    <a:pt x="37" y="593"/>
                  </a:cubicBezTo>
                  <a:cubicBezTo>
                    <a:pt x="10" y="593"/>
                    <a:pt x="1" y="586"/>
                    <a:pt x="1" y="586"/>
                  </a:cubicBezTo>
                  <a:lnTo>
                    <a:pt x="1" y="586"/>
                  </a:lnTo>
                  <a:lnTo>
                    <a:pt x="9" y="684"/>
                  </a:lnTo>
                  <a:cubicBezTo>
                    <a:pt x="9" y="684"/>
                    <a:pt x="11" y="684"/>
                    <a:pt x="13" y="684"/>
                  </a:cubicBezTo>
                  <a:cubicBezTo>
                    <a:pt x="55" y="684"/>
                    <a:pt x="434" y="665"/>
                    <a:pt x="845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40">
              <a:extLst>
                <a:ext uri="{FF2B5EF4-FFF2-40B4-BE49-F238E27FC236}">
                  <a16:creationId xmlns:a16="http://schemas.microsoft.com/office/drawing/2014/main" id="{409DE0CF-4031-FC0C-A380-D202B256AD24}"/>
                </a:ext>
              </a:extLst>
            </p:cNvPr>
            <p:cNvSpPr/>
            <p:nvPr/>
          </p:nvSpPr>
          <p:spPr>
            <a:xfrm>
              <a:off x="5872426" y="2666576"/>
              <a:ext cx="52061" cy="42162"/>
            </a:xfrm>
            <a:custGeom>
              <a:avLst/>
              <a:gdLst/>
              <a:ahLst/>
              <a:cxnLst/>
              <a:rect l="l" t="t" r="r" b="b"/>
              <a:pathLst>
                <a:path w="689" h="558" extrusionOk="0">
                  <a:moveTo>
                    <a:pt x="0" y="1"/>
                  </a:moveTo>
                  <a:lnTo>
                    <a:pt x="0" y="1"/>
                  </a:lnTo>
                  <a:cubicBezTo>
                    <a:pt x="339" y="544"/>
                    <a:pt x="650" y="557"/>
                    <a:pt x="679" y="557"/>
                  </a:cubicBezTo>
                  <a:cubicBezTo>
                    <a:pt x="681" y="557"/>
                    <a:pt x="681" y="557"/>
                    <a:pt x="681" y="557"/>
                  </a:cubicBezTo>
                  <a:lnTo>
                    <a:pt x="689" y="475"/>
                  </a:lnTo>
                  <a:lnTo>
                    <a:pt x="689" y="475"/>
                  </a:lnTo>
                  <a:cubicBezTo>
                    <a:pt x="689" y="475"/>
                    <a:pt x="681" y="481"/>
                    <a:pt x="660" y="481"/>
                  </a:cubicBezTo>
                  <a:cubicBezTo>
                    <a:pt x="617" y="481"/>
                    <a:pt x="517" y="457"/>
                    <a:pt x="312" y="312"/>
                  </a:cubicBezTo>
                  <a:cubicBezTo>
                    <a:pt x="141" y="193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40">
              <a:extLst>
                <a:ext uri="{FF2B5EF4-FFF2-40B4-BE49-F238E27FC236}">
                  <a16:creationId xmlns:a16="http://schemas.microsoft.com/office/drawing/2014/main" id="{47B8A35E-A3DD-69C3-1D95-79016E36F900}"/>
                </a:ext>
              </a:extLst>
            </p:cNvPr>
            <p:cNvSpPr/>
            <p:nvPr/>
          </p:nvSpPr>
          <p:spPr>
            <a:xfrm>
              <a:off x="5555527" y="2525505"/>
              <a:ext cx="195474" cy="246401"/>
            </a:xfrm>
            <a:custGeom>
              <a:avLst/>
              <a:gdLst/>
              <a:ahLst/>
              <a:cxnLst/>
              <a:rect l="l" t="t" r="r" b="b"/>
              <a:pathLst>
                <a:path w="2587" h="3261" extrusionOk="0">
                  <a:moveTo>
                    <a:pt x="1290" y="0"/>
                  </a:moveTo>
                  <a:cubicBezTo>
                    <a:pt x="734" y="0"/>
                    <a:pt x="275" y="452"/>
                    <a:pt x="275" y="1016"/>
                  </a:cubicBezTo>
                  <a:cubicBezTo>
                    <a:pt x="275" y="1067"/>
                    <a:pt x="282" y="1112"/>
                    <a:pt x="289" y="1156"/>
                  </a:cubicBezTo>
                  <a:cubicBezTo>
                    <a:pt x="111" y="1379"/>
                    <a:pt x="1" y="1659"/>
                    <a:pt x="1" y="1964"/>
                  </a:cubicBezTo>
                  <a:cubicBezTo>
                    <a:pt x="1" y="2682"/>
                    <a:pt x="579" y="3260"/>
                    <a:pt x="1290" y="3260"/>
                  </a:cubicBezTo>
                  <a:cubicBezTo>
                    <a:pt x="2009" y="3260"/>
                    <a:pt x="2587" y="2682"/>
                    <a:pt x="2587" y="1964"/>
                  </a:cubicBezTo>
                  <a:cubicBezTo>
                    <a:pt x="2587" y="1659"/>
                    <a:pt x="2475" y="1379"/>
                    <a:pt x="2297" y="1156"/>
                  </a:cubicBezTo>
                  <a:cubicBezTo>
                    <a:pt x="2304" y="1112"/>
                    <a:pt x="2313" y="1067"/>
                    <a:pt x="2313" y="1016"/>
                  </a:cubicBezTo>
                  <a:cubicBezTo>
                    <a:pt x="2313" y="452"/>
                    <a:pt x="1852" y="0"/>
                    <a:pt x="1290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40">
              <a:extLst>
                <a:ext uri="{FF2B5EF4-FFF2-40B4-BE49-F238E27FC236}">
                  <a16:creationId xmlns:a16="http://schemas.microsoft.com/office/drawing/2014/main" id="{D88764E4-DCEC-9646-4ACA-24BA33A3CE68}"/>
                </a:ext>
              </a:extLst>
            </p:cNvPr>
            <p:cNvSpPr/>
            <p:nvPr/>
          </p:nvSpPr>
          <p:spPr>
            <a:xfrm>
              <a:off x="5653000" y="2600687"/>
              <a:ext cx="8916" cy="292795"/>
            </a:xfrm>
            <a:custGeom>
              <a:avLst/>
              <a:gdLst/>
              <a:ahLst/>
              <a:cxnLst/>
              <a:rect l="l" t="t" r="r" b="b"/>
              <a:pathLst>
                <a:path w="118" h="3875" extrusionOk="0">
                  <a:moveTo>
                    <a:pt x="54" y="0"/>
                  </a:moveTo>
                  <a:cubicBezTo>
                    <a:pt x="53" y="0"/>
                    <a:pt x="52" y="4"/>
                    <a:pt x="52" y="14"/>
                  </a:cubicBezTo>
                  <a:lnTo>
                    <a:pt x="0" y="3821"/>
                  </a:lnTo>
                  <a:cubicBezTo>
                    <a:pt x="0" y="3851"/>
                    <a:pt x="22" y="3874"/>
                    <a:pt x="52" y="3874"/>
                  </a:cubicBezTo>
                  <a:lnTo>
                    <a:pt x="59" y="3874"/>
                  </a:lnTo>
                  <a:cubicBezTo>
                    <a:pt x="96" y="3874"/>
                    <a:pt x="118" y="3851"/>
                    <a:pt x="118" y="3821"/>
                  </a:cubicBezTo>
                  <a:cubicBezTo>
                    <a:pt x="118" y="3821"/>
                    <a:pt x="96" y="14"/>
                    <a:pt x="59" y="14"/>
                  </a:cubicBezTo>
                  <a:cubicBezTo>
                    <a:pt x="59" y="14"/>
                    <a:pt x="56" y="0"/>
                    <a:pt x="54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40">
              <a:extLst>
                <a:ext uri="{FF2B5EF4-FFF2-40B4-BE49-F238E27FC236}">
                  <a16:creationId xmlns:a16="http://schemas.microsoft.com/office/drawing/2014/main" id="{5A5DD284-6FE9-6722-1915-0F6AB1B3C68A}"/>
                </a:ext>
              </a:extLst>
            </p:cNvPr>
            <p:cNvSpPr/>
            <p:nvPr/>
          </p:nvSpPr>
          <p:spPr>
            <a:xfrm>
              <a:off x="5601921" y="2671714"/>
              <a:ext cx="55537" cy="45336"/>
            </a:xfrm>
            <a:custGeom>
              <a:avLst/>
              <a:gdLst/>
              <a:ahLst/>
              <a:cxnLst/>
              <a:rect l="l" t="t" r="r" b="b"/>
              <a:pathLst>
                <a:path w="735" h="600" extrusionOk="0">
                  <a:moveTo>
                    <a:pt x="0" y="0"/>
                  </a:moveTo>
                  <a:lnTo>
                    <a:pt x="0" y="0"/>
                  </a:lnTo>
                  <a:cubicBezTo>
                    <a:pt x="353" y="580"/>
                    <a:pt x="679" y="600"/>
                    <a:pt x="723" y="600"/>
                  </a:cubicBezTo>
                  <a:cubicBezTo>
                    <a:pt x="726" y="600"/>
                    <a:pt x="728" y="599"/>
                    <a:pt x="728" y="599"/>
                  </a:cubicBezTo>
                  <a:lnTo>
                    <a:pt x="735" y="511"/>
                  </a:lnTo>
                  <a:lnTo>
                    <a:pt x="735" y="511"/>
                  </a:lnTo>
                  <a:cubicBezTo>
                    <a:pt x="735" y="511"/>
                    <a:pt x="726" y="517"/>
                    <a:pt x="702" y="517"/>
                  </a:cubicBezTo>
                  <a:cubicBezTo>
                    <a:pt x="656" y="517"/>
                    <a:pt x="550" y="492"/>
                    <a:pt x="335" y="340"/>
                  </a:cubicBezTo>
                  <a:cubicBezTo>
                    <a:pt x="150" y="199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40">
              <a:extLst>
                <a:ext uri="{FF2B5EF4-FFF2-40B4-BE49-F238E27FC236}">
                  <a16:creationId xmlns:a16="http://schemas.microsoft.com/office/drawing/2014/main" id="{5011DB5C-0A6A-093D-9B9C-92CFA807833A}"/>
                </a:ext>
              </a:extLst>
            </p:cNvPr>
            <p:cNvSpPr/>
            <p:nvPr/>
          </p:nvSpPr>
          <p:spPr>
            <a:xfrm>
              <a:off x="5657382" y="2658793"/>
              <a:ext cx="47149" cy="38611"/>
            </a:xfrm>
            <a:custGeom>
              <a:avLst/>
              <a:gdLst/>
              <a:ahLst/>
              <a:cxnLst/>
              <a:rect l="l" t="t" r="r" b="b"/>
              <a:pathLst>
                <a:path w="624" h="511" extrusionOk="0">
                  <a:moveTo>
                    <a:pt x="623" y="0"/>
                  </a:moveTo>
                  <a:cubicBezTo>
                    <a:pt x="623" y="0"/>
                    <a:pt x="497" y="178"/>
                    <a:pt x="342" y="289"/>
                  </a:cubicBezTo>
                  <a:cubicBezTo>
                    <a:pt x="156" y="421"/>
                    <a:pt x="67" y="444"/>
                    <a:pt x="28" y="444"/>
                  </a:cubicBezTo>
                  <a:cubicBezTo>
                    <a:pt x="8" y="444"/>
                    <a:pt x="1" y="438"/>
                    <a:pt x="1" y="438"/>
                  </a:cubicBezTo>
                  <a:lnTo>
                    <a:pt x="1" y="438"/>
                  </a:lnTo>
                  <a:lnTo>
                    <a:pt x="8" y="511"/>
                  </a:lnTo>
                  <a:cubicBezTo>
                    <a:pt x="8" y="511"/>
                    <a:pt x="9" y="511"/>
                    <a:pt x="11" y="511"/>
                  </a:cubicBezTo>
                  <a:cubicBezTo>
                    <a:pt x="42" y="511"/>
                    <a:pt x="323" y="497"/>
                    <a:pt x="623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40">
              <a:extLst>
                <a:ext uri="{FF2B5EF4-FFF2-40B4-BE49-F238E27FC236}">
                  <a16:creationId xmlns:a16="http://schemas.microsoft.com/office/drawing/2014/main" id="{7082DFA0-C246-CEB6-3A40-2D110D0134A1}"/>
                </a:ext>
              </a:extLst>
            </p:cNvPr>
            <p:cNvSpPr/>
            <p:nvPr/>
          </p:nvSpPr>
          <p:spPr>
            <a:xfrm>
              <a:off x="5619376" y="2631365"/>
              <a:ext cx="38082" cy="30828"/>
            </a:xfrm>
            <a:custGeom>
              <a:avLst/>
              <a:gdLst/>
              <a:ahLst/>
              <a:cxnLst/>
              <a:rect l="l" t="t" r="r" b="b"/>
              <a:pathLst>
                <a:path w="504" h="408" extrusionOk="0">
                  <a:moveTo>
                    <a:pt x="1" y="1"/>
                  </a:moveTo>
                  <a:lnTo>
                    <a:pt x="1" y="1"/>
                  </a:lnTo>
                  <a:cubicBezTo>
                    <a:pt x="242" y="395"/>
                    <a:pt x="467" y="408"/>
                    <a:pt x="494" y="408"/>
                  </a:cubicBezTo>
                  <a:cubicBezTo>
                    <a:pt x="496" y="408"/>
                    <a:pt x="497" y="408"/>
                    <a:pt x="497" y="408"/>
                  </a:cubicBezTo>
                  <a:lnTo>
                    <a:pt x="504" y="347"/>
                  </a:lnTo>
                  <a:lnTo>
                    <a:pt x="504" y="347"/>
                  </a:lnTo>
                  <a:cubicBezTo>
                    <a:pt x="504" y="347"/>
                    <a:pt x="497" y="353"/>
                    <a:pt x="479" y="353"/>
                  </a:cubicBezTo>
                  <a:cubicBezTo>
                    <a:pt x="446" y="353"/>
                    <a:pt x="374" y="334"/>
                    <a:pt x="230" y="230"/>
                  </a:cubicBezTo>
                  <a:cubicBezTo>
                    <a:pt x="104" y="14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40">
              <a:extLst>
                <a:ext uri="{FF2B5EF4-FFF2-40B4-BE49-F238E27FC236}">
                  <a16:creationId xmlns:a16="http://schemas.microsoft.com/office/drawing/2014/main" id="{36EA3D29-A5B9-FDBB-C52B-B344E439EED4}"/>
                </a:ext>
              </a:extLst>
            </p:cNvPr>
            <p:cNvSpPr/>
            <p:nvPr/>
          </p:nvSpPr>
          <p:spPr>
            <a:xfrm>
              <a:off x="5198280" y="2625698"/>
              <a:ext cx="140088" cy="177113"/>
            </a:xfrm>
            <a:custGeom>
              <a:avLst/>
              <a:gdLst/>
              <a:ahLst/>
              <a:cxnLst/>
              <a:rect l="l" t="t" r="r" b="b"/>
              <a:pathLst>
                <a:path w="1854" h="2344" extrusionOk="0">
                  <a:moveTo>
                    <a:pt x="927" y="1"/>
                  </a:moveTo>
                  <a:cubicBezTo>
                    <a:pt x="527" y="1"/>
                    <a:pt x="194" y="326"/>
                    <a:pt x="194" y="734"/>
                  </a:cubicBezTo>
                  <a:cubicBezTo>
                    <a:pt x="194" y="764"/>
                    <a:pt x="201" y="801"/>
                    <a:pt x="208" y="831"/>
                  </a:cubicBezTo>
                  <a:cubicBezTo>
                    <a:pt x="75" y="993"/>
                    <a:pt x="0" y="1194"/>
                    <a:pt x="0" y="1417"/>
                  </a:cubicBezTo>
                  <a:cubicBezTo>
                    <a:pt x="0" y="1927"/>
                    <a:pt x="416" y="2343"/>
                    <a:pt x="927" y="2343"/>
                  </a:cubicBezTo>
                  <a:cubicBezTo>
                    <a:pt x="1439" y="2343"/>
                    <a:pt x="1853" y="1927"/>
                    <a:pt x="1853" y="1417"/>
                  </a:cubicBezTo>
                  <a:cubicBezTo>
                    <a:pt x="1853" y="1194"/>
                    <a:pt x="1772" y="993"/>
                    <a:pt x="1645" y="831"/>
                  </a:cubicBezTo>
                  <a:cubicBezTo>
                    <a:pt x="1652" y="801"/>
                    <a:pt x="1652" y="764"/>
                    <a:pt x="1652" y="734"/>
                  </a:cubicBezTo>
                  <a:cubicBezTo>
                    <a:pt x="1652" y="326"/>
                    <a:pt x="1327" y="1"/>
                    <a:pt x="92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40">
              <a:extLst>
                <a:ext uri="{FF2B5EF4-FFF2-40B4-BE49-F238E27FC236}">
                  <a16:creationId xmlns:a16="http://schemas.microsoft.com/office/drawing/2014/main" id="{3B8F1915-A4E8-C2CC-9BB8-51FBC52757B1}"/>
                </a:ext>
              </a:extLst>
            </p:cNvPr>
            <p:cNvSpPr/>
            <p:nvPr/>
          </p:nvSpPr>
          <p:spPr>
            <a:xfrm>
              <a:off x="5267719" y="2679874"/>
              <a:ext cx="6800" cy="210208"/>
            </a:xfrm>
            <a:custGeom>
              <a:avLst/>
              <a:gdLst/>
              <a:ahLst/>
              <a:cxnLst/>
              <a:rect l="l" t="t" r="r" b="b"/>
              <a:pathLst>
                <a:path w="90" h="2782" extrusionOk="0">
                  <a:moveTo>
                    <a:pt x="47" y="0"/>
                  </a:moveTo>
                  <a:cubicBezTo>
                    <a:pt x="46" y="0"/>
                    <a:pt x="45" y="2"/>
                    <a:pt x="45" y="10"/>
                  </a:cubicBezTo>
                  <a:lnTo>
                    <a:pt x="1" y="2738"/>
                  </a:lnTo>
                  <a:cubicBezTo>
                    <a:pt x="1" y="2759"/>
                    <a:pt x="22" y="2782"/>
                    <a:pt x="45" y="2782"/>
                  </a:cubicBezTo>
                  <a:lnTo>
                    <a:pt x="52" y="2782"/>
                  </a:lnTo>
                  <a:cubicBezTo>
                    <a:pt x="75" y="2782"/>
                    <a:pt x="90" y="2759"/>
                    <a:pt x="90" y="2738"/>
                  </a:cubicBezTo>
                  <a:cubicBezTo>
                    <a:pt x="90" y="2738"/>
                    <a:pt x="75" y="10"/>
                    <a:pt x="52" y="10"/>
                  </a:cubicBezTo>
                  <a:cubicBezTo>
                    <a:pt x="52" y="10"/>
                    <a:pt x="49" y="0"/>
                    <a:pt x="47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40">
              <a:extLst>
                <a:ext uri="{FF2B5EF4-FFF2-40B4-BE49-F238E27FC236}">
                  <a16:creationId xmlns:a16="http://schemas.microsoft.com/office/drawing/2014/main" id="{443E5791-B715-C0BE-F36C-9D52343C210B}"/>
                </a:ext>
              </a:extLst>
            </p:cNvPr>
            <p:cNvSpPr/>
            <p:nvPr/>
          </p:nvSpPr>
          <p:spPr>
            <a:xfrm>
              <a:off x="5231299" y="2730424"/>
              <a:ext cx="39896" cy="33095"/>
            </a:xfrm>
            <a:custGeom>
              <a:avLst/>
              <a:gdLst/>
              <a:ahLst/>
              <a:cxnLst/>
              <a:rect l="l" t="t" r="r" b="b"/>
              <a:pathLst>
                <a:path w="528" h="438" extrusionOk="0">
                  <a:moveTo>
                    <a:pt x="1" y="0"/>
                  </a:moveTo>
                  <a:cubicBezTo>
                    <a:pt x="266" y="431"/>
                    <a:pt x="505" y="438"/>
                    <a:pt x="519" y="438"/>
                  </a:cubicBezTo>
                  <a:cubicBezTo>
                    <a:pt x="520" y="438"/>
                    <a:pt x="520" y="438"/>
                    <a:pt x="520" y="438"/>
                  </a:cubicBezTo>
                  <a:lnTo>
                    <a:pt x="527" y="370"/>
                  </a:lnTo>
                  <a:lnTo>
                    <a:pt x="527" y="370"/>
                  </a:lnTo>
                  <a:cubicBezTo>
                    <a:pt x="527" y="370"/>
                    <a:pt x="521" y="375"/>
                    <a:pt x="504" y="375"/>
                  </a:cubicBezTo>
                  <a:cubicBezTo>
                    <a:pt x="470" y="375"/>
                    <a:pt x="396" y="356"/>
                    <a:pt x="246" y="246"/>
                  </a:cubicBezTo>
                  <a:cubicBezTo>
                    <a:pt x="104" y="14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40">
              <a:extLst>
                <a:ext uri="{FF2B5EF4-FFF2-40B4-BE49-F238E27FC236}">
                  <a16:creationId xmlns:a16="http://schemas.microsoft.com/office/drawing/2014/main" id="{53BE4D59-CAEA-7860-7AAD-F490D9E2F4C1}"/>
                </a:ext>
              </a:extLst>
            </p:cNvPr>
            <p:cNvSpPr/>
            <p:nvPr/>
          </p:nvSpPr>
          <p:spPr>
            <a:xfrm>
              <a:off x="5271120" y="2721432"/>
              <a:ext cx="34153" cy="28108"/>
            </a:xfrm>
            <a:custGeom>
              <a:avLst/>
              <a:gdLst/>
              <a:ahLst/>
              <a:cxnLst/>
              <a:rect l="l" t="t" r="r" b="b"/>
              <a:pathLst>
                <a:path w="452" h="372" extrusionOk="0">
                  <a:moveTo>
                    <a:pt x="452" y="0"/>
                  </a:moveTo>
                  <a:lnTo>
                    <a:pt x="452" y="0"/>
                  </a:lnTo>
                  <a:cubicBezTo>
                    <a:pt x="452" y="0"/>
                    <a:pt x="356" y="126"/>
                    <a:pt x="244" y="208"/>
                  </a:cubicBezTo>
                  <a:cubicBezTo>
                    <a:pt x="102" y="308"/>
                    <a:pt x="39" y="323"/>
                    <a:pt x="14" y="323"/>
                  </a:cubicBezTo>
                  <a:cubicBezTo>
                    <a:pt x="4" y="323"/>
                    <a:pt x="0" y="320"/>
                    <a:pt x="0" y="320"/>
                  </a:cubicBezTo>
                  <a:lnTo>
                    <a:pt x="0" y="320"/>
                  </a:lnTo>
                  <a:lnTo>
                    <a:pt x="7" y="372"/>
                  </a:lnTo>
                  <a:cubicBezTo>
                    <a:pt x="7" y="372"/>
                    <a:pt x="8" y="372"/>
                    <a:pt x="8" y="372"/>
                  </a:cubicBezTo>
                  <a:cubicBezTo>
                    <a:pt x="22" y="372"/>
                    <a:pt x="224" y="365"/>
                    <a:pt x="452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40">
              <a:extLst>
                <a:ext uri="{FF2B5EF4-FFF2-40B4-BE49-F238E27FC236}">
                  <a16:creationId xmlns:a16="http://schemas.microsoft.com/office/drawing/2014/main" id="{AFAD3BAA-1F36-9604-8035-ED01E7E66F1E}"/>
                </a:ext>
              </a:extLst>
            </p:cNvPr>
            <p:cNvSpPr/>
            <p:nvPr/>
          </p:nvSpPr>
          <p:spPr>
            <a:xfrm>
              <a:off x="5243691" y="2701938"/>
              <a:ext cx="27504" cy="22366"/>
            </a:xfrm>
            <a:custGeom>
              <a:avLst/>
              <a:gdLst/>
              <a:ahLst/>
              <a:cxnLst/>
              <a:rect l="l" t="t" r="r" b="b"/>
              <a:pathLst>
                <a:path w="364" h="296" extrusionOk="0">
                  <a:moveTo>
                    <a:pt x="0" y="0"/>
                  </a:moveTo>
                  <a:cubicBezTo>
                    <a:pt x="184" y="289"/>
                    <a:pt x="348" y="295"/>
                    <a:pt x="362" y="295"/>
                  </a:cubicBezTo>
                  <a:cubicBezTo>
                    <a:pt x="363" y="295"/>
                    <a:pt x="363" y="295"/>
                    <a:pt x="363" y="295"/>
                  </a:cubicBezTo>
                  <a:lnTo>
                    <a:pt x="363" y="251"/>
                  </a:lnTo>
                  <a:cubicBezTo>
                    <a:pt x="363" y="251"/>
                    <a:pt x="359" y="254"/>
                    <a:pt x="347" y="254"/>
                  </a:cubicBezTo>
                  <a:cubicBezTo>
                    <a:pt x="325" y="254"/>
                    <a:pt x="274" y="241"/>
                    <a:pt x="171" y="162"/>
                  </a:cubicBezTo>
                  <a:cubicBezTo>
                    <a:pt x="73" y="9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40">
              <a:extLst>
                <a:ext uri="{FF2B5EF4-FFF2-40B4-BE49-F238E27FC236}">
                  <a16:creationId xmlns:a16="http://schemas.microsoft.com/office/drawing/2014/main" id="{FC8D7371-525A-A553-8FF4-75C4EA2237A8}"/>
                </a:ext>
              </a:extLst>
            </p:cNvPr>
            <p:cNvSpPr/>
            <p:nvPr/>
          </p:nvSpPr>
          <p:spPr>
            <a:xfrm>
              <a:off x="4939033" y="2777951"/>
              <a:ext cx="275038" cy="114322"/>
            </a:xfrm>
            <a:custGeom>
              <a:avLst/>
              <a:gdLst/>
              <a:ahLst/>
              <a:cxnLst/>
              <a:rect l="l" t="t" r="r" b="b"/>
              <a:pathLst>
                <a:path w="3640" h="1513" extrusionOk="0">
                  <a:moveTo>
                    <a:pt x="1215" y="1"/>
                  </a:moveTo>
                  <a:cubicBezTo>
                    <a:pt x="801" y="1"/>
                    <a:pt x="469" y="335"/>
                    <a:pt x="469" y="750"/>
                  </a:cubicBezTo>
                  <a:lnTo>
                    <a:pt x="469" y="764"/>
                  </a:lnTo>
                  <a:cubicBezTo>
                    <a:pt x="438" y="757"/>
                    <a:pt x="408" y="750"/>
                    <a:pt x="380" y="750"/>
                  </a:cubicBezTo>
                  <a:cubicBezTo>
                    <a:pt x="172" y="750"/>
                    <a:pt x="1" y="920"/>
                    <a:pt x="1" y="1128"/>
                  </a:cubicBezTo>
                  <a:cubicBezTo>
                    <a:pt x="1" y="1335"/>
                    <a:pt x="172" y="1498"/>
                    <a:pt x="380" y="1498"/>
                  </a:cubicBezTo>
                  <a:lnTo>
                    <a:pt x="380" y="1512"/>
                  </a:lnTo>
                  <a:lnTo>
                    <a:pt x="3403" y="1512"/>
                  </a:lnTo>
                  <a:lnTo>
                    <a:pt x="3403" y="1498"/>
                  </a:lnTo>
                  <a:cubicBezTo>
                    <a:pt x="3536" y="1475"/>
                    <a:pt x="3639" y="1365"/>
                    <a:pt x="3639" y="1217"/>
                  </a:cubicBezTo>
                  <a:cubicBezTo>
                    <a:pt x="3639" y="1061"/>
                    <a:pt x="3513" y="934"/>
                    <a:pt x="3358" y="934"/>
                  </a:cubicBezTo>
                  <a:cubicBezTo>
                    <a:pt x="3291" y="934"/>
                    <a:pt x="3232" y="965"/>
                    <a:pt x="3181" y="1002"/>
                  </a:cubicBezTo>
                  <a:lnTo>
                    <a:pt x="3181" y="965"/>
                  </a:lnTo>
                  <a:cubicBezTo>
                    <a:pt x="3181" y="668"/>
                    <a:pt x="2942" y="424"/>
                    <a:pt x="2647" y="424"/>
                  </a:cubicBezTo>
                  <a:cubicBezTo>
                    <a:pt x="2476" y="424"/>
                    <a:pt x="2327" y="497"/>
                    <a:pt x="2224" y="623"/>
                  </a:cubicBezTo>
                  <a:cubicBezTo>
                    <a:pt x="2186" y="609"/>
                    <a:pt x="2149" y="602"/>
                    <a:pt x="2114" y="602"/>
                  </a:cubicBezTo>
                  <a:cubicBezTo>
                    <a:pt x="2053" y="602"/>
                    <a:pt x="2001" y="616"/>
                    <a:pt x="1957" y="639"/>
                  </a:cubicBezTo>
                  <a:cubicBezTo>
                    <a:pt x="1898" y="275"/>
                    <a:pt x="1594" y="1"/>
                    <a:pt x="1215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40">
              <a:extLst>
                <a:ext uri="{FF2B5EF4-FFF2-40B4-BE49-F238E27FC236}">
                  <a16:creationId xmlns:a16="http://schemas.microsoft.com/office/drawing/2014/main" id="{39757BD5-694E-D0F6-83CB-B312D02E2A58}"/>
                </a:ext>
              </a:extLst>
            </p:cNvPr>
            <p:cNvSpPr/>
            <p:nvPr/>
          </p:nvSpPr>
          <p:spPr>
            <a:xfrm>
              <a:off x="4973187" y="2781351"/>
              <a:ext cx="37553" cy="54328"/>
            </a:xfrm>
            <a:custGeom>
              <a:avLst/>
              <a:gdLst/>
              <a:ahLst/>
              <a:cxnLst/>
              <a:rect l="l" t="t" r="r" b="b"/>
              <a:pathLst>
                <a:path w="497" h="719" extrusionOk="0">
                  <a:moveTo>
                    <a:pt x="497" y="0"/>
                  </a:moveTo>
                  <a:lnTo>
                    <a:pt x="497" y="0"/>
                  </a:lnTo>
                  <a:cubicBezTo>
                    <a:pt x="209" y="82"/>
                    <a:pt x="1" y="349"/>
                    <a:pt x="1" y="667"/>
                  </a:cubicBezTo>
                  <a:lnTo>
                    <a:pt x="1" y="712"/>
                  </a:lnTo>
                  <a:cubicBezTo>
                    <a:pt x="8" y="712"/>
                    <a:pt x="8" y="712"/>
                    <a:pt x="17" y="719"/>
                  </a:cubicBezTo>
                  <a:lnTo>
                    <a:pt x="17" y="705"/>
                  </a:lnTo>
                  <a:cubicBezTo>
                    <a:pt x="17" y="386"/>
                    <a:pt x="216" y="112"/>
                    <a:pt x="497" y="0"/>
                  </a:cubicBezTo>
                  <a:close/>
                </a:path>
              </a:pathLst>
            </a:custGeom>
            <a:solidFill>
              <a:srgbClr val="959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40">
              <a:extLst>
                <a:ext uri="{FF2B5EF4-FFF2-40B4-BE49-F238E27FC236}">
                  <a16:creationId xmlns:a16="http://schemas.microsoft.com/office/drawing/2014/main" id="{CCB40ECA-3650-DA68-D726-5DC1027B12B4}"/>
                </a:ext>
              </a:extLst>
            </p:cNvPr>
            <p:cNvSpPr/>
            <p:nvPr/>
          </p:nvSpPr>
          <p:spPr>
            <a:xfrm>
              <a:off x="4973187" y="2779689"/>
              <a:ext cx="51683" cy="103744"/>
            </a:xfrm>
            <a:custGeom>
              <a:avLst/>
              <a:gdLst/>
              <a:ahLst/>
              <a:cxnLst/>
              <a:rect l="l" t="t" r="r" b="b"/>
              <a:pathLst>
                <a:path w="684" h="1373" extrusionOk="0">
                  <a:moveTo>
                    <a:pt x="683" y="1"/>
                  </a:moveTo>
                  <a:cubicBezTo>
                    <a:pt x="623" y="1"/>
                    <a:pt x="557" y="8"/>
                    <a:pt x="497" y="22"/>
                  </a:cubicBezTo>
                  <a:cubicBezTo>
                    <a:pt x="216" y="134"/>
                    <a:pt x="17" y="408"/>
                    <a:pt x="17" y="727"/>
                  </a:cubicBezTo>
                  <a:lnTo>
                    <a:pt x="17" y="741"/>
                  </a:lnTo>
                  <a:cubicBezTo>
                    <a:pt x="8" y="734"/>
                    <a:pt x="8" y="734"/>
                    <a:pt x="1" y="734"/>
                  </a:cubicBezTo>
                  <a:cubicBezTo>
                    <a:pt x="24" y="1089"/>
                    <a:pt x="319" y="1372"/>
                    <a:pt x="683" y="1372"/>
                  </a:cubicBezTo>
                  <a:cubicBezTo>
                    <a:pt x="683" y="1372"/>
                    <a:pt x="290" y="1246"/>
                    <a:pt x="260" y="689"/>
                  </a:cubicBezTo>
                  <a:cubicBezTo>
                    <a:pt x="230" y="179"/>
                    <a:pt x="683" y="1"/>
                    <a:pt x="683" y="1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40">
              <a:extLst>
                <a:ext uri="{FF2B5EF4-FFF2-40B4-BE49-F238E27FC236}">
                  <a16:creationId xmlns:a16="http://schemas.microsoft.com/office/drawing/2014/main" id="{DEECBA95-259F-5042-F107-708CA2EA561E}"/>
                </a:ext>
              </a:extLst>
            </p:cNvPr>
            <p:cNvSpPr/>
            <p:nvPr/>
          </p:nvSpPr>
          <p:spPr>
            <a:xfrm>
              <a:off x="5072321" y="2823967"/>
              <a:ext cx="54403" cy="27428"/>
            </a:xfrm>
            <a:custGeom>
              <a:avLst/>
              <a:gdLst/>
              <a:ahLst/>
              <a:cxnLst/>
              <a:rect l="l" t="t" r="r" b="b"/>
              <a:pathLst>
                <a:path w="720" h="363" extrusionOk="0">
                  <a:moveTo>
                    <a:pt x="357" y="0"/>
                  </a:moveTo>
                  <a:cubicBezTo>
                    <a:pt x="163" y="7"/>
                    <a:pt x="1" y="171"/>
                    <a:pt x="8" y="363"/>
                  </a:cubicBezTo>
                  <a:cubicBezTo>
                    <a:pt x="8" y="363"/>
                    <a:pt x="67" y="164"/>
                    <a:pt x="357" y="141"/>
                  </a:cubicBezTo>
                  <a:lnTo>
                    <a:pt x="385" y="141"/>
                  </a:lnTo>
                  <a:cubicBezTo>
                    <a:pt x="630" y="141"/>
                    <a:pt x="719" y="356"/>
                    <a:pt x="719" y="356"/>
                  </a:cubicBezTo>
                  <a:cubicBezTo>
                    <a:pt x="719" y="164"/>
                    <a:pt x="556" y="0"/>
                    <a:pt x="364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40">
              <a:extLst>
                <a:ext uri="{FF2B5EF4-FFF2-40B4-BE49-F238E27FC236}">
                  <a16:creationId xmlns:a16="http://schemas.microsoft.com/office/drawing/2014/main" id="{EB184D9C-8CD2-0F8E-85CD-2934B2C7CA44}"/>
                </a:ext>
              </a:extLst>
            </p:cNvPr>
            <p:cNvSpPr/>
            <p:nvPr/>
          </p:nvSpPr>
          <p:spPr>
            <a:xfrm>
              <a:off x="5751436" y="1850082"/>
              <a:ext cx="141037" cy="61800"/>
            </a:xfrm>
            <a:custGeom>
              <a:avLst/>
              <a:gdLst/>
              <a:ahLst/>
              <a:cxnLst/>
              <a:rect l="l" t="t" r="r" b="b"/>
              <a:pathLst>
                <a:path w="1180" h="517" extrusionOk="0">
                  <a:moveTo>
                    <a:pt x="1026" y="0"/>
                  </a:moveTo>
                  <a:cubicBezTo>
                    <a:pt x="950" y="0"/>
                    <a:pt x="859" y="34"/>
                    <a:pt x="771" y="102"/>
                  </a:cubicBezTo>
                  <a:cubicBezTo>
                    <a:pt x="698" y="154"/>
                    <a:pt x="637" y="228"/>
                    <a:pt x="609" y="294"/>
                  </a:cubicBezTo>
                  <a:cubicBezTo>
                    <a:pt x="548" y="250"/>
                    <a:pt x="468" y="220"/>
                    <a:pt x="380" y="205"/>
                  </a:cubicBezTo>
                  <a:cubicBezTo>
                    <a:pt x="346" y="200"/>
                    <a:pt x="315" y="198"/>
                    <a:pt x="285" y="198"/>
                  </a:cubicBezTo>
                  <a:cubicBezTo>
                    <a:pt x="128" y="198"/>
                    <a:pt x="20" y="263"/>
                    <a:pt x="1" y="369"/>
                  </a:cubicBezTo>
                  <a:cubicBezTo>
                    <a:pt x="1" y="369"/>
                    <a:pt x="44" y="287"/>
                    <a:pt x="248" y="287"/>
                  </a:cubicBezTo>
                  <a:cubicBezTo>
                    <a:pt x="282" y="287"/>
                    <a:pt x="320" y="289"/>
                    <a:pt x="364" y="294"/>
                  </a:cubicBezTo>
                  <a:cubicBezTo>
                    <a:pt x="460" y="301"/>
                    <a:pt x="534" y="332"/>
                    <a:pt x="586" y="362"/>
                  </a:cubicBezTo>
                  <a:lnTo>
                    <a:pt x="579" y="517"/>
                  </a:lnTo>
                  <a:lnTo>
                    <a:pt x="653" y="502"/>
                  </a:lnTo>
                  <a:lnTo>
                    <a:pt x="742" y="479"/>
                  </a:lnTo>
                  <a:lnTo>
                    <a:pt x="661" y="346"/>
                  </a:lnTo>
                  <a:cubicBezTo>
                    <a:pt x="698" y="294"/>
                    <a:pt x="742" y="236"/>
                    <a:pt x="824" y="168"/>
                  </a:cubicBezTo>
                  <a:cubicBezTo>
                    <a:pt x="938" y="77"/>
                    <a:pt x="1032" y="56"/>
                    <a:pt x="1094" y="56"/>
                  </a:cubicBezTo>
                  <a:cubicBezTo>
                    <a:pt x="1149" y="56"/>
                    <a:pt x="1180" y="72"/>
                    <a:pt x="1180" y="72"/>
                  </a:cubicBezTo>
                  <a:cubicBezTo>
                    <a:pt x="1145" y="25"/>
                    <a:pt x="1091" y="0"/>
                    <a:pt x="1026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40">
              <a:extLst>
                <a:ext uri="{FF2B5EF4-FFF2-40B4-BE49-F238E27FC236}">
                  <a16:creationId xmlns:a16="http://schemas.microsoft.com/office/drawing/2014/main" id="{9376690B-1C9D-A831-EF1C-FECBEB6ED421}"/>
                </a:ext>
              </a:extLst>
            </p:cNvPr>
            <p:cNvSpPr/>
            <p:nvPr/>
          </p:nvSpPr>
          <p:spPr>
            <a:xfrm>
              <a:off x="5217723" y="1873467"/>
              <a:ext cx="219038" cy="106107"/>
            </a:xfrm>
            <a:custGeom>
              <a:avLst/>
              <a:gdLst/>
              <a:ahLst/>
              <a:cxnLst/>
              <a:rect l="l" t="t" r="r" b="b"/>
              <a:pathLst>
                <a:path w="993" h="481" extrusionOk="0">
                  <a:moveTo>
                    <a:pt x="851" y="0"/>
                  </a:moveTo>
                  <a:cubicBezTo>
                    <a:pt x="787" y="0"/>
                    <a:pt x="715" y="30"/>
                    <a:pt x="644" y="89"/>
                  </a:cubicBezTo>
                  <a:cubicBezTo>
                    <a:pt x="578" y="141"/>
                    <a:pt x="534" y="207"/>
                    <a:pt x="511" y="267"/>
                  </a:cubicBezTo>
                  <a:cubicBezTo>
                    <a:pt x="459" y="230"/>
                    <a:pt x="394" y="192"/>
                    <a:pt x="312" y="178"/>
                  </a:cubicBezTo>
                  <a:cubicBezTo>
                    <a:pt x="281" y="173"/>
                    <a:pt x="251" y="170"/>
                    <a:pt x="224" y="170"/>
                  </a:cubicBezTo>
                  <a:cubicBezTo>
                    <a:pt x="93" y="170"/>
                    <a:pt x="6" y="227"/>
                    <a:pt x="1" y="326"/>
                  </a:cubicBezTo>
                  <a:cubicBezTo>
                    <a:pt x="1" y="326"/>
                    <a:pt x="33" y="251"/>
                    <a:pt x="203" y="251"/>
                  </a:cubicBezTo>
                  <a:cubicBezTo>
                    <a:pt x="233" y="251"/>
                    <a:pt x="266" y="253"/>
                    <a:pt x="305" y="258"/>
                  </a:cubicBezTo>
                  <a:cubicBezTo>
                    <a:pt x="386" y="274"/>
                    <a:pt x="445" y="303"/>
                    <a:pt x="490" y="333"/>
                  </a:cubicBezTo>
                  <a:lnTo>
                    <a:pt x="490" y="480"/>
                  </a:lnTo>
                  <a:lnTo>
                    <a:pt x="555" y="466"/>
                  </a:lnTo>
                  <a:lnTo>
                    <a:pt x="630" y="452"/>
                  </a:lnTo>
                  <a:lnTo>
                    <a:pt x="555" y="319"/>
                  </a:lnTo>
                  <a:cubicBezTo>
                    <a:pt x="586" y="274"/>
                    <a:pt x="623" y="214"/>
                    <a:pt x="689" y="162"/>
                  </a:cubicBezTo>
                  <a:cubicBezTo>
                    <a:pt x="782" y="77"/>
                    <a:pt x="862" y="57"/>
                    <a:pt x="916" y="57"/>
                  </a:cubicBezTo>
                  <a:cubicBezTo>
                    <a:pt x="964" y="57"/>
                    <a:pt x="993" y="73"/>
                    <a:pt x="993" y="73"/>
                  </a:cubicBezTo>
                  <a:cubicBezTo>
                    <a:pt x="958" y="24"/>
                    <a:pt x="908" y="0"/>
                    <a:pt x="851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40">
              <a:extLst>
                <a:ext uri="{FF2B5EF4-FFF2-40B4-BE49-F238E27FC236}">
                  <a16:creationId xmlns:a16="http://schemas.microsoft.com/office/drawing/2014/main" id="{A8672E6B-5AFB-0FCA-3F67-DEA4221541F2}"/>
                </a:ext>
              </a:extLst>
            </p:cNvPr>
            <p:cNvSpPr/>
            <p:nvPr/>
          </p:nvSpPr>
          <p:spPr>
            <a:xfrm>
              <a:off x="5221912" y="2206840"/>
              <a:ext cx="83808" cy="35976"/>
            </a:xfrm>
            <a:custGeom>
              <a:avLst/>
              <a:gdLst/>
              <a:ahLst/>
              <a:cxnLst/>
              <a:rect l="l" t="t" r="r" b="b"/>
              <a:pathLst>
                <a:path w="601" h="258" extrusionOk="0">
                  <a:moveTo>
                    <a:pt x="520" y="1"/>
                  </a:moveTo>
                  <a:cubicBezTo>
                    <a:pt x="482" y="1"/>
                    <a:pt x="437" y="17"/>
                    <a:pt x="392" y="50"/>
                  </a:cubicBezTo>
                  <a:cubicBezTo>
                    <a:pt x="348" y="80"/>
                    <a:pt x="326" y="110"/>
                    <a:pt x="303" y="146"/>
                  </a:cubicBezTo>
                  <a:cubicBezTo>
                    <a:pt x="275" y="124"/>
                    <a:pt x="237" y="110"/>
                    <a:pt x="193" y="101"/>
                  </a:cubicBezTo>
                  <a:cubicBezTo>
                    <a:pt x="178" y="99"/>
                    <a:pt x="164" y="98"/>
                    <a:pt x="150" y="98"/>
                  </a:cubicBezTo>
                  <a:cubicBezTo>
                    <a:pt x="68" y="98"/>
                    <a:pt x="7" y="133"/>
                    <a:pt x="1" y="183"/>
                  </a:cubicBezTo>
                  <a:cubicBezTo>
                    <a:pt x="1" y="183"/>
                    <a:pt x="23" y="143"/>
                    <a:pt x="134" y="143"/>
                  </a:cubicBezTo>
                  <a:cubicBezTo>
                    <a:pt x="150" y="143"/>
                    <a:pt x="167" y="144"/>
                    <a:pt x="186" y="146"/>
                  </a:cubicBezTo>
                  <a:cubicBezTo>
                    <a:pt x="230" y="146"/>
                    <a:pt x="268" y="162"/>
                    <a:pt x="296" y="176"/>
                  </a:cubicBezTo>
                  <a:lnTo>
                    <a:pt x="289" y="258"/>
                  </a:lnTo>
                  <a:lnTo>
                    <a:pt x="333" y="243"/>
                  </a:lnTo>
                  <a:lnTo>
                    <a:pt x="378" y="234"/>
                  </a:lnTo>
                  <a:lnTo>
                    <a:pt x="333" y="169"/>
                  </a:lnTo>
                  <a:cubicBezTo>
                    <a:pt x="348" y="146"/>
                    <a:pt x="378" y="117"/>
                    <a:pt x="415" y="87"/>
                  </a:cubicBezTo>
                  <a:cubicBezTo>
                    <a:pt x="475" y="39"/>
                    <a:pt x="524" y="28"/>
                    <a:pt x="557" y="28"/>
                  </a:cubicBezTo>
                  <a:cubicBezTo>
                    <a:pt x="585" y="28"/>
                    <a:pt x="600" y="35"/>
                    <a:pt x="600" y="35"/>
                  </a:cubicBezTo>
                  <a:cubicBezTo>
                    <a:pt x="580" y="12"/>
                    <a:pt x="552" y="1"/>
                    <a:pt x="520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40">
              <a:extLst>
                <a:ext uri="{FF2B5EF4-FFF2-40B4-BE49-F238E27FC236}">
                  <a16:creationId xmlns:a16="http://schemas.microsoft.com/office/drawing/2014/main" id="{85534BEC-05D7-8C92-B23C-A6D4BEBC6985}"/>
                </a:ext>
              </a:extLst>
            </p:cNvPr>
            <p:cNvSpPr/>
            <p:nvPr/>
          </p:nvSpPr>
          <p:spPr>
            <a:xfrm>
              <a:off x="4973175" y="2065234"/>
              <a:ext cx="113650" cy="48665"/>
            </a:xfrm>
            <a:custGeom>
              <a:avLst/>
              <a:gdLst/>
              <a:ahLst/>
              <a:cxnLst/>
              <a:rect l="l" t="t" r="r" b="b"/>
              <a:pathLst>
                <a:path w="815" h="349" extrusionOk="0">
                  <a:moveTo>
                    <a:pt x="712" y="1"/>
                  </a:moveTo>
                  <a:cubicBezTo>
                    <a:pt x="659" y="1"/>
                    <a:pt x="596" y="23"/>
                    <a:pt x="534" y="68"/>
                  </a:cubicBezTo>
                  <a:cubicBezTo>
                    <a:pt x="482" y="105"/>
                    <a:pt x="445" y="157"/>
                    <a:pt x="424" y="201"/>
                  </a:cubicBezTo>
                  <a:cubicBezTo>
                    <a:pt x="379" y="171"/>
                    <a:pt x="326" y="150"/>
                    <a:pt x="260" y="143"/>
                  </a:cubicBezTo>
                  <a:cubicBezTo>
                    <a:pt x="237" y="139"/>
                    <a:pt x="215" y="137"/>
                    <a:pt x="194" y="137"/>
                  </a:cubicBezTo>
                  <a:cubicBezTo>
                    <a:pt x="88" y="137"/>
                    <a:pt x="12" y="184"/>
                    <a:pt x="0" y="253"/>
                  </a:cubicBezTo>
                  <a:cubicBezTo>
                    <a:pt x="0" y="253"/>
                    <a:pt x="28" y="197"/>
                    <a:pt x="176" y="197"/>
                  </a:cubicBezTo>
                  <a:cubicBezTo>
                    <a:pt x="198" y="197"/>
                    <a:pt x="224" y="198"/>
                    <a:pt x="253" y="201"/>
                  </a:cubicBezTo>
                  <a:cubicBezTo>
                    <a:pt x="319" y="209"/>
                    <a:pt x="370" y="223"/>
                    <a:pt x="400" y="246"/>
                  </a:cubicBezTo>
                  <a:lnTo>
                    <a:pt x="400" y="349"/>
                  </a:lnTo>
                  <a:lnTo>
                    <a:pt x="452" y="342"/>
                  </a:lnTo>
                  <a:lnTo>
                    <a:pt x="512" y="328"/>
                  </a:lnTo>
                  <a:lnTo>
                    <a:pt x="459" y="232"/>
                  </a:lnTo>
                  <a:cubicBezTo>
                    <a:pt x="482" y="201"/>
                    <a:pt x="512" y="157"/>
                    <a:pt x="571" y="120"/>
                  </a:cubicBezTo>
                  <a:cubicBezTo>
                    <a:pt x="656" y="51"/>
                    <a:pt x="723" y="37"/>
                    <a:pt x="766" y="37"/>
                  </a:cubicBezTo>
                  <a:cubicBezTo>
                    <a:pt x="797" y="37"/>
                    <a:pt x="815" y="45"/>
                    <a:pt x="815" y="45"/>
                  </a:cubicBezTo>
                  <a:cubicBezTo>
                    <a:pt x="792" y="15"/>
                    <a:pt x="755" y="1"/>
                    <a:pt x="712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40">
              <a:extLst>
                <a:ext uri="{FF2B5EF4-FFF2-40B4-BE49-F238E27FC236}">
                  <a16:creationId xmlns:a16="http://schemas.microsoft.com/office/drawing/2014/main" id="{364DAC50-E6EB-09C6-8B55-5142BF517D33}"/>
                </a:ext>
              </a:extLst>
            </p:cNvPr>
            <p:cNvSpPr/>
            <p:nvPr/>
          </p:nvSpPr>
          <p:spPr>
            <a:xfrm>
              <a:off x="5632066" y="2074209"/>
              <a:ext cx="52351" cy="22473"/>
            </a:xfrm>
            <a:custGeom>
              <a:avLst/>
              <a:gdLst/>
              <a:ahLst/>
              <a:cxnLst/>
              <a:rect l="l" t="t" r="r" b="b"/>
              <a:pathLst>
                <a:path w="438" h="188" extrusionOk="0">
                  <a:moveTo>
                    <a:pt x="385" y="1"/>
                  </a:moveTo>
                  <a:cubicBezTo>
                    <a:pt x="357" y="1"/>
                    <a:pt x="324" y="14"/>
                    <a:pt x="290" y="40"/>
                  </a:cubicBezTo>
                  <a:cubicBezTo>
                    <a:pt x="260" y="54"/>
                    <a:pt x="237" y="84"/>
                    <a:pt x="230" y="105"/>
                  </a:cubicBezTo>
                  <a:cubicBezTo>
                    <a:pt x="208" y="91"/>
                    <a:pt x="178" y="77"/>
                    <a:pt x="141" y="77"/>
                  </a:cubicBezTo>
                  <a:cubicBezTo>
                    <a:pt x="127" y="74"/>
                    <a:pt x="114" y="73"/>
                    <a:pt x="102" y="73"/>
                  </a:cubicBezTo>
                  <a:cubicBezTo>
                    <a:pt x="47" y="73"/>
                    <a:pt x="6" y="99"/>
                    <a:pt x="0" y="136"/>
                  </a:cubicBezTo>
                  <a:cubicBezTo>
                    <a:pt x="0" y="136"/>
                    <a:pt x="17" y="103"/>
                    <a:pt x="93" y="103"/>
                  </a:cubicBezTo>
                  <a:cubicBezTo>
                    <a:pt x="105" y="103"/>
                    <a:pt x="118" y="103"/>
                    <a:pt x="134" y="105"/>
                  </a:cubicBezTo>
                  <a:cubicBezTo>
                    <a:pt x="171" y="105"/>
                    <a:pt x="201" y="121"/>
                    <a:pt x="215" y="128"/>
                  </a:cubicBezTo>
                  <a:lnTo>
                    <a:pt x="215" y="187"/>
                  </a:lnTo>
                  <a:lnTo>
                    <a:pt x="246" y="180"/>
                  </a:lnTo>
                  <a:lnTo>
                    <a:pt x="274" y="173"/>
                  </a:lnTo>
                  <a:lnTo>
                    <a:pt x="246" y="121"/>
                  </a:lnTo>
                  <a:cubicBezTo>
                    <a:pt x="260" y="105"/>
                    <a:pt x="274" y="84"/>
                    <a:pt x="304" y="61"/>
                  </a:cubicBezTo>
                  <a:cubicBezTo>
                    <a:pt x="348" y="26"/>
                    <a:pt x="383" y="17"/>
                    <a:pt x="406" y="17"/>
                  </a:cubicBezTo>
                  <a:cubicBezTo>
                    <a:pt x="427" y="17"/>
                    <a:pt x="438" y="24"/>
                    <a:pt x="438" y="24"/>
                  </a:cubicBezTo>
                  <a:cubicBezTo>
                    <a:pt x="425" y="8"/>
                    <a:pt x="407" y="1"/>
                    <a:pt x="385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40">
              <a:extLst>
                <a:ext uri="{FF2B5EF4-FFF2-40B4-BE49-F238E27FC236}">
                  <a16:creationId xmlns:a16="http://schemas.microsoft.com/office/drawing/2014/main" id="{7156FA93-B1AA-B6FA-7FF0-64D3C0B03423}"/>
                </a:ext>
              </a:extLst>
            </p:cNvPr>
            <p:cNvSpPr/>
            <p:nvPr/>
          </p:nvSpPr>
          <p:spPr>
            <a:xfrm>
              <a:off x="6500632" y="2823363"/>
              <a:ext cx="176357" cy="73444"/>
            </a:xfrm>
            <a:custGeom>
              <a:avLst/>
              <a:gdLst/>
              <a:ahLst/>
              <a:cxnLst/>
              <a:rect l="l" t="t" r="r" b="b"/>
              <a:pathLst>
                <a:path w="2334" h="972" extrusionOk="0">
                  <a:moveTo>
                    <a:pt x="777" y="1"/>
                  </a:moveTo>
                  <a:cubicBezTo>
                    <a:pt x="511" y="1"/>
                    <a:pt x="297" y="216"/>
                    <a:pt x="297" y="474"/>
                  </a:cubicBezTo>
                  <a:lnTo>
                    <a:pt x="297" y="483"/>
                  </a:lnTo>
                  <a:cubicBezTo>
                    <a:pt x="281" y="483"/>
                    <a:pt x="260" y="474"/>
                    <a:pt x="244" y="474"/>
                  </a:cubicBezTo>
                  <a:cubicBezTo>
                    <a:pt x="110" y="474"/>
                    <a:pt x="0" y="586"/>
                    <a:pt x="0" y="719"/>
                  </a:cubicBezTo>
                  <a:cubicBezTo>
                    <a:pt x="0" y="853"/>
                    <a:pt x="110" y="956"/>
                    <a:pt x="244" y="956"/>
                  </a:cubicBezTo>
                  <a:lnTo>
                    <a:pt x="244" y="972"/>
                  </a:lnTo>
                  <a:lnTo>
                    <a:pt x="2179" y="972"/>
                  </a:lnTo>
                  <a:lnTo>
                    <a:pt x="2179" y="956"/>
                  </a:lnTo>
                  <a:cubicBezTo>
                    <a:pt x="2268" y="949"/>
                    <a:pt x="2333" y="867"/>
                    <a:pt x="2333" y="778"/>
                  </a:cubicBezTo>
                  <a:cubicBezTo>
                    <a:pt x="2333" y="682"/>
                    <a:pt x="2253" y="600"/>
                    <a:pt x="2156" y="600"/>
                  </a:cubicBezTo>
                  <a:cubicBezTo>
                    <a:pt x="2111" y="600"/>
                    <a:pt x="2076" y="616"/>
                    <a:pt x="2038" y="638"/>
                  </a:cubicBezTo>
                  <a:lnTo>
                    <a:pt x="2038" y="616"/>
                  </a:lnTo>
                  <a:cubicBezTo>
                    <a:pt x="2038" y="422"/>
                    <a:pt x="1889" y="268"/>
                    <a:pt x="1697" y="268"/>
                  </a:cubicBezTo>
                  <a:cubicBezTo>
                    <a:pt x="1587" y="268"/>
                    <a:pt x="1489" y="319"/>
                    <a:pt x="1430" y="394"/>
                  </a:cubicBezTo>
                  <a:cubicBezTo>
                    <a:pt x="1409" y="385"/>
                    <a:pt x="1378" y="385"/>
                    <a:pt x="1355" y="385"/>
                  </a:cubicBezTo>
                  <a:cubicBezTo>
                    <a:pt x="1320" y="385"/>
                    <a:pt x="1282" y="394"/>
                    <a:pt x="1252" y="408"/>
                  </a:cubicBezTo>
                  <a:cubicBezTo>
                    <a:pt x="1222" y="172"/>
                    <a:pt x="1023" y="1"/>
                    <a:pt x="77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40">
              <a:extLst>
                <a:ext uri="{FF2B5EF4-FFF2-40B4-BE49-F238E27FC236}">
                  <a16:creationId xmlns:a16="http://schemas.microsoft.com/office/drawing/2014/main" id="{3A01E010-4290-C6F5-8C56-D3717E5BA387}"/>
                </a:ext>
              </a:extLst>
            </p:cNvPr>
            <p:cNvSpPr/>
            <p:nvPr/>
          </p:nvSpPr>
          <p:spPr>
            <a:xfrm>
              <a:off x="6522393" y="2823967"/>
              <a:ext cx="33095" cy="66719"/>
            </a:xfrm>
            <a:custGeom>
              <a:avLst/>
              <a:gdLst/>
              <a:ahLst/>
              <a:cxnLst/>
              <a:rect l="l" t="t" r="r" b="b"/>
              <a:pathLst>
                <a:path w="438" h="883" extrusionOk="0">
                  <a:moveTo>
                    <a:pt x="438" y="0"/>
                  </a:moveTo>
                  <a:cubicBezTo>
                    <a:pt x="201" y="0"/>
                    <a:pt x="0" y="199"/>
                    <a:pt x="0" y="445"/>
                  </a:cubicBezTo>
                  <a:cubicBezTo>
                    <a:pt x="0" y="688"/>
                    <a:pt x="201" y="882"/>
                    <a:pt x="438" y="882"/>
                  </a:cubicBezTo>
                  <a:cubicBezTo>
                    <a:pt x="438" y="882"/>
                    <a:pt x="187" y="800"/>
                    <a:pt x="171" y="445"/>
                  </a:cubicBezTo>
                  <a:cubicBezTo>
                    <a:pt x="150" y="119"/>
                    <a:pt x="438" y="0"/>
                    <a:pt x="438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40">
              <a:extLst>
                <a:ext uri="{FF2B5EF4-FFF2-40B4-BE49-F238E27FC236}">
                  <a16:creationId xmlns:a16="http://schemas.microsoft.com/office/drawing/2014/main" id="{4AF23DB9-AC0F-C132-58FE-D3794DF14B66}"/>
                </a:ext>
              </a:extLst>
            </p:cNvPr>
            <p:cNvSpPr/>
            <p:nvPr/>
          </p:nvSpPr>
          <p:spPr>
            <a:xfrm>
              <a:off x="6586241" y="2852453"/>
              <a:ext cx="34833" cy="18059"/>
            </a:xfrm>
            <a:custGeom>
              <a:avLst/>
              <a:gdLst/>
              <a:ahLst/>
              <a:cxnLst/>
              <a:rect l="l" t="t" r="r" b="b"/>
              <a:pathLst>
                <a:path w="461" h="239" extrusionOk="0">
                  <a:moveTo>
                    <a:pt x="231" y="0"/>
                  </a:moveTo>
                  <a:cubicBezTo>
                    <a:pt x="105" y="9"/>
                    <a:pt x="0" y="112"/>
                    <a:pt x="0" y="238"/>
                  </a:cubicBezTo>
                  <a:cubicBezTo>
                    <a:pt x="0" y="238"/>
                    <a:pt x="37" y="105"/>
                    <a:pt x="231" y="89"/>
                  </a:cubicBezTo>
                  <a:cubicBezTo>
                    <a:pt x="235" y="89"/>
                    <a:pt x="239" y="89"/>
                    <a:pt x="243" y="89"/>
                  </a:cubicBezTo>
                  <a:cubicBezTo>
                    <a:pt x="403" y="89"/>
                    <a:pt x="461" y="231"/>
                    <a:pt x="461" y="231"/>
                  </a:cubicBezTo>
                  <a:cubicBezTo>
                    <a:pt x="461" y="105"/>
                    <a:pt x="356" y="0"/>
                    <a:pt x="231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40">
              <a:extLst>
                <a:ext uri="{FF2B5EF4-FFF2-40B4-BE49-F238E27FC236}">
                  <a16:creationId xmlns:a16="http://schemas.microsoft.com/office/drawing/2014/main" id="{E156B6A1-4C6F-C5E7-EB75-C07B65157BF5}"/>
                </a:ext>
              </a:extLst>
            </p:cNvPr>
            <p:cNvSpPr/>
            <p:nvPr/>
          </p:nvSpPr>
          <p:spPr>
            <a:xfrm>
              <a:off x="5399269" y="2816638"/>
              <a:ext cx="182024" cy="75636"/>
            </a:xfrm>
            <a:custGeom>
              <a:avLst/>
              <a:gdLst/>
              <a:ahLst/>
              <a:cxnLst/>
              <a:rect l="l" t="t" r="r" b="b"/>
              <a:pathLst>
                <a:path w="2409" h="1001" extrusionOk="0">
                  <a:moveTo>
                    <a:pt x="1608" y="1"/>
                  </a:moveTo>
                  <a:cubicBezTo>
                    <a:pt x="1358" y="1"/>
                    <a:pt x="1150" y="186"/>
                    <a:pt x="1119" y="422"/>
                  </a:cubicBezTo>
                  <a:cubicBezTo>
                    <a:pt x="1082" y="408"/>
                    <a:pt x="1054" y="401"/>
                    <a:pt x="1016" y="401"/>
                  </a:cubicBezTo>
                  <a:cubicBezTo>
                    <a:pt x="986" y="401"/>
                    <a:pt x="965" y="401"/>
                    <a:pt x="934" y="408"/>
                  </a:cubicBezTo>
                  <a:cubicBezTo>
                    <a:pt x="876" y="334"/>
                    <a:pt x="771" y="282"/>
                    <a:pt x="660" y="282"/>
                  </a:cubicBezTo>
                  <a:cubicBezTo>
                    <a:pt x="468" y="282"/>
                    <a:pt x="305" y="438"/>
                    <a:pt x="305" y="638"/>
                  </a:cubicBezTo>
                  <a:lnTo>
                    <a:pt x="305" y="661"/>
                  </a:lnTo>
                  <a:cubicBezTo>
                    <a:pt x="275" y="638"/>
                    <a:pt x="230" y="623"/>
                    <a:pt x="186" y="623"/>
                  </a:cubicBezTo>
                  <a:cubicBezTo>
                    <a:pt x="83" y="623"/>
                    <a:pt x="1" y="705"/>
                    <a:pt x="1" y="808"/>
                  </a:cubicBezTo>
                  <a:cubicBezTo>
                    <a:pt x="1" y="904"/>
                    <a:pt x="68" y="979"/>
                    <a:pt x="164" y="993"/>
                  </a:cubicBezTo>
                  <a:lnTo>
                    <a:pt x="164" y="1000"/>
                  </a:lnTo>
                  <a:lnTo>
                    <a:pt x="2165" y="1000"/>
                  </a:lnTo>
                  <a:lnTo>
                    <a:pt x="2165" y="993"/>
                  </a:lnTo>
                  <a:cubicBezTo>
                    <a:pt x="2298" y="993"/>
                    <a:pt x="2409" y="883"/>
                    <a:pt x="2409" y="750"/>
                  </a:cubicBezTo>
                  <a:cubicBezTo>
                    <a:pt x="2409" y="607"/>
                    <a:pt x="2298" y="497"/>
                    <a:pt x="2165" y="497"/>
                  </a:cubicBezTo>
                  <a:cubicBezTo>
                    <a:pt x="2142" y="497"/>
                    <a:pt x="2121" y="497"/>
                    <a:pt x="2105" y="504"/>
                  </a:cubicBezTo>
                  <a:lnTo>
                    <a:pt x="2105" y="497"/>
                  </a:lnTo>
                  <a:cubicBezTo>
                    <a:pt x="2105" y="223"/>
                    <a:pt x="1882" y="1"/>
                    <a:pt x="1608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40">
              <a:extLst>
                <a:ext uri="{FF2B5EF4-FFF2-40B4-BE49-F238E27FC236}">
                  <a16:creationId xmlns:a16="http://schemas.microsoft.com/office/drawing/2014/main" id="{60D38CCF-3C19-EAA3-5B68-61FC126B8AC6}"/>
                </a:ext>
              </a:extLst>
            </p:cNvPr>
            <p:cNvSpPr/>
            <p:nvPr/>
          </p:nvSpPr>
          <p:spPr>
            <a:xfrm>
              <a:off x="5533691" y="2818829"/>
              <a:ext cx="25313" cy="35967"/>
            </a:xfrm>
            <a:custGeom>
              <a:avLst/>
              <a:gdLst/>
              <a:ahLst/>
              <a:cxnLst/>
              <a:rect l="l" t="t" r="r" b="b"/>
              <a:pathLst>
                <a:path w="335" h="476" extrusionOk="0">
                  <a:moveTo>
                    <a:pt x="0" y="0"/>
                  </a:moveTo>
                  <a:lnTo>
                    <a:pt x="0" y="0"/>
                  </a:lnTo>
                  <a:cubicBezTo>
                    <a:pt x="192" y="75"/>
                    <a:pt x="326" y="253"/>
                    <a:pt x="326" y="468"/>
                  </a:cubicBezTo>
                  <a:lnTo>
                    <a:pt x="326" y="475"/>
                  </a:lnTo>
                  <a:lnTo>
                    <a:pt x="334" y="475"/>
                  </a:lnTo>
                  <a:lnTo>
                    <a:pt x="334" y="438"/>
                  </a:lnTo>
                  <a:cubicBezTo>
                    <a:pt x="334" y="232"/>
                    <a:pt x="192" y="61"/>
                    <a:pt x="0" y="0"/>
                  </a:cubicBezTo>
                  <a:close/>
                </a:path>
              </a:pathLst>
            </a:custGeom>
            <a:solidFill>
              <a:srgbClr val="EDE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40">
              <a:extLst>
                <a:ext uri="{FF2B5EF4-FFF2-40B4-BE49-F238E27FC236}">
                  <a16:creationId xmlns:a16="http://schemas.microsoft.com/office/drawing/2014/main" id="{A29FEF4E-9DD7-21A1-F054-9919DCB12551}"/>
                </a:ext>
              </a:extLst>
            </p:cNvPr>
            <p:cNvSpPr/>
            <p:nvPr/>
          </p:nvSpPr>
          <p:spPr>
            <a:xfrm>
              <a:off x="5524623" y="2817771"/>
              <a:ext cx="34380" cy="68986"/>
            </a:xfrm>
            <a:custGeom>
              <a:avLst/>
              <a:gdLst/>
              <a:ahLst/>
              <a:cxnLst/>
              <a:rect l="l" t="t" r="r" b="b"/>
              <a:pathLst>
                <a:path w="455" h="913" extrusionOk="0">
                  <a:moveTo>
                    <a:pt x="1" y="0"/>
                  </a:moveTo>
                  <a:cubicBezTo>
                    <a:pt x="1" y="0"/>
                    <a:pt x="298" y="119"/>
                    <a:pt x="284" y="452"/>
                  </a:cubicBezTo>
                  <a:cubicBezTo>
                    <a:pt x="261" y="824"/>
                    <a:pt x="1" y="913"/>
                    <a:pt x="1" y="913"/>
                  </a:cubicBezTo>
                  <a:cubicBezTo>
                    <a:pt x="239" y="913"/>
                    <a:pt x="438" y="719"/>
                    <a:pt x="454" y="489"/>
                  </a:cubicBezTo>
                  <a:lnTo>
                    <a:pt x="446" y="489"/>
                  </a:lnTo>
                  <a:lnTo>
                    <a:pt x="446" y="482"/>
                  </a:lnTo>
                  <a:cubicBezTo>
                    <a:pt x="446" y="267"/>
                    <a:pt x="312" y="89"/>
                    <a:pt x="120" y="14"/>
                  </a:cubicBezTo>
                  <a:cubicBezTo>
                    <a:pt x="83" y="7"/>
                    <a:pt x="45" y="0"/>
                    <a:pt x="1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40">
              <a:extLst>
                <a:ext uri="{FF2B5EF4-FFF2-40B4-BE49-F238E27FC236}">
                  <a16:creationId xmlns:a16="http://schemas.microsoft.com/office/drawing/2014/main" id="{73420B0E-50B5-DC4E-7810-2628A9741136}"/>
                </a:ext>
              </a:extLst>
            </p:cNvPr>
            <p:cNvSpPr/>
            <p:nvPr/>
          </p:nvSpPr>
          <p:spPr>
            <a:xfrm>
              <a:off x="5456922" y="2847466"/>
              <a:ext cx="35967" cy="17908"/>
            </a:xfrm>
            <a:custGeom>
              <a:avLst/>
              <a:gdLst/>
              <a:ahLst/>
              <a:cxnLst/>
              <a:rect l="l" t="t" r="r" b="b"/>
              <a:pathLst>
                <a:path w="476" h="237" extrusionOk="0">
                  <a:moveTo>
                    <a:pt x="239" y="0"/>
                  </a:moveTo>
                  <a:cubicBezTo>
                    <a:pt x="113" y="0"/>
                    <a:pt x="8" y="103"/>
                    <a:pt x="1" y="230"/>
                  </a:cubicBezTo>
                  <a:cubicBezTo>
                    <a:pt x="1" y="230"/>
                    <a:pt x="61" y="89"/>
                    <a:pt x="223" y="89"/>
                  </a:cubicBezTo>
                  <a:lnTo>
                    <a:pt x="246" y="89"/>
                  </a:lnTo>
                  <a:cubicBezTo>
                    <a:pt x="438" y="103"/>
                    <a:pt x="475" y="237"/>
                    <a:pt x="475" y="237"/>
                  </a:cubicBezTo>
                  <a:cubicBezTo>
                    <a:pt x="475" y="103"/>
                    <a:pt x="372" y="0"/>
                    <a:pt x="246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40">
              <a:extLst>
                <a:ext uri="{FF2B5EF4-FFF2-40B4-BE49-F238E27FC236}">
                  <a16:creationId xmlns:a16="http://schemas.microsoft.com/office/drawing/2014/main" id="{A0C4CD5A-8F4C-673C-CB11-F93C0A895F3A}"/>
                </a:ext>
              </a:extLst>
            </p:cNvPr>
            <p:cNvSpPr/>
            <p:nvPr/>
          </p:nvSpPr>
          <p:spPr>
            <a:xfrm>
              <a:off x="5269986" y="2551271"/>
              <a:ext cx="179757" cy="226227"/>
            </a:xfrm>
            <a:custGeom>
              <a:avLst/>
              <a:gdLst/>
              <a:ahLst/>
              <a:cxnLst/>
              <a:rect l="l" t="t" r="r" b="b"/>
              <a:pathLst>
                <a:path w="2379" h="2994" extrusionOk="0">
                  <a:moveTo>
                    <a:pt x="1185" y="1"/>
                  </a:moveTo>
                  <a:cubicBezTo>
                    <a:pt x="675" y="1"/>
                    <a:pt x="252" y="415"/>
                    <a:pt x="252" y="934"/>
                  </a:cubicBezTo>
                  <a:cubicBezTo>
                    <a:pt x="252" y="979"/>
                    <a:pt x="259" y="1023"/>
                    <a:pt x="268" y="1068"/>
                  </a:cubicBezTo>
                  <a:cubicBezTo>
                    <a:pt x="104" y="1267"/>
                    <a:pt x="1" y="1527"/>
                    <a:pt x="1" y="1808"/>
                  </a:cubicBezTo>
                  <a:cubicBezTo>
                    <a:pt x="1" y="2467"/>
                    <a:pt x="534" y="2994"/>
                    <a:pt x="1185" y="2994"/>
                  </a:cubicBezTo>
                  <a:cubicBezTo>
                    <a:pt x="1845" y="2994"/>
                    <a:pt x="2379" y="2467"/>
                    <a:pt x="2379" y="1808"/>
                  </a:cubicBezTo>
                  <a:cubicBezTo>
                    <a:pt x="2379" y="1527"/>
                    <a:pt x="2275" y="1267"/>
                    <a:pt x="2112" y="1068"/>
                  </a:cubicBezTo>
                  <a:cubicBezTo>
                    <a:pt x="2119" y="1023"/>
                    <a:pt x="2126" y="979"/>
                    <a:pt x="2126" y="934"/>
                  </a:cubicBezTo>
                  <a:cubicBezTo>
                    <a:pt x="2126" y="415"/>
                    <a:pt x="1705" y="1"/>
                    <a:pt x="1185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40">
              <a:extLst>
                <a:ext uri="{FF2B5EF4-FFF2-40B4-BE49-F238E27FC236}">
                  <a16:creationId xmlns:a16="http://schemas.microsoft.com/office/drawing/2014/main" id="{DD7B7EF9-610E-148A-A1C2-6CF74D292361}"/>
                </a:ext>
              </a:extLst>
            </p:cNvPr>
            <p:cNvSpPr/>
            <p:nvPr/>
          </p:nvSpPr>
          <p:spPr>
            <a:xfrm>
              <a:off x="5359525" y="2620786"/>
              <a:ext cx="8538" cy="269296"/>
            </a:xfrm>
            <a:custGeom>
              <a:avLst/>
              <a:gdLst/>
              <a:ahLst/>
              <a:cxnLst/>
              <a:rect l="l" t="t" r="r" b="b"/>
              <a:pathLst>
                <a:path w="113" h="3564" extrusionOk="0">
                  <a:moveTo>
                    <a:pt x="54" y="1"/>
                  </a:moveTo>
                  <a:cubicBezTo>
                    <a:pt x="53" y="1"/>
                    <a:pt x="52" y="4"/>
                    <a:pt x="52" y="14"/>
                  </a:cubicBezTo>
                  <a:lnTo>
                    <a:pt x="0" y="3511"/>
                  </a:lnTo>
                  <a:cubicBezTo>
                    <a:pt x="0" y="3534"/>
                    <a:pt x="23" y="3564"/>
                    <a:pt x="52" y="3564"/>
                  </a:cubicBezTo>
                  <a:lnTo>
                    <a:pt x="61" y="3564"/>
                  </a:lnTo>
                  <a:cubicBezTo>
                    <a:pt x="89" y="3564"/>
                    <a:pt x="112" y="3534"/>
                    <a:pt x="112" y="3511"/>
                  </a:cubicBezTo>
                  <a:cubicBezTo>
                    <a:pt x="112" y="3511"/>
                    <a:pt x="89" y="14"/>
                    <a:pt x="61" y="14"/>
                  </a:cubicBezTo>
                  <a:cubicBezTo>
                    <a:pt x="61" y="14"/>
                    <a:pt x="57" y="1"/>
                    <a:pt x="54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40">
              <a:extLst>
                <a:ext uri="{FF2B5EF4-FFF2-40B4-BE49-F238E27FC236}">
                  <a16:creationId xmlns:a16="http://schemas.microsoft.com/office/drawing/2014/main" id="{6B0D4BFA-10E7-12A2-B39F-188BD13AD8A5}"/>
                </a:ext>
              </a:extLst>
            </p:cNvPr>
            <p:cNvSpPr/>
            <p:nvPr/>
          </p:nvSpPr>
          <p:spPr>
            <a:xfrm>
              <a:off x="5312451" y="2685692"/>
              <a:ext cx="51003" cy="41936"/>
            </a:xfrm>
            <a:custGeom>
              <a:avLst/>
              <a:gdLst/>
              <a:ahLst/>
              <a:cxnLst/>
              <a:rect l="l" t="t" r="r" b="b"/>
              <a:pathLst>
                <a:path w="675" h="555" extrusionOk="0">
                  <a:moveTo>
                    <a:pt x="1" y="0"/>
                  </a:moveTo>
                  <a:lnTo>
                    <a:pt x="1" y="0"/>
                  </a:lnTo>
                  <a:cubicBezTo>
                    <a:pt x="331" y="541"/>
                    <a:pt x="634" y="555"/>
                    <a:pt x="665" y="555"/>
                  </a:cubicBezTo>
                  <a:cubicBezTo>
                    <a:pt x="667" y="555"/>
                    <a:pt x="668" y="555"/>
                    <a:pt x="668" y="555"/>
                  </a:cubicBezTo>
                  <a:lnTo>
                    <a:pt x="675" y="473"/>
                  </a:lnTo>
                  <a:lnTo>
                    <a:pt x="675" y="473"/>
                  </a:lnTo>
                  <a:cubicBezTo>
                    <a:pt x="675" y="473"/>
                    <a:pt x="668" y="479"/>
                    <a:pt x="647" y="479"/>
                  </a:cubicBezTo>
                  <a:cubicBezTo>
                    <a:pt x="606" y="479"/>
                    <a:pt x="511" y="455"/>
                    <a:pt x="312" y="311"/>
                  </a:cubicBezTo>
                  <a:cubicBezTo>
                    <a:pt x="134" y="185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40">
              <a:extLst>
                <a:ext uri="{FF2B5EF4-FFF2-40B4-BE49-F238E27FC236}">
                  <a16:creationId xmlns:a16="http://schemas.microsoft.com/office/drawing/2014/main" id="{827EF671-F7FD-8D0C-2B35-465781D9C3E1}"/>
                </a:ext>
              </a:extLst>
            </p:cNvPr>
            <p:cNvSpPr/>
            <p:nvPr/>
          </p:nvSpPr>
          <p:spPr>
            <a:xfrm>
              <a:off x="5363378" y="2673830"/>
              <a:ext cx="43749" cy="35967"/>
            </a:xfrm>
            <a:custGeom>
              <a:avLst/>
              <a:gdLst/>
              <a:ahLst/>
              <a:cxnLst/>
              <a:rect l="l" t="t" r="r" b="b"/>
              <a:pathLst>
                <a:path w="579" h="476" extrusionOk="0">
                  <a:moveTo>
                    <a:pt x="579" y="1"/>
                  </a:moveTo>
                  <a:cubicBezTo>
                    <a:pt x="579" y="1"/>
                    <a:pt x="461" y="164"/>
                    <a:pt x="312" y="267"/>
                  </a:cubicBezTo>
                  <a:cubicBezTo>
                    <a:pt x="143" y="392"/>
                    <a:pt x="60" y="413"/>
                    <a:pt x="24" y="413"/>
                  </a:cubicBezTo>
                  <a:cubicBezTo>
                    <a:pt x="7" y="413"/>
                    <a:pt x="1" y="408"/>
                    <a:pt x="1" y="408"/>
                  </a:cubicBezTo>
                  <a:lnTo>
                    <a:pt x="1" y="408"/>
                  </a:lnTo>
                  <a:lnTo>
                    <a:pt x="10" y="475"/>
                  </a:lnTo>
                  <a:cubicBezTo>
                    <a:pt x="10" y="475"/>
                    <a:pt x="11" y="475"/>
                    <a:pt x="12" y="475"/>
                  </a:cubicBezTo>
                  <a:cubicBezTo>
                    <a:pt x="40" y="475"/>
                    <a:pt x="300" y="463"/>
                    <a:pt x="57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40">
              <a:extLst>
                <a:ext uri="{FF2B5EF4-FFF2-40B4-BE49-F238E27FC236}">
                  <a16:creationId xmlns:a16="http://schemas.microsoft.com/office/drawing/2014/main" id="{6DCA2091-4CAE-F5E5-FE17-C5B413114B70}"/>
                </a:ext>
              </a:extLst>
            </p:cNvPr>
            <p:cNvSpPr/>
            <p:nvPr/>
          </p:nvSpPr>
          <p:spPr>
            <a:xfrm>
              <a:off x="5328772" y="2648744"/>
              <a:ext cx="34682" cy="28562"/>
            </a:xfrm>
            <a:custGeom>
              <a:avLst/>
              <a:gdLst/>
              <a:ahLst/>
              <a:cxnLst/>
              <a:rect l="l" t="t" r="r" b="b"/>
              <a:pathLst>
                <a:path w="459" h="378" extrusionOk="0">
                  <a:moveTo>
                    <a:pt x="0" y="0"/>
                  </a:moveTo>
                  <a:cubicBezTo>
                    <a:pt x="228" y="370"/>
                    <a:pt x="443" y="377"/>
                    <a:pt x="458" y="377"/>
                  </a:cubicBezTo>
                  <a:cubicBezTo>
                    <a:pt x="459" y="377"/>
                    <a:pt x="459" y="377"/>
                    <a:pt x="459" y="377"/>
                  </a:cubicBezTo>
                  <a:lnTo>
                    <a:pt x="459" y="325"/>
                  </a:lnTo>
                  <a:cubicBezTo>
                    <a:pt x="459" y="325"/>
                    <a:pt x="455" y="328"/>
                    <a:pt x="444" y="328"/>
                  </a:cubicBezTo>
                  <a:cubicBezTo>
                    <a:pt x="417" y="328"/>
                    <a:pt x="352" y="313"/>
                    <a:pt x="208" y="215"/>
                  </a:cubicBezTo>
                  <a:cubicBezTo>
                    <a:pt x="89" y="12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40">
              <a:extLst>
                <a:ext uri="{FF2B5EF4-FFF2-40B4-BE49-F238E27FC236}">
                  <a16:creationId xmlns:a16="http://schemas.microsoft.com/office/drawing/2014/main" id="{09B66804-36BF-E4D3-92C3-7510754A29AF}"/>
                </a:ext>
              </a:extLst>
            </p:cNvPr>
            <p:cNvSpPr/>
            <p:nvPr/>
          </p:nvSpPr>
          <p:spPr>
            <a:xfrm>
              <a:off x="7538675" y="1841914"/>
              <a:ext cx="105784" cy="106388"/>
            </a:xfrm>
            <a:custGeom>
              <a:avLst/>
              <a:gdLst/>
              <a:ahLst/>
              <a:cxnLst/>
              <a:rect l="l" t="t" r="r" b="b"/>
              <a:pathLst>
                <a:path w="1400" h="1408" extrusionOk="0">
                  <a:moveTo>
                    <a:pt x="697" y="1"/>
                  </a:moveTo>
                  <a:cubicBezTo>
                    <a:pt x="311" y="1"/>
                    <a:pt x="0" y="319"/>
                    <a:pt x="0" y="703"/>
                  </a:cubicBezTo>
                  <a:cubicBezTo>
                    <a:pt x="0" y="1089"/>
                    <a:pt x="311" y="1407"/>
                    <a:pt x="697" y="1407"/>
                  </a:cubicBezTo>
                  <a:cubicBezTo>
                    <a:pt x="1088" y="1407"/>
                    <a:pt x="1400" y="1089"/>
                    <a:pt x="1400" y="703"/>
                  </a:cubicBezTo>
                  <a:cubicBezTo>
                    <a:pt x="1400" y="319"/>
                    <a:pt x="1088" y="1"/>
                    <a:pt x="697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40">
              <a:extLst>
                <a:ext uri="{FF2B5EF4-FFF2-40B4-BE49-F238E27FC236}">
                  <a16:creationId xmlns:a16="http://schemas.microsoft.com/office/drawing/2014/main" id="{16006D75-A9C5-EF31-B0DF-0DA2A1B25F44}"/>
                </a:ext>
              </a:extLst>
            </p:cNvPr>
            <p:cNvSpPr/>
            <p:nvPr/>
          </p:nvSpPr>
          <p:spPr>
            <a:xfrm>
              <a:off x="7105263" y="1836851"/>
              <a:ext cx="67324" cy="67248"/>
            </a:xfrm>
            <a:custGeom>
              <a:avLst/>
              <a:gdLst/>
              <a:ahLst/>
              <a:cxnLst/>
              <a:rect l="l" t="t" r="r" b="b"/>
              <a:pathLst>
                <a:path w="891" h="890" extrusionOk="0">
                  <a:moveTo>
                    <a:pt x="445" y="0"/>
                  </a:moveTo>
                  <a:cubicBezTo>
                    <a:pt x="200" y="0"/>
                    <a:pt x="1" y="201"/>
                    <a:pt x="1" y="445"/>
                  </a:cubicBezTo>
                  <a:cubicBezTo>
                    <a:pt x="1" y="697"/>
                    <a:pt x="200" y="889"/>
                    <a:pt x="445" y="889"/>
                  </a:cubicBezTo>
                  <a:cubicBezTo>
                    <a:pt x="689" y="889"/>
                    <a:pt x="890" y="697"/>
                    <a:pt x="890" y="445"/>
                  </a:cubicBezTo>
                  <a:cubicBezTo>
                    <a:pt x="890" y="201"/>
                    <a:pt x="689" y="0"/>
                    <a:pt x="445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40">
              <a:extLst>
                <a:ext uri="{FF2B5EF4-FFF2-40B4-BE49-F238E27FC236}">
                  <a16:creationId xmlns:a16="http://schemas.microsoft.com/office/drawing/2014/main" id="{2C9FA8B0-6B76-CCFC-E222-68FEAFCE5CB2}"/>
                </a:ext>
              </a:extLst>
            </p:cNvPr>
            <p:cNvSpPr/>
            <p:nvPr/>
          </p:nvSpPr>
          <p:spPr>
            <a:xfrm>
              <a:off x="7151279" y="1709684"/>
              <a:ext cx="130417" cy="130039"/>
            </a:xfrm>
            <a:custGeom>
              <a:avLst/>
              <a:gdLst/>
              <a:ahLst/>
              <a:cxnLst/>
              <a:rect l="l" t="t" r="r" b="b"/>
              <a:pathLst>
                <a:path w="1726" h="1721" extrusionOk="0">
                  <a:moveTo>
                    <a:pt x="866" y="1"/>
                  </a:moveTo>
                  <a:cubicBezTo>
                    <a:pt x="391" y="1"/>
                    <a:pt x="0" y="387"/>
                    <a:pt x="0" y="862"/>
                  </a:cubicBezTo>
                  <a:cubicBezTo>
                    <a:pt x="0" y="1335"/>
                    <a:pt x="391" y="1720"/>
                    <a:pt x="866" y="1720"/>
                  </a:cubicBezTo>
                  <a:cubicBezTo>
                    <a:pt x="1341" y="1720"/>
                    <a:pt x="1725" y="1335"/>
                    <a:pt x="1725" y="862"/>
                  </a:cubicBezTo>
                  <a:cubicBezTo>
                    <a:pt x="1725" y="387"/>
                    <a:pt x="1341" y="1"/>
                    <a:pt x="866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40">
              <a:extLst>
                <a:ext uri="{FF2B5EF4-FFF2-40B4-BE49-F238E27FC236}">
                  <a16:creationId xmlns:a16="http://schemas.microsoft.com/office/drawing/2014/main" id="{446F2379-07CE-E0F2-DBB9-A3C603402FAC}"/>
                </a:ext>
              </a:extLst>
            </p:cNvPr>
            <p:cNvSpPr/>
            <p:nvPr/>
          </p:nvSpPr>
          <p:spPr>
            <a:xfrm>
              <a:off x="7489335" y="1954423"/>
              <a:ext cx="44958" cy="44278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7" y="0"/>
                  </a:moveTo>
                  <a:cubicBezTo>
                    <a:pt x="134" y="0"/>
                    <a:pt x="0" y="134"/>
                    <a:pt x="0" y="297"/>
                  </a:cubicBezTo>
                  <a:cubicBezTo>
                    <a:pt x="0" y="455"/>
                    <a:pt x="127" y="586"/>
                    <a:pt x="285" y="586"/>
                  </a:cubicBezTo>
                  <a:cubicBezTo>
                    <a:pt x="289" y="586"/>
                    <a:pt x="293" y="585"/>
                    <a:pt x="297" y="585"/>
                  </a:cubicBezTo>
                  <a:cubicBezTo>
                    <a:pt x="461" y="585"/>
                    <a:pt x="594" y="452"/>
                    <a:pt x="594" y="290"/>
                  </a:cubicBezTo>
                  <a:cubicBezTo>
                    <a:pt x="594" y="126"/>
                    <a:pt x="461" y="0"/>
                    <a:pt x="29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40">
              <a:extLst>
                <a:ext uri="{FF2B5EF4-FFF2-40B4-BE49-F238E27FC236}">
                  <a16:creationId xmlns:a16="http://schemas.microsoft.com/office/drawing/2014/main" id="{EBB2D570-0632-2F8C-0986-C359AFE6210D}"/>
                </a:ext>
              </a:extLst>
            </p:cNvPr>
            <p:cNvSpPr/>
            <p:nvPr/>
          </p:nvSpPr>
          <p:spPr>
            <a:xfrm>
              <a:off x="7954294" y="1977093"/>
              <a:ext cx="496731" cy="216177"/>
            </a:xfrm>
            <a:custGeom>
              <a:avLst/>
              <a:gdLst/>
              <a:ahLst/>
              <a:cxnLst/>
              <a:rect l="l" t="t" r="r" b="b"/>
              <a:pathLst>
                <a:path w="6574" h="2861" extrusionOk="0">
                  <a:moveTo>
                    <a:pt x="3078" y="1"/>
                  </a:moveTo>
                  <a:cubicBezTo>
                    <a:pt x="3067" y="1"/>
                    <a:pt x="3056" y="1"/>
                    <a:pt x="3045" y="1"/>
                  </a:cubicBezTo>
                  <a:cubicBezTo>
                    <a:pt x="2512" y="8"/>
                    <a:pt x="2083" y="401"/>
                    <a:pt x="2001" y="904"/>
                  </a:cubicBezTo>
                  <a:cubicBezTo>
                    <a:pt x="1964" y="904"/>
                    <a:pt x="1927" y="897"/>
                    <a:pt x="1889" y="897"/>
                  </a:cubicBezTo>
                  <a:cubicBezTo>
                    <a:pt x="1431" y="913"/>
                    <a:pt x="1068" y="1283"/>
                    <a:pt x="1061" y="1735"/>
                  </a:cubicBezTo>
                  <a:cubicBezTo>
                    <a:pt x="534" y="1891"/>
                    <a:pt x="127" y="2327"/>
                    <a:pt x="1" y="2861"/>
                  </a:cubicBezTo>
                  <a:lnTo>
                    <a:pt x="6574" y="2743"/>
                  </a:lnTo>
                  <a:cubicBezTo>
                    <a:pt x="6390" y="2086"/>
                    <a:pt x="6007" y="1601"/>
                    <a:pt x="5306" y="1601"/>
                  </a:cubicBezTo>
                  <a:cubicBezTo>
                    <a:pt x="5296" y="1601"/>
                    <a:pt x="5286" y="1601"/>
                    <a:pt x="5275" y="1602"/>
                  </a:cubicBezTo>
                  <a:lnTo>
                    <a:pt x="5217" y="1602"/>
                  </a:lnTo>
                  <a:cubicBezTo>
                    <a:pt x="5210" y="1101"/>
                    <a:pt x="4802" y="698"/>
                    <a:pt x="4305" y="698"/>
                  </a:cubicBezTo>
                  <a:cubicBezTo>
                    <a:pt x="4295" y="698"/>
                    <a:pt x="4286" y="698"/>
                    <a:pt x="4276" y="698"/>
                  </a:cubicBezTo>
                  <a:cubicBezTo>
                    <a:pt x="4208" y="698"/>
                    <a:pt x="4150" y="705"/>
                    <a:pt x="4084" y="719"/>
                  </a:cubicBezTo>
                  <a:cubicBezTo>
                    <a:pt x="3938" y="301"/>
                    <a:pt x="3545" y="1"/>
                    <a:pt x="30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40">
              <a:extLst>
                <a:ext uri="{FF2B5EF4-FFF2-40B4-BE49-F238E27FC236}">
                  <a16:creationId xmlns:a16="http://schemas.microsoft.com/office/drawing/2014/main" id="{E84F605D-FC32-A514-A53E-007431C73CB8}"/>
                </a:ext>
              </a:extLst>
            </p:cNvPr>
            <p:cNvSpPr/>
            <p:nvPr/>
          </p:nvSpPr>
          <p:spPr>
            <a:xfrm>
              <a:off x="8098236" y="2043208"/>
              <a:ext cx="54857" cy="109184"/>
            </a:xfrm>
            <a:custGeom>
              <a:avLst/>
              <a:gdLst/>
              <a:ahLst/>
              <a:cxnLst/>
              <a:rect l="l" t="t" r="r" b="b"/>
              <a:pathLst>
                <a:path w="726" h="1445" extrusionOk="0">
                  <a:moveTo>
                    <a:pt x="0" y="1"/>
                  </a:moveTo>
                  <a:cubicBezTo>
                    <a:pt x="0" y="1"/>
                    <a:pt x="578" y="186"/>
                    <a:pt x="548" y="719"/>
                  </a:cubicBezTo>
                  <a:cubicBezTo>
                    <a:pt x="518" y="1312"/>
                    <a:pt x="0" y="1445"/>
                    <a:pt x="0" y="1445"/>
                  </a:cubicBezTo>
                  <a:cubicBezTo>
                    <a:pt x="401" y="1445"/>
                    <a:pt x="726" y="1120"/>
                    <a:pt x="726" y="719"/>
                  </a:cubicBezTo>
                  <a:cubicBezTo>
                    <a:pt x="726" y="326"/>
                    <a:pt x="401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40">
              <a:extLst>
                <a:ext uri="{FF2B5EF4-FFF2-40B4-BE49-F238E27FC236}">
                  <a16:creationId xmlns:a16="http://schemas.microsoft.com/office/drawing/2014/main" id="{92F8D605-D074-9696-56A1-F01937A56B7B}"/>
                </a:ext>
              </a:extLst>
            </p:cNvPr>
            <p:cNvSpPr/>
            <p:nvPr/>
          </p:nvSpPr>
          <p:spPr>
            <a:xfrm>
              <a:off x="8286380" y="2097536"/>
              <a:ext cx="161850" cy="81756"/>
            </a:xfrm>
            <a:custGeom>
              <a:avLst/>
              <a:gdLst/>
              <a:ahLst/>
              <a:cxnLst/>
              <a:rect l="l" t="t" r="r" b="b"/>
              <a:pathLst>
                <a:path w="2142" h="1082" extrusionOk="0">
                  <a:moveTo>
                    <a:pt x="1068" y="0"/>
                  </a:moveTo>
                  <a:cubicBezTo>
                    <a:pt x="489" y="0"/>
                    <a:pt x="7" y="471"/>
                    <a:pt x="0" y="1053"/>
                  </a:cubicBezTo>
                  <a:cubicBezTo>
                    <a:pt x="0" y="1053"/>
                    <a:pt x="272" y="206"/>
                    <a:pt x="1007" y="206"/>
                  </a:cubicBezTo>
                  <a:cubicBezTo>
                    <a:pt x="1029" y="206"/>
                    <a:pt x="1052" y="207"/>
                    <a:pt x="1074" y="208"/>
                  </a:cubicBezTo>
                  <a:cubicBezTo>
                    <a:pt x="1947" y="274"/>
                    <a:pt x="2134" y="1082"/>
                    <a:pt x="2134" y="1082"/>
                  </a:cubicBezTo>
                  <a:cubicBezTo>
                    <a:pt x="2141" y="497"/>
                    <a:pt x="1674" y="15"/>
                    <a:pt x="1081" y="0"/>
                  </a:cubicBezTo>
                  <a:cubicBezTo>
                    <a:pt x="1077" y="0"/>
                    <a:pt x="1073" y="0"/>
                    <a:pt x="10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40">
              <a:extLst>
                <a:ext uri="{FF2B5EF4-FFF2-40B4-BE49-F238E27FC236}">
                  <a16:creationId xmlns:a16="http://schemas.microsoft.com/office/drawing/2014/main" id="{47CC6665-35F1-3357-9EAA-FE2A3249A610}"/>
                </a:ext>
              </a:extLst>
            </p:cNvPr>
            <p:cNvSpPr/>
            <p:nvPr/>
          </p:nvSpPr>
          <p:spPr>
            <a:xfrm>
              <a:off x="5828093" y="1513644"/>
              <a:ext cx="48118" cy="47927"/>
            </a:xfrm>
            <a:custGeom>
              <a:avLst/>
              <a:gdLst/>
              <a:ahLst/>
              <a:cxnLst/>
              <a:rect l="l" t="t" r="r" b="b"/>
              <a:pathLst>
                <a:path w="506" h="504" extrusionOk="0">
                  <a:moveTo>
                    <a:pt x="253" y="1"/>
                  </a:moveTo>
                  <a:cubicBezTo>
                    <a:pt x="113" y="1"/>
                    <a:pt x="0" y="113"/>
                    <a:pt x="0" y="253"/>
                  </a:cubicBezTo>
                  <a:cubicBezTo>
                    <a:pt x="0" y="394"/>
                    <a:pt x="113" y="504"/>
                    <a:pt x="253" y="504"/>
                  </a:cubicBezTo>
                  <a:cubicBezTo>
                    <a:pt x="394" y="504"/>
                    <a:pt x="506" y="394"/>
                    <a:pt x="506" y="253"/>
                  </a:cubicBezTo>
                  <a:cubicBezTo>
                    <a:pt x="506" y="113"/>
                    <a:pt x="394" y="1"/>
                    <a:pt x="253" y="1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08" name="Google Shape;3008;p40">
              <a:extLst>
                <a:ext uri="{FF2B5EF4-FFF2-40B4-BE49-F238E27FC236}">
                  <a16:creationId xmlns:a16="http://schemas.microsoft.com/office/drawing/2014/main" id="{5E75AD7F-C553-B0E9-86AB-5200E7883883}"/>
                </a:ext>
              </a:extLst>
            </p:cNvPr>
            <p:cNvGrpSpPr/>
            <p:nvPr/>
          </p:nvGrpSpPr>
          <p:grpSpPr>
            <a:xfrm>
              <a:off x="4884685" y="770013"/>
              <a:ext cx="661361" cy="663680"/>
              <a:chOff x="5281365" y="1361550"/>
              <a:chExt cx="373502" cy="374812"/>
            </a:xfrm>
          </p:grpSpPr>
          <p:sp>
            <p:nvSpPr>
              <p:cNvPr id="3009" name="Google Shape;3009;p40">
                <a:extLst>
                  <a:ext uri="{FF2B5EF4-FFF2-40B4-BE49-F238E27FC236}">
                    <a16:creationId xmlns:a16="http://schemas.microsoft.com/office/drawing/2014/main" id="{B07AFE92-AD5F-242B-C18F-E91031344804}"/>
                  </a:ext>
                </a:extLst>
              </p:cNvPr>
              <p:cNvSpPr/>
              <p:nvPr/>
            </p:nvSpPr>
            <p:spPr>
              <a:xfrm>
                <a:off x="5281365" y="1361550"/>
                <a:ext cx="373502" cy="374812"/>
              </a:xfrm>
              <a:custGeom>
                <a:avLst/>
                <a:gdLst/>
                <a:ahLst/>
                <a:cxnLst/>
                <a:rect l="l" t="t" r="r" b="b"/>
                <a:pathLst>
                  <a:path w="2542" h="2551" extrusionOk="0">
                    <a:moveTo>
                      <a:pt x="1275" y="1"/>
                    </a:moveTo>
                    <a:cubicBezTo>
                      <a:pt x="571" y="1"/>
                      <a:pt x="0" y="572"/>
                      <a:pt x="0" y="1276"/>
                    </a:cubicBezTo>
                    <a:cubicBezTo>
                      <a:pt x="0" y="1980"/>
                      <a:pt x="571" y="2551"/>
                      <a:pt x="1275" y="2551"/>
                    </a:cubicBezTo>
                    <a:cubicBezTo>
                      <a:pt x="1972" y="2551"/>
                      <a:pt x="2541" y="1980"/>
                      <a:pt x="2541" y="1276"/>
                    </a:cubicBezTo>
                    <a:cubicBezTo>
                      <a:pt x="2541" y="572"/>
                      <a:pt x="1972" y="1"/>
                      <a:pt x="1275" y="1"/>
                    </a:cubicBezTo>
                    <a:close/>
                  </a:path>
                </a:pathLst>
              </a:custGeom>
              <a:solidFill>
                <a:srgbClr val="FFD65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40">
                <a:extLst>
                  <a:ext uri="{FF2B5EF4-FFF2-40B4-BE49-F238E27FC236}">
                    <a16:creationId xmlns:a16="http://schemas.microsoft.com/office/drawing/2014/main" id="{31093333-7AA8-5233-83AE-B24318471963}"/>
                  </a:ext>
                </a:extLst>
              </p:cNvPr>
              <p:cNvSpPr/>
              <p:nvPr/>
            </p:nvSpPr>
            <p:spPr>
              <a:xfrm>
                <a:off x="5281365" y="1361550"/>
                <a:ext cx="186457" cy="374812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2551" extrusionOk="0">
                    <a:moveTo>
                      <a:pt x="1268" y="1"/>
                    </a:moveTo>
                    <a:cubicBezTo>
                      <a:pt x="564" y="8"/>
                      <a:pt x="0" y="572"/>
                      <a:pt x="0" y="1276"/>
                    </a:cubicBezTo>
                    <a:cubicBezTo>
                      <a:pt x="0" y="1980"/>
                      <a:pt x="564" y="2542"/>
                      <a:pt x="1268" y="2551"/>
                    </a:cubicBezTo>
                    <a:cubicBezTo>
                      <a:pt x="1268" y="2542"/>
                      <a:pt x="578" y="1913"/>
                      <a:pt x="578" y="1276"/>
                    </a:cubicBezTo>
                    <a:cubicBezTo>
                      <a:pt x="578" y="639"/>
                      <a:pt x="1268" y="8"/>
                      <a:pt x="1268" y="1"/>
                    </a:cubicBezTo>
                    <a:close/>
                  </a:path>
                </a:pathLst>
              </a:custGeom>
              <a:solidFill>
                <a:srgbClr val="FFE9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11" name="Google Shape;3011;p40">
              <a:extLst>
                <a:ext uri="{FF2B5EF4-FFF2-40B4-BE49-F238E27FC236}">
                  <a16:creationId xmlns:a16="http://schemas.microsoft.com/office/drawing/2014/main" id="{3877F931-DAD3-9F7D-2267-0A13075F19FE}"/>
                </a:ext>
              </a:extLst>
            </p:cNvPr>
            <p:cNvSpPr/>
            <p:nvPr/>
          </p:nvSpPr>
          <p:spPr>
            <a:xfrm>
              <a:off x="7223439" y="1556373"/>
              <a:ext cx="233556" cy="122634"/>
            </a:xfrm>
            <a:custGeom>
              <a:avLst/>
              <a:gdLst/>
              <a:ahLst/>
              <a:cxnLst/>
              <a:rect l="l" t="t" r="r" b="b"/>
              <a:pathLst>
                <a:path w="3091" h="1623" extrusionOk="0">
                  <a:moveTo>
                    <a:pt x="807" y="1"/>
                  </a:moveTo>
                  <a:cubicBezTo>
                    <a:pt x="363" y="1"/>
                    <a:pt x="0" y="363"/>
                    <a:pt x="0" y="815"/>
                  </a:cubicBezTo>
                  <a:cubicBezTo>
                    <a:pt x="0" y="1260"/>
                    <a:pt x="363" y="1623"/>
                    <a:pt x="807" y="1623"/>
                  </a:cubicBezTo>
                  <a:lnTo>
                    <a:pt x="2275" y="1623"/>
                  </a:lnTo>
                  <a:cubicBezTo>
                    <a:pt x="2726" y="1623"/>
                    <a:pt x="3091" y="1260"/>
                    <a:pt x="3091" y="815"/>
                  </a:cubicBezTo>
                  <a:cubicBezTo>
                    <a:pt x="3091" y="363"/>
                    <a:pt x="2726" y="1"/>
                    <a:pt x="2275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40">
              <a:extLst>
                <a:ext uri="{FF2B5EF4-FFF2-40B4-BE49-F238E27FC236}">
                  <a16:creationId xmlns:a16="http://schemas.microsoft.com/office/drawing/2014/main" id="{E9C8C65A-B849-4025-CB6D-85DDDBF57246}"/>
                </a:ext>
              </a:extLst>
            </p:cNvPr>
            <p:cNvSpPr/>
            <p:nvPr/>
          </p:nvSpPr>
          <p:spPr>
            <a:xfrm>
              <a:off x="6734717" y="1713613"/>
              <a:ext cx="114776" cy="122785"/>
            </a:xfrm>
            <a:custGeom>
              <a:avLst/>
              <a:gdLst/>
              <a:ahLst/>
              <a:cxnLst/>
              <a:rect l="l" t="t" r="r" b="b"/>
              <a:pathLst>
                <a:path w="1519" h="1625" extrusionOk="0">
                  <a:moveTo>
                    <a:pt x="0" y="0"/>
                  </a:moveTo>
                  <a:lnTo>
                    <a:pt x="0" y="1624"/>
                  </a:lnTo>
                  <a:lnTo>
                    <a:pt x="703" y="1624"/>
                  </a:lnTo>
                  <a:cubicBezTo>
                    <a:pt x="1156" y="1624"/>
                    <a:pt x="1519" y="1254"/>
                    <a:pt x="1519" y="810"/>
                  </a:cubicBezTo>
                  <a:cubicBezTo>
                    <a:pt x="1519" y="365"/>
                    <a:pt x="1156" y="0"/>
                    <a:pt x="703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40">
              <a:extLst>
                <a:ext uri="{FF2B5EF4-FFF2-40B4-BE49-F238E27FC236}">
                  <a16:creationId xmlns:a16="http://schemas.microsoft.com/office/drawing/2014/main" id="{5C8ED2CC-3D07-A30E-8812-62EA860E06BF}"/>
                </a:ext>
              </a:extLst>
            </p:cNvPr>
            <p:cNvSpPr/>
            <p:nvPr/>
          </p:nvSpPr>
          <p:spPr>
            <a:xfrm>
              <a:off x="7404783" y="1349187"/>
              <a:ext cx="373493" cy="196003"/>
            </a:xfrm>
            <a:custGeom>
              <a:avLst/>
              <a:gdLst/>
              <a:ahLst/>
              <a:cxnLst/>
              <a:rect l="l" t="t" r="r" b="b"/>
              <a:pathLst>
                <a:path w="4943" h="2594" extrusionOk="0">
                  <a:moveTo>
                    <a:pt x="1297" y="0"/>
                  </a:moveTo>
                  <a:cubicBezTo>
                    <a:pt x="586" y="0"/>
                    <a:pt x="1" y="578"/>
                    <a:pt x="1" y="1297"/>
                  </a:cubicBezTo>
                  <a:cubicBezTo>
                    <a:pt x="1" y="2008"/>
                    <a:pt x="586" y="2593"/>
                    <a:pt x="1297" y="2593"/>
                  </a:cubicBezTo>
                  <a:lnTo>
                    <a:pt x="3647" y="2593"/>
                  </a:lnTo>
                  <a:cubicBezTo>
                    <a:pt x="4358" y="2593"/>
                    <a:pt x="4943" y="2008"/>
                    <a:pt x="4943" y="1297"/>
                  </a:cubicBezTo>
                  <a:cubicBezTo>
                    <a:pt x="4943" y="578"/>
                    <a:pt x="4358" y="0"/>
                    <a:pt x="364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40">
              <a:extLst>
                <a:ext uri="{FF2B5EF4-FFF2-40B4-BE49-F238E27FC236}">
                  <a16:creationId xmlns:a16="http://schemas.microsoft.com/office/drawing/2014/main" id="{70A3B4EC-0AE8-B011-F3A2-9D4112798C2B}"/>
                </a:ext>
              </a:extLst>
            </p:cNvPr>
            <p:cNvSpPr/>
            <p:nvPr/>
          </p:nvSpPr>
          <p:spPr>
            <a:xfrm>
              <a:off x="7551520" y="1664424"/>
              <a:ext cx="438928" cy="124901"/>
            </a:xfrm>
            <a:custGeom>
              <a:avLst/>
              <a:gdLst/>
              <a:ahLst/>
              <a:cxnLst/>
              <a:rect l="l" t="t" r="r" b="b"/>
              <a:pathLst>
                <a:path w="5809" h="1653" extrusionOk="0">
                  <a:moveTo>
                    <a:pt x="822" y="0"/>
                  </a:moveTo>
                  <a:cubicBezTo>
                    <a:pt x="371" y="0"/>
                    <a:pt x="1" y="370"/>
                    <a:pt x="1" y="822"/>
                  </a:cubicBezTo>
                  <a:cubicBezTo>
                    <a:pt x="1" y="1283"/>
                    <a:pt x="371" y="1653"/>
                    <a:pt x="822" y="1653"/>
                  </a:cubicBezTo>
                  <a:lnTo>
                    <a:pt x="4987" y="1653"/>
                  </a:lnTo>
                  <a:cubicBezTo>
                    <a:pt x="5439" y="1653"/>
                    <a:pt x="5809" y="1283"/>
                    <a:pt x="5809" y="822"/>
                  </a:cubicBezTo>
                  <a:cubicBezTo>
                    <a:pt x="5809" y="370"/>
                    <a:pt x="5439" y="0"/>
                    <a:pt x="498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40">
              <a:extLst>
                <a:ext uri="{FF2B5EF4-FFF2-40B4-BE49-F238E27FC236}">
                  <a16:creationId xmlns:a16="http://schemas.microsoft.com/office/drawing/2014/main" id="{DBDAF573-40D5-E919-B37F-BD1218B453CA}"/>
                </a:ext>
              </a:extLst>
            </p:cNvPr>
            <p:cNvSpPr/>
            <p:nvPr/>
          </p:nvSpPr>
          <p:spPr>
            <a:xfrm>
              <a:off x="6211690" y="3791438"/>
              <a:ext cx="214515" cy="61052"/>
            </a:xfrm>
            <a:custGeom>
              <a:avLst/>
              <a:gdLst/>
              <a:ahLst/>
              <a:cxnLst/>
              <a:rect l="l" t="t" r="r" b="b"/>
              <a:pathLst>
                <a:path w="2839" h="808" extrusionOk="0">
                  <a:moveTo>
                    <a:pt x="408" y="0"/>
                  </a:moveTo>
                  <a:cubicBezTo>
                    <a:pt x="186" y="0"/>
                    <a:pt x="1" y="185"/>
                    <a:pt x="1" y="408"/>
                  </a:cubicBezTo>
                  <a:cubicBezTo>
                    <a:pt x="1" y="630"/>
                    <a:pt x="186" y="808"/>
                    <a:pt x="408" y="808"/>
                  </a:cubicBezTo>
                  <a:lnTo>
                    <a:pt x="2439" y="808"/>
                  </a:lnTo>
                  <a:cubicBezTo>
                    <a:pt x="2661" y="808"/>
                    <a:pt x="2839" y="630"/>
                    <a:pt x="2839" y="408"/>
                  </a:cubicBezTo>
                  <a:cubicBezTo>
                    <a:pt x="2839" y="185"/>
                    <a:pt x="2661" y="0"/>
                    <a:pt x="2439" y="0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40">
              <a:extLst>
                <a:ext uri="{FF2B5EF4-FFF2-40B4-BE49-F238E27FC236}">
                  <a16:creationId xmlns:a16="http://schemas.microsoft.com/office/drawing/2014/main" id="{8D7C3AC5-7146-8F33-8867-33D4B428F672}"/>
                </a:ext>
              </a:extLst>
            </p:cNvPr>
            <p:cNvSpPr/>
            <p:nvPr/>
          </p:nvSpPr>
          <p:spPr>
            <a:xfrm>
              <a:off x="7496588" y="3335055"/>
              <a:ext cx="254864" cy="72915"/>
            </a:xfrm>
            <a:custGeom>
              <a:avLst/>
              <a:gdLst/>
              <a:ahLst/>
              <a:cxnLst/>
              <a:rect l="l" t="t" r="r" b="b"/>
              <a:pathLst>
                <a:path w="3373" h="965" extrusionOk="0">
                  <a:moveTo>
                    <a:pt x="482" y="1"/>
                  </a:moveTo>
                  <a:cubicBezTo>
                    <a:pt x="216" y="1"/>
                    <a:pt x="0" y="216"/>
                    <a:pt x="0" y="483"/>
                  </a:cubicBezTo>
                  <a:cubicBezTo>
                    <a:pt x="0" y="743"/>
                    <a:pt x="216" y="965"/>
                    <a:pt x="482" y="965"/>
                  </a:cubicBezTo>
                  <a:lnTo>
                    <a:pt x="2890" y="965"/>
                  </a:lnTo>
                  <a:cubicBezTo>
                    <a:pt x="3157" y="965"/>
                    <a:pt x="3372" y="743"/>
                    <a:pt x="3372" y="483"/>
                  </a:cubicBezTo>
                  <a:cubicBezTo>
                    <a:pt x="3372" y="216"/>
                    <a:pt x="3157" y="1"/>
                    <a:pt x="2890" y="1"/>
                  </a:cubicBez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40">
              <a:extLst>
                <a:ext uri="{FF2B5EF4-FFF2-40B4-BE49-F238E27FC236}">
                  <a16:creationId xmlns:a16="http://schemas.microsoft.com/office/drawing/2014/main" id="{641309B6-8191-8DA4-B7B1-D5481DA07797}"/>
                </a:ext>
              </a:extLst>
            </p:cNvPr>
            <p:cNvSpPr/>
            <p:nvPr/>
          </p:nvSpPr>
          <p:spPr>
            <a:xfrm>
              <a:off x="7230693" y="3456027"/>
              <a:ext cx="416033" cy="118705"/>
            </a:xfrm>
            <a:custGeom>
              <a:avLst/>
              <a:gdLst/>
              <a:ahLst/>
              <a:cxnLst/>
              <a:rect l="l" t="t" r="r" b="b"/>
              <a:pathLst>
                <a:path w="5506" h="1571" extrusionOk="0">
                  <a:moveTo>
                    <a:pt x="786" y="0"/>
                  </a:moveTo>
                  <a:cubicBezTo>
                    <a:pt x="356" y="0"/>
                    <a:pt x="0" y="356"/>
                    <a:pt x="0" y="787"/>
                  </a:cubicBezTo>
                  <a:cubicBezTo>
                    <a:pt x="0" y="1215"/>
                    <a:pt x="356" y="1571"/>
                    <a:pt x="786" y="1571"/>
                  </a:cubicBezTo>
                  <a:lnTo>
                    <a:pt x="4720" y="1571"/>
                  </a:lnTo>
                  <a:cubicBezTo>
                    <a:pt x="5157" y="1571"/>
                    <a:pt x="5506" y="1215"/>
                    <a:pt x="5506" y="787"/>
                  </a:cubicBezTo>
                  <a:cubicBezTo>
                    <a:pt x="5506" y="356"/>
                    <a:pt x="5157" y="0"/>
                    <a:pt x="4720" y="0"/>
                  </a:cubicBez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40">
              <a:extLst>
                <a:ext uri="{FF2B5EF4-FFF2-40B4-BE49-F238E27FC236}">
                  <a16:creationId xmlns:a16="http://schemas.microsoft.com/office/drawing/2014/main" id="{8B4BB5FD-4343-745B-1A66-8D4345D2599C}"/>
                </a:ext>
              </a:extLst>
            </p:cNvPr>
            <p:cNvSpPr/>
            <p:nvPr/>
          </p:nvSpPr>
          <p:spPr>
            <a:xfrm>
              <a:off x="5918895" y="3643038"/>
              <a:ext cx="416109" cy="118251"/>
            </a:xfrm>
            <a:custGeom>
              <a:avLst/>
              <a:gdLst/>
              <a:ahLst/>
              <a:cxnLst/>
              <a:rect l="l" t="t" r="r" b="b"/>
              <a:pathLst>
                <a:path w="5507" h="1565" extrusionOk="0">
                  <a:moveTo>
                    <a:pt x="785" y="1"/>
                  </a:moveTo>
                  <a:cubicBezTo>
                    <a:pt x="356" y="1"/>
                    <a:pt x="1" y="350"/>
                    <a:pt x="1" y="778"/>
                  </a:cubicBezTo>
                  <a:cubicBezTo>
                    <a:pt x="1" y="1216"/>
                    <a:pt x="356" y="1564"/>
                    <a:pt x="785" y="1564"/>
                  </a:cubicBezTo>
                  <a:lnTo>
                    <a:pt x="4720" y="1564"/>
                  </a:lnTo>
                  <a:cubicBezTo>
                    <a:pt x="5151" y="1564"/>
                    <a:pt x="5506" y="1216"/>
                    <a:pt x="5506" y="778"/>
                  </a:cubicBezTo>
                  <a:cubicBezTo>
                    <a:pt x="5506" y="350"/>
                    <a:pt x="5151" y="1"/>
                    <a:pt x="4720" y="1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40">
              <a:extLst>
                <a:ext uri="{FF2B5EF4-FFF2-40B4-BE49-F238E27FC236}">
                  <a16:creationId xmlns:a16="http://schemas.microsoft.com/office/drawing/2014/main" id="{7FD9FFD8-C482-B92B-4C64-611DE1B77330}"/>
                </a:ext>
              </a:extLst>
            </p:cNvPr>
            <p:cNvSpPr/>
            <p:nvPr/>
          </p:nvSpPr>
          <p:spPr>
            <a:xfrm>
              <a:off x="4781189" y="2888269"/>
              <a:ext cx="1946879" cy="120518"/>
            </a:xfrm>
            <a:custGeom>
              <a:avLst/>
              <a:gdLst/>
              <a:ahLst/>
              <a:cxnLst/>
              <a:rect l="l" t="t" r="r" b="b"/>
              <a:pathLst>
                <a:path w="25766" h="1595" extrusionOk="0">
                  <a:moveTo>
                    <a:pt x="1615" y="1"/>
                  </a:moveTo>
                  <a:cubicBezTo>
                    <a:pt x="0" y="1"/>
                    <a:pt x="141" y="1594"/>
                    <a:pt x="1615" y="1594"/>
                  </a:cubicBezTo>
                  <a:lnTo>
                    <a:pt x="25765" y="1594"/>
                  </a:lnTo>
                  <a:lnTo>
                    <a:pt x="25765" y="1"/>
                  </a:ln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40">
              <a:extLst>
                <a:ext uri="{FF2B5EF4-FFF2-40B4-BE49-F238E27FC236}">
                  <a16:creationId xmlns:a16="http://schemas.microsoft.com/office/drawing/2014/main" id="{5C240D3E-6A26-9F87-3511-AB803C1D21A7}"/>
                </a:ext>
              </a:extLst>
            </p:cNvPr>
            <p:cNvSpPr/>
            <p:nvPr/>
          </p:nvSpPr>
          <p:spPr>
            <a:xfrm>
              <a:off x="4621681" y="3008711"/>
              <a:ext cx="2106386" cy="120443"/>
            </a:xfrm>
            <a:custGeom>
              <a:avLst/>
              <a:gdLst/>
              <a:ahLst/>
              <a:cxnLst/>
              <a:rect l="l" t="t" r="r" b="b"/>
              <a:pathLst>
                <a:path w="27877" h="1594" extrusionOk="0">
                  <a:moveTo>
                    <a:pt x="1615" y="0"/>
                  </a:moveTo>
                  <a:cubicBezTo>
                    <a:pt x="45" y="0"/>
                    <a:pt x="0" y="1594"/>
                    <a:pt x="1615" y="1594"/>
                  </a:cubicBezTo>
                  <a:lnTo>
                    <a:pt x="27876" y="1594"/>
                  </a:lnTo>
                  <a:lnTo>
                    <a:pt x="27876" y="0"/>
                  </a:ln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40">
              <a:extLst>
                <a:ext uri="{FF2B5EF4-FFF2-40B4-BE49-F238E27FC236}">
                  <a16:creationId xmlns:a16="http://schemas.microsoft.com/office/drawing/2014/main" id="{FC6135CA-AE98-9DAB-E31F-9BCFCA8E3F49}"/>
                </a:ext>
              </a:extLst>
            </p:cNvPr>
            <p:cNvSpPr/>
            <p:nvPr/>
          </p:nvSpPr>
          <p:spPr>
            <a:xfrm>
              <a:off x="6727312" y="2888269"/>
              <a:ext cx="1941741" cy="120518"/>
            </a:xfrm>
            <a:custGeom>
              <a:avLst/>
              <a:gdLst/>
              <a:ahLst/>
              <a:cxnLst/>
              <a:rect l="l" t="t" r="r" b="b"/>
              <a:pathLst>
                <a:path w="25698" h="1595" extrusionOk="0">
                  <a:moveTo>
                    <a:pt x="0" y="1"/>
                  </a:moveTo>
                  <a:lnTo>
                    <a:pt x="0" y="1594"/>
                  </a:lnTo>
                  <a:lnTo>
                    <a:pt x="24350" y="1594"/>
                  </a:lnTo>
                  <a:cubicBezTo>
                    <a:pt x="25698" y="1594"/>
                    <a:pt x="25557" y="1"/>
                    <a:pt x="2435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40">
              <a:extLst>
                <a:ext uri="{FF2B5EF4-FFF2-40B4-BE49-F238E27FC236}">
                  <a16:creationId xmlns:a16="http://schemas.microsoft.com/office/drawing/2014/main" id="{52E7B969-404B-184D-A4C0-D02A0F3A2E35}"/>
                </a:ext>
              </a:extLst>
            </p:cNvPr>
            <p:cNvSpPr/>
            <p:nvPr/>
          </p:nvSpPr>
          <p:spPr>
            <a:xfrm>
              <a:off x="6727312" y="3008711"/>
              <a:ext cx="2094674" cy="120443"/>
            </a:xfrm>
            <a:custGeom>
              <a:avLst/>
              <a:gdLst/>
              <a:ahLst/>
              <a:cxnLst/>
              <a:rect l="l" t="t" r="r" b="b"/>
              <a:pathLst>
                <a:path w="27722" h="1594" extrusionOk="0">
                  <a:moveTo>
                    <a:pt x="0" y="0"/>
                  </a:moveTo>
                  <a:lnTo>
                    <a:pt x="0" y="1578"/>
                  </a:lnTo>
                  <a:lnTo>
                    <a:pt x="20763" y="1578"/>
                  </a:lnTo>
                  <a:cubicBezTo>
                    <a:pt x="20807" y="1578"/>
                    <a:pt x="20861" y="1587"/>
                    <a:pt x="20905" y="1594"/>
                  </a:cubicBezTo>
                  <a:lnTo>
                    <a:pt x="26692" y="1594"/>
                  </a:lnTo>
                  <a:cubicBezTo>
                    <a:pt x="27670" y="1594"/>
                    <a:pt x="27722" y="164"/>
                    <a:pt x="26774" y="15"/>
                  </a:cubicBezTo>
                  <a:cubicBezTo>
                    <a:pt x="26720" y="7"/>
                    <a:pt x="26662" y="0"/>
                    <a:pt x="26610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40">
              <a:extLst>
                <a:ext uri="{FF2B5EF4-FFF2-40B4-BE49-F238E27FC236}">
                  <a16:creationId xmlns:a16="http://schemas.microsoft.com/office/drawing/2014/main" id="{BBC85107-6546-8B7B-B261-F9FA2E488815}"/>
                </a:ext>
              </a:extLst>
            </p:cNvPr>
            <p:cNvSpPr/>
            <p:nvPr/>
          </p:nvSpPr>
          <p:spPr>
            <a:xfrm>
              <a:off x="6727312" y="3127870"/>
              <a:ext cx="1579657" cy="1285"/>
            </a:xfrm>
            <a:custGeom>
              <a:avLst/>
              <a:gdLst/>
              <a:ahLst/>
              <a:cxnLst/>
              <a:rect l="l" t="t" r="r" b="b"/>
              <a:pathLst>
                <a:path w="20906" h="17" extrusionOk="0">
                  <a:moveTo>
                    <a:pt x="0" y="1"/>
                  </a:moveTo>
                  <a:lnTo>
                    <a:pt x="0" y="17"/>
                  </a:lnTo>
                  <a:lnTo>
                    <a:pt x="20905" y="17"/>
                  </a:lnTo>
                  <a:cubicBezTo>
                    <a:pt x="20861" y="10"/>
                    <a:pt x="20807" y="1"/>
                    <a:pt x="20763" y="1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40">
              <a:extLst>
                <a:ext uri="{FF2B5EF4-FFF2-40B4-BE49-F238E27FC236}">
                  <a16:creationId xmlns:a16="http://schemas.microsoft.com/office/drawing/2014/main" id="{3344CE5E-6E58-223E-7F27-610609C34E25}"/>
                </a:ext>
              </a:extLst>
            </p:cNvPr>
            <p:cNvSpPr/>
            <p:nvPr/>
          </p:nvSpPr>
          <p:spPr>
            <a:xfrm>
              <a:off x="7366247" y="2060282"/>
              <a:ext cx="138879" cy="837129"/>
            </a:xfrm>
            <a:custGeom>
              <a:avLst/>
              <a:gdLst/>
              <a:ahLst/>
              <a:cxnLst/>
              <a:rect l="l" t="t" r="r" b="b"/>
              <a:pathLst>
                <a:path w="1838" h="11079" extrusionOk="0">
                  <a:moveTo>
                    <a:pt x="497" y="1"/>
                  </a:moveTo>
                  <a:lnTo>
                    <a:pt x="0" y="11055"/>
                  </a:lnTo>
                  <a:lnTo>
                    <a:pt x="1838" y="11078"/>
                  </a:lnTo>
                  <a:lnTo>
                    <a:pt x="1838" y="11078"/>
                  </a:lnTo>
                  <a:lnTo>
                    <a:pt x="1601" y="15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40">
              <a:extLst>
                <a:ext uri="{FF2B5EF4-FFF2-40B4-BE49-F238E27FC236}">
                  <a16:creationId xmlns:a16="http://schemas.microsoft.com/office/drawing/2014/main" id="{0F685301-03DB-887E-9BC1-F9F322F3C1D5}"/>
                </a:ext>
              </a:extLst>
            </p:cNvPr>
            <p:cNvSpPr/>
            <p:nvPr/>
          </p:nvSpPr>
          <p:spPr>
            <a:xfrm>
              <a:off x="7366247" y="2060282"/>
              <a:ext cx="79489" cy="835845"/>
            </a:xfrm>
            <a:custGeom>
              <a:avLst/>
              <a:gdLst/>
              <a:ahLst/>
              <a:cxnLst/>
              <a:rect l="l" t="t" r="r" b="b"/>
              <a:pathLst>
                <a:path w="1052" h="11062" extrusionOk="0">
                  <a:moveTo>
                    <a:pt x="497" y="1"/>
                  </a:moveTo>
                  <a:lnTo>
                    <a:pt x="363" y="2994"/>
                  </a:lnTo>
                  <a:lnTo>
                    <a:pt x="0" y="11055"/>
                  </a:lnTo>
                  <a:lnTo>
                    <a:pt x="918" y="11062"/>
                  </a:lnTo>
                  <a:lnTo>
                    <a:pt x="1051" y="8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9293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40">
              <a:extLst>
                <a:ext uri="{FF2B5EF4-FFF2-40B4-BE49-F238E27FC236}">
                  <a16:creationId xmlns:a16="http://schemas.microsoft.com/office/drawing/2014/main" id="{EABC10EB-5F5E-6228-D417-65CFDC0FA622}"/>
                </a:ext>
              </a:extLst>
            </p:cNvPr>
            <p:cNvSpPr/>
            <p:nvPr/>
          </p:nvSpPr>
          <p:spPr>
            <a:xfrm>
              <a:off x="7393147" y="2261876"/>
              <a:ext cx="99059" cy="49794"/>
            </a:xfrm>
            <a:custGeom>
              <a:avLst/>
              <a:gdLst/>
              <a:ahLst/>
              <a:cxnLst/>
              <a:rect l="l" t="t" r="r" b="b"/>
              <a:pathLst>
                <a:path w="1311" h="659" extrusionOk="0">
                  <a:moveTo>
                    <a:pt x="29" y="0"/>
                  </a:moveTo>
                  <a:lnTo>
                    <a:pt x="0" y="637"/>
                  </a:lnTo>
                  <a:lnTo>
                    <a:pt x="651" y="651"/>
                  </a:lnTo>
                  <a:lnTo>
                    <a:pt x="1311" y="658"/>
                  </a:lnTo>
                  <a:lnTo>
                    <a:pt x="1297" y="14"/>
                  </a:lnTo>
                  <a:lnTo>
                    <a:pt x="667" y="7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40">
              <a:extLst>
                <a:ext uri="{FF2B5EF4-FFF2-40B4-BE49-F238E27FC236}">
                  <a16:creationId xmlns:a16="http://schemas.microsoft.com/office/drawing/2014/main" id="{68E1A18A-5AA8-119C-1683-DC68971EEA49}"/>
                </a:ext>
              </a:extLst>
            </p:cNvPr>
            <p:cNvSpPr/>
            <p:nvPr/>
          </p:nvSpPr>
          <p:spPr>
            <a:xfrm>
              <a:off x="7386951" y="2374839"/>
              <a:ext cx="108126" cy="72386"/>
            </a:xfrm>
            <a:custGeom>
              <a:avLst/>
              <a:gdLst/>
              <a:ahLst/>
              <a:cxnLst/>
              <a:rect l="l" t="t" r="r" b="b"/>
              <a:pathLst>
                <a:path w="1431" h="958" extrusionOk="0">
                  <a:moveTo>
                    <a:pt x="45" y="1"/>
                  </a:moveTo>
                  <a:lnTo>
                    <a:pt x="0" y="941"/>
                  </a:lnTo>
                  <a:lnTo>
                    <a:pt x="719" y="950"/>
                  </a:lnTo>
                  <a:lnTo>
                    <a:pt x="1430" y="957"/>
                  </a:lnTo>
                  <a:lnTo>
                    <a:pt x="1416" y="24"/>
                  </a:lnTo>
                  <a:lnTo>
                    <a:pt x="726" y="8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8" name="Google Shape;3028;p40">
            <a:extLst>
              <a:ext uri="{FF2B5EF4-FFF2-40B4-BE49-F238E27FC236}">
                <a16:creationId xmlns:a16="http://schemas.microsoft.com/office/drawing/2014/main" id="{1BA8D720-D36C-6B6B-8DA6-26B4E2C1AE91}"/>
              </a:ext>
            </a:extLst>
          </p:cNvPr>
          <p:cNvGrpSpPr/>
          <p:nvPr/>
        </p:nvGrpSpPr>
        <p:grpSpPr>
          <a:xfrm>
            <a:off x="5294399" y="4481088"/>
            <a:ext cx="2749703" cy="122913"/>
            <a:chOff x="5024149" y="4918613"/>
            <a:chExt cx="2749703" cy="122913"/>
          </a:xfrm>
        </p:grpSpPr>
        <p:sp>
          <p:nvSpPr>
            <p:cNvPr id="3029" name="Google Shape;3029;p40">
              <a:extLst>
                <a:ext uri="{FF2B5EF4-FFF2-40B4-BE49-F238E27FC236}">
                  <a16:creationId xmlns:a16="http://schemas.microsoft.com/office/drawing/2014/main" id="{88DD8A63-F533-4891-3F8C-03FDABBA5775}"/>
                </a:ext>
              </a:extLst>
            </p:cNvPr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40">
              <a:extLst>
                <a:ext uri="{FF2B5EF4-FFF2-40B4-BE49-F238E27FC236}">
                  <a16:creationId xmlns:a16="http://schemas.microsoft.com/office/drawing/2014/main" id="{D7BE2CAA-8EDA-ED65-A935-7A63F9768EF4}"/>
                </a:ext>
              </a:extLst>
            </p:cNvPr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40">
              <a:extLst>
                <a:ext uri="{FF2B5EF4-FFF2-40B4-BE49-F238E27FC236}">
                  <a16:creationId xmlns:a16="http://schemas.microsoft.com/office/drawing/2014/main" id="{3B7B313B-5675-FAA8-E9D9-0836414481A3}"/>
                </a:ext>
              </a:extLst>
            </p:cNvPr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40">
              <a:extLst>
                <a:ext uri="{FF2B5EF4-FFF2-40B4-BE49-F238E27FC236}">
                  <a16:creationId xmlns:a16="http://schemas.microsoft.com/office/drawing/2014/main" id="{94C74B27-F482-DE51-94D4-0224A367BAB4}"/>
                </a:ext>
              </a:extLst>
            </p:cNvPr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40">
              <a:extLst>
                <a:ext uri="{FF2B5EF4-FFF2-40B4-BE49-F238E27FC236}">
                  <a16:creationId xmlns:a16="http://schemas.microsoft.com/office/drawing/2014/main" id="{686866C0-E953-C072-69A4-80ED59ACAFB6}"/>
                </a:ext>
              </a:extLst>
            </p:cNvPr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40">
              <a:extLst>
                <a:ext uri="{FF2B5EF4-FFF2-40B4-BE49-F238E27FC236}">
                  <a16:creationId xmlns:a16="http://schemas.microsoft.com/office/drawing/2014/main" id="{222F81AD-DB06-459E-C907-7854576C2EC3}"/>
                </a:ext>
              </a:extLst>
            </p:cNvPr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40">
              <a:extLst>
                <a:ext uri="{FF2B5EF4-FFF2-40B4-BE49-F238E27FC236}">
                  <a16:creationId xmlns:a16="http://schemas.microsoft.com/office/drawing/2014/main" id="{00F494B8-7163-1AA1-6D10-1004E700CB5E}"/>
                </a:ext>
              </a:extLst>
            </p:cNvPr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40">
              <a:extLst>
                <a:ext uri="{FF2B5EF4-FFF2-40B4-BE49-F238E27FC236}">
                  <a16:creationId xmlns:a16="http://schemas.microsoft.com/office/drawing/2014/main" id="{5B1637DC-FA73-5E50-AAC2-DC2931DC1438}"/>
                </a:ext>
              </a:extLst>
            </p:cNvPr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40">
              <a:extLst>
                <a:ext uri="{FF2B5EF4-FFF2-40B4-BE49-F238E27FC236}">
                  <a16:creationId xmlns:a16="http://schemas.microsoft.com/office/drawing/2014/main" id="{14F058B7-5CFE-68A8-79C2-6FEAA74408E8}"/>
                </a:ext>
              </a:extLst>
            </p:cNvPr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40">
              <a:extLst>
                <a:ext uri="{FF2B5EF4-FFF2-40B4-BE49-F238E27FC236}">
                  <a16:creationId xmlns:a16="http://schemas.microsoft.com/office/drawing/2014/main" id="{43FD3CC2-3D6A-61CD-DFB5-B83F9E080FEF}"/>
                </a:ext>
              </a:extLst>
            </p:cNvPr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40">
              <a:extLst>
                <a:ext uri="{FF2B5EF4-FFF2-40B4-BE49-F238E27FC236}">
                  <a16:creationId xmlns:a16="http://schemas.microsoft.com/office/drawing/2014/main" id="{0C7FF7CB-F584-CEA1-4432-EB800FC5DE9A}"/>
                </a:ext>
              </a:extLst>
            </p:cNvPr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40">
              <a:extLst>
                <a:ext uri="{FF2B5EF4-FFF2-40B4-BE49-F238E27FC236}">
                  <a16:creationId xmlns:a16="http://schemas.microsoft.com/office/drawing/2014/main" id="{2F1BE91D-2EA8-2F97-3496-01AFA917B432}"/>
                </a:ext>
              </a:extLst>
            </p:cNvPr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40">
              <a:extLst>
                <a:ext uri="{FF2B5EF4-FFF2-40B4-BE49-F238E27FC236}">
                  <a16:creationId xmlns:a16="http://schemas.microsoft.com/office/drawing/2014/main" id="{BE5B3210-484B-ED33-6A68-02DD81CE3C9B}"/>
                </a:ext>
              </a:extLst>
            </p:cNvPr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40">
              <a:extLst>
                <a:ext uri="{FF2B5EF4-FFF2-40B4-BE49-F238E27FC236}">
                  <a16:creationId xmlns:a16="http://schemas.microsoft.com/office/drawing/2014/main" id="{C3CE6A7D-7D3C-2194-BFFC-D9D62D694304}"/>
                </a:ext>
              </a:extLst>
            </p:cNvPr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40">
              <a:extLst>
                <a:ext uri="{FF2B5EF4-FFF2-40B4-BE49-F238E27FC236}">
                  <a16:creationId xmlns:a16="http://schemas.microsoft.com/office/drawing/2014/main" id="{19A96D67-CDA1-4F59-01B1-3CFAAAA41147}"/>
                </a:ext>
              </a:extLst>
            </p:cNvPr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40">
              <a:extLst>
                <a:ext uri="{FF2B5EF4-FFF2-40B4-BE49-F238E27FC236}">
                  <a16:creationId xmlns:a16="http://schemas.microsoft.com/office/drawing/2014/main" id="{78901F84-48E9-B760-A091-65674450B32D}"/>
                </a:ext>
              </a:extLst>
            </p:cNvPr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40">
              <a:extLst>
                <a:ext uri="{FF2B5EF4-FFF2-40B4-BE49-F238E27FC236}">
                  <a16:creationId xmlns:a16="http://schemas.microsoft.com/office/drawing/2014/main" id="{5AE9994D-8284-F92E-4C84-DB951F603AA6}"/>
                </a:ext>
              </a:extLst>
            </p:cNvPr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40">
              <a:extLst>
                <a:ext uri="{FF2B5EF4-FFF2-40B4-BE49-F238E27FC236}">
                  <a16:creationId xmlns:a16="http://schemas.microsoft.com/office/drawing/2014/main" id="{21D7A617-303E-84EF-EE34-93DF96E131BD}"/>
                </a:ext>
              </a:extLst>
            </p:cNvPr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40">
              <a:extLst>
                <a:ext uri="{FF2B5EF4-FFF2-40B4-BE49-F238E27FC236}">
                  <a16:creationId xmlns:a16="http://schemas.microsoft.com/office/drawing/2014/main" id="{F7EC5520-6EBC-30D2-8F48-386173921F9E}"/>
                </a:ext>
              </a:extLst>
            </p:cNvPr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40">
              <a:extLst>
                <a:ext uri="{FF2B5EF4-FFF2-40B4-BE49-F238E27FC236}">
                  <a16:creationId xmlns:a16="http://schemas.microsoft.com/office/drawing/2014/main" id="{0AA040F3-522C-FD4A-27EC-4D34ACB0F2C1}"/>
                </a:ext>
              </a:extLst>
            </p:cNvPr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40">
              <a:extLst>
                <a:ext uri="{FF2B5EF4-FFF2-40B4-BE49-F238E27FC236}">
                  <a16:creationId xmlns:a16="http://schemas.microsoft.com/office/drawing/2014/main" id="{03803DC7-A25B-03D2-5E81-E27A6E95D0D9}"/>
                </a:ext>
              </a:extLst>
            </p:cNvPr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40">
              <a:extLst>
                <a:ext uri="{FF2B5EF4-FFF2-40B4-BE49-F238E27FC236}">
                  <a16:creationId xmlns:a16="http://schemas.microsoft.com/office/drawing/2014/main" id="{82508BF7-08A7-702C-7231-9E9E1393A590}"/>
                </a:ext>
              </a:extLst>
            </p:cNvPr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40">
              <a:extLst>
                <a:ext uri="{FF2B5EF4-FFF2-40B4-BE49-F238E27FC236}">
                  <a16:creationId xmlns:a16="http://schemas.microsoft.com/office/drawing/2014/main" id="{03553A1E-9F3E-F85B-91ED-8DFD2BBCD1E2}"/>
                </a:ext>
              </a:extLst>
            </p:cNvPr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40">
              <a:extLst>
                <a:ext uri="{FF2B5EF4-FFF2-40B4-BE49-F238E27FC236}">
                  <a16:creationId xmlns:a16="http://schemas.microsoft.com/office/drawing/2014/main" id="{53957813-0801-41A0-D3C6-E94A694FC818}"/>
                </a:ext>
              </a:extLst>
            </p:cNvPr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40">
              <a:extLst>
                <a:ext uri="{FF2B5EF4-FFF2-40B4-BE49-F238E27FC236}">
                  <a16:creationId xmlns:a16="http://schemas.microsoft.com/office/drawing/2014/main" id="{8F173FE2-72F6-657F-5540-06F8D27843A2}"/>
                </a:ext>
              </a:extLst>
            </p:cNvPr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40">
              <a:extLst>
                <a:ext uri="{FF2B5EF4-FFF2-40B4-BE49-F238E27FC236}">
                  <a16:creationId xmlns:a16="http://schemas.microsoft.com/office/drawing/2014/main" id="{BF1AB50B-36DB-437D-BDC6-A5EF4729EB69}"/>
                </a:ext>
              </a:extLst>
            </p:cNvPr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40">
              <a:extLst>
                <a:ext uri="{FF2B5EF4-FFF2-40B4-BE49-F238E27FC236}">
                  <a16:creationId xmlns:a16="http://schemas.microsoft.com/office/drawing/2014/main" id="{FCE87D7E-950F-8771-576E-90B084699631}"/>
                </a:ext>
              </a:extLst>
            </p:cNvPr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40">
              <a:extLst>
                <a:ext uri="{FF2B5EF4-FFF2-40B4-BE49-F238E27FC236}">
                  <a16:creationId xmlns:a16="http://schemas.microsoft.com/office/drawing/2014/main" id="{6B03D5BF-7073-53DC-A2FF-D4EC6AE085D5}"/>
                </a:ext>
              </a:extLst>
            </p:cNvPr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40">
              <a:extLst>
                <a:ext uri="{FF2B5EF4-FFF2-40B4-BE49-F238E27FC236}">
                  <a16:creationId xmlns:a16="http://schemas.microsoft.com/office/drawing/2014/main" id="{789E6AA7-25D1-98C3-A890-5DE789483516}"/>
                </a:ext>
              </a:extLst>
            </p:cNvPr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40">
              <a:extLst>
                <a:ext uri="{FF2B5EF4-FFF2-40B4-BE49-F238E27FC236}">
                  <a16:creationId xmlns:a16="http://schemas.microsoft.com/office/drawing/2014/main" id="{1AF62D20-F8B8-6C0C-2D30-8444693F91F4}"/>
                </a:ext>
              </a:extLst>
            </p:cNvPr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5A6E0A15-AEB2-AAD6-5BFC-2977FDE80F94}"/>
              </a:ext>
            </a:extLst>
          </p:cNvPr>
          <p:cNvSpPr txBox="1"/>
          <p:nvPr/>
        </p:nvSpPr>
        <p:spPr>
          <a:xfrm>
            <a:off x="1275908" y="3818369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lphaUcPeriod"/>
            </a:pPr>
            <a:r>
              <a:rPr lang="en-US" i="1" dirty="0">
                <a:solidFill>
                  <a:schemeClr val="tx1"/>
                </a:solidFill>
                <a:latin typeface="Paytone One" panose="020B0604020202020204" charset="0"/>
              </a:rPr>
              <a:t>Backend</a:t>
            </a:r>
          </a:p>
          <a:p>
            <a:pPr marL="342900" indent="-342900">
              <a:buAutoNum type="alphaUcPeriod"/>
            </a:pPr>
            <a:r>
              <a:rPr lang="en-US" i="1" dirty="0">
                <a:solidFill>
                  <a:schemeClr val="tx1"/>
                </a:solidFill>
                <a:latin typeface="Paytone One" panose="020B0604020202020204" charset="0"/>
              </a:rPr>
              <a:t>Frontend</a:t>
            </a:r>
          </a:p>
        </p:txBody>
      </p:sp>
    </p:spTree>
    <p:extLst>
      <p:ext uri="{BB962C8B-B14F-4D97-AF65-F5344CB8AC3E}">
        <p14:creationId xmlns:p14="http://schemas.microsoft.com/office/powerpoint/2010/main" val="2236892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5" name="Google Shape;2825;p40"/>
          <p:cNvSpPr/>
          <p:nvPr/>
        </p:nvSpPr>
        <p:spPr>
          <a:xfrm>
            <a:off x="6715600" y="739628"/>
            <a:ext cx="3611700" cy="44178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6" name="Google Shape;2826;p40"/>
          <p:cNvSpPr txBox="1">
            <a:spLocks noGrp="1"/>
          </p:cNvSpPr>
          <p:nvPr>
            <p:ph type="title"/>
          </p:nvPr>
        </p:nvSpPr>
        <p:spPr>
          <a:xfrm>
            <a:off x="670382" y="2205311"/>
            <a:ext cx="4098000" cy="16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Flask API</a:t>
            </a:r>
            <a:r>
              <a:rPr lang="en" dirty="0"/>
              <a:t>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27" name="Google Shape;2827;p40"/>
          <p:cNvSpPr txBox="1">
            <a:spLocks noGrp="1"/>
          </p:cNvSpPr>
          <p:nvPr>
            <p:ph type="title" idx="2"/>
          </p:nvPr>
        </p:nvSpPr>
        <p:spPr>
          <a:xfrm>
            <a:off x="670381" y="1363511"/>
            <a:ext cx="2661153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A) a.</a:t>
            </a:r>
            <a:endParaRPr dirty="0"/>
          </a:p>
        </p:txBody>
      </p:sp>
      <p:grpSp>
        <p:nvGrpSpPr>
          <p:cNvPr id="2829" name="Google Shape;2829;p40"/>
          <p:cNvGrpSpPr/>
          <p:nvPr/>
        </p:nvGrpSpPr>
        <p:grpSpPr>
          <a:xfrm>
            <a:off x="4815809" y="1231579"/>
            <a:ext cx="3760350" cy="2993849"/>
            <a:chOff x="4570602" y="770013"/>
            <a:chExt cx="4251385" cy="3384793"/>
          </a:xfrm>
        </p:grpSpPr>
        <p:sp>
          <p:nvSpPr>
            <p:cNvPr id="2830" name="Google Shape;2830;p40"/>
            <p:cNvSpPr/>
            <p:nvPr/>
          </p:nvSpPr>
          <p:spPr>
            <a:xfrm>
              <a:off x="6729050" y="3130136"/>
              <a:ext cx="1375116" cy="1024669"/>
            </a:xfrm>
            <a:custGeom>
              <a:avLst/>
              <a:gdLst/>
              <a:ahLst/>
              <a:cxnLst/>
              <a:rect l="l" t="t" r="r" b="b"/>
              <a:pathLst>
                <a:path w="18199" h="13561" extrusionOk="0">
                  <a:moveTo>
                    <a:pt x="0" y="1"/>
                  </a:moveTo>
                  <a:lnTo>
                    <a:pt x="0" y="13554"/>
                  </a:lnTo>
                  <a:cubicBezTo>
                    <a:pt x="52" y="13554"/>
                    <a:pt x="104" y="13561"/>
                    <a:pt x="148" y="13561"/>
                  </a:cubicBezTo>
                  <a:cubicBezTo>
                    <a:pt x="5640" y="13561"/>
                    <a:pt x="10582" y="11219"/>
                    <a:pt x="14035" y="7484"/>
                  </a:cubicBezTo>
                  <a:lnTo>
                    <a:pt x="14042" y="7484"/>
                  </a:lnTo>
                  <a:cubicBezTo>
                    <a:pt x="14050" y="7470"/>
                    <a:pt x="14064" y="7456"/>
                    <a:pt x="14071" y="7440"/>
                  </a:cubicBezTo>
                  <a:cubicBezTo>
                    <a:pt x="14108" y="7404"/>
                    <a:pt x="14138" y="7374"/>
                    <a:pt x="14169" y="7337"/>
                  </a:cubicBezTo>
                  <a:lnTo>
                    <a:pt x="14160" y="7337"/>
                  </a:lnTo>
                  <a:cubicBezTo>
                    <a:pt x="16013" y="5254"/>
                    <a:pt x="17414" y="2757"/>
                    <a:pt x="18198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40"/>
            <p:cNvSpPr/>
            <p:nvPr/>
          </p:nvSpPr>
          <p:spPr>
            <a:xfrm>
              <a:off x="5381966" y="3130136"/>
              <a:ext cx="1347688" cy="1024140"/>
            </a:xfrm>
            <a:custGeom>
              <a:avLst/>
              <a:gdLst/>
              <a:ahLst/>
              <a:cxnLst/>
              <a:rect l="l" t="t" r="r" b="b"/>
              <a:pathLst>
                <a:path w="17836" h="13554" extrusionOk="0">
                  <a:moveTo>
                    <a:pt x="0" y="1"/>
                  </a:moveTo>
                  <a:cubicBezTo>
                    <a:pt x="801" y="2816"/>
                    <a:pt x="2245" y="5366"/>
                    <a:pt x="4165" y="7484"/>
                  </a:cubicBezTo>
                  <a:lnTo>
                    <a:pt x="4172" y="7484"/>
                  </a:lnTo>
                  <a:cubicBezTo>
                    <a:pt x="7580" y="11167"/>
                    <a:pt x="12435" y="13495"/>
                    <a:pt x="17836" y="13554"/>
                  </a:cubicBezTo>
                  <a:lnTo>
                    <a:pt x="17836" y="1"/>
                  </a:ln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40"/>
            <p:cNvSpPr/>
            <p:nvPr/>
          </p:nvSpPr>
          <p:spPr>
            <a:xfrm>
              <a:off x="5198280" y="2452665"/>
              <a:ext cx="34153" cy="21459"/>
            </a:xfrm>
            <a:custGeom>
              <a:avLst/>
              <a:gdLst/>
              <a:ahLst/>
              <a:cxnLst/>
              <a:rect l="l" t="t" r="r" b="b"/>
              <a:pathLst>
                <a:path w="452" h="284" extrusionOk="0">
                  <a:moveTo>
                    <a:pt x="0" y="0"/>
                  </a:moveTo>
                  <a:lnTo>
                    <a:pt x="0" y="0"/>
                  </a:lnTo>
                  <a:cubicBezTo>
                    <a:pt x="164" y="61"/>
                    <a:pt x="297" y="157"/>
                    <a:pt x="416" y="283"/>
                  </a:cubicBezTo>
                  <a:lnTo>
                    <a:pt x="452" y="232"/>
                  </a:lnTo>
                  <a:cubicBezTo>
                    <a:pt x="319" y="120"/>
                    <a:pt x="171" y="38"/>
                    <a:pt x="0" y="0"/>
                  </a:cubicBezTo>
                  <a:close/>
                </a:path>
              </a:pathLst>
            </a:custGeom>
            <a:solidFill>
              <a:srgbClr val="959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33" name="Google Shape;2833;p40"/>
            <p:cNvGrpSpPr/>
            <p:nvPr/>
          </p:nvGrpSpPr>
          <p:grpSpPr>
            <a:xfrm>
              <a:off x="4570602" y="2237589"/>
              <a:ext cx="690475" cy="300836"/>
              <a:chOff x="4570602" y="2237589"/>
              <a:chExt cx="690475" cy="300836"/>
            </a:xfrm>
          </p:grpSpPr>
          <p:sp>
            <p:nvSpPr>
              <p:cNvPr id="2834" name="Google Shape;2834;p40"/>
              <p:cNvSpPr/>
              <p:nvPr/>
            </p:nvSpPr>
            <p:spPr>
              <a:xfrm>
                <a:off x="4570602" y="2237589"/>
                <a:ext cx="690475" cy="300836"/>
              </a:xfrm>
              <a:custGeom>
                <a:avLst/>
                <a:gdLst/>
                <a:ahLst/>
                <a:cxnLst/>
                <a:rect l="l" t="t" r="r" b="b"/>
                <a:pathLst>
                  <a:path w="6789" h="2958" extrusionOk="0">
                    <a:moveTo>
                      <a:pt x="3232" y="0"/>
                    </a:moveTo>
                    <a:cubicBezTo>
                      <a:pt x="2690" y="0"/>
                      <a:pt x="2239" y="391"/>
                      <a:pt x="2135" y="906"/>
                    </a:cubicBezTo>
                    <a:cubicBezTo>
                      <a:pt x="2097" y="899"/>
                      <a:pt x="2062" y="899"/>
                      <a:pt x="2017" y="890"/>
                    </a:cubicBezTo>
                    <a:cubicBezTo>
                      <a:pt x="1550" y="890"/>
                      <a:pt x="1157" y="1261"/>
                      <a:pt x="1135" y="1727"/>
                    </a:cubicBezTo>
                    <a:cubicBezTo>
                      <a:pt x="586" y="1868"/>
                      <a:pt x="150" y="2305"/>
                      <a:pt x="1" y="2855"/>
                    </a:cubicBezTo>
                    <a:lnTo>
                      <a:pt x="6789" y="2958"/>
                    </a:lnTo>
                    <a:cubicBezTo>
                      <a:pt x="6625" y="2268"/>
                      <a:pt x="6241" y="1743"/>
                      <a:pt x="5499" y="1734"/>
                    </a:cubicBezTo>
                    <a:lnTo>
                      <a:pt x="5432" y="1734"/>
                    </a:lnTo>
                    <a:cubicBezTo>
                      <a:pt x="5441" y="1210"/>
                      <a:pt x="5025" y="772"/>
                      <a:pt x="4498" y="765"/>
                    </a:cubicBezTo>
                    <a:cubicBezTo>
                      <a:pt x="4425" y="765"/>
                      <a:pt x="4358" y="772"/>
                      <a:pt x="4292" y="787"/>
                    </a:cubicBezTo>
                    <a:cubicBezTo>
                      <a:pt x="4159" y="335"/>
                      <a:pt x="3742" y="9"/>
                      <a:pt x="3246" y="1"/>
                    </a:cubicBezTo>
                    <a:cubicBezTo>
                      <a:pt x="3241" y="1"/>
                      <a:pt x="3237" y="0"/>
                      <a:pt x="3232" y="0"/>
                    </a:cubicBezTo>
                    <a:close/>
                  </a:path>
                </a:pathLst>
              </a:custGeom>
              <a:solidFill>
                <a:srgbClr val="A1E1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40"/>
              <p:cNvSpPr/>
              <p:nvPr/>
            </p:nvSpPr>
            <p:spPr>
              <a:xfrm>
                <a:off x="4789267" y="2330342"/>
                <a:ext cx="76075" cy="152452"/>
              </a:xfrm>
              <a:custGeom>
                <a:avLst/>
                <a:gdLst/>
                <a:ahLst/>
                <a:cxnLst/>
                <a:rect l="l" t="t" r="r" b="b"/>
                <a:pathLst>
                  <a:path w="748" h="1499" extrusionOk="0">
                    <a:moveTo>
                      <a:pt x="1" y="1"/>
                    </a:moveTo>
                    <a:cubicBezTo>
                      <a:pt x="1" y="1"/>
                      <a:pt x="593" y="193"/>
                      <a:pt x="563" y="750"/>
                    </a:cubicBezTo>
                    <a:cubicBezTo>
                      <a:pt x="534" y="1365"/>
                      <a:pt x="1" y="1498"/>
                      <a:pt x="1" y="1498"/>
                    </a:cubicBezTo>
                    <a:cubicBezTo>
                      <a:pt x="415" y="1498"/>
                      <a:pt x="748" y="1164"/>
                      <a:pt x="748" y="750"/>
                    </a:cubicBezTo>
                    <a:cubicBezTo>
                      <a:pt x="748" y="333"/>
                      <a:pt x="415" y="1"/>
                      <a:pt x="1" y="1"/>
                    </a:cubicBezTo>
                    <a:close/>
                  </a:path>
                </a:pathLst>
              </a:custGeom>
              <a:solidFill>
                <a:srgbClr val="CBEF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40"/>
              <p:cNvSpPr/>
              <p:nvPr/>
            </p:nvSpPr>
            <p:spPr>
              <a:xfrm>
                <a:off x="5037122" y="2419331"/>
                <a:ext cx="181849" cy="110856"/>
              </a:xfrm>
              <a:custGeom>
                <a:avLst/>
                <a:gdLst/>
                <a:ahLst/>
                <a:cxnLst/>
                <a:rect l="l" t="t" r="r" b="b"/>
                <a:pathLst>
                  <a:path w="1788" h="1090" extrusionOk="0">
                    <a:moveTo>
                      <a:pt x="1105" y="1"/>
                    </a:moveTo>
                    <a:cubicBezTo>
                      <a:pt x="505" y="1"/>
                      <a:pt x="16" y="481"/>
                      <a:pt x="0" y="1089"/>
                    </a:cubicBezTo>
                    <a:cubicBezTo>
                      <a:pt x="0" y="1089"/>
                      <a:pt x="283" y="214"/>
                      <a:pt x="1046" y="214"/>
                    </a:cubicBezTo>
                    <a:lnTo>
                      <a:pt x="1121" y="214"/>
                    </a:lnTo>
                    <a:cubicBezTo>
                      <a:pt x="1364" y="237"/>
                      <a:pt x="1565" y="312"/>
                      <a:pt x="1713" y="415"/>
                    </a:cubicBezTo>
                    <a:lnTo>
                      <a:pt x="1787" y="319"/>
                    </a:lnTo>
                    <a:cubicBezTo>
                      <a:pt x="1668" y="193"/>
                      <a:pt x="1535" y="97"/>
                      <a:pt x="1371" y="36"/>
                    </a:cubicBezTo>
                    <a:cubicBezTo>
                      <a:pt x="1298" y="15"/>
                      <a:pt x="1209" y="1"/>
                      <a:pt x="1121" y="1"/>
                    </a:cubicBezTo>
                    <a:close/>
                  </a:path>
                </a:pathLst>
              </a:custGeom>
              <a:solidFill>
                <a:srgbClr val="CBEF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37" name="Google Shape;2837;p40"/>
            <p:cNvSpPr/>
            <p:nvPr/>
          </p:nvSpPr>
          <p:spPr>
            <a:xfrm>
              <a:off x="5516525" y="1327946"/>
              <a:ext cx="814774" cy="354600"/>
            </a:xfrm>
            <a:custGeom>
              <a:avLst/>
              <a:gdLst/>
              <a:ahLst/>
              <a:cxnLst/>
              <a:rect l="l" t="t" r="r" b="b"/>
              <a:pathLst>
                <a:path w="8568" h="3729" extrusionOk="0">
                  <a:moveTo>
                    <a:pt x="4485" y="1"/>
                  </a:moveTo>
                  <a:cubicBezTo>
                    <a:pt x="4480" y="1"/>
                    <a:pt x="4475" y="1"/>
                    <a:pt x="4470" y="1"/>
                  </a:cubicBezTo>
                  <a:cubicBezTo>
                    <a:pt x="3848" y="17"/>
                    <a:pt x="3328" y="424"/>
                    <a:pt x="3150" y="995"/>
                  </a:cubicBezTo>
                  <a:cubicBezTo>
                    <a:pt x="3069" y="972"/>
                    <a:pt x="2987" y="965"/>
                    <a:pt x="2898" y="965"/>
                  </a:cubicBezTo>
                  <a:cubicBezTo>
                    <a:pt x="2231" y="979"/>
                    <a:pt x="1706" y="1521"/>
                    <a:pt x="1714" y="2188"/>
                  </a:cubicBezTo>
                  <a:lnTo>
                    <a:pt x="1632" y="2188"/>
                  </a:lnTo>
                  <a:cubicBezTo>
                    <a:pt x="698" y="2202"/>
                    <a:pt x="209" y="2862"/>
                    <a:pt x="1" y="3728"/>
                  </a:cubicBezTo>
                  <a:lnTo>
                    <a:pt x="8567" y="3602"/>
                  </a:lnTo>
                  <a:cubicBezTo>
                    <a:pt x="8382" y="2907"/>
                    <a:pt x="7826" y="2357"/>
                    <a:pt x="7130" y="2179"/>
                  </a:cubicBezTo>
                  <a:cubicBezTo>
                    <a:pt x="7108" y="1592"/>
                    <a:pt x="6626" y="1128"/>
                    <a:pt x="6033" y="1128"/>
                  </a:cubicBezTo>
                  <a:cubicBezTo>
                    <a:pt x="6028" y="1128"/>
                    <a:pt x="6024" y="1128"/>
                    <a:pt x="6019" y="1128"/>
                  </a:cubicBezTo>
                  <a:cubicBezTo>
                    <a:pt x="5975" y="1128"/>
                    <a:pt x="5921" y="1135"/>
                    <a:pt x="5877" y="1143"/>
                  </a:cubicBezTo>
                  <a:cubicBezTo>
                    <a:pt x="5744" y="488"/>
                    <a:pt x="5174" y="1"/>
                    <a:pt x="4485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40"/>
            <p:cNvSpPr/>
            <p:nvPr/>
          </p:nvSpPr>
          <p:spPr>
            <a:xfrm>
              <a:off x="5983828" y="1437873"/>
              <a:ext cx="89579" cy="179249"/>
            </a:xfrm>
            <a:custGeom>
              <a:avLst/>
              <a:gdLst/>
              <a:ahLst/>
              <a:cxnLst/>
              <a:rect l="l" t="t" r="r" b="b"/>
              <a:pathLst>
                <a:path w="942" h="1885" extrusionOk="0">
                  <a:moveTo>
                    <a:pt x="941" y="1"/>
                  </a:moveTo>
                  <a:cubicBezTo>
                    <a:pt x="422" y="1"/>
                    <a:pt x="1" y="424"/>
                    <a:pt x="1" y="943"/>
                  </a:cubicBezTo>
                  <a:cubicBezTo>
                    <a:pt x="1" y="1461"/>
                    <a:pt x="422" y="1884"/>
                    <a:pt x="941" y="1884"/>
                  </a:cubicBezTo>
                  <a:cubicBezTo>
                    <a:pt x="941" y="1884"/>
                    <a:pt x="274" y="1713"/>
                    <a:pt x="230" y="943"/>
                  </a:cubicBezTo>
                  <a:cubicBezTo>
                    <a:pt x="193" y="246"/>
                    <a:pt x="941" y="1"/>
                    <a:pt x="941" y="1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40"/>
            <p:cNvSpPr/>
            <p:nvPr/>
          </p:nvSpPr>
          <p:spPr>
            <a:xfrm>
              <a:off x="5526511" y="1542950"/>
              <a:ext cx="254474" cy="129801"/>
            </a:xfrm>
            <a:custGeom>
              <a:avLst/>
              <a:gdLst/>
              <a:ahLst/>
              <a:cxnLst/>
              <a:rect l="l" t="t" r="r" b="b"/>
              <a:pathLst>
                <a:path w="2676" h="1365" extrusionOk="0">
                  <a:moveTo>
                    <a:pt x="1260" y="0"/>
                  </a:moveTo>
                  <a:cubicBezTo>
                    <a:pt x="1148" y="0"/>
                    <a:pt x="1045" y="16"/>
                    <a:pt x="942" y="38"/>
                  </a:cubicBezTo>
                  <a:cubicBezTo>
                    <a:pt x="481" y="222"/>
                    <a:pt x="186" y="616"/>
                    <a:pt x="1" y="1119"/>
                  </a:cubicBezTo>
                  <a:cubicBezTo>
                    <a:pt x="163" y="800"/>
                    <a:pt x="518" y="319"/>
                    <a:pt x="1267" y="267"/>
                  </a:cubicBezTo>
                  <a:lnTo>
                    <a:pt x="1356" y="267"/>
                  </a:lnTo>
                  <a:cubicBezTo>
                    <a:pt x="2320" y="267"/>
                    <a:pt x="2676" y="1364"/>
                    <a:pt x="2676" y="1364"/>
                  </a:cubicBezTo>
                  <a:cubicBezTo>
                    <a:pt x="2660" y="608"/>
                    <a:pt x="2037" y="0"/>
                    <a:pt x="1281" y="0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40"/>
            <p:cNvSpPr/>
            <p:nvPr/>
          </p:nvSpPr>
          <p:spPr>
            <a:xfrm>
              <a:off x="6729579" y="3391121"/>
              <a:ext cx="413313" cy="43749"/>
            </a:xfrm>
            <a:custGeom>
              <a:avLst/>
              <a:gdLst/>
              <a:ahLst/>
              <a:cxnLst/>
              <a:rect l="l" t="t" r="r" b="b"/>
              <a:pathLst>
                <a:path w="5470" h="579" extrusionOk="0">
                  <a:moveTo>
                    <a:pt x="794" y="1"/>
                  </a:moveTo>
                  <a:lnTo>
                    <a:pt x="779" y="22"/>
                  </a:lnTo>
                  <a:cubicBezTo>
                    <a:pt x="534" y="296"/>
                    <a:pt x="274" y="459"/>
                    <a:pt x="8" y="511"/>
                  </a:cubicBezTo>
                  <a:lnTo>
                    <a:pt x="1" y="511"/>
                  </a:lnTo>
                  <a:lnTo>
                    <a:pt x="1" y="534"/>
                  </a:lnTo>
                  <a:lnTo>
                    <a:pt x="1" y="562"/>
                  </a:lnTo>
                  <a:lnTo>
                    <a:pt x="15" y="555"/>
                  </a:lnTo>
                  <a:cubicBezTo>
                    <a:pt x="290" y="504"/>
                    <a:pt x="548" y="349"/>
                    <a:pt x="794" y="82"/>
                  </a:cubicBezTo>
                  <a:cubicBezTo>
                    <a:pt x="1046" y="385"/>
                    <a:pt x="1402" y="571"/>
                    <a:pt x="1749" y="578"/>
                  </a:cubicBezTo>
                  <a:cubicBezTo>
                    <a:pt x="2193" y="578"/>
                    <a:pt x="2542" y="274"/>
                    <a:pt x="2713" y="73"/>
                  </a:cubicBezTo>
                  <a:cubicBezTo>
                    <a:pt x="2972" y="385"/>
                    <a:pt x="3328" y="571"/>
                    <a:pt x="3676" y="571"/>
                  </a:cubicBezTo>
                  <a:lnTo>
                    <a:pt x="3684" y="571"/>
                  </a:lnTo>
                  <a:cubicBezTo>
                    <a:pt x="4009" y="571"/>
                    <a:pt x="4350" y="394"/>
                    <a:pt x="4639" y="82"/>
                  </a:cubicBezTo>
                  <a:cubicBezTo>
                    <a:pt x="4898" y="356"/>
                    <a:pt x="5165" y="511"/>
                    <a:pt x="5448" y="555"/>
                  </a:cubicBezTo>
                  <a:lnTo>
                    <a:pt x="5462" y="562"/>
                  </a:lnTo>
                  <a:lnTo>
                    <a:pt x="5469" y="511"/>
                  </a:lnTo>
                  <a:lnTo>
                    <a:pt x="5455" y="511"/>
                  </a:lnTo>
                  <a:cubicBezTo>
                    <a:pt x="5181" y="459"/>
                    <a:pt x="4914" y="305"/>
                    <a:pt x="4662" y="22"/>
                  </a:cubicBezTo>
                  <a:lnTo>
                    <a:pt x="4639" y="8"/>
                  </a:lnTo>
                  <a:lnTo>
                    <a:pt x="4624" y="22"/>
                  </a:lnTo>
                  <a:cubicBezTo>
                    <a:pt x="4454" y="207"/>
                    <a:pt x="4114" y="518"/>
                    <a:pt x="3676" y="518"/>
                  </a:cubicBezTo>
                  <a:cubicBezTo>
                    <a:pt x="3335" y="518"/>
                    <a:pt x="2986" y="333"/>
                    <a:pt x="2736" y="22"/>
                  </a:cubicBezTo>
                  <a:lnTo>
                    <a:pt x="2713" y="1"/>
                  </a:lnTo>
                  <a:lnTo>
                    <a:pt x="2698" y="22"/>
                  </a:lnTo>
                  <a:cubicBezTo>
                    <a:pt x="2528" y="207"/>
                    <a:pt x="2186" y="527"/>
                    <a:pt x="1749" y="527"/>
                  </a:cubicBezTo>
                  <a:cubicBezTo>
                    <a:pt x="1409" y="527"/>
                    <a:pt x="1060" y="333"/>
                    <a:pt x="815" y="22"/>
                  </a:cubicBezTo>
                  <a:lnTo>
                    <a:pt x="794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40"/>
            <p:cNvSpPr/>
            <p:nvPr/>
          </p:nvSpPr>
          <p:spPr>
            <a:xfrm>
              <a:off x="6729579" y="3429656"/>
              <a:ext cx="76" cy="4005"/>
            </a:xfrm>
            <a:custGeom>
              <a:avLst/>
              <a:gdLst/>
              <a:ahLst/>
              <a:cxnLst/>
              <a:rect l="l" t="t" r="r" b="b"/>
              <a:pathLst>
                <a:path w="1" h="53" extrusionOk="0">
                  <a:moveTo>
                    <a:pt x="1" y="24"/>
                  </a:moveTo>
                  <a:lnTo>
                    <a:pt x="1" y="38"/>
                  </a:lnTo>
                  <a:lnTo>
                    <a:pt x="1" y="52"/>
                  </a:lnTo>
                  <a:lnTo>
                    <a:pt x="1" y="52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40"/>
            <p:cNvSpPr/>
            <p:nvPr/>
          </p:nvSpPr>
          <p:spPr>
            <a:xfrm>
              <a:off x="6729579" y="3410086"/>
              <a:ext cx="413313" cy="43749"/>
            </a:xfrm>
            <a:custGeom>
              <a:avLst/>
              <a:gdLst/>
              <a:ahLst/>
              <a:cxnLst/>
              <a:rect l="l" t="t" r="r" b="b"/>
              <a:pathLst>
                <a:path w="5470" h="579" extrusionOk="0">
                  <a:moveTo>
                    <a:pt x="794" y="0"/>
                  </a:moveTo>
                  <a:lnTo>
                    <a:pt x="779" y="23"/>
                  </a:lnTo>
                  <a:cubicBezTo>
                    <a:pt x="534" y="297"/>
                    <a:pt x="274" y="461"/>
                    <a:pt x="8" y="512"/>
                  </a:cubicBezTo>
                  <a:lnTo>
                    <a:pt x="1" y="512"/>
                  </a:lnTo>
                  <a:lnTo>
                    <a:pt x="1" y="534"/>
                  </a:lnTo>
                  <a:lnTo>
                    <a:pt x="1" y="564"/>
                  </a:lnTo>
                  <a:lnTo>
                    <a:pt x="15" y="564"/>
                  </a:lnTo>
                  <a:cubicBezTo>
                    <a:pt x="290" y="512"/>
                    <a:pt x="548" y="349"/>
                    <a:pt x="794" y="82"/>
                  </a:cubicBezTo>
                  <a:cubicBezTo>
                    <a:pt x="1046" y="393"/>
                    <a:pt x="1402" y="578"/>
                    <a:pt x="1749" y="578"/>
                  </a:cubicBezTo>
                  <a:cubicBezTo>
                    <a:pt x="2193" y="578"/>
                    <a:pt x="2542" y="276"/>
                    <a:pt x="2713" y="82"/>
                  </a:cubicBezTo>
                  <a:cubicBezTo>
                    <a:pt x="2972" y="393"/>
                    <a:pt x="3328" y="578"/>
                    <a:pt x="3676" y="578"/>
                  </a:cubicBezTo>
                  <a:lnTo>
                    <a:pt x="3684" y="578"/>
                  </a:lnTo>
                  <a:cubicBezTo>
                    <a:pt x="4009" y="571"/>
                    <a:pt x="4350" y="400"/>
                    <a:pt x="4639" y="82"/>
                  </a:cubicBezTo>
                  <a:cubicBezTo>
                    <a:pt x="4898" y="356"/>
                    <a:pt x="5165" y="520"/>
                    <a:pt x="5448" y="564"/>
                  </a:cubicBezTo>
                  <a:lnTo>
                    <a:pt x="5462" y="564"/>
                  </a:lnTo>
                  <a:lnTo>
                    <a:pt x="5469" y="512"/>
                  </a:lnTo>
                  <a:lnTo>
                    <a:pt x="5455" y="512"/>
                  </a:lnTo>
                  <a:cubicBezTo>
                    <a:pt x="5181" y="468"/>
                    <a:pt x="4914" y="304"/>
                    <a:pt x="4662" y="30"/>
                  </a:cubicBezTo>
                  <a:lnTo>
                    <a:pt x="4639" y="9"/>
                  </a:lnTo>
                  <a:lnTo>
                    <a:pt x="4624" y="30"/>
                  </a:lnTo>
                  <a:cubicBezTo>
                    <a:pt x="4454" y="215"/>
                    <a:pt x="4114" y="520"/>
                    <a:pt x="3676" y="527"/>
                  </a:cubicBezTo>
                  <a:cubicBezTo>
                    <a:pt x="3335" y="527"/>
                    <a:pt x="2986" y="342"/>
                    <a:pt x="2736" y="30"/>
                  </a:cubicBezTo>
                  <a:lnTo>
                    <a:pt x="2713" y="0"/>
                  </a:lnTo>
                  <a:lnTo>
                    <a:pt x="2698" y="23"/>
                  </a:lnTo>
                  <a:cubicBezTo>
                    <a:pt x="2528" y="215"/>
                    <a:pt x="2186" y="527"/>
                    <a:pt x="1749" y="527"/>
                  </a:cubicBezTo>
                  <a:cubicBezTo>
                    <a:pt x="1409" y="527"/>
                    <a:pt x="1060" y="342"/>
                    <a:pt x="815" y="30"/>
                  </a:cubicBezTo>
                  <a:lnTo>
                    <a:pt x="794" y="0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40"/>
            <p:cNvSpPr/>
            <p:nvPr/>
          </p:nvSpPr>
          <p:spPr>
            <a:xfrm>
              <a:off x="6729579" y="3448773"/>
              <a:ext cx="76" cy="3929"/>
            </a:xfrm>
            <a:custGeom>
              <a:avLst/>
              <a:gdLst/>
              <a:ahLst/>
              <a:cxnLst/>
              <a:rect l="l" t="t" r="r" b="b"/>
              <a:pathLst>
                <a:path w="1" h="52" extrusionOk="0">
                  <a:moveTo>
                    <a:pt x="1" y="22"/>
                  </a:moveTo>
                  <a:lnTo>
                    <a:pt x="1" y="45"/>
                  </a:lnTo>
                  <a:lnTo>
                    <a:pt x="1" y="52"/>
                  </a:lnTo>
                  <a:lnTo>
                    <a:pt x="1" y="52"/>
                  </a:lnTo>
                  <a:close/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40"/>
            <p:cNvSpPr/>
            <p:nvPr/>
          </p:nvSpPr>
          <p:spPr>
            <a:xfrm>
              <a:off x="6730108" y="3429656"/>
              <a:ext cx="416109" cy="43749"/>
            </a:xfrm>
            <a:custGeom>
              <a:avLst/>
              <a:gdLst/>
              <a:ahLst/>
              <a:cxnLst/>
              <a:rect l="l" t="t" r="r" b="b"/>
              <a:pathLst>
                <a:path w="5507" h="579" extrusionOk="0">
                  <a:moveTo>
                    <a:pt x="787" y="1"/>
                  </a:moveTo>
                  <a:lnTo>
                    <a:pt x="772" y="24"/>
                  </a:lnTo>
                  <a:cubicBezTo>
                    <a:pt x="527" y="298"/>
                    <a:pt x="267" y="462"/>
                    <a:pt x="1" y="513"/>
                  </a:cubicBezTo>
                  <a:lnTo>
                    <a:pt x="24" y="513"/>
                  </a:lnTo>
                  <a:lnTo>
                    <a:pt x="38" y="520"/>
                  </a:lnTo>
                  <a:lnTo>
                    <a:pt x="38" y="558"/>
                  </a:lnTo>
                  <a:cubicBezTo>
                    <a:pt x="298" y="497"/>
                    <a:pt x="550" y="342"/>
                    <a:pt x="787" y="83"/>
                  </a:cubicBezTo>
                  <a:cubicBezTo>
                    <a:pt x="1039" y="394"/>
                    <a:pt x="1395" y="579"/>
                    <a:pt x="1742" y="579"/>
                  </a:cubicBezTo>
                  <a:cubicBezTo>
                    <a:pt x="2186" y="579"/>
                    <a:pt x="2535" y="275"/>
                    <a:pt x="2706" y="83"/>
                  </a:cubicBezTo>
                  <a:cubicBezTo>
                    <a:pt x="2965" y="387"/>
                    <a:pt x="3321" y="572"/>
                    <a:pt x="3669" y="572"/>
                  </a:cubicBezTo>
                  <a:lnTo>
                    <a:pt x="3677" y="572"/>
                  </a:lnTo>
                  <a:cubicBezTo>
                    <a:pt x="4002" y="572"/>
                    <a:pt x="4343" y="394"/>
                    <a:pt x="4632" y="83"/>
                  </a:cubicBezTo>
                  <a:cubicBezTo>
                    <a:pt x="4907" y="373"/>
                    <a:pt x="5188" y="534"/>
                    <a:pt x="5485" y="565"/>
                  </a:cubicBezTo>
                  <a:lnTo>
                    <a:pt x="5499" y="572"/>
                  </a:lnTo>
                  <a:lnTo>
                    <a:pt x="5507" y="520"/>
                  </a:lnTo>
                  <a:lnTo>
                    <a:pt x="5485" y="513"/>
                  </a:lnTo>
                  <a:cubicBezTo>
                    <a:pt x="5202" y="483"/>
                    <a:pt x="4921" y="319"/>
                    <a:pt x="4655" y="24"/>
                  </a:cubicBezTo>
                  <a:lnTo>
                    <a:pt x="4632" y="8"/>
                  </a:lnTo>
                  <a:lnTo>
                    <a:pt x="4617" y="31"/>
                  </a:lnTo>
                  <a:cubicBezTo>
                    <a:pt x="4447" y="209"/>
                    <a:pt x="4107" y="520"/>
                    <a:pt x="3669" y="520"/>
                  </a:cubicBezTo>
                  <a:cubicBezTo>
                    <a:pt x="3328" y="520"/>
                    <a:pt x="2979" y="335"/>
                    <a:pt x="2729" y="24"/>
                  </a:cubicBezTo>
                  <a:lnTo>
                    <a:pt x="2706" y="1"/>
                  </a:lnTo>
                  <a:lnTo>
                    <a:pt x="2691" y="24"/>
                  </a:lnTo>
                  <a:cubicBezTo>
                    <a:pt x="2521" y="209"/>
                    <a:pt x="2179" y="527"/>
                    <a:pt x="1742" y="527"/>
                  </a:cubicBezTo>
                  <a:cubicBezTo>
                    <a:pt x="1402" y="527"/>
                    <a:pt x="1053" y="335"/>
                    <a:pt x="808" y="24"/>
                  </a:cubicBezTo>
                  <a:lnTo>
                    <a:pt x="787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40"/>
            <p:cNvSpPr/>
            <p:nvPr/>
          </p:nvSpPr>
          <p:spPr>
            <a:xfrm>
              <a:off x="6729579" y="3468419"/>
              <a:ext cx="76" cy="3929"/>
            </a:xfrm>
            <a:custGeom>
              <a:avLst/>
              <a:gdLst/>
              <a:ahLst/>
              <a:cxnLst/>
              <a:rect l="l" t="t" r="r" b="b"/>
              <a:pathLst>
                <a:path w="1" h="52" extrusionOk="0">
                  <a:moveTo>
                    <a:pt x="1" y="52"/>
                  </a:moveTo>
                  <a:lnTo>
                    <a:pt x="1" y="52"/>
                  </a:lnTo>
                  <a:lnTo>
                    <a:pt x="1" y="52"/>
                  </a:lnTo>
                  <a:lnTo>
                    <a:pt x="1" y="52"/>
                  </a:lnTo>
                  <a:lnTo>
                    <a:pt x="1" y="52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40"/>
            <p:cNvSpPr/>
            <p:nvPr/>
          </p:nvSpPr>
          <p:spPr>
            <a:xfrm>
              <a:off x="7073981" y="3741568"/>
              <a:ext cx="414371" cy="43749"/>
            </a:xfrm>
            <a:custGeom>
              <a:avLst/>
              <a:gdLst/>
              <a:ahLst/>
              <a:cxnLst/>
              <a:rect l="l" t="t" r="r" b="b"/>
              <a:pathLst>
                <a:path w="5484" h="579" extrusionOk="0">
                  <a:moveTo>
                    <a:pt x="808" y="0"/>
                  </a:moveTo>
                  <a:lnTo>
                    <a:pt x="785" y="24"/>
                  </a:lnTo>
                  <a:cubicBezTo>
                    <a:pt x="548" y="297"/>
                    <a:pt x="289" y="459"/>
                    <a:pt x="22" y="513"/>
                  </a:cubicBezTo>
                  <a:lnTo>
                    <a:pt x="1" y="520"/>
                  </a:lnTo>
                  <a:lnTo>
                    <a:pt x="15" y="564"/>
                  </a:lnTo>
                  <a:lnTo>
                    <a:pt x="29" y="564"/>
                  </a:lnTo>
                  <a:cubicBezTo>
                    <a:pt x="303" y="513"/>
                    <a:pt x="562" y="349"/>
                    <a:pt x="808" y="82"/>
                  </a:cubicBezTo>
                  <a:cubicBezTo>
                    <a:pt x="1059" y="394"/>
                    <a:pt x="1414" y="578"/>
                    <a:pt x="1763" y="578"/>
                  </a:cubicBezTo>
                  <a:cubicBezTo>
                    <a:pt x="2207" y="578"/>
                    <a:pt x="2549" y="274"/>
                    <a:pt x="2727" y="82"/>
                  </a:cubicBezTo>
                  <a:cubicBezTo>
                    <a:pt x="2986" y="394"/>
                    <a:pt x="3342" y="578"/>
                    <a:pt x="3691" y="578"/>
                  </a:cubicBezTo>
                  <a:lnTo>
                    <a:pt x="3698" y="578"/>
                  </a:lnTo>
                  <a:cubicBezTo>
                    <a:pt x="4023" y="571"/>
                    <a:pt x="4365" y="401"/>
                    <a:pt x="4653" y="82"/>
                  </a:cubicBezTo>
                  <a:cubicBezTo>
                    <a:pt x="4912" y="356"/>
                    <a:pt x="5179" y="520"/>
                    <a:pt x="5453" y="564"/>
                  </a:cubicBezTo>
                  <a:lnTo>
                    <a:pt x="5476" y="564"/>
                  </a:lnTo>
                  <a:lnTo>
                    <a:pt x="5483" y="513"/>
                  </a:lnTo>
                  <a:lnTo>
                    <a:pt x="5460" y="513"/>
                  </a:lnTo>
                  <a:cubicBezTo>
                    <a:pt x="5193" y="468"/>
                    <a:pt x="4927" y="305"/>
                    <a:pt x="4669" y="31"/>
                  </a:cubicBezTo>
                  <a:lnTo>
                    <a:pt x="4653" y="8"/>
                  </a:lnTo>
                  <a:lnTo>
                    <a:pt x="4631" y="31"/>
                  </a:lnTo>
                  <a:cubicBezTo>
                    <a:pt x="4468" y="216"/>
                    <a:pt x="4126" y="520"/>
                    <a:pt x="3691" y="527"/>
                  </a:cubicBezTo>
                  <a:cubicBezTo>
                    <a:pt x="3349" y="527"/>
                    <a:pt x="2994" y="342"/>
                    <a:pt x="2748" y="24"/>
                  </a:cubicBezTo>
                  <a:lnTo>
                    <a:pt x="2727" y="0"/>
                  </a:lnTo>
                  <a:lnTo>
                    <a:pt x="2704" y="24"/>
                  </a:lnTo>
                  <a:cubicBezTo>
                    <a:pt x="2542" y="216"/>
                    <a:pt x="2200" y="527"/>
                    <a:pt x="1763" y="527"/>
                  </a:cubicBezTo>
                  <a:cubicBezTo>
                    <a:pt x="1423" y="527"/>
                    <a:pt x="1075" y="342"/>
                    <a:pt x="829" y="31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40"/>
            <p:cNvSpPr/>
            <p:nvPr/>
          </p:nvSpPr>
          <p:spPr>
            <a:xfrm>
              <a:off x="7073981" y="3761214"/>
              <a:ext cx="414371" cy="43749"/>
            </a:xfrm>
            <a:custGeom>
              <a:avLst/>
              <a:gdLst/>
              <a:ahLst/>
              <a:cxnLst/>
              <a:rect l="l" t="t" r="r" b="b"/>
              <a:pathLst>
                <a:path w="5484" h="579" extrusionOk="0">
                  <a:moveTo>
                    <a:pt x="808" y="0"/>
                  </a:moveTo>
                  <a:lnTo>
                    <a:pt x="785" y="21"/>
                  </a:lnTo>
                  <a:cubicBezTo>
                    <a:pt x="548" y="297"/>
                    <a:pt x="289" y="459"/>
                    <a:pt x="22" y="511"/>
                  </a:cubicBezTo>
                  <a:lnTo>
                    <a:pt x="1" y="511"/>
                  </a:lnTo>
                  <a:lnTo>
                    <a:pt x="15" y="564"/>
                  </a:lnTo>
                  <a:lnTo>
                    <a:pt x="29" y="555"/>
                  </a:lnTo>
                  <a:cubicBezTo>
                    <a:pt x="303" y="503"/>
                    <a:pt x="562" y="349"/>
                    <a:pt x="808" y="82"/>
                  </a:cubicBezTo>
                  <a:cubicBezTo>
                    <a:pt x="1059" y="386"/>
                    <a:pt x="1414" y="578"/>
                    <a:pt x="1763" y="578"/>
                  </a:cubicBezTo>
                  <a:cubicBezTo>
                    <a:pt x="2207" y="578"/>
                    <a:pt x="2549" y="274"/>
                    <a:pt x="2727" y="82"/>
                  </a:cubicBezTo>
                  <a:cubicBezTo>
                    <a:pt x="2986" y="386"/>
                    <a:pt x="3342" y="571"/>
                    <a:pt x="3691" y="571"/>
                  </a:cubicBezTo>
                  <a:lnTo>
                    <a:pt x="3698" y="571"/>
                  </a:lnTo>
                  <a:cubicBezTo>
                    <a:pt x="4023" y="571"/>
                    <a:pt x="4365" y="393"/>
                    <a:pt x="4653" y="82"/>
                  </a:cubicBezTo>
                  <a:cubicBezTo>
                    <a:pt x="4912" y="356"/>
                    <a:pt x="5179" y="511"/>
                    <a:pt x="5453" y="555"/>
                  </a:cubicBezTo>
                  <a:lnTo>
                    <a:pt x="5476" y="564"/>
                  </a:lnTo>
                  <a:lnTo>
                    <a:pt x="5483" y="511"/>
                  </a:lnTo>
                  <a:lnTo>
                    <a:pt x="5460" y="511"/>
                  </a:lnTo>
                  <a:cubicBezTo>
                    <a:pt x="5193" y="466"/>
                    <a:pt x="4927" y="304"/>
                    <a:pt x="4669" y="21"/>
                  </a:cubicBezTo>
                  <a:lnTo>
                    <a:pt x="4653" y="7"/>
                  </a:lnTo>
                  <a:lnTo>
                    <a:pt x="4631" y="21"/>
                  </a:lnTo>
                  <a:cubicBezTo>
                    <a:pt x="4468" y="208"/>
                    <a:pt x="4126" y="519"/>
                    <a:pt x="3691" y="519"/>
                  </a:cubicBezTo>
                  <a:cubicBezTo>
                    <a:pt x="3349" y="519"/>
                    <a:pt x="2994" y="333"/>
                    <a:pt x="2748" y="21"/>
                  </a:cubicBezTo>
                  <a:lnTo>
                    <a:pt x="2727" y="0"/>
                  </a:lnTo>
                  <a:lnTo>
                    <a:pt x="2704" y="21"/>
                  </a:lnTo>
                  <a:cubicBezTo>
                    <a:pt x="2542" y="208"/>
                    <a:pt x="2200" y="527"/>
                    <a:pt x="1763" y="527"/>
                  </a:cubicBezTo>
                  <a:cubicBezTo>
                    <a:pt x="1423" y="527"/>
                    <a:pt x="1075" y="333"/>
                    <a:pt x="829" y="21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40"/>
            <p:cNvSpPr/>
            <p:nvPr/>
          </p:nvSpPr>
          <p:spPr>
            <a:xfrm>
              <a:off x="7073981" y="3780255"/>
              <a:ext cx="417167" cy="43749"/>
            </a:xfrm>
            <a:custGeom>
              <a:avLst/>
              <a:gdLst/>
              <a:ahLst/>
              <a:cxnLst/>
              <a:rect l="l" t="t" r="r" b="b"/>
              <a:pathLst>
                <a:path w="5521" h="579" extrusionOk="0">
                  <a:moveTo>
                    <a:pt x="808" y="1"/>
                  </a:moveTo>
                  <a:lnTo>
                    <a:pt x="785" y="22"/>
                  </a:lnTo>
                  <a:cubicBezTo>
                    <a:pt x="548" y="296"/>
                    <a:pt x="289" y="459"/>
                    <a:pt x="22" y="511"/>
                  </a:cubicBezTo>
                  <a:lnTo>
                    <a:pt x="1" y="518"/>
                  </a:lnTo>
                  <a:lnTo>
                    <a:pt x="15" y="563"/>
                  </a:lnTo>
                  <a:lnTo>
                    <a:pt x="29" y="563"/>
                  </a:lnTo>
                  <a:cubicBezTo>
                    <a:pt x="303" y="511"/>
                    <a:pt x="562" y="347"/>
                    <a:pt x="808" y="81"/>
                  </a:cubicBezTo>
                  <a:cubicBezTo>
                    <a:pt x="1059" y="392"/>
                    <a:pt x="1414" y="579"/>
                    <a:pt x="1763" y="579"/>
                  </a:cubicBezTo>
                  <a:cubicBezTo>
                    <a:pt x="2207" y="579"/>
                    <a:pt x="2549" y="275"/>
                    <a:pt x="2727" y="81"/>
                  </a:cubicBezTo>
                  <a:cubicBezTo>
                    <a:pt x="2986" y="392"/>
                    <a:pt x="3342" y="579"/>
                    <a:pt x="3691" y="579"/>
                  </a:cubicBezTo>
                  <a:lnTo>
                    <a:pt x="3698" y="579"/>
                  </a:lnTo>
                  <a:cubicBezTo>
                    <a:pt x="4023" y="579"/>
                    <a:pt x="4365" y="401"/>
                    <a:pt x="4653" y="81"/>
                  </a:cubicBezTo>
                  <a:cubicBezTo>
                    <a:pt x="4919" y="371"/>
                    <a:pt x="5209" y="534"/>
                    <a:pt x="5497" y="570"/>
                  </a:cubicBezTo>
                  <a:lnTo>
                    <a:pt x="5521" y="570"/>
                  </a:lnTo>
                  <a:lnTo>
                    <a:pt x="5521" y="518"/>
                  </a:lnTo>
                  <a:lnTo>
                    <a:pt x="5505" y="518"/>
                  </a:lnTo>
                  <a:cubicBezTo>
                    <a:pt x="5224" y="481"/>
                    <a:pt x="4943" y="319"/>
                    <a:pt x="4669" y="29"/>
                  </a:cubicBezTo>
                  <a:lnTo>
                    <a:pt x="4653" y="8"/>
                  </a:lnTo>
                  <a:lnTo>
                    <a:pt x="4631" y="29"/>
                  </a:lnTo>
                  <a:cubicBezTo>
                    <a:pt x="4468" y="214"/>
                    <a:pt x="4126" y="525"/>
                    <a:pt x="3691" y="525"/>
                  </a:cubicBezTo>
                  <a:cubicBezTo>
                    <a:pt x="3349" y="525"/>
                    <a:pt x="2994" y="340"/>
                    <a:pt x="2748" y="29"/>
                  </a:cubicBezTo>
                  <a:lnTo>
                    <a:pt x="2727" y="1"/>
                  </a:lnTo>
                  <a:lnTo>
                    <a:pt x="2704" y="22"/>
                  </a:lnTo>
                  <a:cubicBezTo>
                    <a:pt x="2542" y="214"/>
                    <a:pt x="2200" y="525"/>
                    <a:pt x="1763" y="525"/>
                  </a:cubicBezTo>
                  <a:cubicBezTo>
                    <a:pt x="1423" y="525"/>
                    <a:pt x="1075" y="340"/>
                    <a:pt x="829" y="29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40"/>
            <p:cNvSpPr/>
            <p:nvPr/>
          </p:nvSpPr>
          <p:spPr>
            <a:xfrm>
              <a:off x="6315812" y="3391121"/>
              <a:ext cx="413842" cy="43749"/>
            </a:xfrm>
            <a:custGeom>
              <a:avLst/>
              <a:gdLst/>
              <a:ahLst/>
              <a:cxnLst/>
              <a:rect l="l" t="t" r="r" b="b"/>
              <a:pathLst>
                <a:path w="5477" h="579" extrusionOk="0">
                  <a:moveTo>
                    <a:pt x="808" y="1"/>
                  </a:moveTo>
                  <a:lnTo>
                    <a:pt x="787" y="22"/>
                  </a:lnTo>
                  <a:cubicBezTo>
                    <a:pt x="549" y="296"/>
                    <a:pt x="289" y="459"/>
                    <a:pt x="15" y="511"/>
                  </a:cubicBezTo>
                  <a:lnTo>
                    <a:pt x="1" y="511"/>
                  </a:lnTo>
                  <a:lnTo>
                    <a:pt x="8" y="562"/>
                  </a:lnTo>
                  <a:lnTo>
                    <a:pt x="31" y="555"/>
                  </a:lnTo>
                  <a:cubicBezTo>
                    <a:pt x="305" y="504"/>
                    <a:pt x="565" y="349"/>
                    <a:pt x="801" y="82"/>
                  </a:cubicBezTo>
                  <a:cubicBezTo>
                    <a:pt x="1061" y="385"/>
                    <a:pt x="1417" y="571"/>
                    <a:pt x="1756" y="578"/>
                  </a:cubicBezTo>
                  <a:lnTo>
                    <a:pt x="1765" y="578"/>
                  </a:lnTo>
                  <a:cubicBezTo>
                    <a:pt x="2201" y="578"/>
                    <a:pt x="2549" y="274"/>
                    <a:pt x="2727" y="73"/>
                  </a:cubicBezTo>
                  <a:cubicBezTo>
                    <a:pt x="2980" y="385"/>
                    <a:pt x="3343" y="571"/>
                    <a:pt x="3691" y="571"/>
                  </a:cubicBezTo>
                  <a:cubicBezTo>
                    <a:pt x="4024" y="571"/>
                    <a:pt x="4358" y="394"/>
                    <a:pt x="4655" y="82"/>
                  </a:cubicBezTo>
                  <a:cubicBezTo>
                    <a:pt x="4906" y="356"/>
                    <a:pt x="5180" y="511"/>
                    <a:pt x="5455" y="555"/>
                  </a:cubicBezTo>
                  <a:lnTo>
                    <a:pt x="5469" y="562"/>
                  </a:lnTo>
                  <a:lnTo>
                    <a:pt x="5477" y="548"/>
                  </a:lnTo>
                  <a:lnTo>
                    <a:pt x="5469" y="511"/>
                  </a:lnTo>
                  <a:lnTo>
                    <a:pt x="5462" y="511"/>
                  </a:lnTo>
                  <a:cubicBezTo>
                    <a:pt x="5188" y="459"/>
                    <a:pt x="4922" y="305"/>
                    <a:pt x="4669" y="22"/>
                  </a:cubicBezTo>
                  <a:lnTo>
                    <a:pt x="4646" y="8"/>
                  </a:lnTo>
                  <a:lnTo>
                    <a:pt x="4632" y="22"/>
                  </a:lnTo>
                  <a:cubicBezTo>
                    <a:pt x="4468" y="207"/>
                    <a:pt x="4129" y="518"/>
                    <a:pt x="3691" y="518"/>
                  </a:cubicBezTo>
                  <a:cubicBezTo>
                    <a:pt x="3350" y="518"/>
                    <a:pt x="2994" y="333"/>
                    <a:pt x="2743" y="22"/>
                  </a:cubicBezTo>
                  <a:lnTo>
                    <a:pt x="2727" y="1"/>
                  </a:lnTo>
                  <a:lnTo>
                    <a:pt x="2706" y="22"/>
                  </a:lnTo>
                  <a:cubicBezTo>
                    <a:pt x="2542" y="207"/>
                    <a:pt x="2201" y="527"/>
                    <a:pt x="1765" y="527"/>
                  </a:cubicBezTo>
                  <a:lnTo>
                    <a:pt x="1756" y="527"/>
                  </a:lnTo>
                  <a:cubicBezTo>
                    <a:pt x="1424" y="527"/>
                    <a:pt x="1068" y="333"/>
                    <a:pt x="823" y="22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40"/>
            <p:cNvSpPr/>
            <p:nvPr/>
          </p:nvSpPr>
          <p:spPr>
            <a:xfrm>
              <a:off x="6729579" y="3429656"/>
              <a:ext cx="76" cy="1889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1" y="1"/>
                  </a:moveTo>
                  <a:lnTo>
                    <a:pt x="1" y="24"/>
                  </a:lnTo>
                  <a:close/>
                </a:path>
              </a:pathLst>
            </a:custGeom>
            <a:solidFill>
              <a:srgbClr val="E5E6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40"/>
            <p:cNvSpPr/>
            <p:nvPr/>
          </p:nvSpPr>
          <p:spPr>
            <a:xfrm>
              <a:off x="6729050" y="3429656"/>
              <a:ext cx="604" cy="2947"/>
            </a:xfrm>
            <a:custGeom>
              <a:avLst/>
              <a:gdLst/>
              <a:ahLst/>
              <a:cxnLst/>
              <a:rect l="l" t="t" r="r" b="b"/>
              <a:pathLst>
                <a:path w="8" h="39" extrusionOk="0">
                  <a:moveTo>
                    <a:pt x="0" y="1"/>
                  </a:moveTo>
                  <a:lnTo>
                    <a:pt x="8" y="38"/>
                  </a:lnTo>
                  <a:lnTo>
                    <a:pt x="8" y="24"/>
                  </a:lnTo>
                  <a:lnTo>
                    <a:pt x="8" y="1"/>
                  </a:lnTo>
                  <a:close/>
                </a:path>
              </a:pathLst>
            </a:custGeom>
            <a:solidFill>
              <a:srgbClr val="E2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40"/>
            <p:cNvSpPr/>
            <p:nvPr/>
          </p:nvSpPr>
          <p:spPr>
            <a:xfrm>
              <a:off x="6315812" y="3410086"/>
              <a:ext cx="413842" cy="43749"/>
            </a:xfrm>
            <a:custGeom>
              <a:avLst/>
              <a:gdLst/>
              <a:ahLst/>
              <a:cxnLst/>
              <a:rect l="l" t="t" r="r" b="b"/>
              <a:pathLst>
                <a:path w="5477" h="579" extrusionOk="0">
                  <a:moveTo>
                    <a:pt x="808" y="0"/>
                  </a:moveTo>
                  <a:lnTo>
                    <a:pt x="787" y="23"/>
                  </a:lnTo>
                  <a:cubicBezTo>
                    <a:pt x="549" y="297"/>
                    <a:pt x="289" y="461"/>
                    <a:pt x="15" y="512"/>
                  </a:cubicBezTo>
                  <a:lnTo>
                    <a:pt x="1" y="520"/>
                  </a:lnTo>
                  <a:lnTo>
                    <a:pt x="8" y="564"/>
                  </a:lnTo>
                  <a:lnTo>
                    <a:pt x="31" y="564"/>
                  </a:lnTo>
                  <a:cubicBezTo>
                    <a:pt x="305" y="512"/>
                    <a:pt x="565" y="349"/>
                    <a:pt x="801" y="82"/>
                  </a:cubicBezTo>
                  <a:cubicBezTo>
                    <a:pt x="1061" y="393"/>
                    <a:pt x="1417" y="578"/>
                    <a:pt x="1756" y="578"/>
                  </a:cubicBezTo>
                  <a:lnTo>
                    <a:pt x="1765" y="578"/>
                  </a:lnTo>
                  <a:cubicBezTo>
                    <a:pt x="2201" y="578"/>
                    <a:pt x="2549" y="276"/>
                    <a:pt x="2727" y="82"/>
                  </a:cubicBezTo>
                  <a:cubicBezTo>
                    <a:pt x="2980" y="393"/>
                    <a:pt x="3343" y="578"/>
                    <a:pt x="3691" y="578"/>
                  </a:cubicBezTo>
                  <a:cubicBezTo>
                    <a:pt x="4024" y="571"/>
                    <a:pt x="4358" y="400"/>
                    <a:pt x="4655" y="82"/>
                  </a:cubicBezTo>
                  <a:cubicBezTo>
                    <a:pt x="4906" y="356"/>
                    <a:pt x="5180" y="520"/>
                    <a:pt x="5455" y="564"/>
                  </a:cubicBezTo>
                  <a:lnTo>
                    <a:pt x="5469" y="564"/>
                  </a:lnTo>
                  <a:lnTo>
                    <a:pt x="5477" y="557"/>
                  </a:lnTo>
                  <a:lnTo>
                    <a:pt x="5469" y="520"/>
                  </a:lnTo>
                  <a:lnTo>
                    <a:pt x="5477" y="512"/>
                  </a:lnTo>
                  <a:lnTo>
                    <a:pt x="5462" y="512"/>
                  </a:lnTo>
                  <a:cubicBezTo>
                    <a:pt x="5188" y="468"/>
                    <a:pt x="4922" y="304"/>
                    <a:pt x="4669" y="30"/>
                  </a:cubicBezTo>
                  <a:lnTo>
                    <a:pt x="4646" y="9"/>
                  </a:lnTo>
                  <a:lnTo>
                    <a:pt x="4632" y="30"/>
                  </a:lnTo>
                  <a:cubicBezTo>
                    <a:pt x="4468" y="215"/>
                    <a:pt x="4129" y="520"/>
                    <a:pt x="3691" y="527"/>
                  </a:cubicBezTo>
                  <a:cubicBezTo>
                    <a:pt x="3350" y="527"/>
                    <a:pt x="2994" y="342"/>
                    <a:pt x="2743" y="30"/>
                  </a:cubicBezTo>
                  <a:lnTo>
                    <a:pt x="2727" y="0"/>
                  </a:lnTo>
                  <a:lnTo>
                    <a:pt x="2706" y="23"/>
                  </a:lnTo>
                  <a:cubicBezTo>
                    <a:pt x="2542" y="215"/>
                    <a:pt x="2201" y="527"/>
                    <a:pt x="1765" y="527"/>
                  </a:cubicBezTo>
                  <a:lnTo>
                    <a:pt x="1756" y="527"/>
                  </a:lnTo>
                  <a:cubicBezTo>
                    <a:pt x="1424" y="527"/>
                    <a:pt x="1068" y="342"/>
                    <a:pt x="823" y="30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40"/>
            <p:cNvSpPr/>
            <p:nvPr/>
          </p:nvSpPr>
          <p:spPr>
            <a:xfrm>
              <a:off x="6729579" y="3448773"/>
              <a:ext cx="76" cy="1662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1" y="0"/>
                  </a:moveTo>
                  <a:lnTo>
                    <a:pt x="1" y="22"/>
                  </a:lnTo>
                  <a:close/>
                </a:path>
              </a:pathLst>
            </a:custGeom>
            <a:solidFill>
              <a:srgbClr val="E5E6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40"/>
            <p:cNvSpPr/>
            <p:nvPr/>
          </p:nvSpPr>
          <p:spPr>
            <a:xfrm>
              <a:off x="6729050" y="3448773"/>
              <a:ext cx="604" cy="3400"/>
            </a:xfrm>
            <a:custGeom>
              <a:avLst/>
              <a:gdLst/>
              <a:ahLst/>
              <a:cxnLst/>
              <a:rect l="l" t="t" r="r" b="b"/>
              <a:pathLst>
                <a:path w="8" h="45" extrusionOk="0">
                  <a:moveTo>
                    <a:pt x="8" y="0"/>
                  </a:moveTo>
                  <a:lnTo>
                    <a:pt x="0" y="8"/>
                  </a:lnTo>
                  <a:lnTo>
                    <a:pt x="8" y="45"/>
                  </a:lnTo>
                  <a:lnTo>
                    <a:pt x="8" y="22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2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40"/>
            <p:cNvSpPr/>
            <p:nvPr/>
          </p:nvSpPr>
          <p:spPr>
            <a:xfrm>
              <a:off x="6729579" y="3471743"/>
              <a:ext cx="3476" cy="1133"/>
            </a:xfrm>
            <a:custGeom>
              <a:avLst/>
              <a:gdLst/>
              <a:ahLst/>
              <a:cxnLst/>
              <a:rect l="l" t="t" r="r" b="b"/>
              <a:pathLst>
                <a:path w="46" h="15" extrusionOk="0">
                  <a:moveTo>
                    <a:pt x="15" y="1"/>
                  </a:moveTo>
                  <a:lnTo>
                    <a:pt x="1" y="8"/>
                  </a:lnTo>
                  <a:lnTo>
                    <a:pt x="24" y="8"/>
                  </a:lnTo>
                  <a:lnTo>
                    <a:pt x="38" y="15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40"/>
            <p:cNvSpPr/>
            <p:nvPr/>
          </p:nvSpPr>
          <p:spPr>
            <a:xfrm>
              <a:off x="6315812" y="3429656"/>
              <a:ext cx="413842" cy="43749"/>
            </a:xfrm>
            <a:custGeom>
              <a:avLst/>
              <a:gdLst/>
              <a:ahLst/>
              <a:cxnLst/>
              <a:rect l="l" t="t" r="r" b="b"/>
              <a:pathLst>
                <a:path w="5477" h="579" extrusionOk="0">
                  <a:moveTo>
                    <a:pt x="808" y="1"/>
                  </a:moveTo>
                  <a:lnTo>
                    <a:pt x="787" y="24"/>
                  </a:lnTo>
                  <a:cubicBezTo>
                    <a:pt x="549" y="298"/>
                    <a:pt x="289" y="462"/>
                    <a:pt x="15" y="513"/>
                  </a:cubicBezTo>
                  <a:lnTo>
                    <a:pt x="1" y="513"/>
                  </a:lnTo>
                  <a:lnTo>
                    <a:pt x="8" y="565"/>
                  </a:lnTo>
                  <a:lnTo>
                    <a:pt x="31" y="558"/>
                  </a:lnTo>
                  <a:cubicBezTo>
                    <a:pt x="305" y="506"/>
                    <a:pt x="565" y="349"/>
                    <a:pt x="801" y="83"/>
                  </a:cubicBezTo>
                  <a:cubicBezTo>
                    <a:pt x="1061" y="394"/>
                    <a:pt x="1417" y="579"/>
                    <a:pt x="1756" y="579"/>
                  </a:cubicBezTo>
                  <a:lnTo>
                    <a:pt x="1765" y="579"/>
                  </a:lnTo>
                  <a:cubicBezTo>
                    <a:pt x="2201" y="579"/>
                    <a:pt x="2549" y="275"/>
                    <a:pt x="2727" y="83"/>
                  </a:cubicBezTo>
                  <a:cubicBezTo>
                    <a:pt x="2980" y="387"/>
                    <a:pt x="3343" y="572"/>
                    <a:pt x="3691" y="572"/>
                  </a:cubicBezTo>
                  <a:cubicBezTo>
                    <a:pt x="4024" y="572"/>
                    <a:pt x="4358" y="394"/>
                    <a:pt x="4655" y="83"/>
                  </a:cubicBezTo>
                  <a:cubicBezTo>
                    <a:pt x="4913" y="364"/>
                    <a:pt x="5196" y="520"/>
                    <a:pt x="5477" y="565"/>
                  </a:cubicBezTo>
                  <a:lnTo>
                    <a:pt x="5469" y="513"/>
                  </a:lnTo>
                  <a:lnTo>
                    <a:pt x="5477" y="513"/>
                  </a:lnTo>
                  <a:cubicBezTo>
                    <a:pt x="5203" y="469"/>
                    <a:pt x="4929" y="305"/>
                    <a:pt x="4669" y="24"/>
                  </a:cubicBezTo>
                  <a:lnTo>
                    <a:pt x="4646" y="8"/>
                  </a:lnTo>
                  <a:lnTo>
                    <a:pt x="4632" y="31"/>
                  </a:lnTo>
                  <a:cubicBezTo>
                    <a:pt x="4468" y="209"/>
                    <a:pt x="4129" y="520"/>
                    <a:pt x="3691" y="520"/>
                  </a:cubicBezTo>
                  <a:cubicBezTo>
                    <a:pt x="3350" y="520"/>
                    <a:pt x="2994" y="335"/>
                    <a:pt x="2743" y="24"/>
                  </a:cubicBezTo>
                  <a:lnTo>
                    <a:pt x="2727" y="1"/>
                  </a:lnTo>
                  <a:lnTo>
                    <a:pt x="2706" y="24"/>
                  </a:lnTo>
                  <a:cubicBezTo>
                    <a:pt x="2542" y="209"/>
                    <a:pt x="2201" y="527"/>
                    <a:pt x="1765" y="527"/>
                  </a:cubicBezTo>
                  <a:lnTo>
                    <a:pt x="1756" y="527"/>
                  </a:lnTo>
                  <a:cubicBezTo>
                    <a:pt x="1424" y="527"/>
                    <a:pt x="1068" y="335"/>
                    <a:pt x="823" y="24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40"/>
            <p:cNvSpPr/>
            <p:nvPr/>
          </p:nvSpPr>
          <p:spPr>
            <a:xfrm>
              <a:off x="6729579" y="3468419"/>
              <a:ext cx="3476" cy="3929"/>
            </a:xfrm>
            <a:custGeom>
              <a:avLst/>
              <a:gdLst/>
              <a:ahLst/>
              <a:cxnLst/>
              <a:rect l="l" t="t" r="r" b="b"/>
              <a:pathLst>
                <a:path w="46" h="52" extrusionOk="0">
                  <a:moveTo>
                    <a:pt x="1" y="0"/>
                  </a:moveTo>
                  <a:lnTo>
                    <a:pt x="1" y="52"/>
                  </a:lnTo>
                  <a:lnTo>
                    <a:pt x="15" y="45"/>
                  </a:lnTo>
                  <a:lnTo>
                    <a:pt x="45" y="45"/>
                  </a:lnTo>
                  <a:lnTo>
                    <a:pt x="45" y="7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E5E6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40"/>
            <p:cNvSpPr/>
            <p:nvPr/>
          </p:nvSpPr>
          <p:spPr>
            <a:xfrm>
              <a:off x="6729050" y="3468419"/>
              <a:ext cx="604" cy="3929"/>
            </a:xfrm>
            <a:custGeom>
              <a:avLst/>
              <a:gdLst/>
              <a:ahLst/>
              <a:cxnLst/>
              <a:rect l="l" t="t" r="r" b="b"/>
              <a:pathLst>
                <a:path w="8" h="52" extrusionOk="0">
                  <a:moveTo>
                    <a:pt x="0" y="0"/>
                  </a:moveTo>
                  <a:lnTo>
                    <a:pt x="8" y="52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2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40"/>
            <p:cNvSpPr/>
            <p:nvPr/>
          </p:nvSpPr>
          <p:spPr>
            <a:xfrm>
              <a:off x="5631616" y="3319339"/>
              <a:ext cx="414447" cy="43749"/>
            </a:xfrm>
            <a:custGeom>
              <a:avLst/>
              <a:gdLst/>
              <a:ahLst/>
              <a:cxnLst/>
              <a:rect l="l" t="t" r="r" b="b"/>
              <a:pathLst>
                <a:path w="5485" h="579" extrusionOk="0">
                  <a:moveTo>
                    <a:pt x="808" y="1"/>
                  </a:moveTo>
                  <a:lnTo>
                    <a:pt x="787" y="24"/>
                  </a:lnTo>
                  <a:cubicBezTo>
                    <a:pt x="550" y="291"/>
                    <a:pt x="290" y="461"/>
                    <a:pt x="24" y="506"/>
                  </a:cubicBezTo>
                  <a:lnTo>
                    <a:pt x="1" y="513"/>
                  </a:lnTo>
                  <a:lnTo>
                    <a:pt x="17" y="565"/>
                  </a:lnTo>
                  <a:lnTo>
                    <a:pt x="31" y="557"/>
                  </a:lnTo>
                  <a:cubicBezTo>
                    <a:pt x="305" y="506"/>
                    <a:pt x="564" y="342"/>
                    <a:pt x="808" y="76"/>
                  </a:cubicBezTo>
                  <a:cubicBezTo>
                    <a:pt x="1060" y="387"/>
                    <a:pt x="1416" y="572"/>
                    <a:pt x="1765" y="579"/>
                  </a:cubicBezTo>
                  <a:cubicBezTo>
                    <a:pt x="2209" y="579"/>
                    <a:pt x="2551" y="268"/>
                    <a:pt x="2729" y="76"/>
                  </a:cubicBezTo>
                  <a:cubicBezTo>
                    <a:pt x="2986" y="387"/>
                    <a:pt x="3342" y="572"/>
                    <a:pt x="3691" y="572"/>
                  </a:cubicBezTo>
                  <a:lnTo>
                    <a:pt x="3698" y="572"/>
                  </a:lnTo>
                  <a:cubicBezTo>
                    <a:pt x="4025" y="572"/>
                    <a:pt x="4365" y="394"/>
                    <a:pt x="4655" y="83"/>
                  </a:cubicBezTo>
                  <a:cubicBezTo>
                    <a:pt x="4914" y="349"/>
                    <a:pt x="5181" y="513"/>
                    <a:pt x="5455" y="557"/>
                  </a:cubicBezTo>
                  <a:lnTo>
                    <a:pt x="5476" y="565"/>
                  </a:lnTo>
                  <a:lnTo>
                    <a:pt x="5485" y="513"/>
                  </a:lnTo>
                  <a:lnTo>
                    <a:pt x="5469" y="506"/>
                  </a:lnTo>
                  <a:cubicBezTo>
                    <a:pt x="5195" y="461"/>
                    <a:pt x="4928" y="298"/>
                    <a:pt x="4669" y="24"/>
                  </a:cubicBezTo>
                  <a:lnTo>
                    <a:pt x="4655" y="1"/>
                  </a:lnTo>
                  <a:lnTo>
                    <a:pt x="4631" y="24"/>
                  </a:lnTo>
                  <a:cubicBezTo>
                    <a:pt x="4470" y="209"/>
                    <a:pt x="4128" y="520"/>
                    <a:pt x="3691" y="520"/>
                  </a:cubicBezTo>
                  <a:cubicBezTo>
                    <a:pt x="3351" y="520"/>
                    <a:pt x="3002" y="335"/>
                    <a:pt x="2750" y="24"/>
                  </a:cubicBezTo>
                  <a:lnTo>
                    <a:pt x="2729" y="1"/>
                  </a:lnTo>
                  <a:lnTo>
                    <a:pt x="2713" y="24"/>
                  </a:lnTo>
                  <a:cubicBezTo>
                    <a:pt x="2542" y="209"/>
                    <a:pt x="2202" y="527"/>
                    <a:pt x="1765" y="527"/>
                  </a:cubicBezTo>
                  <a:cubicBezTo>
                    <a:pt x="1423" y="520"/>
                    <a:pt x="1075" y="335"/>
                    <a:pt x="831" y="24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40"/>
            <p:cNvSpPr/>
            <p:nvPr/>
          </p:nvSpPr>
          <p:spPr>
            <a:xfrm>
              <a:off x="5631616" y="3338455"/>
              <a:ext cx="414447" cy="43749"/>
            </a:xfrm>
            <a:custGeom>
              <a:avLst/>
              <a:gdLst/>
              <a:ahLst/>
              <a:cxnLst/>
              <a:rect l="l" t="t" r="r" b="b"/>
              <a:pathLst>
                <a:path w="5485" h="579" extrusionOk="0">
                  <a:moveTo>
                    <a:pt x="808" y="0"/>
                  </a:moveTo>
                  <a:lnTo>
                    <a:pt x="787" y="24"/>
                  </a:lnTo>
                  <a:cubicBezTo>
                    <a:pt x="550" y="297"/>
                    <a:pt x="290" y="459"/>
                    <a:pt x="24" y="513"/>
                  </a:cubicBezTo>
                  <a:lnTo>
                    <a:pt x="1" y="513"/>
                  </a:lnTo>
                  <a:lnTo>
                    <a:pt x="17" y="564"/>
                  </a:lnTo>
                  <a:lnTo>
                    <a:pt x="31" y="564"/>
                  </a:lnTo>
                  <a:cubicBezTo>
                    <a:pt x="305" y="513"/>
                    <a:pt x="564" y="349"/>
                    <a:pt x="808" y="82"/>
                  </a:cubicBezTo>
                  <a:cubicBezTo>
                    <a:pt x="1060" y="393"/>
                    <a:pt x="1416" y="578"/>
                    <a:pt x="1765" y="578"/>
                  </a:cubicBezTo>
                  <a:cubicBezTo>
                    <a:pt x="2209" y="578"/>
                    <a:pt x="2551" y="274"/>
                    <a:pt x="2729" y="82"/>
                  </a:cubicBezTo>
                  <a:cubicBezTo>
                    <a:pt x="2986" y="393"/>
                    <a:pt x="3342" y="578"/>
                    <a:pt x="3691" y="578"/>
                  </a:cubicBezTo>
                  <a:lnTo>
                    <a:pt x="3698" y="578"/>
                  </a:lnTo>
                  <a:cubicBezTo>
                    <a:pt x="4025" y="571"/>
                    <a:pt x="4365" y="401"/>
                    <a:pt x="4655" y="82"/>
                  </a:cubicBezTo>
                  <a:cubicBezTo>
                    <a:pt x="4914" y="356"/>
                    <a:pt x="5181" y="520"/>
                    <a:pt x="5455" y="564"/>
                  </a:cubicBezTo>
                  <a:lnTo>
                    <a:pt x="5476" y="564"/>
                  </a:lnTo>
                  <a:lnTo>
                    <a:pt x="5485" y="513"/>
                  </a:lnTo>
                  <a:lnTo>
                    <a:pt x="5469" y="513"/>
                  </a:lnTo>
                  <a:cubicBezTo>
                    <a:pt x="5195" y="468"/>
                    <a:pt x="4928" y="304"/>
                    <a:pt x="4669" y="31"/>
                  </a:cubicBezTo>
                  <a:lnTo>
                    <a:pt x="4655" y="8"/>
                  </a:lnTo>
                  <a:lnTo>
                    <a:pt x="4631" y="31"/>
                  </a:lnTo>
                  <a:cubicBezTo>
                    <a:pt x="4470" y="216"/>
                    <a:pt x="4128" y="520"/>
                    <a:pt x="3691" y="527"/>
                  </a:cubicBezTo>
                  <a:cubicBezTo>
                    <a:pt x="3351" y="527"/>
                    <a:pt x="3002" y="335"/>
                    <a:pt x="2750" y="24"/>
                  </a:cubicBezTo>
                  <a:lnTo>
                    <a:pt x="2729" y="0"/>
                  </a:lnTo>
                  <a:lnTo>
                    <a:pt x="2713" y="24"/>
                  </a:lnTo>
                  <a:cubicBezTo>
                    <a:pt x="2542" y="216"/>
                    <a:pt x="2202" y="527"/>
                    <a:pt x="1765" y="527"/>
                  </a:cubicBezTo>
                  <a:cubicBezTo>
                    <a:pt x="1423" y="527"/>
                    <a:pt x="1075" y="342"/>
                    <a:pt x="831" y="24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40"/>
            <p:cNvSpPr/>
            <p:nvPr/>
          </p:nvSpPr>
          <p:spPr>
            <a:xfrm>
              <a:off x="5631616" y="3358101"/>
              <a:ext cx="417847" cy="43674"/>
            </a:xfrm>
            <a:custGeom>
              <a:avLst/>
              <a:gdLst/>
              <a:ahLst/>
              <a:cxnLst/>
              <a:rect l="l" t="t" r="r" b="b"/>
              <a:pathLst>
                <a:path w="5530" h="578" extrusionOk="0">
                  <a:moveTo>
                    <a:pt x="808" y="0"/>
                  </a:moveTo>
                  <a:lnTo>
                    <a:pt x="787" y="21"/>
                  </a:lnTo>
                  <a:cubicBezTo>
                    <a:pt x="550" y="297"/>
                    <a:pt x="290" y="459"/>
                    <a:pt x="24" y="510"/>
                  </a:cubicBezTo>
                  <a:lnTo>
                    <a:pt x="1" y="510"/>
                  </a:lnTo>
                  <a:lnTo>
                    <a:pt x="17" y="564"/>
                  </a:lnTo>
                  <a:lnTo>
                    <a:pt x="31" y="555"/>
                  </a:lnTo>
                  <a:cubicBezTo>
                    <a:pt x="305" y="503"/>
                    <a:pt x="564" y="349"/>
                    <a:pt x="808" y="75"/>
                  </a:cubicBezTo>
                  <a:cubicBezTo>
                    <a:pt x="1060" y="386"/>
                    <a:pt x="1416" y="571"/>
                    <a:pt x="1765" y="578"/>
                  </a:cubicBezTo>
                  <a:cubicBezTo>
                    <a:pt x="2209" y="578"/>
                    <a:pt x="2551" y="274"/>
                    <a:pt x="2729" y="75"/>
                  </a:cubicBezTo>
                  <a:cubicBezTo>
                    <a:pt x="2986" y="386"/>
                    <a:pt x="3342" y="571"/>
                    <a:pt x="3691" y="571"/>
                  </a:cubicBezTo>
                  <a:lnTo>
                    <a:pt x="3698" y="571"/>
                  </a:lnTo>
                  <a:cubicBezTo>
                    <a:pt x="4025" y="571"/>
                    <a:pt x="4365" y="393"/>
                    <a:pt x="4655" y="82"/>
                  </a:cubicBezTo>
                  <a:cubicBezTo>
                    <a:pt x="4928" y="363"/>
                    <a:pt x="5209" y="526"/>
                    <a:pt x="5506" y="564"/>
                  </a:cubicBezTo>
                  <a:lnTo>
                    <a:pt x="5521" y="564"/>
                  </a:lnTo>
                  <a:lnTo>
                    <a:pt x="5529" y="519"/>
                  </a:lnTo>
                  <a:lnTo>
                    <a:pt x="5506" y="510"/>
                  </a:lnTo>
                  <a:cubicBezTo>
                    <a:pt x="5225" y="482"/>
                    <a:pt x="4943" y="311"/>
                    <a:pt x="4669" y="21"/>
                  </a:cubicBezTo>
                  <a:lnTo>
                    <a:pt x="4655" y="7"/>
                  </a:lnTo>
                  <a:lnTo>
                    <a:pt x="4631" y="21"/>
                  </a:lnTo>
                  <a:cubicBezTo>
                    <a:pt x="4470" y="208"/>
                    <a:pt x="4128" y="519"/>
                    <a:pt x="3691" y="519"/>
                  </a:cubicBezTo>
                  <a:cubicBezTo>
                    <a:pt x="3351" y="519"/>
                    <a:pt x="3002" y="333"/>
                    <a:pt x="2750" y="21"/>
                  </a:cubicBezTo>
                  <a:lnTo>
                    <a:pt x="2729" y="0"/>
                  </a:lnTo>
                  <a:lnTo>
                    <a:pt x="2713" y="21"/>
                  </a:lnTo>
                  <a:cubicBezTo>
                    <a:pt x="2542" y="208"/>
                    <a:pt x="2202" y="526"/>
                    <a:pt x="1765" y="526"/>
                  </a:cubicBezTo>
                  <a:cubicBezTo>
                    <a:pt x="1423" y="526"/>
                    <a:pt x="1075" y="333"/>
                    <a:pt x="831" y="21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40"/>
            <p:cNvSpPr/>
            <p:nvPr/>
          </p:nvSpPr>
          <p:spPr>
            <a:xfrm>
              <a:off x="4971071" y="2283638"/>
              <a:ext cx="1088971" cy="605840"/>
            </a:xfrm>
            <a:custGeom>
              <a:avLst/>
              <a:gdLst/>
              <a:ahLst/>
              <a:cxnLst/>
              <a:rect l="l" t="t" r="r" b="b"/>
              <a:pathLst>
                <a:path w="14412" h="8018" extrusionOk="0">
                  <a:moveTo>
                    <a:pt x="8469" y="0"/>
                  </a:moveTo>
                  <a:cubicBezTo>
                    <a:pt x="8269" y="0"/>
                    <a:pt x="8106" y="171"/>
                    <a:pt x="8106" y="370"/>
                  </a:cubicBezTo>
                  <a:lnTo>
                    <a:pt x="8106" y="1675"/>
                  </a:lnTo>
                  <a:cubicBezTo>
                    <a:pt x="8106" y="1875"/>
                    <a:pt x="7935" y="2038"/>
                    <a:pt x="7736" y="2038"/>
                  </a:cubicBezTo>
                  <a:cubicBezTo>
                    <a:pt x="7542" y="2038"/>
                    <a:pt x="7387" y="1891"/>
                    <a:pt x="7371" y="1704"/>
                  </a:cubicBezTo>
                  <a:lnTo>
                    <a:pt x="7371" y="1037"/>
                  </a:lnTo>
                  <a:cubicBezTo>
                    <a:pt x="7371" y="838"/>
                    <a:pt x="7210" y="667"/>
                    <a:pt x="7009" y="667"/>
                  </a:cubicBezTo>
                  <a:cubicBezTo>
                    <a:pt x="6802" y="667"/>
                    <a:pt x="6639" y="838"/>
                    <a:pt x="6639" y="1037"/>
                  </a:cubicBezTo>
                  <a:lnTo>
                    <a:pt x="6639" y="1809"/>
                  </a:lnTo>
                  <a:cubicBezTo>
                    <a:pt x="6639" y="2015"/>
                    <a:pt x="6475" y="2179"/>
                    <a:pt x="6276" y="2179"/>
                  </a:cubicBezTo>
                  <a:cubicBezTo>
                    <a:pt x="6068" y="2179"/>
                    <a:pt x="5904" y="2015"/>
                    <a:pt x="5904" y="1809"/>
                  </a:cubicBezTo>
                  <a:lnTo>
                    <a:pt x="5904" y="601"/>
                  </a:lnTo>
                  <a:cubicBezTo>
                    <a:pt x="5904" y="393"/>
                    <a:pt x="5742" y="230"/>
                    <a:pt x="5534" y="230"/>
                  </a:cubicBezTo>
                  <a:cubicBezTo>
                    <a:pt x="5408" y="230"/>
                    <a:pt x="5298" y="297"/>
                    <a:pt x="5237" y="393"/>
                  </a:cubicBezTo>
                  <a:cubicBezTo>
                    <a:pt x="5193" y="452"/>
                    <a:pt x="5172" y="519"/>
                    <a:pt x="5172" y="601"/>
                  </a:cubicBezTo>
                  <a:lnTo>
                    <a:pt x="5172" y="993"/>
                  </a:lnTo>
                  <a:cubicBezTo>
                    <a:pt x="5172" y="1179"/>
                    <a:pt x="5015" y="1334"/>
                    <a:pt x="4830" y="1334"/>
                  </a:cubicBezTo>
                  <a:lnTo>
                    <a:pt x="4802" y="1334"/>
                  </a:lnTo>
                  <a:cubicBezTo>
                    <a:pt x="4631" y="1334"/>
                    <a:pt x="4490" y="1201"/>
                    <a:pt x="4467" y="1037"/>
                  </a:cubicBezTo>
                  <a:lnTo>
                    <a:pt x="288" y="6959"/>
                  </a:lnTo>
                  <a:cubicBezTo>
                    <a:pt x="0" y="7366"/>
                    <a:pt x="237" y="7982"/>
                    <a:pt x="711" y="8010"/>
                  </a:cubicBezTo>
                  <a:cubicBezTo>
                    <a:pt x="726" y="8017"/>
                    <a:pt x="740" y="8017"/>
                    <a:pt x="756" y="8017"/>
                  </a:cubicBezTo>
                  <a:lnTo>
                    <a:pt x="13656" y="8017"/>
                  </a:lnTo>
                  <a:cubicBezTo>
                    <a:pt x="13670" y="8017"/>
                    <a:pt x="13685" y="8017"/>
                    <a:pt x="13701" y="8010"/>
                  </a:cubicBezTo>
                  <a:cubicBezTo>
                    <a:pt x="14174" y="7982"/>
                    <a:pt x="14412" y="7366"/>
                    <a:pt x="14122" y="6959"/>
                  </a:cubicBezTo>
                  <a:lnTo>
                    <a:pt x="9550" y="527"/>
                  </a:lnTo>
                  <a:lnTo>
                    <a:pt x="9550" y="1341"/>
                  </a:lnTo>
                  <a:cubicBezTo>
                    <a:pt x="9550" y="1526"/>
                    <a:pt x="9395" y="1683"/>
                    <a:pt x="9210" y="1683"/>
                  </a:cubicBezTo>
                  <a:lnTo>
                    <a:pt x="9180" y="1683"/>
                  </a:lnTo>
                  <a:cubicBezTo>
                    <a:pt x="8988" y="1683"/>
                    <a:pt x="8839" y="1526"/>
                    <a:pt x="8839" y="1341"/>
                  </a:cubicBezTo>
                  <a:lnTo>
                    <a:pt x="8839" y="393"/>
                  </a:lnTo>
                  <a:lnTo>
                    <a:pt x="8839" y="370"/>
                  </a:lnTo>
                  <a:cubicBezTo>
                    <a:pt x="8839" y="171"/>
                    <a:pt x="8670" y="0"/>
                    <a:pt x="84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40"/>
            <p:cNvSpPr/>
            <p:nvPr/>
          </p:nvSpPr>
          <p:spPr>
            <a:xfrm>
              <a:off x="5296206" y="2150350"/>
              <a:ext cx="396463" cy="297933"/>
            </a:xfrm>
            <a:custGeom>
              <a:avLst/>
              <a:gdLst/>
              <a:ahLst/>
              <a:cxnLst/>
              <a:rect l="l" t="t" r="r" b="b"/>
              <a:pathLst>
                <a:path w="5247" h="3943" extrusionOk="0">
                  <a:moveTo>
                    <a:pt x="2891" y="0"/>
                  </a:moveTo>
                  <a:cubicBezTo>
                    <a:pt x="2418" y="0"/>
                    <a:pt x="1973" y="238"/>
                    <a:pt x="1683" y="646"/>
                  </a:cubicBezTo>
                  <a:lnTo>
                    <a:pt x="890" y="1771"/>
                  </a:lnTo>
                  <a:lnTo>
                    <a:pt x="890" y="1764"/>
                  </a:lnTo>
                  <a:lnTo>
                    <a:pt x="165" y="2804"/>
                  </a:lnTo>
                  <a:lnTo>
                    <a:pt x="165" y="2804"/>
                  </a:lnTo>
                  <a:cubicBezTo>
                    <a:pt x="165" y="2803"/>
                    <a:pt x="164" y="2802"/>
                    <a:pt x="164" y="2801"/>
                  </a:cubicBezTo>
                  <a:lnTo>
                    <a:pt x="1" y="3039"/>
                  </a:lnTo>
                  <a:lnTo>
                    <a:pt x="1" y="3039"/>
                  </a:lnTo>
                  <a:lnTo>
                    <a:pt x="165" y="2804"/>
                  </a:lnTo>
                  <a:lnTo>
                    <a:pt x="165" y="2804"/>
                  </a:lnTo>
                  <a:cubicBezTo>
                    <a:pt x="189" y="2966"/>
                    <a:pt x="329" y="3091"/>
                    <a:pt x="499" y="3091"/>
                  </a:cubicBezTo>
                  <a:lnTo>
                    <a:pt x="534" y="3091"/>
                  </a:lnTo>
                  <a:cubicBezTo>
                    <a:pt x="721" y="3091"/>
                    <a:pt x="876" y="2943"/>
                    <a:pt x="876" y="2749"/>
                  </a:cubicBezTo>
                  <a:lnTo>
                    <a:pt x="876" y="2356"/>
                  </a:lnTo>
                  <a:cubicBezTo>
                    <a:pt x="876" y="2283"/>
                    <a:pt x="899" y="2209"/>
                    <a:pt x="934" y="2157"/>
                  </a:cubicBezTo>
                  <a:cubicBezTo>
                    <a:pt x="943" y="2143"/>
                    <a:pt x="957" y="2127"/>
                    <a:pt x="965" y="2120"/>
                  </a:cubicBezTo>
                  <a:cubicBezTo>
                    <a:pt x="972" y="2113"/>
                    <a:pt x="972" y="2106"/>
                    <a:pt x="979" y="2099"/>
                  </a:cubicBezTo>
                  <a:cubicBezTo>
                    <a:pt x="988" y="2090"/>
                    <a:pt x="1002" y="2083"/>
                    <a:pt x="1009" y="2075"/>
                  </a:cubicBezTo>
                  <a:cubicBezTo>
                    <a:pt x="1023" y="2068"/>
                    <a:pt x="1032" y="2054"/>
                    <a:pt x="1046" y="2045"/>
                  </a:cubicBezTo>
                  <a:cubicBezTo>
                    <a:pt x="1053" y="2045"/>
                    <a:pt x="1061" y="2038"/>
                    <a:pt x="1068" y="2038"/>
                  </a:cubicBezTo>
                  <a:cubicBezTo>
                    <a:pt x="1091" y="2024"/>
                    <a:pt x="1121" y="2017"/>
                    <a:pt x="1142" y="2010"/>
                  </a:cubicBezTo>
                  <a:cubicBezTo>
                    <a:pt x="1173" y="2001"/>
                    <a:pt x="1201" y="1994"/>
                    <a:pt x="1231" y="1994"/>
                  </a:cubicBezTo>
                  <a:cubicBezTo>
                    <a:pt x="1439" y="1994"/>
                    <a:pt x="1601" y="2157"/>
                    <a:pt x="1601" y="2365"/>
                  </a:cubicBezTo>
                  <a:lnTo>
                    <a:pt x="1601" y="3573"/>
                  </a:lnTo>
                  <a:cubicBezTo>
                    <a:pt x="1601" y="3779"/>
                    <a:pt x="1765" y="3943"/>
                    <a:pt x="1973" y="3943"/>
                  </a:cubicBezTo>
                  <a:cubicBezTo>
                    <a:pt x="2172" y="3943"/>
                    <a:pt x="2336" y="3779"/>
                    <a:pt x="2336" y="3573"/>
                  </a:cubicBezTo>
                  <a:lnTo>
                    <a:pt x="2336" y="2801"/>
                  </a:lnTo>
                  <a:cubicBezTo>
                    <a:pt x="2336" y="2602"/>
                    <a:pt x="2499" y="2431"/>
                    <a:pt x="2706" y="2431"/>
                  </a:cubicBezTo>
                  <a:cubicBezTo>
                    <a:pt x="2907" y="2431"/>
                    <a:pt x="3068" y="2602"/>
                    <a:pt x="3068" y="2801"/>
                  </a:cubicBezTo>
                  <a:lnTo>
                    <a:pt x="3068" y="3468"/>
                  </a:lnTo>
                  <a:cubicBezTo>
                    <a:pt x="3084" y="3655"/>
                    <a:pt x="3239" y="3802"/>
                    <a:pt x="3433" y="3802"/>
                  </a:cubicBezTo>
                  <a:cubicBezTo>
                    <a:pt x="3632" y="3802"/>
                    <a:pt x="3803" y="3639"/>
                    <a:pt x="3803" y="3439"/>
                  </a:cubicBezTo>
                  <a:lnTo>
                    <a:pt x="3803" y="2134"/>
                  </a:lnTo>
                  <a:cubicBezTo>
                    <a:pt x="3803" y="1935"/>
                    <a:pt x="3966" y="1764"/>
                    <a:pt x="4166" y="1764"/>
                  </a:cubicBezTo>
                  <a:cubicBezTo>
                    <a:pt x="4367" y="1764"/>
                    <a:pt x="4536" y="1935"/>
                    <a:pt x="4536" y="2134"/>
                  </a:cubicBezTo>
                  <a:lnTo>
                    <a:pt x="4536" y="2157"/>
                  </a:lnTo>
                  <a:lnTo>
                    <a:pt x="4536" y="3105"/>
                  </a:lnTo>
                  <a:cubicBezTo>
                    <a:pt x="4536" y="3290"/>
                    <a:pt x="4685" y="3447"/>
                    <a:pt x="4870" y="3447"/>
                  </a:cubicBezTo>
                  <a:lnTo>
                    <a:pt x="4907" y="3447"/>
                  </a:lnTo>
                  <a:cubicBezTo>
                    <a:pt x="5092" y="3447"/>
                    <a:pt x="5247" y="3290"/>
                    <a:pt x="5247" y="3105"/>
                  </a:cubicBezTo>
                  <a:lnTo>
                    <a:pt x="5247" y="2291"/>
                  </a:lnTo>
                  <a:lnTo>
                    <a:pt x="4062" y="631"/>
                  </a:lnTo>
                  <a:cubicBezTo>
                    <a:pt x="3780" y="231"/>
                    <a:pt x="3351" y="0"/>
                    <a:pt x="2891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40"/>
            <p:cNvSpPr/>
            <p:nvPr/>
          </p:nvSpPr>
          <p:spPr>
            <a:xfrm>
              <a:off x="5013536" y="2662118"/>
              <a:ext cx="690467" cy="226756"/>
            </a:xfrm>
            <a:custGeom>
              <a:avLst/>
              <a:gdLst/>
              <a:ahLst/>
              <a:cxnLst/>
              <a:rect l="l" t="t" r="r" b="b"/>
              <a:pathLst>
                <a:path w="9138" h="3001" extrusionOk="0">
                  <a:moveTo>
                    <a:pt x="1104" y="1"/>
                  </a:moveTo>
                  <a:lnTo>
                    <a:pt x="0" y="1571"/>
                  </a:lnTo>
                  <a:cubicBezTo>
                    <a:pt x="75" y="1550"/>
                    <a:pt x="149" y="1534"/>
                    <a:pt x="229" y="1534"/>
                  </a:cubicBezTo>
                  <a:cubicBezTo>
                    <a:pt x="608" y="1534"/>
                    <a:pt x="912" y="1808"/>
                    <a:pt x="971" y="2172"/>
                  </a:cubicBezTo>
                  <a:cubicBezTo>
                    <a:pt x="1015" y="2149"/>
                    <a:pt x="1067" y="2135"/>
                    <a:pt x="1128" y="2135"/>
                  </a:cubicBezTo>
                  <a:cubicBezTo>
                    <a:pt x="1163" y="2135"/>
                    <a:pt x="1200" y="2142"/>
                    <a:pt x="1238" y="2156"/>
                  </a:cubicBezTo>
                  <a:cubicBezTo>
                    <a:pt x="1341" y="2030"/>
                    <a:pt x="1490" y="1957"/>
                    <a:pt x="1661" y="1957"/>
                  </a:cubicBezTo>
                  <a:cubicBezTo>
                    <a:pt x="1956" y="1957"/>
                    <a:pt x="2195" y="2201"/>
                    <a:pt x="2195" y="2498"/>
                  </a:cubicBezTo>
                  <a:lnTo>
                    <a:pt x="2195" y="2535"/>
                  </a:lnTo>
                  <a:cubicBezTo>
                    <a:pt x="2246" y="2498"/>
                    <a:pt x="2305" y="2467"/>
                    <a:pt x="2372" y="2467"/>
                  </a:cubicBezTo>
                  <a:cubicBezTo>
                    <a:pt x="2527" y="2467"/>
                    <a:pt x="2653" y="2594"/>
                    <a:pt x="2653" y="2750"/>
                  </a:cubicBezTo>
                  <a:cubicBezTo>
                    <a:pt x="2653" y="2860"/>
                    <a:pt x="2595" y="2957"/>
                    <a:pt x="2497" y="3001"/>
                  </a:cubicBezTo>
                  <a:lnTo>
                    <a:pt x="5188" y="3001"/>
                  </a:lnTo>
                  <a:cubicBezTo>
                    <a:pt x="5136" y="2973"/>
                    <a:pt x="5106" y="2912"/>
                    <a:pt x="5106" y="2853"/>
                  </a:cubicBezTo>
                  <a:cubicBezTo>
                    <a:pt x="5106" y="2750"/>
                    <a:pt x="5188" y="2668"/>
                    <a:pt x="5291" y="2668"/>
                  </a:cubicBezTo>
                  <a:cubicBezTo>
                    <a:pt x="5335" y="2668"/>
                    <a:pt x="5380" y="2683"/>
                    <a:pt x="5410" y="2706"/>
                  </a:cubicBezTo>
                  <a:lnTo>
                    <a:pt x="5410" y="2683"/>
                  </a:lnTo>
                  <a:cubicBezTo>
                    <a:pt x="5410" y="2483"/>
                    <a:pt x="5573" y="2327"/>
                    <a:pt x="5765" y="2327"/>
                  </a:cubicBezTo>
                  <a:cubicBezTo>
                    <a:pt x="5876" y="2327"/>
                    <a:pt x="5981" y="2379"/>
                    <a:pt x="6039" y="2453"/>
                  </a:cubicBezTo>
                  <a:cubicBezTo>
                    <a:pt x="6070" y="2446"/>
                    <a:pt x="6091" y="2446"/>
                    <a:pt x="6121" y="2446"/>
                  </a:cubicBezTo>
                  <a:cubicBezTo>
                    <a:pt x="6159" y="2446"/>
                    <a:pt x="6187" y="2453"/>
                    <a:pt x="6224" y="2467"/>
                  </a:cubicBezTo>
                  <a:cubicBezTo>
                    <a:pt x="6240" y="2357"/>
                    <a:pt x="6292" y="2261"/>
                    <a:pt x="6365" y="2186"/>
                  </a:cubicBezTo>
                  <a:lnTo>
                    <a:pt x="6388" y="734"/>
                  </a:lnTo>
                  <a:cubicBezTo>
                    <a:pt x="6402" y="734"/>
                    <a:pt x="6409" y="1505"/>
                    <a:pt x="6418" y="2142"/>
                  </a:cubicBezTo>
                  <a:cubicBezTo>
                    <a:pt x="6498" y="2083"/>
                    <a:pt x="6603" y="2046"/>
                    <a:pt x="6713" y="2046"/>
                  </a:cubicBezTo>
                  <a:cubicBezTo>
                    <a:pt x="6774" y="2046"/>
                    <a:pt x="6833" y="2060"/>
                    <a:pt x="6884" y="2074"/>
                  </a:cubicBezTo>
                  <a:cubicBezTo>
                    <a:pt x="7076" y="2135"/>
                    <a:pt x="7218" y="2306"/>
                    <a:pt x="7218" y="2512"/>
                  </a:cubicBezTo>
                  <a:lnTo>
                    <a:pt x="7218" y="2549"/>
                  </a:lnTo>
                  <a:cubicBezTo>
                    <a:pt x="7233" y="2542"/>
                    <a:pt x="7247" y="2542"/>
                    <a:pt x="7270" y="2542"/>
                  </a:cubicBezTo>
                  <a:lnTo>
                    <a:pt x="7284" y="2542"/>
                  </a:lnTo>
                  <a:cubicBezTo>
                    <a:pt x="7441" y="2386"/>
                    <a:pt x="7626" y="2245"/>
                    <a:pt x="7832" y="2112"/>
                  </a:cubicBezTo>
                  <a:cubicBezTo>
                    <a:pt x="7841" y="1934"/>
                    <a:pt x="7900" y="1756"/>
                    <a:pt x="8010" y="1601"/>
                  </a:cubicBezTo>
                  <a:lnTo>
                    <a:pt x="9137" y="1"/>
                  </a:lnTo>
                  <a:close/>
                </a:path>
              </a:pathLst>
            </a:custGeom>
            <a:solidFill>
              <a:srgbClr val="DFD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40"/>
            <p:cNvSpPr/>
            <p:nvPr/>
          </p:nvSpPr>
          <p:spPr>
            <a:xfrm>
              <a:off x="5588472" y="2006559"/>
              <a:ext cx="1504551" cy="886923"/>
            </a:xfrm>
            <a:custGeom>
              <a:avLst/>
              <a:gdLst/>
              <a:ahLst/>
              <a:cxnLst/>
              <a:rect l="l" t="t" r="r" b="b"/>
              <a:pathLst>
                <a:path w="19912" h="11738" extrusionOk="0">
                  <a:moveTo>
                    <a:pt x="8752" y="0"/>
                  </a:moveTo>
                  <a:cubicBezTo>
                    <a:pt x="8604" y="0"/>
                    <a:pt x="8471" y="59"/>
                    <a:pt x="8368" y="155"/>
                  </a:cubicBezTo>
                  <a:cubicBezTo>
                    <a:pt x="8270" y="251"/>
                    <a:pt x="8211" y="391"/>
                    <a:pt x="8211" y="541"/>
                  </a:cubicBezTo>
                  <a:lnTo>
                    <a:pt x="8211" y="770"/>
                  </a:lnTo>
                  <a:lnTo>
                    <a:pt x="8211" y="3512"/>
                  </a:lnTo>
                  <a:lnTo>
                    <a:pt x="8211" y="3742"/>
                  </a:lnTo>
                  <a:cubicBezTo>
                    <a:pt x="8211" y="3890"/>
                    <a:pt x="8153" y="4023"/>
                    <a:pt x="8048" y="4126"/>
                  </a:cubicBezTo>
                  <a:cubicBezTo>
                    <a:pt x="7952" y="4224"/>
                    <a:pt x="7818" y="4283"/>
                    <a:pt x="7664" y="4283"/>
                  </a:cubicBezTo>
                  <a:cubicBezTo>
                    <a:pt x="7367" y="4283"/>
                    <a:pt x="7123" y="4037"/>
                    <a:pt x="7123" y="3742"/>
                  </a:cubicBezTo>
                  <a:lnTo>
                    <a:pt x="7123" y="770"/>
                  </a:lnTo>
                  <a:lnTo>
                    <a:pt x="7123" y="756"/>
                  </a:lnTo>
                  <a:lnTo>
                    <a:pt x="401" y="10277"/>
                  </a:lnTo>
                  <a:cubicBezTo>
                    <a:pt x="1" y="10848"/>
                    <a:pt x="328" y="11693"/>
                    <a:pt x="979" y="11737"/>
                  </a:cubicBezTo>
                  <a:lnTo>
                    <a:pt x="18933" y="11737"/>
                  </a:lnTo>
                  <a:cubicBezTo>
                    <a:pt x="19586" y="11693"/>
                    <a:pt x="19911" y="10839"/>
                    <a:pt x="19511" y="10277"/>
                  </a:cubicBezTo>
                  <a:lnTo>
                    <a:pt x="12561" y="496"/>
                  </a:lnTo>
                  <a:lnTo>
                    <a:pt x="12561" y="3393"/>
                  </a:lnTo>
                  <a:cubicBezTo>
                    <a:pt x="12561" y="3541"/>
                    <a:pt x="12494" y="3674"/>
                    <a:pt x="12398" y="3770"/>
                  </a:cubicBezTo>
                  <a:cubicBezTo>
                    <a:pt x="12302" y="3875"/>
                    <a:pt x="12161" y="3934"/>
                    <a:pt x="12014" y="3934"/>
                  </a:cubicBezTo>
                  <a:cubicBezTo>
                    <a:pt x="11717" y="3934"/>
                    <a:pt x="11471" y="3690"/>
                    <a:pt x="11471" y="3393"/>
                  </a:cubicBezTo>
                  <a:lnTo>
                    <a:pt x="11471" y="1592"/>
                  </a:lnTo>
                  <a:cubicBezTo>
                    <a:pt x="11471" y="1290"/>
                    <a:pt x="11227" y="1044"/>
                    <a:pt x="10923" y="1044"/>
                  </a:cubicBezTo>
                  <a:cubicBezTo>
                    <a:pt x="10776" y="1044"/>
                    <a:pt x="10642" y="1112"/>
                    <a:pt x="10537" y="1208"/>
                  </a:cubicBezTo>
                  <a:cubicBezTo>
                    <a:pt x="10441" y="1304"/>
                    <a:pt x="10383" y="1444"/>
                    <a:pt x="10383" y="1592"/>
                  </a:cubicBezTo>
                  <a:lnTo>
                    <a:pt x="10383" y="2734"/>
                  </a:lnTo>
                  <a:cubicBezTo>
                    <a:pt x="10383" y="2890"/>
                    <a:pt x="10324" y="3023"/>
                    <a:pt x="10219" y="3119"/>
                  </a:cubicBezTo>
                  <a:cubicBezTo>
                    <a:pt x="10123" y="3223"/>
                    <a:pt x="9990" y="3281"/>
                    <a:pt x="9835" y="3281"/>
                  </a:cubicBezTo>
                  <a:cubicBezTo>
                    <a:pt x="9538" y="3281"/>
                    <a:pt x="9293" y="3038"/>
                    <a:pt x="9293" y="2734"/>
                  </a:cubicBezTo>
                  <a:lnTo>
                    <a:pt x="9302" y="2734"/>
                  </a:lnTo>
                  <a:lnTo>
                    <a:pt x="9302" y="541"/>
                  </a:lnTo>
                  <a:cubicBezTo>
                    <a:pt x="9302" y="244"/>
                    <a:pt x="9056" y="0"/>
                    <a:pt x="87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40"/>
            <p:cNvSpPr/>
            <p:nvPr/>
          </p:nvSpPr>
          <p:spPr>
            <a:xfrm>
              <a:off x="6126685" y="1872667"/>
              <a:ext cx="410971" cy="457516"/>
            </a:xfrm>
            <a:custGeom>
              <a:avLst/>
              <a:gdLst/>
              <a:ahLst/>
              <a:cxnLst/>
              <a:rect l="l" t="t" r="r" b="b"/>
              <a:pathLst>
                <a:path w="5439" h="6055" extrusionOk="0">
                  <a:moveTo>
                    <a:pt x="2815" y="1"/>
                  </a:moveTo>
                  <a:cubicBezTo>
                    <a:pt x="2163" y="1"/>
                    <a:pt x="1547" y="334"/>
                    <a:pt x="1147" y="897"/>
                  </a:cubicBezTo>
                  <a:lnTo>
                    <a:pt x="0" y="2528"/>
                  </a:lnTo>
                  <a:lnTo>
                    <a:pt x="0" y="2542"/>
                  </a:lnTo>
                  <a:lnTo>
                    <a:pt x="0" y="5514"/>
                  </a:lnTo>
                  <a:cubicBezTo>
                    <a:pt x="0" y="5809"/>
                    <a:pt x="244" y="6055"/>
                    <a:pt x="541" y="6055"/>
                  </a:cubicBezTo>
                  <a:cubicBezTo>
                    <a:pt x="695" y="6055"/>
                    <a:pt x="829" y="5996"/>
                    <a:pt x="925" y="5898"/>
                  </a:cubicBezTo>
                  <a:cubicBezTo>
                    <a:pt x="1030" y="5795"/>
                    <a:pt x="1088" y="5662"/>
                    <a:pt x="1088" y="5514"/>
                  </a:cubicBezTo>
                  <a:lnTo>
                    <a:pt x="1088" y="5284"/>
                  </a:lnTo>
                  <a:lnTo>
                    <a:pt x="1088" y="2542"/>
                  </a:lnTo>
                  <a:lnTo>
                    <a:pt x="1088" y="2313"/>
                  </a:lnTo>
                  <a:cubicBezTo>
                    <a:pt x="1088" y="2163"/>
                    <a:pt x="1147" y="2023"/>
                    <a:pt x="1245" y="1927"/>
                  </a:cubicBezTo>
                  <a:cubicBezTo>
                    <a:pt x="1348" y="1831"/>
                    <a:pt x="1481" y="1772"/>
                    <a:pt x="1629" y="1772"/>
                  </a:cubicBezTo>
                  <a:cubicBezTo>
                    <a:pt x="1933" y="1772"/>
                    <a:pt x="2179" y="2016"/>
                    <a:pt x="2179" y="2313"/>
                  </a:cubicBezTo>
                  <a:lnTo>
                    <a:pt x="2179" y="4506"/>
                  </a:lnTo>
                  <a:lnTo>
                    <a:pt x="2170" y="4506"/>
                  </a:lnTo>
                  <a:cubicBezTo>
                    <a:pt x="2170" y="4810"/>
                    <a:pt x="2415" y="5053"/>
                    <a:pt x="2712" y="5053"/>
                  </a:cubicBezTo>
                  <a:cubicBezTo>
                    <a:pt x="2867" y="5053"/>
                    <a:pt x="3000" y="4995"/>
                    <a:pt x="3096" y="4891"/>
                  </a:cubicBezTo>
                  <a:cubicBezTo>
                    <a:pt x="3201" y="4795"/>
                    <a:pt x="3260" y="4662"/>
                    <a:pt x="3260" y="4506"/>
                  </a:cubicBezTo>
                  <a:lnTo>
                    <a:pt x="3260" y="3364"/>
                  </a:lnTo>
                  <a:cubicBezTo>
                    <a:pt x="3260" y="3216"/>
                    <a:pt x="3318" y="3076"/>
                    <a:pt x="3414" y="2980"/>
                  </a:cubicBezTo>
                  <a:cubicBezTo>
                    <a:pt x="3519" y="2884"/>
                    <a:pt x="3653" y="2816"/>
                    <a:pt x="3800" y="2816"/>
                  </a:cubicBezTo>
                  <a:cubicBezTo>
                    <a:pt x="4104" y="2816"/>
                    <a:pt x="4348" y="3062"/>
                    <a:pt x="4348" y="3364"/>
                  </a:cubicBezTo>
                  <a:lnTo>
                    <a:pt x="4348" y="5165"/>
                  </a:lnTo>
                  <a:cubicBezTo>
                    <a:pt x="4348" y="5462"/>
                    <a:pt x="4594" y="5706"/>
                    <a:pt x="4891" y="5706"/>
                  </a:cubicBezTo>
                  <a:cubicBezTo>
                    <a:pt x="5038" y="5706"/>
                    <a:pt x="5179" y="5647"/>
                    <a:pt x="5275" y="5542"/>
                  </a:cubicBezTo>
                  <a:cubicBezTo>
                    <a:pt x="5371" y="5446"/>
                    <a:pt x="5438" y="5313"/>
                    <a:pt x="5438" y="5165"/>
                  </a:cubicBezTo>
                  <a:lnTo>
                    <a:pt x="5438" y="2268"/>
                  </a:lnTo>
                  <a:lnTo>
                    <a:pt x="4437" y="867"/>
                  </a:lnTo>
                  <a:cubicBezTo>
                    <a:pt x="4053" y="326"/>
                    <a:pt x="3452" y="1"/>
                    <a:pt x="2815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40"/>
            <p:cNvSpPr/>
            <p:nvPr/>
          </p:nvSpPr>
          <p:spPr>
            <a:xfrm>
              <a:off x="5655116" y="2892198"/>
              <a:ext cx="10201" cy="1285"/>
            </a:xfrm>
            <a:custGeom>
              <a:avLst/>
              <a:gdLst/>
              <a:ahLst/>
              <a:cxnLst/>
              <a:rect l="l" t="t" r="r" b="b"/>
              <a:pathLst>
                <a:path w="135" h="17" extrusionOk="0">
                  <a:moveTo>
                    <a:pt x="1" y="0"/>
                  </a:moveTo>
                  <a:lnTo>
                    <a:pt x="1" y="0"/>
                  </a:lnTo>
                  <a:cubicBezTo>
                    <a:pt x="31" y="8"/>
                    <a:pt x="61" y="16"/>
                    <a:pt x="97" y="16"/>
                  </a:cubicBezTo>
                  <a:lnTo>
                    <a:pt x="134" y="16"/>
                  </a:lnTo>
                  <a:lnTo>
                    <a:pt x="97" y="16"/>
                  </a:lnTo>
                  <a:cubicBezTo>
                    <a:pt x="61" y="16"/>
                    <a:pt x="31" y="8"/>
                    <a:pt x="1" y="0"/>
                  </a:cubicBezTo>
                  <a:close/>
                </a:path>
              </a:pathLst>
            </a:custGeom>
            <a:solidFill>
              <a:srgbClr val="677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40"/>
            <p:cNvSpPr/>
            <p:nvPr/>
          </p:nvSpPr>
          <p:spPr>
            <a:xfrm>
              <a:off x="5605246" y="2579757"/>
              <a:ext cx="1122142" cy="313725"/>
            </a:xfrm>
            <a:custGeom>
              <a:avLst/>
              <a:gdLst/>
              <a:ahLst/>
              <a:cxnLst/>
              <a:rect l="l" t="t" r="r" b="b"/>
              <a:pathLst>
                <a:path w="14851" h="4152" extrusionOk="0">
                  <a:moveTo>
                    <a:pt x="661" y="4135"/>
                  </a:moveTo>
                  <a:cubicBezTo>
                    <a:pt x="691" y="4143"/>
                    <a:pt x="721" y="4151"/>
                    <a:pt x="757" y="4151"/>
                  </a:cubicBezTo>
                  <a:lnTo>
                    <a:pt x="6101" y="4151"/>
                  </a:lnTo>
                  <a:cubicBezTo>
                    <a:pt x="6101" y="4151"/>
                    <a:pt x="6101" y="4143"/>
                    <a:pt x="6108" y="4135"/>
                  </a:cubicBezTo>
                  <a:close/>
                  <a:moveTo>
                    <a:pt x="2076" y="1"/>
                  </a:moveTo>
                  <a:lnTo>
                    <a:pt x="179" y="2691"/>
                  </a:lnTo>
                  <a:cubicBezTo>
                    <a:pt x="69" y="2846"/>
                    <a:pt x="10" y="3024"/>
                    <a:pt x="1" y="3202"/>
                  </a:cubicBezTo>
                  <a:cubicBezTo>
                    <a:pt x="862" y="2661"/>
                    <a:pt x="2121" y="2313"/>
                    <a:pt x="3522" y="2313"/>
                  </a:cubicBezTo>
                  <a:cubicBezTo>
                    <a:pt x="4811" y="2313"/>
                    <a:pt x="5982" y="2602"/>
                    <a:pt x="6826" y="3068"/>
                  </a:cubicBezTo>
                  <a:cubicBezTo>
                    <a:pt x="7664" y="2231"/>
                    <a:pt x="8982" y="1683"/>
                    <a:pt x="10472" y="1683"/>
                  </a:cubicBezTo>
                  <a:cubicBezTo>
                    <a:pt x="12524" y="1683"/>
                    <a:pt x="14265" y="2720"/>
                    <a:pt x="14843" y="4151"/>
                  </a:cubicBezTo>
                  <a:lnTo>
                    <a:pt x="14850" y="1"/>
                  </a:lnTo>
                  <a:close/>
                </a:path>
              </a:pathLst>
            </a:custGeom>
            <a:solidFill>
              <a:srgbClr val="DFD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40"/>
            <p:cNvSpPr/>
            <p:nvPr/>
          </p:nvSpPr>
          <p:spPr>
            <a:xfrm>
              <a:off x="6934497" y="2286433"/>
              <a:ext cx="503456" cy="610978"/>
            </a:xfrm>
            <a:custGeom>
              <a:avLst/>
              <a:gdLst/>
              <a:ahLst/>
              <a:cxnLst/>
              <a:rect l="l" t="t" r="r" b="b"/>
              <a:pathLst>
                <a:path w="6663" h="8086" extrusionOk="0">
                  <a:moveTo>
                    <a:pt x="1" y="1"/>
                  </a:moveTo>
                  <a:lnTo>
                    <a:pt x="1" y="8085"/>
                  </a:lnTo>
                  <a:lnTo>
                    <a:pt x="6662" y="8085"/>
                  </a:lnTo>
                  <a:lnTo>
                    <a:pt x="6662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40"/>
            <p:cNvSpPr/>
            <p:nvPr/>
          </p:nvSpPr>
          <p:spPr>
            <a:xfrm>
              <a:off x="6934497" y="2505860"/>
              <a:ext cx="503456" cy="31509"/>
            </a:xfrm>
            <a:custGeom>
              <a:avLst/>
              <a:gdLst/>
              <a:ahLst/>
              <a:cxnLst/>
              <a:rect l="l" t="t" r="r" b="b"/>
              <a:pathLst>
                <a:path w="6663" h="417" extrusionOk="0">
                  <a:moveTo>
                    <a:pt x="1" y="1"/>
                  </a:moveTo>
                  <a:lnTo>
                    <a:pt x="1" y="417"/>
                  </a:lnTo>
                  <a:lnTo>
                    <a:pt x="6662" y="417"/>
                  </a:lnTo>
                  <a:lnTo>
                    <a:pt x="6662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40"/>
            <p:cNvSpPr/>
            <p:nvPr/>
          </p:nvSpPr>
          <p:spPr>
            <a:xfrm>
              <a:off x="6934497" y="2620635"/>
              <a:ext cx="503456" cy="105935"/>
            </a:xfrm>
            <a:custGeom>
              <a:avLst/>
              <a:gdLst/>
              <a:ahLst/>
              <a:cxnLst/>
              <a:rect l="l" t="t" r="r" b="b"/>
              <a:pathLst>
                <a:path w="6663" h="1402" extrusionOk="0">
                  <a:moveTo>
                    <a:pt x="1" y="0"/>
                  </a:moveTo>
                  <a:lnTo>
                    <a:pt x="1" y="1402"/>
                  </a:lnTo>
                  <a:lnTo>
                    <a:pt x="6662" y="1402"/>
                  </a:lnTo>
                  <a:lnTo>
                    <a:pt x="6662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40"/>
            <p:cNvSpPr/>
            <p:nvPr/>
          </p:nvSpPr>
          <p:spPr>
            <a:xfrm>
              <a:off x="7294994" y="2616177"/>
              <a:ext cx="62337" cy="113793"/>
            </a:xfrm>
            <a:custGeom>
              <a:avLst/>
              <a:gdLst/>
              <a:ahLst/>
              <a:cxnLst/>
              <a:rect l="l" t="t" r="r" b="b"/>
              <a:pathLst>
                <a:path w="825" h="1506" extrusionOk="0">
                  <a:moveTo>
                    <a:pt x="743" y="82"/>
                  </a:moveTo>
                  <a:lnTo>
                    <a:pt x="743" y="1423"/>
                  </a:lnTo>
                  <a:lnTo>
                    <a:pt x="83" y="1423"/>
                  </a:lnTo>
                  <a:lnTo>
                    <a:pt x="83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40"/>
            <p:cNvSpPr/>
            <p:nvPr/>
          </p:nvSpPr>
          <p:spPr>
            <a:xfrm>
              <a:off x="7183090" y="2616177"/>
              <a:ext cx="62261" cy="113793"/>
            </a:xfrm>
            <a:custGeom>
              <a:avLst/>
              <a:gdLst/>
              <a:ahLst/>
              <a:cxnLst/>
              <a:rect l="l" t="t" r="r" b="b"/>
              <a:pathLst>
                <a:path w="824" h="1506" extrusionOk="0">
                  <a:moveTo>
                    <a:pt x="742" y="82"/>
                  </a:moveTo>
                  <a:lnTo>
                    <a:pt x="742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40"/>
            <p:cNvSpPr/>
            <p:nvPr/>
          </p:nvSpPr>
          <p:spPr>
            <a:xfrm>
              <a:off x="7407654" y="2616177"/>
              <a:ext cx="33095" cy="113793"/>
            </a:xfrm>
            <a:custGeom>
              <a:avLst/>
              <a:gdLst/>
              <a:ahLst/>
              <a:cxnLst/>
              <a:rect l="l" t="t" r="r" b="b"/>
              <a:pathLst>
                <a:path w="438" h="1506" extrusionOk="0">
                  <a:moveTo>
                    <a:pt x="363" y="82"/>
                  </a:moveTo>
                  <a:lnTo>
                    <a:pt x="363" y="1423"/>
                  </a:lnTo>
                  <a:lnTo>
                    <a:pt x="75" y="1423"/>
                  </a:lnTo>
                  <a:lnTo>
                    <a:pt x="75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438" y="1505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40"/>
            <p:cNvSpPr/>
            <p:nvPr/>
          </p:nvSpPr>
          <p:spPr>
            <a:xfrm>
              <a:off x="7351060" y="2616177"/>
              <a:ext cx="62261" cy="113793"/>
            </a:xfrm>
            <a:custGeom>
              <a:avLst/>
              <a:gdLst/>
              <a:ahLst/>
              <a:cxnLst/>
              <a:rect l="l" t="t" r="r" b="b"/>
              <a:pathLst>
                <a:path w="824" h="1506" extrusionOk="0">
                  <a:moveTo>
                    <a:pt x="749" y="82"/>
                  </a:moveTo>
                  <a:lnTo>
                    <a:pt x="749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40"/>
            <p:cNvSpPr/>
            <p:nvPr/>
          </p:nvSpPr>
          <p:spPr>
            <a:xfrm>
              <a:off x="7239155" y="2616177"/>
              <a:ext cx="62110" cy="113793"/>
            </a:xfrm>
            <a:custGeom>
              <a:avLst/>
              <a:gdLst/>
              <a:ahLst/>
              <a:cxnLst/>
              <a:rect l="l" t="t" r="r" b="b"/>
              <a:pathLst>
                <a:path w="822" h="1506" extrusionOk="0">
                  <a:moveTo>
                    <a:pt x="740" y="82"/>
                  </a:moveTo>
                  <a:lnTo>
                    <a:pt x="740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822" y="1505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40"/>
            <p:cNvSpPr/>
            <p:nvPr/>
          </p:nvSpPr>
          <p:spPr>
            <a:xfrm>
              <a:off x="6931173" y="2616177"/>
              <a:ext cx="33624" cy="113793"/>
            </a:xfrm>
            <a:custGeom>
              <a:avLst/>
              <a:gdLst/>
              <a:ahLst/>
              <a:cxnLst/>
              <a:rect l="l" t="t" r="r" b="b"/>
              <a:pathLst>
                <a:path w="445" h="1506" extrusionOk="0">
                  <a:moveTo>
                    <a:pt x="363" y="82"/>
                  </a:moveTo>
                  <a:lnTo>
                    <a:pt x="363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445" y="1505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40"/>
            <p:cNvSpPr/>
            <p:nvPr/>
          </p:nvSpPr>
          <p:spPr>
            <a:xfrm>
              <a:off x="6958526" y="2616177"/>
              <a:ext cx="62337" cy="113793"/>
            </a:xfrm>
            <a:custGeom>
              <a:avLst/>
              <a:gdLst/>
              <a:ahLst/>
              <a:cxnLst/>
              <a:rect l="l" t="t" r="r" b="b"/>
              <a:pathLst>
                <a:path w="825" h="1506" extrusionOk="0">
                  <a:moveTo>
                    <a:pt x="750" y="82"/>
                  </a:moveTo>
                  <a:lnTo>
                    <a:pt x="750" y="1423"/>
                  </a:lnTo>
                  <a:lnTo>
                    <a:pt x="83" y="1423"/>
                  </a:lnTo>
                  <a:lnTo>
                    <a:pt x="83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40"/>
            <p:cNvSpPr/>
            <p:nvPr/>
          </p:nvSpPr>
          <p:spPr>
            <a:xfrm>
              <a:off x="7015120" y="2616177"/>
              <a:ext cx="61657" cy="113793"/>
            </a:xfrm>
            <a:custGeom>
              <a:avLst/>
              <a:gdLst/>
              <a:ahLst/>
              <a:cxnLst/>
              <a:rect l="l" t="t" r="r" b="b"/>
              <a:pathLst>
                <a:path w="816" h="1506" extrusionOk="0">
                  <a:moveTo>
                    <a:pt x="742" y="82"/>
                  </a:moveTo>
                  <a:lnTo>
                    <a:pt x="742" y="1423"/>
                  </a:lnTo>
                  <a:lnTo>
                    <a:pt x="75" y="1423"/>
                  </a:lnTo>
                  <a:lnTo>
                    <a:pt x="75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15" y="1505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40"/>
            <p:cNvSpPr/>
            <p:nvPr/>
          </p:nvSpPr>
          <p:spPr>
            <a:xfrm>
              <a:off x="7127024" y="2616177"/>
              <a:ext cx="62337" cy="113793"/>
            </a:xfrm>
            <a:custGeom>
              <a:avLst/>
              <a:gdLst/>
              <a:ahLst/>
              <a:cxnLst/>
              <a:rect l="l" t="t" r="r" b="b"/>
              <a:pathLst>
                <a:path w="825" h="1506" extrusionOk="0">
                  <a:moveTo>
                    <a:pt x="743" y="82"/>
                  </a:moveTo>
                  <a:lnTo>
                    <a:pt x="743" y="1423"/>
                  </a:lnTo>
                  <a:lnTo>
                    <a:pt x="83" y="1423"/>
                  </a:lnTo>
                  <a:lnTo>
                    <a:pt x="83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40"/>
            <p:cNvSpPr/>
            <p:nvPr/>
          </p:nvSpPr>
          <p:spPr>
            <a:xfrm>
              <a:off x="7071185" y="2616177"/>
              <a:ext cx="62110" cy="113793"/>
            </a:xfrm>
            <a:custGeom>
              <a:avLst/>
              <a:gdLst/>
              <a:ahLst/>
              <a:cxnLst/>
              <a:rect l="l" t="t" r="r" b="b"/>
              <a:pathLst>
                <a:path w="822" h="1506" extrusionOk="0">
                  <a:moveTo>
                    <a:pt x="740" y="82"/>
                  </a:moveTo>
                  <a:lnTo>
                    <a:pt x="740" y="1423"/>
                  </a:lnTo>
                  <a:lnTo>
                    <a:pt x="73" y="1423"/>
                  </a:lnTo>
                  <a:lnTo>
                    <a:pt x="73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822" y="1505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40"/>
            <p:cNvSpPr/>
            <p:nvPr/>
          </p:nvSpPr>
          <p:spPr>
            <a:xfrm>
              <a:off x="7082822" y="1942031"/>
              <a:ext cx="157996" cy="955381"/>
            </a:xfrm>
            <a:custGeom>
              <a:avLst/>
              <a:gdLst/>
              <a:ahLst/>
              <a:cxnLst/>
              <a:rect l="l" t="t" r="r" b="b"/>
              <a:pathLst>
                <a:path w="2091" h="12644" extrusionOk="0">
                  <a:moveTo>
                    <a:pt x="565" y="1"/>
                  </a:moveTo>
                  <a:lnTo>
                    <a:pt x="1" y="12613"/>
                  </a:lnTo>
                  <a:lnTo>
                    <a:pt x="2090" y="12643"/>
                  </a:lnTo>
                  <a:lnTo>
                    <a:pt x="1824" y="17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40"/>
            <p:cNvSpPr/>
            <p:nvPr/>
          </p:nvSpPr>
          <p:spPr>
            <a:xfrm>
              <a:off x="7082822" y="1942711"/>
              <a:ext cx="90294" cy="945633"/>
            </a:xfrm>
            <a:custGeom>
              <a:avLst/>
              <a:gdLst/>
              <a:ahLst/>
              <a:cxnLst/>
              <a:rect l="l" t="t" r="r" b="b"/>
              <a:pathLst>
                <a:path w="1195" h="12515" extrusionOk="0">
                  <a:moveTo>
                    <a:pt x="565" y="0"/>
                  </a:moveTo>
                  <a:lnTo>
                    <a:pt x="1" y="12515"/>
                  </a:lnTo>
                  <a:lnTo>
                    <a:pt x="1047" y="12515"/>
                  </a:lnTo>
                  <a:lnTo>
                    <a:pt x="1194" y="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9293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40"/>
            <p:cNvSpPr/>
            <p:nvPr/>
          </p:nvSpPr>
          <p:spPr>
            <a:xfrm>
              <a:off x="7113121" y="2171658"/>
              <a:ext cx="113189" cy="57199"/>
            </a:xfrm>
            <a:custGeom>
              <a:avLst/>
              <a:gdLst/>
              <a:ahLst/>
              <a:cxnLst/>
              <a:rect l="l" t="t" r="r" b="b"/>
              <a:pathLst>
                <a:path w="1498" h="757" extrusionOk="0">
                  <a:moveTo>
                    <a:pt x="37" y="1"/>
                  </a:moveTo>
                  <a:lnTo>
                    <a:pt x="0" y="734"/>
                  </a:lnTo>
                  <a:lnTo>
                    <a:pt x="749" y="741"/>
                  </a:lnTo>
                  <a:lnTo>
                    <a:pt x="1497" y="757"/>
                  </a:lnTo>
                  <a:lnTo>
                    <a:pt x="1483" y="22"/>
                  </a:lnTo>
                  <a:lnTo>
                    <a:pt x="756" y="1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40"/>
            <p:cNvSpPr/>
            <p:nvPr/>
          </p:nvSpPr>
          <p:spPr>
            <a:xfrm>
              <a:off x="7106396" y="2301470"/>
              <a:ext cx="123238" cy="82436"/>
            </a:xfrm>
            <a:custGeom>
              <a:avLst/>
              <a:gdLst/>
              <a:ahLst/>
              <a:cxnLst/>
              <a:rect l="l" t="t" r="r" b="b"/>
              <a:pathLst>
                <a:path w="1631" h="1091" extrusionOk="0">
                  <a:moveTo>
                    <a:pt x="45" y="1"/>
                  </a:moveTo>
                  <a:lnTo>
                    <a:pt x="0" y="1068"/>
                  </a:lnTo>
                  <a:lnTo>
                    <a:pt x="816" y="1077"/>
                  </a:lnTo>
                  <a:lnTo>
                    <a:pt x="1631" y="1091"/>
                  </a:lnTo>
                  <a:lnTo>
                    <a:pt x="1608" y="17"/>
                  </a:lnTo>
                  <a:lnTo>
                    <a:pt x="831" y="10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40"/>
            <p:cNvSpPr/>
            <p:nvPr/>
          </p:nvSpPr>
          <p:spPr>
            <a:xfrm>
              <a:off x="6440108" y="1279143"/>
              <a:ext cx="292342" cy="233632"/>
            </a:xfrm>
            <a:custGeom>
              <a:avLst/>
              <a:gdLst/>
              <a:ahLst/>
              <a:cxnLst/>
              <a:rect l="l" t="t" r="r" b="b"/>
              <a:pathLst>
                <a:path w="3869" h="3092" extrusionOk="0">
                  <a:moveTo>
                    <a:pt x="3647" y="1"/>
                  </a:moveTo>
                  <a:cubicBezTo>
                    <a:pt x="2706" y="1"/>
                    <a:pt x="1898" y="579"/>
                    <a:pt x="1557" y="1393"/>
                  </a:cubicBezTo>
                  <a:cubicBezTo>
                    <a:pt x="1505" y="1386"/>
                    <a:pt x="1445" y="1386"/>
                    <a:pt x="1393" y="1386"/>
                  </a:cubicBezTo>
                  <a:cubicBezTo>
                    <a:pt x="623" y="1386"/>
                    <a:pt x="1" y="2009"/>
                    <a:pt x="1" y="2772"/>
                  </a:cubicBezTo>
                  <a:cubicBezTo>
                    <a:pt x="1" y="2884"/>
                    <a:pt x="15" y="2987"/>
                    <a:pt x="38" y="3092"/>
                  </a:cubicBezTo>
                  <a:lnTo>
                    <a:pt x="3869" y="3092"/>
                  </a:lnTo>
                  <a:lnTo>
                    <a:pt x="3869" y="2217"/>
                  </a:lnTo>
                  <a:lnTo>
                    <a:pt x="3869" y="8"/>
                  </a:lnTo>
                  <a:cubicBezTo>
                    <a:pt x="3794" y="1"/>
                    <a:pt x="3721" y="1"/>
                    <a:pt x="3647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40"/>
            <p:cNvSpPr/>
            <p:nvPr/>
          </p:nvSpPr>
          <p:spPr>
            <a:xfrm>
              <a:off x="6728521" y="1278085"/>
              <a:ext cx="355585" cy="235218"/>
            </a:xfrm>
            <a:custGeom>
              <a:avLst/>
              <a:gdLst/>
              <a:ahLst/>
              <a:cxnLst/>
              <a:rect l="l" t="t" r="r" b="b"/>
              <a:pathLst>
                <a:path w="4706" h="3113" extrusionOk="0">
                  <a:moveTo>
                    <a:pt x="0" y="1"/>
                  </a:moveTo>
                  <a:lnTo>
                    <a:pt x="0" y="8"/>
                  </a:lnTo>
                  <a:lnTo>
                    <a:pt x="0" y="2231"/>
                  </a:lnTo>
                  <a:lnTo>
                    <a:pt x="0" y="3113"/>
                  </a:lnTo>
                  <a:lnTo>
                    <a:pt x="3061" y="3113"/>
                  </a:lnTo>
                  <a:cubicBezTo>
                    <a:pt x="3075" y="3097"/>
                    <a:pt x="3089" y="3090"/>
                    <a:pt x="3105" y="3075"/>
                  </a:cubicBezTo>
                  <a:cubicBezTo>
                    <a:pt x="3112" y="3090"/>
                    <a:pt x="3120" y="3097"/>
                    <a:pt x="3120" y="3113"/>
                  </a:cubicBezTo>
                  <a:lnTo>
                    <a:pt x="4638" y="3113"/>
                  </a:lnTo>
                  <a:cubicBezTo>
                    <a:pt x="4683" y="3017"/>
                    <a:pt x="4706" y="2912"/>
                    <a:pt x="4706" y="2794"/>
                  </a:cubicBezTo>
                  <a:cubicBezTo>
                    <a:pt x="4706" y="2341"/>
                    <a:pt x="4334" y="1971"/>
                    <a:pt x="3883" y="1971"/>
                  </a:cubicBezTo>
                  <a:cubicBezTo>
                    <a:pt x="3719" y="1971"/>
                    <a:pt x="3571" y="2016"/>
                    <a:pt x="3445" y="2097"/>
                  </a:cubicBezTo>
                  <a:cubicBezTo>
                    <a:pt x="3363" y="1571"/>
                    <a:pt x="2904" y="1171"/>
                    <a:pt x="2357" y="1171"/>
                  </a:cubicBezTo>
                  <a:cubicBezTo>
                    <a:pt x="2172" y="1171"/>
                    <a:pt x="1994" y="1215"/>
                    <a:pt x="1837" y="1297"/>
                  </a:cubicBezTo>
                  <a:cubicBezTo>
                    <a:pt x="1505" y="593"/>
                    <a:pt x="815" y="82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40"/>
            <p:cNvSpPr/>
            <p:nvPr/>
          </p:nvSpPr>
          <p:spPr>
            <a:xfrm>
              <a:off x="7822479" y="2368114"/>
              <a:ext cx="568438" cy="527484"/>
            </a:xfrm>
            <a:custGeom>
              <a:avLst/>
              <a:gdLst/>
              <a:ahLst/>
              <a:cxnLst/>
              <a:rect l="l" t="t" r="r" b="b"/>
              <a:pathLst>
                <a:path w="7523" h="6981" extrusionOk="0">
                  <a:moveTo>
                    <a:pt x="0" y="1"/>
                  </a:moveTo>
                  <a:lnTo>
                    <a:pt x="0" y="6981"/>
                  </a:lnTo>
                  <a:lnTo>
                    <a:pt x="7523" y="6981"/>
                  </a:lnTo>
                  <a:lnTo>
                    <a:pt x="7523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40"/>
            <p:cNvSpPr/>
            <p:nvPr/>
          </p:nvSpPr>
          <p:spPr>
            <a:xfrm>
              <a:off x="8390841" y="2379977"/>
              <a:ext cx="604" cy="508368"/>
            </a:xfrm>
            <a:custGeom>
              <a:avLst/>
              <a:gdLst/>
              <a:ahLst/>
              <a:cxnLst/>
              <a:rect l="l" t="t" r="r" b="b"/>
              <a:pathLst>
                <a:path w="8" h="6728" extrusionOk="0">
                  <a:moveTo>
                    <a:pt x="1" y="0"/>
                  </a:moveTo>
                  <a:lnTo>
                    <a:pt x="1" y="6728"/>
                  </a:lnTo>
                  <a:lnTo>
                    <a:pt x="8" y="6728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5259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40"/>
            <p:cNvSpPr/>
            <p:nvPr/>
          </p:nvSpPr>
          <p:spPr>
            <a:xfrm>
              <a:off x="8250299" y="2379977"/>
              <a:ext cx="140617" cy="477615"/>
            </a:xfrm>
            <a:custGeom>
              <a:avLst/>
              <a:gdLst/>
              <a:ahLst/>
              <a:cxnLst/>
              <a:rect l="l" t="t" r="r" b="b"/>
              <a:pathLst>
                <a:path w="1861" h="6321" extrusionOk="0">
                  <a:moveTo>
                    <a:pt x="0" y="0"/>
                  </a:moveTo>
                  <a:lnTo>
                    <a:pt x="0" y="6321"/>
                  </a:lnTo>
                  <a:lnTo>
                    <a:pt x="1861" y="6321"/>
                  </a:lnTo>
                  <a:lnTo>
                    <a:pt x="1861" y="0"/>
                  </a:lnTo>
                  <a:close/>
                </a:path>
              </a:pathLst>
            </a:custGeom>
            <a:solidFill>
              <a:srgbClr val="8586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40"/>
            <p:cNvSpPr/>
            <p:nvPr/>
          </p:nvSpPr>
          <p:spPr>
            <a:xfrm>
              <a:off x="7798904" y="2357006"/>
              <a:ext cx="614832" cy="23046"/>
            </a:xfrm>
            <a:custGeom>
              <a:avLst/>
              <a:gdLst/>
              <a:ahLst/>
              <a:cxnLst/>
              <a:rect l="l" t="t" r="r" b="b"/>
              <a:pathLst>
                <a:path w="8137" h="305" extrusionOk="0">
                  <a:moveTo>
                    <a:pt x="150" y="0"/>
                  </a:moveTo>
                  <a:cubicBezTo>
                    <a:pt x="68" y="0"/>
                    <a:pt x="1" y="66"/>
                    <a:pt x="1" y="148"/>
                  </a:cubicBezTo>
                  <a:cubicBezTo>
                    <a:pt x="1" y="237"/>
                    <a:pt x="68" y="304"/>
                    <a:pt x="150" y="304"/>
                  </a:cubicBezTo>
                  <a:lnTo>
                    <a:pt x="7989" y="304"/>
                  </a:lnTo>
                  <a:cubicBezTo>
                    <a:pt x="8071" y="304"/>
                    <a:pt x="8137" y="237"/>
                    <a:pt x="8137" y="148"/>
                  </a:cubicBezTo>
                  <a:cubicBezTo>
                    <a:pt x="8137" y="66"/>
                    <a:pt x="8071" y="0"/>
                    <a:pt x="7989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40"/>
            <p:cNvSpPr/>
            <p:nvPr/>
          </p:nvSpPr>
          <p:spPr>
            <a:xfrm>
              <a:off x="8316263" y="2470649"/>
              <a:ext cx="35967" cy="52665"/>
            </a:xfrm>
            <a:custGeom>
              <a:avLst/>
              <a:gdLst/>
              <a:ahLst/>
              <a:cxnLst/>
              <a:rect l="l" t="t" r="r" b="b"/>
              <a:pathLst>
                <a:path w="476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75" y="696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40"/>
            <p:cNvSpPr/>
            <p:nvPr/>
          </p:nvSpPr>
          <p:spPr>
            <a:xfrm>
              <a:off x="8251886" y="2470649"/>
              <a:ext cx="35438" cy="52665"/>
            </a:xfrm>
            <a:custGeom>
              <a:avLst/>
              <a:gdLst/>
              <a:ahLst/>
              <a:cxnLst/>
              <a:rect l="l" t="t" r="r" b="b"/>
              <a:pathLst>
                <a:path w="469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40"/>
            <p:cNvSpPr/>
            <p:nvPr/>
          </p:nvSpPr>
          <p:spPr>
            <a:xfrm>
              <a:off x="8186980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7" y="696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40"/>
            <p:cNvSpPr/>
            <p:nvPr/>
          </p:nvSpPr>
          <p:spPr>
            <a:xfrm>
              <a:off x="8122074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7" y="696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40"/>
            <p:cNvSpPr/>
            <p:nvPr/>
          </p:nvSpPr>
          <p:spPr>
            <a:xfrm>
              <a:off x="8057092" y="2470649"/>
              <a:ext cx="35362" cy="52665"/>
            </a:xfrm>
            <a:custGeom>
              <a:avLst/>
              <a:gdLst/>
              <a:ahLst/>
              <a:cxnLst/>
              <a:rect l="l" t="t" r="r" b="b"/>
              <a:pathLst>
                <a:path w="468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40"/>
            <p:cNvSpPr/>
            <p:nvPr/>
          </p:nvSpPr>
          <p:spPr>
            <a:xfrm>
              <a:off x="7992186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6" y="696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40"/>
            <p:cNvSpPr/>
            <p:nvPr/>
          </p:nvSpPr>
          <p:spPr>
            <a:xfrm>
              <a:off x="7927280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6" y="696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40"/>
            <p:cNvSpPr/>
            <p:nvPr/>
          </p:nvSpPr>
          <p:spPr>
            <a:xfrm>
              <a:off x="7862223" y="2470649"/>
              <a:ext cx="35438" cy="52665"/>
            </a:xfrm>
            <a:custGeom>
              <a:avLst/>
              <a:gdLst/>
              <a:ahLst/>
              <a:cxnLst/>
              <a:rect l="l" t="t" r="r" b="b"/>
              <a:pathLst>
                <a:path w="469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40"/>
            <p:cNvSpPr/>
            <p:nvPr/>
          </p:nvSpPr>
          <p:spPr>
            <a:xfrm>
              <a:off x="8316263" y="2571975"/>
              <a:ext cx="35967" cy="52741"/>
            </a:xfrm>
            <a:custGeom>
              <a:avLst/>
              <a:gdLst/>
              <a:ahLst/>
              <a:cxnLst/>
              <a:rect l="l" t="t" r="r" b="b"/>
              <a:pathLst>
                <a:path w="476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75" y="698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40"/>
            <p:cNvSpPr/>
            <p:nvPr/>
          </p:nvSpPr>
          <p:spPr>
            <a:xfrm>
              <a:off x="8251886" y="2571975"/>
              <a:ext cx="35438" cy="52741"/>
            </a:xfrm>
            <a:custGeom>
              <a:avLst/>
              <a:gdLst/>
              <a:ahLst/>
              <a:cxnLst/>
              <a:rect l="l" t="t" r="r" b="b"/>
              <a:pathLst>
                <a:path w="469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40"/>
            <p:cNvSpPr/>
            <p:nvPr/>
          </p:nvSpPr>
          <p:spPr>
            <a:xfrm>
              <a:off x="8186980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7" y="698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40"/>
            <p:cNvSpPr/>
            <p:nvPr/>
          </p:nvSpPr>
          <p:spPr>
            <a:xfrm>
              <a:off x="8122074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7" y="698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40"/>
            <p:cNvSpPr/>
            <p:nvPr/>
          </p:nvSpPr>
          <p:spPr>
            <a:xfrm>
              <a:off x="8057092" y="2571975"/>
              <a:ext cx="35362" cy="52741"/>
            </a:xfrm>
            <a:custGeom>
              <a:avLst/>
              <a:gdLst/>
              <a:ahLst/>
              <a:cxnLst/>
              <a:rect l="l" t="t" r="r" b="b"/>
              <a:pathLst>
                <a:path w="468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40"/>
            <p:cNvSpPr/>
            <p:nvPr/>
          </p:nvSpPr>
          <p:spPr>
            <a:xfrm>
              <a:off x="7992186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6" y="698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40"/>
            <p:cNvSpPr/>
            <p:nvPr/>
          </p:nvSpPr>
          <p:spPr>
            <a:xfrm>
              <a:off x="7927280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6" y="698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40"/>
            <p:cNvSpPr/>
            <p:nvPr/>
          </p:nvSpPr>
          <p:spPr>
            <a:xfrm>
              <a:off x="7862223" y="2571975"/>
              <a:ext cx="35438" cy="52741"/>
            </a:xfrm>
            <a:custGeom>
              <a:avLst/>
              <a:gdLst/>
              <a:ahLst/>
              <a:cxnLst/>
              <a:rect l="l" t="t" r="r" b="b"/>
              <a:pathLst>
                <a:path w="469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40"/>
            <p:cNvSpPr/>
            <p:nvPr/>
          </p:nvSpPr>
          <p:spPr>
            <a:xfrm>
              <a:off x="8316263" y="2673301"/>
              <a:ext cx="35967" cy="53270"/>
            </a:xfrm>
            <a:custGeom>
              <a:avLst/>
              <a:gdLst/>
              <a:ahLst/>
              <a:cxnLst/>
              <a:rect l="l" t="t" r="r" b="b"/>
              <a:pathLst>
                <a:path w="476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75" y="705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40"/>
            <p:cNvSpPr/>
            <p:nvPr/>
          </p:nvSpPr>
          <p:spPr>
            <a:xfrm>
              <a:off x="8251886" y="2673301"/>
              <a:ext cx="35438" cy="53270"/>
            </a:xfrm>
            <a:custGeom>
              <a:avLst/>
              <a:gdLst/>
              <a:ahLst/>
              <a:cxnLst/>
              <a:rect l="l" t="t" r="r" b="b"/>
              <a:pathLst>
                <a:path w="469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40"/>
            <p:cNvSpPr/>
            <p:nvPr/>
          </p:nvSpPr>
          <p:spPr>
            <a:xfrm>
              <a:off x="8186980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7" y="705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40"/>
            <p:cNvSpPr/>
            <p:nvPr/>
          </p:nvSpPr>
          <p:spPr>
            <a:xfrm>
              <a:off x="8122074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7" y="705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40"/>
            <p:cNvSpPr/>
            <p:nvPr/>
          </p:nvSpPr>
          <p:spPr>
            <a:xfrm>
              <a:off x="8057092" y="2673301"/>
              <a:ext cx="35362" cy="53270"/>
            </a:xfrm>
            <a:custGeom>
              <a:avLst/>
              <a:gdLst/>
              <a:ahLst/>
              <a:cxnLst/>
              <a:rect l="l" t="t" r="r" b="b"/>
              <a:pathLst>
                <a:path w="468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40"/>
            <p:cNvSpPr/>
            <p:nvPr/>
          </p:nvSpPr>
          <p:spPr>
            <a:xfrm>
              <a:off x="7992186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6" y="705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40"/>
            <p:cNvSpPr/>
            <p:nvPr/>
          </p:nvSpPr>
          <p:spPr>
            <a:xfrm>
              <a:off x="7927280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6" y="705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40"/>
            <p:cNvSpPr/>
            <p:nvPr/>
          </p:nvSpPr>
          <p:spPr>
            <a:xfrm>
              <a:off x="7862223" y="2673301"/>
              <a:ext cx="35438" cy="53270"/>
            </a:xfrm>
            <a:custGeom>
              <a:avLst/>
              <a:gdLst/>
              <a:ahLst/>
              <a:cxnLst/>
              <a:rect l="l" t="t" r="r" b="b"/>
              <a:pathLst>
                <a:path w="469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40"/>
            <p:cNvSpPr/>
            <p:nvPr/>
          </p:nvSpPr>
          <p:spPr>
            <a:xfrm>
              <a:off x="7821874" y="2857516"/>
              <a:ext cx="569042" cy="33700"/>
            </a:xfrm>
            <a:custGeom>
              <a:avLst/>
              <a:gdLst/>
              <a:ahLst/>
              <a:cxnLst/>
              <a:rect l="l" t="t" r="r" b="b"/>
              <a:pathLst>
                <a:path w="7531" h="446" extrusionOk="0">
                  <a:moveTo>
                    <a:pt x="1" y="1"/>
                  </a:moveTo>
                  <a:lnTo>
                    <a:pt x="1" y="445"/>
                  </a:lnTo>
                  <a:lnTo>
                    <a:pt x="7531" y="445"/>
                  </a:lnTo>
                  <a:lnTo>
                    <a:pt x="7531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40"/>
            <p:cNvSpPr/>
            <p:nvPr/>
          </p:nvSpPr>
          <p:spPr>
            <a:xfrm>
              <a:off x="7432740" y="2206340"/>
              <a:ext cx="472174" cy="691072"/>
            </a:xfrm>
            <a:custGeom>
              <a:avLst/>
              <a:gdLst/>
              <a:ahLst/>
              <a:cxnLst/>
              <a:rect l="l" t="t" r="r" b="b"/>
              <a:pathLst>
                <a:path w="6249" h="9146" extrusionOk="0">
                  <a:moveTo>
                    <a:pt x="1246" y="1"/>
                  </a:moveTo>
                  <a:cubicBezTo>
                    <a:pt x="1246" y="1"/>
                    <a:pt x="854" y="8122"/>
                    <a:pt x="1" y="9145"/>
                  </a:cubicBezTo>
                  <a:lnTo>
                    <a:pt x="6248" y="9145"/>
                  </a:lnTo>
                  <a:cubicBezTo>
                    <a:pt x="6248" y="9145"/>
                    <a:pt x="4966" y="6373"/>
                    <a:pt x="4758" y="1"/>
                  </a:cubicBez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40"/>
            <p:cNvSpPr/>
            <p:nvPr/>
          </p:nvSpPr>
          <p:spPr>
            <a:xfrm>
              <a:off x="7668563" y="2206340"/>
              <a:ext cx="232423" cy="682005"/>
            </a:xfrm>
            <a:custGeom>
              <a:avLst/>
              <a:gdLst/>
              <a:ahLst/>
              <a:cxnLst/>
              <a:rect l="l" t="t" r="r" b="b"/>
              <a:pathLst>
                <a:path w="3076" h="9026" extrusionOk="0">
                  <a:moveTo>
                    <a:pt x="1" y="1"/>
                  </a:moveTo>
                  <a:lnTo>
                    <a:pt x="1" y="9026"/>
                  </a:lnTo>
                  <a:lnTo>
                    <a:pt x="3076" y="9026"/>
                  </a:lnTo>
                  <a:cubicBezTo>
                    <a:pt x="3038" y="8944"/>
                    <a:pt x="2987" y="8804"/>
                    <a:pt x="2926" y="8619"/>
                  </a:cubicBezTo>
                  <a:cubicBezTo>
                    <a:pt x="2697" y="7959"/>
                    <a:pt x="2327" y="6684"/>
                    <a:pt x="2037" y="4706"/>
                  </a:cubicBezTo>
                  <a:cubicBezTo>
                    <a:pt x="1934" y="3981"/>
                    <a:pt x="1838" y="3164"/>
                    <a:pt x="1763" y="2247"/>
                  </a:cubicBezTo>
                  <a:cubicBezTo>
                    <a:pt x="1756" y="2186"/>
                    <a:pt x="1749" y="2128"/>
                    <a:pt x="1749" y="2069"/>
                  </a:cubicBezTo>
                  <a:cubicBezTo>
                    <a:pt x="1697" y="1423"/>
                    <a:pt x="1660" y="735"/>
                    <a:pt x="1637" y="1"/>
                  </a:cubicBezTo>
                  <a:close/>
                </a:path>
              </a:pathLst>
            </a:custGeom>
            <a:solidFill>
              <a:srgbClr val="A964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40"/>
            <p:cNvSpPr/>
            <p:nvPr/>
          </p:nvSpPr>
          <p:spPr>
            <a:xfrm>
              <a:off x="7511776" y="2397280"/>
              <a:ext cx="295137" cy="34758"/>
            </a:xfrm>
            <a:custGeom>
              <a:avLst/>
              <a:gdLst/>
              <a:ahLst/>
              <a:cxnLst/>
              <a:rect l="l" t="t" r="r" b="b"/>
              <a:pathLst>
                <a:path w="3906" h="460" extrusionOk="0">
                  <a:moveTo>
                    <a:pt x="38" y="1"/>
                  </a:moveTo>
                  <a:lnTo>
                    <a:pt x="0" y="460"/>
                  </a:lnTo>
                  <a:lnTo>
                    <a:pt x="3906" y="460"/>
                  </a:lnTo>
                  <a:lnTo>
                    <a:pt x="386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40"/>
            <p:cNvSpPr/>
            <p:nvPr/>
          </p:nvSpPr>
          <p:spPr>
            <a:xfrm>
              <a:off x="7499384" y="2533968"/>
              <a:ext cx="324379" cy="35287"/>
            </a:xfrm>
            <a:custGeom>
              <a:avLst/>
              <a:gdLst/>
              <a:ahLst/>
              <a:cxnLst/>
              <a:rect l="l" t="t" r="r" b="b"/>
              <a:pathLst>
                <a:path w="4293" h="467" extrusionOk="0">
                  <a:moveTo>
                    <a:pt x="45" y="0"/>
                  </a:moveTo>
                  <a:lnTo>
                    <a:pt x="1" y="466"/>
                  </a:lnTo>
                  <a:lnTo>
                    <a:pt x="4292" y="466"/>
                  </a:lnTo>
                  <a:lnTo>
                    <a:pt x="422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40"/>
            <p:cNvSpPr/>
            <p:nvPr/>
          </p:nvSpPr>
          <p:spPr>
            <a:xfrm>
              <a:off x="7527492" y="2206340"/>
              <a:ext cx="265971" cy="39291"/>
            </a:xfrm>
            <a:custGeom>
              <a:avLst/>
              <a:gdLst/>
              <a:ahLst/>
              <a:cxnLst/>
              <a:rect l="l" t="t" r="r" b="b"/>
              <a:pathLst>
                <a:path w="3520" h="520" extrusionOk="0">
                  <a:moveTo>
                    <a:pt x="29" y="1"/>
                  </a:moveTo>
                  <a:lnTo>
                    <a:pt x="1" y="513"/>
                  </a:lnTo>
                  <a:lnTo>
                    <a:pt x="3520" y="520"/>
                  </a:lnTo>
                  <a:lnTo>
                    <a:pt x="350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40"/>
            <p:cNvSpPr/>
            <p:nvPr/>
          </p:nvSpPr>
          <p:spPr>
            <a:xfrm>
              <a:off x="6726783" y="1889517"/>
              <a:ext cx="267180" cy="1007895"/>
            </a:xfrm>
            <a:custGeom>
              <a:avLst/>
              <a:gdLst/>
              <a:ahLst/>
              <a:cxnLst/>
              <a:rect l="l" t="t" r="r" b="b"/>
              <a:pathLst>
                <a:path w="3536" h="13339" extrusionOk="0">
                  <a:moveTo>
                    <a:pt x="7" y="0"/>
                  </a:moveTo>
                  <a:lnTo>
                    <a:pt x="0" y="13338"/>
                  </a:lnTo>
                  <a:lnTo>
                    <a:pt x="3536" y="13338"/>
                  </a:lnTo>
                  <a:cubicBezTo>
                    <a:pt x="3536" y="13338"/>
                    <a:pt x="3491" y="5773"/>
                    <a:pt x="3395" y="5261"/>
                  </a:cubicBezTo>
                  <a:cubicBezTo>
                    <a:pt x="3306" y="4757"/>
                    <a:pt x="3009" y="3794"/>
                    <a:pt x="2076" y="2757"/>
                  </a:cubicBezTo>
                  <a:cubicBezTo>
                    <a:pt x="1149" y="1711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40"/>
            <p:cNvSpPr/>
            <p:nvPr/>
          </p:nvSpPr>
          <p:spPr>
            <a:xfrm>
              <a:off x="6727312" y="1889517"/>
              <a:ext cx="266651" cy="998828"/>
            </a:xfrm>
            <a:custGeom>
              <a:avLst/>
              <a:gdLst/>
              <a:ahLst/>
              <a:cxnLst/>
              <a:rect l="l" t="t" r="r" b="b"/>
              <a:pathLst>
                <a:path w="3529" h="13219" extrusionOk="0">
                  <a:moveTo>
                    <a:pt x="0" y="0"/>
                  </a:moveTo>
                  <a:lnTo>
                    <a:pt x="1275" y="2853"/>
                  </a:lnTo>
                  <a:cubicBezTo>
                    <a:pt x="1334" y="2972"/>
                    <a:pt x="2261" y="4839"/>
                    <a:pt x="2268" y="6810"/>
                  </a:cubicBezTo>
                  <a:lnTo>
                    <a:pt x="2328" y="13219"/>
                  </a:lnTo>
                  <a:lnTo>
                    <a:pt x="3529" y="13219"/>
                  </a:lnTo>
                  <a:cubicBezTo>
                    <a:pt x="3529" y="12931"/>
                    <a:pt x="3521" y="12122"/>
                    <a:pt x="3513" y="11122"/>
                  </a:cubicBezTo>
                  <a:lnTo>
                    <a:pt x="3513" y="11040"/>
                  </a:lnTo>
                  <a:cubicBezTo>
                    <a:pt x="3505" y="10619"/>
                    <a:pt x="3505" y="10158"/>
                    <a:pt x="3498" y="9699"/>
                  </a:cubicBezTo>
                  <a:lnTo>
                    <a:pt x="3498" y="9618"/>
                  </a:lnTo>
                  <a:cubicBezTo>
                    <a:pt x="3491" y="9269"/>
                    <a:pt x="3491" y="8913"/>
                    <a:pt x="3484" y="8574"/>
                  </a:cubicBezTo>
                  <a:cubicBezTo>
                    <a:pt x="3484" y="8431"/>
                    <a:pt x="3477" y="8298"/>
                    <a:pt x="3477" y="8158"/>
                  </a:cubicBezTo>
                  <a:cubicBezTo>
                    <a:pt x="3454" y="6706"/>
                    <a:pt x="3424" y="5462"/>
                    <a:pt x="3388" y="5261"/>
                  </a:cubicBezTo>
                  <a:lnTo>
                    <a:pt x="3388" y="5254"/>
                  </a:lnTo>
                  <a:cubicBezTo>
                    <a:pt x="3299" y="4741"/>
                    <a:pt x="2995" y="3786"/>
                    <a:pt x="2069" y="2757"/>
                  </a:cubicBezTo>
                  <a:cubicBezTo>
                    <a:pt x="1142" y="171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964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40"/>
            <p:cNvSpPr/>
            <p:nvPr/>
          </p:nvSpPr>
          <p:spPr>
            <a:xfrm>
              <a:off x="6727312" y="2305550"/>
              <a:ext cx="259397" cy="47603"/>
            </a:xfrm>
            <a:custGeom>
              <a:avLst/>
              <a:gdLst/>
              <a:ahLst/>
              <a:cxnLst/>
              <a:rect l="l" t="t" r="r" b="b"/>
              <a:pathLst>
                <a:path w="3433" h="630" extrusionOk="0">
                  <a:moveTo>
                    <a:pt x="0" y="0"/>
                  </a:moveTo>
                  <a:lnTo>
                    <a:pt x="0" y="630"/>
                  </a:lnTo>
                  <a:lnTo>
                    <a:pt x="3433" y="630"/>
                  </a:lnTo>
                  <a:lnTo>
                    <a:pt x="3433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40"/>
            <p:cNvSpPr/>
            <p:nvPr/>
          </p:nvSpPr>
          <p:spPr>
            <a:xfrm>
              <a:off x="6726783" y="2440954"/>
              <a:ext cx="263327" cy="11258"/>
            </a:xfrm>
            <a:custGeom>
              <a:avLst/>
              <a:gdLst/>
              <a:ahLst/>
              <a:cxnLst/>
              <a:rect l="l" t="t" r="r" b="b"/>
              <a:pathLst>
                <a:path w="3485" h="149" extrusionOk="0">
                  <a:moveTo>
                    <a:pt x="0" y="1"/>
                  </a:moveTo>
                  <a:lnTo>
                    <a:pt x="0" y="148"/>
                  </a:lnTo>
                  <a:lnTo>
                    <a:pt x="3484" y="148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40"/>
            <p:cNvSpPr/>
            <p:nvPr/>
          </p:nvSpPr>
          <p:spPr>
            <a:xfrm>
              <a:off x="6726783" y="2467324"/>
              <a:ext cx="263327" cy="11183"/>
            </a:xfrm>
            <a:custGeom>
              <a:avLst/>
              <a:gdLst/>
              <a:ahLst/>
              <a:cxnLst/>
              <a:rect l="l" t="t" r="r" b="b"/>
              <a:pathLst>
                <a:path w="3485" h="148" extrusionOk="0">
                  <a:moveTo>
                    <a:pt x="0" y="0"/>
                  </a:moveTo>
                  <a:lnTo>
                    <a:pt x="0" y="148"/>
                  </a:lnTo>
                  <a:lnTo>
                    <a:pt x="3484" y="148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40"/>
            <p:cNvSpPr/>
            <p:nvPr/>
          </p:nvSpPr>
          <p:spPr>
            <a:xfrm>
              <a:off x="6726783" y="2493619"/>
              <a:ext cx="263327" cy="11258"/>
            </a:xfrm>
            <a:custGeom>
              <a:avLst/>
              <a:gdLst/>
              <a:ahLst/>
              <a:cxnLst/>
              <a:rect l="l" t="t" r="r" b="b"/>
              <a:pathLst>
                <a:path w="3485" h="149" extrusionOk="0">
                  <a:moveTo>
                    <a:pt x="0" y="1"/>
                  </a:moveTo>
                  <a:lnTo>
                    <a:pt x="0" y="148"/>
                  </a:lnTo>
                  <a:lnTo>
                    <a:pt x="3484" y="148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40"/>
            <p:cNvSpPr/>
            <p:nvPr/>
          </p:nvSpPr>
          <p:spPr>
            <a:xfrm>
              <a:off x="6726783" y="2519838"/>
              <a:ext cx="263327" cy="11334"/>
            </a:xfrm>
            <a:custGeom>
              <a:avLst/>
              <a:gdLst/>
              <a:ahLst/>
              <a:cxnLst/>
              <a:rect l="l" t="t" r="r" b="b"/>
              <a:pathLst>
                <a:path w="3485" h="150" extrusionOk="0">
                  <a:moveTo>
                    <a:pt x="0" y="1"/>
                  </a:moveTo>
                  <a:lnTo>
                    <a:pt x="0" y="150"/>
                  </a:lnTo>
                  <a:lnTo>
                    <a:pt x="3484" y="150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40"/>
            <p:cNvSpPr/>
            <p:nvPr/>
          </p:nvSpPr>
          <p:spPr>
            <a:xfrm>
              <a:off x="6726783" y="2546209"/>
              <a:ext cx="263327" cy="11334"/>
            </a:xfrm>
            <a:custGeom>
              <a:avLst/>
              <a:gdLst/>
              <a:ahLst/>
              <a:cxnLst/>
              <a:rect l="l" t="t" r="r" b="b"/>
              <a:pathLst>
                <a:path w="3485" h="150" extrusionOk="0">
                  <a:moveTo>
                    <a:pt x="0" y="0"/>
                  </a:moveTo>
                  <a:lnTo>
                    <a:pt x="0" y="150"/>
                  </a:lnTo>
                  <a:lnTo>
                    <a:pt x="3484" y="150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40"/>
            <p:cNvSpPr/>
            <p:nvPr/>
          </p:nvSpPr>
          <p:spPr>
            <a:xfrm>
              <a:off x="5534220" y="2754452"/>
              <a:ext cx="674751" cy="137821"/>
            </a:xfrm>
            <a:custGeom>
              <a:avLst/>
              <a:gdLst/>
              <a:ahLst/>
              <a:cxnLst/>
              <a:rect l="l" t="t" r="r" b="b"/>
              <a:pathLst>
                <a:path w="8930" h="1824" extrusionOk="0">
                  <a:moveTo>
                    <a:pt x="4462" y="1"/>
                  </a:moveTo>
                  <a:cubicBezTo>
                    <a:pt x="2364" y="1"/>
                    <a:pt x="585" y="772"/>
                    <a:pt x="0" y="1823"/>
                  </a:cubicBezTo>
                  <a:lnTo>
                    <a:pt x="8929" y="1823"/>
                  </a:lnTo>
                  <a:cubicBezTo>
                    <a:pt x="8344" y="772"/>
                    <a:pt x="6566" y="1"/>
                    <a:pt x="4462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40"/>
            <p:cNvSpPr/>
            <p:nvPr/>
          </p:nvSpPr>
          <p:spPr>
            <a:xfrm>
              <a:off x="6065482" y="2706925"/>
              <a:ext cx="661377" cy="187615"/>
            </a:xfrm>
            <a:custGeom>
              <a:avLst/>
              <a:gdLst/>
              <a:ahLst/>
              <a:cxnLst/>
              <a:rect l="l" t="t" r="r" b="b"/>
              <a:pathLst>
                <a:path w="8753" h="2483" extrusionOk="0">
                  <a:moveTo>
                    <a:pt x="4381" y="0"/>
                  </a:moveTo>
                  <a:cubicBezTo>
                    <a:pt x="2322" y="0"/>
                    <a:pt x="572" y="1046"/>
                    <a:pt x="1" y="2483"/>
                  </a:cubicBezTo>
                  <a:lnTo>
                    <a:pt x="8752" y="2483"/>
                  </a:lnTo>
                  <a:cubicBezTo>
                    <a:pt x="8181" y="1046"/>
                    <a:pt x="6440" y="0"/>
                    <a:pt x="4381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40"/>
            <p:cNvSpPr/>
            <p:nvPr/>
          </p:nvSpPr>
          <p:spPr>
            <a:xfrm>
              <a:off x="6193178" y="2750599"/>
              <a:ext cx="113189" cy="62790"/>
            </a:xfrm>
            <a:custGeom>
              <a:avLst/>
              <a:gdLst/>
              <a:ahLst/>
              <a:cxnLst/>
              <a:rect l="l" t="t" r="r" b="b"/>
              <a:pathLst>
                <a:path w="1498" h="831" extrusionOk="0">
                  <a:moveTo>
                    <a:pt x="978" y="0"/>
                  </a:moveTo>
                  <a:cubicBezTo>
                    <a:pt x="882" y="0"/>
                    <a:pt x="772" y="14"/>
                    <a:pt x="660" y="52"/>
                  </a:cubicBezTo>
                  <a:cubicBezTo>
                    <a:pt x="246" y="171"/>
                    <a:pt x="0" y="475"/>
                    <a:pt x="89" y="660"/>
                  </a:cubicBezTo>
                  <a:cubicBezTo>
                    <a:pt x="143" y="779"/>
                    <a:pt x="290" y="831"/>
                    <a:pt x="475" y="831"/>
                  </a:cubicBezTo>
                  <a:cubicBezTo>
                    <a:pt x="594" y="831"/>
                    <a:pt x="735" y="807"/>
                    <a:pt x="868" y="770"/>
                  </a:cubicBezTo>
                  <a:cubicBezTo>
                    <a:pt x="1224" y="667"/>
                    <a:pt x="1498" y="459"/>
                    <a:pt x="1467" y="260"/>
                  </a:cubicBezTo>
                  <a:cubicBezTo>
                    <a:pt x="1446" y="112"/>
                    <a:pt x="1245" y="0"/>
                    <a:pt x="978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40"/>
            <p:cNvSpPr/>
            <p:nvPr/>
          </p:nvSpPr>
          <p:spPr>
            <a:xfrm>
              <a:off x="6323670" y="2760119"/>
              <a:ext cx="58937" cy="30300"/>
            </a:xfrm>
            <a:custGeom>
              <a:avLst/>
              <a:gdLst/>
              <a:ahLst/>
              <a:cxnLst/>
              <a:rect l="l" t="t" r="r" b="b"/>
              <a:pathLst>
                <a:path w="780" h="401" extrusionOk="0">
                  <a:moveTo>
                    <a:pt x="393" y="0"/>
                  </a:moveTo>
                  <a:cubicBezTo>
                    <a:pt x="171" y="0"/>
                    <a:pt x="0" y="103"/>
                    <a:pt x="16" y="215"/>
                  </a:cubicBezTo>
                  <a:cubicBezTo>
                    <a:pt x="23" y="326"/>
                    <a:pt x="185" y="400"/>
                    <a:pt x="386" y="400"/>
                  </a:cubicBezTo>
                  <a:lnTo>
                    <a:pt x="393" y="400"/>
                  </a:lnTo>
                  <a:cubicBezTo>
                    <a:pt x="594" y="400"/>
                    <a:pt x="763" y="319"/>
                    <a:pt x="772" y="215"/>
                  </a:cubicBezTo>
                  <a:cubicBezTo>
                    <a:pt x="779" y="103"/>
                    <a:pt x="608" y="0"/>
                    <a:pt x="393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40"/>
            <p:cNvSpPr/>
            <p:nvPr/>
          </p:nvSpPr>
          <p:spPr>
            <a:xfrm>
              <a:off x="5428436" y="2641414"/>
              <a:ext cx="131097" cy="165250"/>
            </a:xfrm>
            <a:custGeom>
              <a:avLst/>
              <a:gdLst/>
              <a:ahLst/>
              <a:cxnLst/>
              <a:rect l="l" t="t" r="r" b="b"/>
              <a:pathLst>
                <a:path w="1735" h="2187" extrusionOk="0">
                  <a:moveTo>
                    <a:pt x="867" y="1"/>
                  </a:moveTo>
                  <a:cubicBezTo>
                    <a:pt x="490" y="1"/>
                    <a:pt x="178" y="303"/>
                    <a:pt x="178" y="682"/>
                  </a:cubicBezTo>
                  <a:cubicBezTo>
                    <a:pt x="178" y="712"/>
                    <a:pt x="186" y="741"/>
                    <a:pt x="193" y="778"/>
                  </a:cubicBezTo>
                  <a:cubicBezTo>
                    <a:pt x="66" y="926"/>
                    <a:pt x="1" y="1112"/>
                    <a:pt x="1" y="1319"/>
                  </a:cubicBezTo>
                  <a:cubicBezTo>
                    <a:pt x="1" y="1801"/>
                    <a:pt x="385" y="2187"/>
                    <a:pt x="867" y="2187"/>
                  </a:cubicBezTo>
                  <a:cubicBezTo>
                    <a:pt x="1342" y="2187"/>
                    <a:pt x="1735" y="1801"/>
                    <a:pt x="1735" y="1319"/>
                  </a:cubicBezTo>
                  <a:cubicBezTo>
                    <a:pt x="1735" y="1112"/>
                    <a:pt x="1660" y="926"/>
                    <a:pt x="1541" y="778"/>
                  </a:cubicBezTo>
                  <a:cubicBezTo>
                    <a:pt x="1541" y="741"/>
                    <a:pt x="1550" y="712"/>
                    <a:pt x="1550" y="682"/>
                  </a:cubicBezTo>
                  <a:cubicBezTo>
                    <a:pt x="1550" y="303"/>
                    <a:pt x="1245" y="1"/>
                    <a:pt x="86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40"/>
            <p:cNvSpPr/>
            <p:nvPr/>
          </p:nvSpPr>
          <p:spPr>
            <a:xfrm>
              <a:off x="5493342" y="2717503"/>
              <a:ext cx="5743" cy="172579"/>
            </a:xfrm>
            <a:custGeom>
              <a:avLst/>
              <a:gdLst/>
              <a:ahLst/>
              <a:cxnLst/>
              <a:rect l="l" t="t" r="r" b="b"/>
              <a:pathLst>
                <a:path w="76" h="2284" extrusionOk="0">
                  <a:moveTo>
                    <a:pt x="38" y="1"/>
                  </a:moveTo>
                  <a:lnTo>
                    <a:pt x="1" y="2247"/>
                  </a:lnTo>
                  <a:cubicBezTo>
                    <a:pt x="1" y="2268"/>
                    <a:pt x="15" y="2284"/>
                    <a:pt x="38" y="2284"/>
                  </a:cubicBezTo>
                  <a:cubicBezTo>
                    <a:pt x="59" y="2284"/>
                    <a:pt x="75" y="2268"/>
                    <a:pt x="75" y="2247"/>
                  </a:cubicBezTo>
                  <a:cubicBezTo>
                    <a:pt x="75" y="2247"/>
                    <a:pt x="59" y="1"/>
                    <a:pt x="38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40"/>
            <p:cNvSpPr/>
            <p:nvPr/>
          </p:nvSpPr>
          <p:spPr>
            <a:xfrm>
              <a:off x="5463118" y="2758381"/>
              <a:ext cx="33095" cy="26899"/>
            </a:xfrm>
            <a:custGeom>
              <a:avLst/>
              <a:gdLst/>
              <a:ahLst/>
              <a:cxnLst/>
              <a:rect l="l" t="t" r="r" b="b"/>
              <a:pathLst>
                <a:path w="438" h="356" extrusionOk="0">
                  <a:moveTo>
                    <a:pt x="0" y="0"/>
                  </a:moveTo>
                  <a:cubicBezTo>
                    <a:pt x="205" y="342"/>
                    <a:pt x="404" y="356"/>
                    <a:pt x="434" y="356"/>
                  </a:cubicBezTo>
                  <a:cubicBezTo>
                    <a:pt x="437" y="356"/>
                    <a:pt x="438" y="356"/>
                    <a:pt x="438" y="356"/>
                  </a:cubicBezTo>
                  <a:lnTo>
                    <a:pt x="438" y="311"/>
                  </a:lnTo>
                  <a:cubicBezTo>
                    <a:pt x="438" y="311"/>
                    <a:pt x="434" y="314"/>
                    <a:pt x="422" y="314"/>
                  </a:cubicBezTo>
                  <a:cubicBezTo>
                    <a:pt x="396" y="314"/>
                    <a:pt x="334" y="300"/>
                    <a:pt x="201" y="208"/>
                  </a:cubicBezTo>
                  <a:cubicBezTo>
                    <a:pt x="82" y="12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40"/>
            <p:cNvSpPr/>
            <p:nvPr/>
          </p:nvSpPr>
          <p:spPr>
            <a:xfrm>
              <a:off x="5496137" y="2751127"/>
              <a:ext cx="28562" cy="23046"/>
            </a:xfrm>
            <a:custGeom>
              <a:avLst/>
              <a:gdLst/>
              <a:ahLst/>
              <a:cxnLst/>
              <a:rect l="l" t="t" r="r" b="b"/>
              <a:pathLst>
                <a:path w="378" h="305" extrusionOk="0">
                  <a:moveTo>
                    <a:pt x="378" y="0"/>
                  </a:moveTo>
                  <a:cubicBezTo>
                    <a:pt x="378" y="0"/>
                    <a:pt x="305" y="105"/>
                    <a:pt x="209" y="171"/>
                  </a:cubicBezTo>
                  <a:cubicBezTo>
                    <a:pt x="96" y="250"/>
                    <a:pt x="41" y="263"/>
                    <a:pt x="17" y="263"/>
                  </a:cubicBezTo>
                  <a:cubicBezTo>
                    <a:pt x="5" y="263"/>
                    <a:pt x="1" y="260"/>
                    <a:pt x="1" y="260"/>
                  </a:cubicBezTo>
                  <a:lnTo>
                    <a:pt x="1" y="260"/>
                  </a:lnTo>
                  <a:lnTo>
                    <a:pt x="8" y="304"/>
                  </a:lnTo>
                  <a:cubicBezTo>
                    <a:pt x="8" y="304"/>
                    <a:pt x="8" y="304"/>
                    <a:pt x="9" y="304"/>
                  </a:cubicBezTo>
                  <a:cubicBezTo>
                    <a:pt x="24" y="304"/>
                    <a:pt x="194" y="298"/>
                    <a:pt x="378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40"/>
            <p:cNvSpPr/>
            <p:nvPr/>
          </p:nvSpPr>
          <p:spPr>
            <a:xfrm>
              <a:off x="5473167" y="2734806"/>
              <a:ext cx="23046" cy="18663"/>
            </a:xfrm>
            <a:custGeom>
              <a:avLst/>
              <a:gdLst/>
              <a:ahLst/>
              <a:cxnLst/>
              <a:rect l="l" t="t" r="r" b="b"/>
              <a:pathLst>
                <a:path w="305" h="247" extrusionOk="0">
                  <a:moveTo>
                    <a:pt x="1" y="1"/>
                  </a:moveTo>
                  <a:cubicBezTo>
                    <a:pt x="149" y="240"/>
                    <a:pt x="289" y="246"/>
                    <a:pt x="304" y="246"/>
                  </a:cubicBezTo>
                  <a:cubicBezTo>
                    <a:pt x="304" y="246"/>
                    <a:pt x="305" y="246"/>
                    <a:pt x="305" y="246"/>
                  </a:cubicBezTo>
                  <a:lnTo>
                    <a:pt x="305" y="209"/>
                  </a:lnTo>
                  <a:cubicBezTo>
                    <a:pt x="305" y="209"/>
                    <a:pt x="302" y="211"/>
                    <a:pt x="293" y="211"/>
                  </a:cubicBezTo>
                  <a:cubicBezTo>
                    <a:pt x="275" y="211"/>
                    <a:pt x="232" y="201"/>
                    <a:pt x="141" y="134"/>
                  </a:cubicBezTo>
                  <a:cubicBezTo>
                    <a:pt x="60" y="8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40"/>
            <p:cNvSpPr/>
            <p:nvPr/>
          </p:nvSpPr>
          <p:spPr>
            <a:xfrm>
              <a:off x="6368553" y="2355873"/>
              <a:ext cx="480410" cy="467565"/>
            </a:xfrm>
            <a:custGeom>
              <a:avLst/>
              <a:gdLst/>
              <a:ahLst/>
              <a:cxnLst/>
              <a:rect l="l" t="t" r="r" b="b"/>
              <a:pathLst>
                <a:path w="6358" h="6188" extrusionOk="0">
                  <a:moveTo>
                    <a:pt x="3090" y="1"/>
                  </a:moveTo>
                  <a:cubicBezTo>
                    <a:pt x="2978" y="1"/>
                    <a:pt x="2867" y="30"/>
                    <a:pt x="2771" y="90"/>
                  </a:cubicBezTo>
                  <a:cubicBezTo>
                    <a:pt x="2067" y="534"/>
                    <a:pt x="0" y="6188"/>
                    <a:pt x="3089" y="6188"/>
                  </a:cubicBezTo>
                  <a:cubicBezTo>
                    <a:pt x="6358" y="6188"/>
                    <a:pt x="4112" y="534"/>
                    <a:pt x="3415" y="90"/>
                  </a:cubicBezTo>
                  <a:cubicBezTo>
                    <a:pt x="3315" y="30"/>
                    <a:pt x="3202" y="1"/>
                    <a:pt x="3090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40"/>
            <p:cNvSpPr/>
            <p:nvPr/>
          </p:nvSpPr>
          <p:spPr>
            <a:xfrm>
              <a:off x="6368553" y="2362447"/>
              <a:ext cx="233480" cy="460992"/>
            </a:xfrm>
            <a:custGeom>
              <a:avLst/>
              <a:gdLst/>
              <a:ahLst/>
              <a:cxnLst/>
              <a:rect l="l" t="t" r="r" b="b"/>
              <a:pathLst>
                <a:path w="3090" h="6101" extrusionOk="0">
                  <a:moveTo>
                    <a:pt x="2776" y="1"/>
                  </a:moveTo>
                  <a:cubicBezTo>
                    <a:pt x="2775" y="1"/>
                    <a:pt x="2773" y="2"/>
                    <a:pt x="2771" y="3"/>
                  </a:cubicBezTo>
                  <a:cubicBezTo>
                    <a:pt x="2067" y="447"/>
                    <a:pt x="0" y="6101"/>
                    <a:pt x="3089" y="6101"/>
                  </a:cubicBezTo>
                  <a:cubicBezTo>
                    <a:pt x="3089" y="6101"/>
                    <a:pt x="2312" y="6033"/>
                    <a:pt x="2268" y="3826"/>
                  </a:cubicBezTo>
                  <a:cubicBezTo>
                    <a:pt x="2215" y="1638"/>
                    <a:pt x="2848" y="1"/>
                    <a:pt x="2776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40"/>
            <p:cNvSpPr/>
            <p:nvPr/>
          </p:nvSpPr>
          <p:spPr>
            <a:xfrm>
              <a:off x="6594704" y="2568197"/>
              <a:ext cx="33624" cy="323548"/>
            </a:xfrm>
            <a:custGeom>
              <a:avLst/>
              <a:gdLst/>
              <a:ahLst/>
              <a:cxnLst/>
              <a:rect l="l" t="t" r="r" b="b"/>
              <a:pathLst>
                <a:path w="445" h="4282" extrusionOk="0">
                  <a:moveTo>
                    <a:pt x="224" y="1"/>
                  </a:moveTo>
                  <a:cubicBezTo>
                    <a:pt x="223" y="1"/>
                    <a:pt x="222" y="6"/>
                    <a:pt x="222" y="20"/>
                  </a:cubicBezTo>
                  <a:lnTo>
                    <a:pt x="0" y="4281"/>
                  </a:lnTo>
                  <a:lnTo>
                    <a:pt x="445" y="4281"/>
                  </a:lnTo>
                  <a:cubicBezTo>
                    <a:pt x="430" y="2458"/>
                    <a:pt x="267" y="20"/>
                    <a:pt x="229" y="20"/>
                  </a:cubicBezTo>
                  <a:cubicBezTo>
                    <a:pt x="229" y="20"/>
                    <a:pt x="226" y="1"/>
                    <a:pt x="224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40"/>
            <p:cNvSpPr/>
            <p:nvPr/>
          </p:nvSpPr>
          <p:spPr>
            <a:xfrm>
              <a:off x="6520202" y="2682821"/>
              <a:ext cx="91881" cy="73973"/>
            </a:xfrm>
            <a:custGeom>
              <a:avLst/>
              <a:gdLst/>
              <a:ahLst/>
              <a:cxnLst/>
              <a:rect l="l" t="t" r="r" b="b"/>
              <a:pathLst>
                <a:path w="1216" h="979" extrusionOk="0">
                  <a:moveTo>
                    <a:pt x="1" y="1"/>
                  </a:moveTo>
                  <a:cubicBezTo>
                    <a:pt x="595" y="952"/>
                    <a:pt x="1136" y="979"/>
                    <a:pt x="1196" y="979"/>
                  </a:cubicBezTo>
                  <a:cubicBezTo>
                    <a:pt x="1199" y="979"/>
                    <a:pt x="1201" y="979"/>
                    <a:pt x="1201" y="979"/>
                  </a:cubicBezTo>
                  <a:lnTo>
                    <a:pt x="1215" y="838"/>
                  </a:lnTo>
                  <a:lnTo>
                    <a:pt x="1215" y="838"/>
                  </a:lnTo>
                  <a:cubicBezTo>
                    <a:pt x="1215" y="838"/>
                    <a:pt x="1203" y="847"/>
                    <a:pt x="1168" y="847"/>
                  </a:cubicBezTo>
                  <a:cubicBezTo>
                    <a:pt x="1093" y="847"/>
                    <a:pt x="919" y="806"/>
                    <a:pt x="556" y="548"/>
                  </a:cubicBezTo>
                  <a:cubicBezTo>
                    <a:pt x="245" y="33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40"/>
            <p:cNvSpPr/>
            <p:nvPr/>
          </p:nvSpPr>
          <p:spPr>
            <a:xfrm>
              <a:off x="6612007" y="2662118"/>
              <a:ext cx="77373" cy="62715"/>
            </a:xfrm>
            <a:custGeom>
              <a:avLst/>
              <a:gdLst/>
              <a:ahLst/>
              <a:cxnLst/>
              <a:rect l="l" t="t" r="r" b="b"/>
              <a:pathLst>
                <a:path w="1024" h="830" extrusionOk="0">
                  <a:moveTo>
                    <a:pt x="1023" y="1"/>
                  </a:moveTo>
                  <a:lnTo>
                    <a:pt x="1023" y="1"/>
                  </a:lnTo>
                  <a:cubicBezTo>
                    <a:pt x="1023" y="1"/>
                    <a:pt x="824" y="282"/>
                    <a:pt x="557" y="467"/>
                  </a:cubicBezTo>
                  <a:cubicBezTo>
                    <a:pt x="255" y="685"/>
                    <a:pt x="108" y="721"/>
                    <a:pt x="44" y="721"/>
                  </a:cubicBezTo>
                  <a:cubicBezTo>
                    <a:pt x="12" y="721"/>
                    <a:pt x="0" y="712"/>
                    <a:pt x="0" y="712"/>
                  </a:cubicBezTo>
                  <a:lnTo>
                    <a:pt x="0" y="712"/>
                  </a:lnTo>
                  <a:lnTo>
                    <a:pt x="8" y="830"/>
                  </a:lnTo>
                  <a:cubicBezTo>
                    <a:pt x="8" y="830"/>
                    <a:pt x="10" y="830"/>
                    <a:pt x="14" y="830"/>
                  </a:cubicBezTo>
                  <a:cubicBezTo>
                    <a:pt x="72" y="830"/>
                    <a:pt x="531" y="803"/>
                    <a:pt x="1023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40"/>
            <p:cNvSpPr/>
            <p:nvPr/>
          </p:nvSpPr>
          <p:spPr>
            <a:xfrm>
              <a:off x="6549217" y="2617235"/>
              <a:ext cx="62866" cy="50474"/>
            </a:xfrm>
            <a:custGeom>
              <a:avLst/>
              <a:gdLst/>
              <a:ahLst/>
              <a:cxnLst/>
              <a:rect l="l" t="t" r="r" b="b"/>
              <a:pathLst>
                <a:path w="832" h="668" extrusionOk="0">
                  <a:moveTo>
                    <a:pt x="1" y="1"/>
                  </a:moveTo>
                  <a:lnTo>
                    <a:pt x="1" y="1"/>
                  </a:lnTo>
                  <a:cubicBezTo>
                    <a:pt x="398" y="648"/>
                    <a:pt x="774" y="668"/>
                    <a:pt x="820" y="668"/>
                  </a:cubicBezTo>
                  <a:cubicBezTo>
                    <a:pt x="823" y="668"/>
                    <a:pt x="824" y="668"/>
                    <a:pt x="824" y="668"/>
                  </a:cubicBezTo>
                  <a:lnTo>
                    <a:pt x="831" y="572"/>
                  </a:lnTo>
                  <a:lnTo>
                    <a:pt x="831" y="572"/>
                  </a:lnTo>
                  <a:cubicBezTo>
                    <a:pt x="831" y="572"/>
                    <a:pt x="821" y="580"/>
                    <a:pt x="793" y="580"/>
                  </a:cubicBezTo>
                  <a:cubicBezTo>
                    <a:pt x="739" y="580"/>
                    <a:pt x="618" y="550"/>
                    <a:pt x="380" y="380"/>
                  </a:cubicBezTo>
                  <a:cubicBezTo>
                    <a:pt x="165" y="23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40"/>
            <p:cNvSpPr/>
            <p:nvPr/>
          </p:nvSpPr>
          <p:spPr>
            <a:xfrm>
              <a:off x="5897512" y="2520292"/>
              <a:ext cx="334429" cy="325512"/>
            </a:xfrm>
            <a:custGeom>
              <a:avLst/>
              <a:gdLst/>
              <a:ahLst/>
              <a:cxnLst/>
              <a:rect l="l" t="t" r="r" b="b"/>
              <a:pathLst>
                <a:path w="4426" h="4308" extrusionOk="0">
                  <a:moveTo>
                    <a:pt x="2151" y="1"/>
                  </a:moveTo>
                  <a:cubicBezTo>
                    <a:pt x="2073" y="1"/>
                    <a:pt x="1995" y="21"/>
                    <a:pt x="1929" y="62"/>
                  </a:cubicBezTo>
                  <a:cubicBezTo>
                    <a:pt x="1440" y="366"/>
                    <a:pt x="1" y="4307"/>
                    <a:pt x="2151" y="4307"/>
                  </a:cubicBezTo>
                  <a:cubicBezTo>
                    <a:pt x="4425" y="4307"/>
                    <a:pt x="2862" y="366"/>
                    <a:pt x="2373" y="62"/>
                  </a:cubicBezTo>
                  <a:cubicBezTo>
                    <a:pt x="2307" y="21"/>
                    <a:pt x="2229" y="1"/>
                    <a:pt x="2151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40"/>
            <p:cNvSpPr/>
            <p:nvPr/>
          </p:nvSpPr>
          <p:spPr>
            <a:xfrm>
              <a:off x="5897512" y="2524825"/>
              <a:ext cx="162530" cy="320979"/>
            </a:xfrm>
            <a:custGeom>
              <a:avLst/>
              <a:gdLst/>
              <a:ahLst/>
              <a:cxnLst/>
              <a:rect l="l" t="t" r="r" b="b"/>
              <a:pathLst>
                <a:path w="2151" h="4248" extrusionOk="0">
                  <a:moveTo>
                    <a:pt x="1932" y="1"/>
                  </a:moveTo>
                  <a:cubicBezTo>
                    <a:pt x="1931" y="1"/>
                    <a:pt x="1930" y="1"/>
                    <a:pt x="1929" y="2"/>
                  </a:cubicBezTo>
                  <a:cubicBezTo>
                    <a:pt x="1440" y="306"/>
                    <a:pt x="1" y="4247"/>
                    <a:pt x="2151" y="4247"/>
                  </a:cubicBezTo>
                  <a:cubicBezTo>
                    <a:pt x="2151" y="4247"/>
                    <a:pt x="1610" y="4203"/>
                    <a:pt x="1580" y="2663"/>
                  </a:cubicBezTo>
                  <a:cubicBezTo>
                    <a:pt x="1543" y="1142"/>
                    <a:pt x="1985" y="1"/>
                    <a:pt x="1932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40"/>
            <p:cNvSpPr/>
            <p:nvPr/>
          </p:nvSpPr>
          <p:spPr>
            <a:xfrm>
              <a:off x="6054903" y="2668163"/>
              <a:ext cx="23575" cy="225320"/>
            </a:xfrm>
            <a:custGeom>
              <a:avLst/>
              <a:gdLst/>
              <a:ahLst/>
              <a:cxnLst/>
              <a:rect l="l" t="t" r="r" b="b"/>
              <a:pathLst>
                <a:path w="312" h="2982" extrusionOk="0">
                  <a:moveTo>
                    <a:pt x="159" y="0"/>
                  </a:moveTo>
                  <a:cubicBezTo>
                    <a:pt x="158" y="0"/>
                    <a:pt x="157" y="4"/>
                    <a:pt x="157" y="17"/>
                  </a:cubicBezTo>
                  <a:lnTo>
                    <a:pt x="0" y="2981"/>
                  </a:lnTo>
                  <a:lnTo>
                    <a:pt x="312" y="2981"/>
                  </a:lnTo>
                  <a:cubicBezTo>
                    <a:pt x="304" y="1713"/>
                    <a:pt x="185" y="17"/>
                    <a:pt x="164" y="17"/>
                  </a:cubicBezTo>
                  <a:cubicBezTo>
                    <a:pt x="164" y="17"/>
                    <a:pt x="161" y="0"/>
                    <a:pt x="159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40"/>
            <p:cNvSpPr/>
            <p:nvPr/>
          </p:nvSpPr>
          <p:spPr>
            <a:xfrm>
              <a:off x="6003447" y="2747727"/>
              <a:ext cx="63319" cy="51683"/>
            </a:xfrm>
            <a:custGeom>
              <a:avLst/>
              <a:gdLst/>
              <a:ahLst/>
              <a:cxnLst/>
              <a:rect l="l" t="t" r="r" b="b"/>
              <a:pathLst>
                <a:path w="838" h="684" extrusionOk="0">
                  <a:moveTo>
                    <a:pt x="0" y="1"/>
                  </a:moveTo>
                  <a:lnTo>
                    <a:pt x="0" y="1"/>
                  </a:lnTo>
                  <a:cubicBezTo>
                    <a:pt x="406" y="665"/>
                    <a:pt x="785" y="684"/>
                    <a:pt x="827" y="684"/>
                  </a:cubicBezTo>
                  <a:cubicBezTo>
                    <a:pt x="829" y="684"/>
                    <a:pt x="831" y="684"/>
                    <a:pt x="831" y="684"/>
                  </a:cubicBezTo>
                  <a:lnTo>
                    <a:pt x="838" y="586"/>
                  </a:lnTo>
                  <a:lnTo>
                    <a:pt x="838" y="586"/>
                  </a:lnTo>
                  <a:cubicBezTo>
                    <a:pt x="838" y="586"/>
                    <a:pt x="830" y="592"/>
                    <a:pt x="806" y="592"/>
                  </a:cubicBezTo>
                  <a:cubicBezTo>
                    <a:pt x="757" y="592"/>
                    <a:pt x="639" y="564"/>
                    <a:pt x="386" y="387"/>
                  </a:cubicBezTo>
                  <a:cubicBezTo>
                    <a:pt x="164" y="23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40"/>
            <p:cNvSpPr/>
            <p:nvPr/>
          </p:nvSpPr>
          <p:spPr>
            <a:xfrm>
              <a:off x="6066691" y="2733749"/>
              <a:ext cx="54403" cy="43749"/>
            </a:xfrm>
            <a:custGeom>
              <a:avLst/>
              <a:gdLst/>
              <a:ahLst/>
              <a:cxnLst/>
              <a:rect l="l" t="t" r="r" b="b"/>
              <a:pathLst>
                <a:path w="720" h="579" extrusionOk="0">
                  <a:moveTo>
                    <a:pt x="719" y="1"/>
                  </a:moveTo>
                  <a:cubicBezTo>
                    <a:pt x="719" y="1"/>
                    <a:pt x="579" y="193"/>
                    <a:pt x="394" y="326"/>
                  </a:cubicBezTo>
                  <a:cubicBezTo>
                    <a:pt x="184" y="472"/>
                    <a:pt x="81" y="497"/>
                    <a:pt x="34" y="497"/>
                  </a:cubicBezTo>
                  <a:cubicBezTo>
                    <a:pt x="10" y="497"/>
                    <a:pt x="1" y="490"/>
                    <a:pt x="1" y="490"/>
                  </a:cubicBezTo>
                  <a:lnTo>
                    <a:pt x="1" y="490"/>
                  </a:lnTo>
                  <a:lnTo>
                    <a:pt x="8" y="579"/>
                  </a:lnTo>
                  <a:cubicBezTo>
                    <a:pt x="8" y="579"/>
                    <a:pt x="9" y="579"/>
                    <a:pt x="10" y="579"/>
                  </a:cubicBezTo>
                  <a:cubicBezTo>
                    <a:pt x="39" y="579"/>
                    <a:pt x="366" y="566"/>
                    <a:pt x="71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40"/>
            <p:cNvSpPr/>
            <p:nvPr/>
          </p:nvSpPr>
          <p:spPr>
            <a:xfrm>
              <a:off x="6023017" y="2702467"/>
              <a:ext cx="43749" cy="35287"/>
            </a:xfrm>
            <a:custGeom>
              <a:avLst/>
              <a:gdLst/>
              <a:ahLst/>
              <a:cxnLst/>
              <a:rect l="l" t="t" r="r" b="b"/>
              <a:pathLst>
                <a:path w="579" h="467" extrusionOk="0">
                  <a:moveTo>
                    <a:pt x="1" y="0"/>
                  </a:moveTo>
                  <a:lnTo>
                    <a:pt x="1" y="0"/>
                  </a:lnTo>
                  <a:cubicBezTo>
                    <a:pt x="296" y="460"/>
                    <a:pt x="563" y="466"/>
                    <a:pt x="578" y="466"/>
                  </a:cubicBezTo>
                  <a:cubicBezTo>
                    <a:pt x="579" y="466"/>
                    <a:pt x="579" y="466"/>
                    <a:pt x="579" y="466"/>
                  </a:cubicBezTo>
                  <a:lnTo>
                    <a:pt x="579" y="393"/>
                  </a:lnTo>
                  <a:cubicBezTo>
                    <a:pt x="579" y="393"/>
                    <a:pt x="571" y="400"/>
                    <a:pt x="550" y="400"/>
                  </a:cubicBezTo>
                  <a:cubicBezTo>
                    <a:pt x="511" y="400"/>
                    <a:pt x="429" y="379"/>
                    <a:pt x="268" y="260"/>
                  </a:cubicBezTo>
                  <a:cubicBezTo>
                    <a:pt x="118" y="155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40"/>
            <p:cNvSpPr/>
            <p:nvPr/>
          </p:nvSpPr>
          <p:spPr>
            <a:xfrm>
              <a:off x="6267076" y="2470724"/>
              <a:ext cx="364124" cy="354376"/>
            </a:xfrm>
            <a:custGeom>
              <a:avLst/>
              <a:gdLst/>
              <a:ahLst/>
              <a:cxnLst/>
              <a:rect l="l" t="t" r="r" b="b"/>
              <a:pathLst>
                <a:path w="4819" h="4690" extrusionOk="0">
                  <a:moveTo>
                    <a:pt x="2476" y="1"/>
                  </a:moveTo>
                  <a:cubicBezTo>
                    <a:pt x="2391" y="1"/>
                    <a:pt x="2306" y="25"/>
                    <a:pt x="2232" y="73"/>
                  </a:cubicBezTo>
                  <a:cubicBezTo>
                    <a:pt x="1699" y="407"/>
                    <a:pt x="0" y="4689"/>
                    <a:pt x="2476" y="4689"/>
                  </a:cubicBezTo>
                  <a:cubicBezTo>
                    <a:pt x="4818" y="4689"/>
                    <a:pt x="3255" y="407"/>
                    <a:pt x="2721" y="73"/>
                  </a:cubicBezTo>
                  <a:cubicBezTo>
                    <a:pt x="2647" y="25"/>
                    <a:pt x="2561" y="1"/>
                    <a:pt x="2476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40"/>
            <p:cNvSpPr/>
            <p:nvPr/>
          </p:nvSpPr>
          <p:spPr>
            <a:xfrm>
              <a:off x="6272743" y="2486139"/>
              <a:ext cx="170312" cy="336771"/>
            </a:xfrm>
            <a:custGeom>
              <a:avLst/>
              <a:gdLst/>
              <a:ahLst/>
              <a:cxnLst/>
              <a:rect l="l" t="t" r="r" b="b"/>
              <a:pathLst>
                <a:path w="2254" h="4457" extrusionOk="0">
                  <a:moveTo>
                    <a:pt x="2028" y="0"/>
                  </a:moveTo>
                  <a:cubicBezTo>
                    <a:pt x="2027" y="0"/>
                    <a:pt x="2025" y="1"/>
                    <a:pt x="2024" y="2"/>
                  </a:cubicBezTo>
                  <a:cubicBezTo>
                    <a:pt x="1505" y="322"/>
                    <a:pt x="0" y="4457"/>
                    <a:pt x="2253" y="4457"/>
                  </a:cubicBezTo>
                  <a:cubicBezTo>
                    <a:pt x="2253" y="4457"/>
                    <a:pt x="1690" y="4412"/>
                    <a:pt x="1652" y="2796"/>
                  </a:cubicBezTo>
                  <a:cubicBezTo>
                    <a:pt x="1616" y="1200"/>
                    <a:pt x="2077" y="0"/>
                    <a:pt x="2028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40"/>
            <p:cNvSpPr/>
            <p:nvPr/>
          </p:nvSpPr>
          <p:spPr>
            <a:xfrm>
              <a:off x="6437313" y="2654713"/>
              <a:ext cx="24708" cy="240356"/>
            </a:xfrm>
            <a:custGeom>
              <a:avLst/>
              <a:gdLst/>
              <a:ahLst/>
              <a:cxnLst/>
              <a:rect l="l" t="t" r="r" b="b"/>
              <a:pathLst>
                <a:path w="327" h="3181" extrusionOk="0">
                  <a:moveTo>
                    <a:pt x="166" y="0"/>
                  </a:moveTo>
                  <a:cubicBezTo>
                    <a:pt x="165" y="0"/>
                    <a:pt x="164" y="5"/>
                    <a:pt x="164" y="17"/>
                  </a:cubicBezTo>
                  <a:lnTo>
                    <a:pt x="1" y="3181"/>
                  </a:lnTo>
                  <a:cubicBezTo>
                    <a:pt x="13" y="3178"/>
                    <a:pt x="49" y="3178"/>
                    <a:pt x="94" y="3178"/>
                  </a:cubicBezTo>
                  <a:cubicBezTo>
                    <a:pt x="182" y="3178"/>
                    <a:pt x="302" y="3181"/>
                    <a:pt x="326" y="3181"/>
                  </a:cubicBezTo>
                  <a:cubicBezTo>
                    <a:pt x="319" y="1826"/>
                    <a:pt x="193" y="17"/>
                    <a:pt x="171" y="17"/>
                  </a:cubicBezTo>
                  <a:cubicBezTo>
                    <a:pt x="171" y="17"/>
                    <a:pt x="168" y="0"/>
                    <a:pt x="166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40"/>
            <p:cNvSpPr/>
            <p:nvPr/>
          </p:nvSpPr>
          <p:spPr>
            <a:xfrm>
              <a:off x="6381927" y="2739416"/>
              <a:ext cx="67853" cy="54932"/>
            </a:xfrm>
            <a:custGeom>
              <a:avLst/>
              <a:gdLst/>
              <a:ahLst/>
              <a:cxnLst/>
              <a:rect l="l" t="t" r="r" b="b"/>
              <a:pathLst>
                <a:path w="898" h="727" extrusionOk="0">
                  <a:moveTo>
                    <a:pt x="1" y="0"/>
                  </a:moveTo>
                  <a:lnTo>
                    <a:pt x="1" y="0"/>
                  </a:lnTo>
                  <a:cubicBezTo>
                    <a:pt x="433" y="706"/>
                    <a:pt x="840" y="726"/>
                    <a:pt x="886" y="726"/>
                  </a:cubicBezTo>
                  <a:cubicBezTo>
                    <a:pt x="889" y="726"/>
                    <a:pt x="890" y="726"/>
                    <a:pt x="890" y="726"/>
                  </a:cubicBezTo>
                  <a:lnTo>
                    <a:pt x="897" y="623"/>
                  </a:lnTo>
                  <a:lnTo>
                    <a:pt x="897" y="623"/>
                  </a:lnTo>
                  <a:cubicBezTo>
                    <a:pt x="897" y="623"/>
                    <a:pt x="888" y="630"/>
                    <a:pt x="862" y="630"/>
                  </a:cubicBezTo>
                  <a:cubicBezTo>
                    <a:pt x="807" y="630"/>
                    <a:pt x="678" y="600"/>
                    <a:pt x="408" y="415"/>
                  </a:cubicBezTo>
                  <a:cubicBezTo>
                    <a:pt x="179" y="25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40"/>
            <p:cNvSpPr/>
            <p:nvPr/>
          </p:nvSpPr>
          <p:spPr>
            <a:xfrm>
              <a:off x="6449704" y="2724228"/>
              <a:ext cx="57728" cy="46545"/>
            </a:xfrm>
            <a:custGeom>
              <a:avLst/>
              <a:gdLst/>
              <a:ahLst/>
              <a:cxnLst/>
              <a:rect l="l" t="t" r="r" b="b"/>
              <a:pathLst>
                <a:path w="764" h="616" extrusionOk="0">
                  <a:moveTo>
                    <a:pt x="763" y="0"/>
                  </a:moveTo>
                  <a:lnTo>
                    <a:pt x="763" y="0"/>
                  </a:lnTo>
                  <a:cubicBezTo>
                    <a:pt x="763" y="1"/>
                    <a:pt x="615" y="209"/>
                    <a:pt x="415" y="349"/>
                  </a:cubicBezTo>
                  <a:cubicBezTo>
                    <a:pt x="192" y="507"/>
                    <a:pt x="82" y="533"/>
                    <a:pt x="33" y="533"/>
                  </a:cubicBezTo>
                  <a:cubicBezTo>
                    <a:pt x="9" y="533"/>
                    <a:pt x="0" y="527"/>
                    <a:pt x="0" y="527"/>
                  </a:cubicBezTo>
                  <a:lnTo>
                    <a:pt x="0" y="527"/>
                  </a:lnTo>
                  <a:lnTo>
                    <a:pt x="7" y="616"/>
                  </a:lnTo>
                  <a:cubicBezTo>
                    <a:pt x="7" y="616"/>
                    <a:pt x="9" y="616"/>
                    <a:pt x="12" y="616"/>
                  </a:cubicBezTo>
                  <a:cubicBezTo>
                    <a:pt x="56" y="616"/>
                    <a:pt x="397" y="596"/>
                    <a:pt x="763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40"/>
            <p:cNvSpPr/>
            <p:nvPr/>
          </p:nvSpPr>
          <p:spPr>
            <a:xfrm>
              <a:off x="6403160" y="2690604"/>
              <a:ext cx="46621" cy="38233"/>
            </a:xfrm>
            <a:custGeom>
              <a:avLst/>
              <a:gdLst/>
              <a:ahLst/>
              <a:cxnLst/>
              <a:rect l="l" t="t" r="r" b="b"/>
              <a:pathLst>
                <a:path w="617" h="506" extrusionOk="0">
                  <a:moveTo>
                    <a:pt x="1" y="1"/>
                  </a:moveTo>
                  <a:lnTo>
                    <a:pt x="1" y="1"/>
                  </a:lnTo>
                  <a:cubicBezTo>
                    <a:pt x="303" y="493"/>
                    <a:pt x="579" y="506"/>
                    <a:pt x="607" y="506"/>
                  </a:cubicBezTo>
                  <a:cubicBezTo>
                    <a:pt x="608" y="506"/>
                    <a:pt x="609" y="506"/>
                    <a:pt x="609" y="506"/>
                  </a:cubicBezTo>
                  <a:lnTo>
                    <a:pt x="616" y="431"/>
                  </a:lnTo>
                  <a:lnTo>
                    <a:pt x="616" y="431"/>
                  </a:lnTo>
                  <a:cubicBezTo>
                    <a:pt x="616" y="431"/>
                    <a:pt x="610" y="436"/>
                    <a:pt x="593" y="436"/>
                  </a:cubicBezTo>
                  <a:cubicBezTo>
                    <a:pt x="557" y="436"/>
                    <a:pt x="469" y="415"/>
                    <a:pt x="282" y="284"/>
                  </a:cubicBezTo>
                  <a:cubicBezTo>
                    <a:pt x="127" y="17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40"/>
            <p:cNvSpPr/>
            <p:nvPr/>
          </p:nvSpPr>
          <p:spPr>
            <a:xfrm>
              <a:off x="5607588" y="2469515"/>
              <a:ext cx="363973" cy="353923"/>
            </a:xfrm>
            <a:custGeom>
              <a:avLst/>
              <a:gdLst/>
              <a:ahLst/>
              <a:cxnLst/>
              <a:rect l="l" t="t" r="r" b="b"/>
              <a:pathLst>
                <a:path w="4817" h="4684" extrusionOk="0">
                  <a:moveTo>
                    <a:pt x="2475" y="1"/>
                  </a:moveTo>
                  <a:cubicBezTo>
                    <a:pt x="2390" y="1"/>
                    <a:pt x="2305" y="23"/>
                    <a:pt x="2230" y="67"/>
                  </a:cubicBezTo>
                  <a:cubicBezTo>
                    <a:pt x="1704" y="400"/>
                    <a:pt x="0" y="4684"/>
                    <a:pt x="2476" y="4684"/>
                  </a:cubicBezTo>
                  <a:cubicBezTo>
                    <a:pt x="4816" y="4684"/>
                    <a:pt x="3253" y="400"/>
                    <a:pt x="2719" y="67"/>
                  </a:cubicBezTo>
                  <a:cubicBezTo>
                    <a:pt x="2646" y="23"/>
                    <a:pt x="2561" y="1"/>
                    <a:pt x="2475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40"/>
            <p:cNvSpPr/>
            <p:nvPr/>
          </p:nvSpPr>
          <p:spPr>
            <a:xfrm>
              <a:off x="5613180" y="2484552"/>
              <a:ext cx="170917" cy="337149"/>
            </a:xfrm>
            <a:custGeom>
              <a:avLst/>
              <a:gdLst/>
              <a:ahLst/>
              <a:cxnLst/>
              <a:rect l="l" t="t" r="r" b="b"/>
              <a:pathLst>
                <a:path w="2262" h="4462" extrusionOk="0">
                  <a:moveTo>
                    <a:pt x="2027" y="0"/>
                  </a:moveTo>
                  <a:cubicBezTo>
                    <a:pt x="2026" y="0"/>
                    <a:pt x="2024" y="1"/>
                    <a:pt x="2023" y="2"/>
                  </a:cubicBezTo>
                  <a:cubicBezTo>
                    <a:pt x="1512" y="327"/>
                    <a:pt x="1" y="4462"/>
                    <a:pt x="2261" y="4462"/>
                  </a:cubicBezTo>
                  <a:cubicBezTo>
                    <a:pt x="2261" y="4462"/>
                    <a:pt x="1690" y="4410"/>
                    <a:pt x="1653" y="2795"/>
                  </a:cubicBezTo>
                  <a:cubicBezTo>
                    <a:pt x="1623" y="1194"/>
                    <a:pt x="2088" y="0"/>
                    <a:pt x="2027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40"/>
            <p:cNvSpPr/>
            <p:nvPr/>
          </p:nvSpPr>
          <p:spPr>
            <a:xfrm>
              <a:off x="5777825" y="2653051"/>
              <a:ext cx="25161" cy="240432"/>
            </a:xfrm>
            <a:custGeom>
              <a:avLst/>
              <a:gdLst/>
              <a:ahLst/>
              <a:cxnLst/>
              <a:rect l="l" t="t" r="r" b="b"/>
              <a:pathLst>
                <a:path w="333" h="3182" extrusionOk="0">
                  <a:moveTo>
                    <a:pt x="165" y="0"/>
                  </a:moveTo>
                  <a:cubicBezTo>
                    <a:pt x="163" y="0"/>
                    <a:pt x="162" y="4"/>
                    <a:pt x="162" y="16"/>
                  </a:cubicBezTo>
                  <a:lnTo>
                    <a:pt x="0" y="3181"/>
                  </a:lnTo>
                  <a:lnTo>
                    <a:pt x="333" y="3181"/>
                  </a:lnTo>
                  <a:cubicBezTo>
                    <a:pt x="319" y="1825"/>
                    <a:pt x="200" y="16"/>
                    <a:pt x="171" y="16"/>
                  </a:cubicBezTo>
                  <a:cubicBezTo>
                    <a:pt x="171" y="16"/>
                    <a:pt x="167" y="0"/>
                    <a:pt x="165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40"/>
            <p:cNvSpPr/>
            <p:nvPr/>
          </p:nvSpPr>
          <p:spPr>
            <a:xfrm>
              <a:off x="5722288" y="2738207"/>
              <a:ext cx="68533" cy="55008"/>
            </a:xfrm>
            <a:custGeom>
              <a:avLst/>
              <a:gdLst/>
              <a:ahLst/>
              <a:cxnLst/>
              <a:rect l="l" t="t" r="r" b="b"/>
              <a:pathLst>
                <a:path w="907" h="728" extrusionOk="0">
                  <a:moveTo>
                    <a:pt x="1" y="0"/>
                  </a:moveTo>
                  <a:cubicBezTo>
                    <a:pt x="443" y="709"/>
                    <a:pt x="844" y="728"/>
                    <a:pt x="886" y="728"/>
                  </a:cubicBezTo>
                  <a:cubicBezTo>
                    <a:pt x="889" y="728"/>
                    <a:pt x="890" y="728"/>
                    <a:pt x="890" y="728"/>
                  </a:cubicBezTo>
                  <a:lnTo>
                    <a:pt x="906" y="623"/>
                  </a:lnTo>
                  <a:lnTo>
                    <a:pt x="906" y="623"/>
                  </a:lnTo>
                  <a:cubicBezTo>
                    <a:pt x="906" y="623"/>
                    <a:pt x="896" y="630"/>
                    <a:pt x="868" y="630"/>
                  </a:cubicBezTo>
                  <a:cubicBezTo>
                    <a:pt x="812" y="630"/>
                    <a:pt x="681" y="599"/>
                    <a:pt x="417" y="409"/>
                  </a:cubicBezTo>
                  <a:cubicBezTo>
                    <a:pt x="186" y="246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40"/>
            <p:cNvSpPr/>
            <p:nvPr/>
          </p:nvSpPr>
          <p:spPr>
            <a:xfrm>
              <a:off x="5790746" y="2723170"/>
              <a:ext cx="57728" cy="46545"/>
            </a:xfrm>
            <a:custGeom>
              <a:avLst/>
              <a:gdLst/>
              <a:ahLst/>
              <a:cxnLst/>
              <a:rect l="l" t="t" r="r" b="b"/>
              <a:pathLst>
                <a:path w="764" h="616" extrusionOk="0">
                  <a:moveTo>
                    <a:pt x="763" y="0"/>
                  </a:moveTo>
                  <a:lnTo>
                    <a:pt x="763" y="0"/>
                  </a:lnTo>
                  <a:cubicBezTo>
                    <a:pt x="763" y="0"/>
                    <a:pt x="606" y="208"/>
                    <a:pt x="414" y="342"/>
                  </a:cubicBezTo>
                  <a:cubicBezTo>
                    <a:pt x="184" y="506"/>
                    <a:pt x="76" y="533"/>
                    <a:pt x="30" y="533"/>
                  </a:cubicBezTo>
                  <a:cubicBezTo>
                    <a:pt x="8" y="533"/>
                    <a:pt x="0" y="527"/>
                    <a:pt x="0" y="527"/>
                  </a:cubicBezTo>
                  <a:lnTo>
                    <a:pt x="0" y="527"/>
                  </a:lnTo>
                  <a:lnTo>
                    <a:pt x="7" y="616"/>
                  </a:lnTo>
                  <a:cubicBezTo>
                    <a:pt x="7" y="616"/>
                    <a:pt x="8" y="616"/>
                    <a:pt x="9" y="616"/>
                  </a:cubicBezTo>
                  <a:cubicBezTo>
                    <a:pt x="39" y="616"/>
                    <a:pt x="387" y="603"/>
                    <a:pt x="763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40"/>
            <p:cNvSpPr/>
            <p:nvPr/>
          </p:nvSpPr>
          <p:spPr>
            <a:xfrm>
              <a:off x="5743672" y="2689546"/>
              <a:ext cx="47149" cy="37553"/>
            </a:xfrm>
            <a:custGeom>
              <a:avLst/>
              <a:gdLst/>
              <a:ahLst/>
              <a:cxnLst/>
              <a:rect l="l" t="t" r="r" b="b"/>
              <a:pathLst>
                <a:path w="624" h="497" extrusionOk="0">
                  <a:moveTo>
                    <a:pt x="1" y="1"/>
                  </a:moveTo>
                  <a:cubicBezTo>
                    <a:pt x="302" y="484"/>
                    <a:pt x="583" y="497"/>
                    <a:pt x="612" y="497"/>
                  </a:cubicBezTo>
                  <a:cubicBezTo>
                    <a:pt x="613" y="497"/>
                    <a:pt x="614" y="497"/>
                    <a:pt x="614" y="497"/>
                  </a:cubicBezTo>
                  <a:lnTo>
                    <a:pt x="623" y="422"/>
                  </a:lnTo>
                  <a:lnTo>
                    <a:pt x="623" y="422"/>
                  </a:lnTo>
                  <a:cubicBezTo>
                    <a:pt x="623" y="422"/>
                    <a:pt x="615" y="429"/>
                    <a:pt x="591" y="429"/>
                  </a:cubicBezTo>
                  <a:cubicBezTo>
                    <a:pt x="549" y="429"/>
                    <a:pt x="458" y="407"/>
                    <a:pt x="282" y="282"/>
                  </a:cubicBezTo>
                  <a:cubicBezTo>
                    <a:pt x="125" y="17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40"/>
            <p:cNvSpPr/>
            <p:nvPr/>
          </p:nvSpPr>
          <p:spPr>
            <a:xfrm>
              <a:off x="5706723" y="2403703"/>
              <a:ext cx="428350" cy="416411"/>
            </a:xfrm>
            <a:custGeom>
              <a:avLst/>
              <a:gdLst/>
              <a:ahLst/>
              <a:cxnLst/>
              <a:rect l="l" t="t" r="r" b="b"/>
              <a:pathLst>
                <a:path w="5669" h="5511" extrusionOk="0">
                  <a:moveTo>
                    <a:pt x="2909" y="1"/>
                  </a:moveTo>
                  <a:cubicBezTo>
                    <a:pt x="2808" y="1"/>
                    <a:pt x="2708" y="27"/>
                    <a:pt x="2624" y="79"/>
                  </a:cubicBezTo>
                  <a:cubicBezTo>
                    <a:pt x="2001" y="471"/>
                    <a:pt x="1" y="5510"/>
                    <a:pt x="2912" y="5510"/>
                  </a:cubicBezTo>
                  <a:cubicBezTo>
                    <a:pt x="5668" y="5510"/>
                    <a:pt x="3824" y="471"/>
                    <a:pt x="3202" y="79"/>
                  </a:cubicBezTo>
                  <a:cubicBezTo>
                    <a:pt x="3113" y="27"/>
                    <a:pt x="3011" y="1"/>
                    <a:pt x="2909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40"/>
            <p:cNvSpPr/>
            <p:nvPr/>
          </p:nvSpPr>
          <p:spPr>
            <a:xfrm>
              <a:off x="5715035" y="2421232"/>
              <a:ext cx="202727" cy="400468"/>
            </a:xfrm>
            <a:custGeom>
              <a:avLst/>
              <a:gdLst/>
              <a:ahLst/>
              <a:cxnLst/>
              <a:rect l="l" t="t" r="r" b="b"/>
              <a:pathLst>
                <a:path w="2683" h="5300" extrusionOk="0">
                  <a:moveTo>
                    <a:pt x="2413" y="1"/>
                  </a:moveTo>
                  <a:cubicBezTo>
                    <a:pt x="2412" y="1"/>
                    <a:pt x="2410" y="1"/>
                    <a:pt x="2409" y="2"/>
                  </a:cubicBezTo>
                  <a:cubicBezTo>
                    <a:pt x="1793" y="388"/>
                    <a:pt x="1" y="5300"/>
                    <a:pt x="2683" y="5300"/>
                  </a:cubicBezTo>
                  <a:cubicBezTo>
                    <a:pt x="2683" y="5300"/>
                    <a:pt x="2009" y="5241"/>
                    <a:pt x="1971" y="3322"/>
                  </a:cubicBezTo>
                  <a:cubicBezTo>
                    <a:pt x="1928" y="1421"/>
                    <a:pt x="2478" y="1"/>
                    <a:pt x="2413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40"/>
            <p:cNvSpPr/>
            <p:nvPr/>
          </p:nvSpPr>
          <p:spPr>
            <a:xfrm>
              <a:off x="5909904" y="2626151"/>
              <a:ext cx="28033" cy="267331"/>
            </a:xfrm>
            <a:custGeom>
              <a:avLst/>
              <a:gdLst/>
              <a:ahLst/>
              <a:cxnLst/>
              <a:rect l="l" t="t" r="r" b="b"/>
              <a:pathLst>
                <a:path w="371" h="3538" extrusionOk="0">
                  <a:moveTo>
                    <a:pt x="187" y="0"/>
                  </a:moveTo>
                  <a:cubicBezTo>
                    <a:pt x="186" y="0"/>
                    <a:pt x="185" y="4"/>
                    <a:pt x="185" y="16"/>
                  </a:cubicBezTo>
                  <a:lnTo>
                    <a:pt x="1" y="3537"/>
                  </a:lnTo>
                  <a:lnTo>
                    <a:pt x="370" y="3537"/>
                  </a:lnTo>
                  <a:cubicBezTo>
                    <a:pt x="356" y="2033"/>
                    <a:pt x="223" y="16"/>
                    <a:pt x="193" y="16"/>
                  </a:cubicBezTo>
                  <a:cubicBezTo>
                    <a:pt x="193" y="16"/>
                    <a:pt x="189" y="0"/>
                    <a:pt x="187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40"/>
            <p:cNvSpPr/>
            <p:nvPr/>
          </p:nvSpPr>
          <p:spPr>
            <a:xfrm>
              <a:off x="5848927" y="2720903"/>
              <a:ext cx="75560" cy="61052"/>
            </a:xfrm>
            <a:custGeom>
              <a:avLst/>
              <a:gdLst/>
              <a:ahLst/>
              <a:cxnLst/>
              <a:rect l="l" t="t" r="r" b="b"/>
              <a:pathLst>
                <a:path w="1000" h="808" extrusionOk="0">
                  <a:moveTo>
                    <a:pt x="0" y="0"/>
                  </a:moveTo>
                  <a:lnTo>
                    <a:pt x="0" y="0"/>
                  </a:lnTo>
                  <a:cubicBezTo>
                    <a:pt x="484" y="787"/>
                    <a:pt x="935" y="807"/>
                    <a:pt x="981" y="807"/>
                  </a:cubicBezTo>
                  <a:cubicBezTo>
                    <a:pt x="984" y="807"/>
                    <a:pt x="985" y="807"/>
                    <a:pt x="985" y="807"/>
                  </a:cubicBezTo>
                  <a:lnTo>
                    <a:pt x="1000" y="690"/>
                  </a:lnTo>
                  <a:lnTo>
                    <a:pt x="1000" y="690"/>
                  </a:lnTo>
                  <a:cubicBezTo>
                    <a:pt x="1000" y="690"/>
                    <a:pt x="989" y="697"/>
                    <a:pt x="960" y="697"/>
                  </a:cubicBezTo>
                  <a:cubicBezTo>
                    <a:pt x="899" y="697"/>
                    <a:pt x="755" y="664"/>
                    <a:pt x="452" y="452"/>
                  </a:cubicBezTo>
                  <a:cubicBezTo>
                    <a:pt x="199" y="27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40"/>
            <p:cNvSpPr/>
            <p:nvPr/>
          </p:nvSpPr>
          <p:spPr>
            <a:xfrm>
              <a:off x="5924411" y="2704054"/>
              <a:ext cx="63924" cy="51683"/>
            </a:xfrm>
            <a:custGeom>
              <a:avLst/>
              <a:gdLst/>
              <a:ahLst/>
              <a:cxnLst/>
              <a:rect l="l" t="t" r="r" b="b"/>
              <a:pathLst>
                <a:path w="846" h="684" extrusionOk="0">
                  <a:moveTo>
                    <a:pt x="845" y="1"/>
                  </a:moveTo>
                  <a:cubicBezTo>
                    <a:pt x="845" y="1"/>
                    <a:pt x="676" y="230"/>
                    <a:pt x="461" y="387"/>
                  </a:cubicBezTo>
                  <a:cubicBezTo>
                    <a:pt x="210" y="564"/>
                    <a:pt x="89" y="593"/>
                    <a:pt x="37" y="593"/>
                  </a:cubicBezTo>
                  <a:cubicBezTo>
                    <a:pt x="10" y="593"/>
                    <a:pt x="1" y="586"/>
                    <a:pt x="1" y="586"/>
                  </a:cubicBezTo>
                  <a:lnTo>
                    <a:pt x="1" y="586"/>
                  </a:lnTo>
                  <a:lnTo>
                    <a:pt x="9" y="684"/>
                  </a:lnTo>
                  <a:cubicBezTo>
                    <a:pt x="9" y="684"/>
                    <a:pt x="11" y="684"/>
                    <a:pt x="13" y="684"/>
                  </a:cubicBezTo>
                  <a:cubicBezTo>
                    <a:pt x="55" y="684"/>
                    <a:pt x="434" y="665"/>
                    <a:pt x="845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40"/>
            <p:cNvSpPr/>
            <p:nvPr/>
          </p:nvSpPr>
          <p:spPr>
            <a:xfrm>
              <a:off x="5872426" y="2666576"/>
              <a:ext cx="52061" cy="42162"/>
            </a:xfrm>
            <a:custGeom>
              <a:avLst/>
              <a:gdLst/>
              <a:ahLst/>
              <a:cxnLst/>
              <a:rect l="l" t="t" r="r" b="b"/>
              <a:pathLst>
                <a:path w="689" h="558" extrusionOk="0">
                  <a:moveTo>
                    <a:pt x="0" y="1"/>
                  </a:moveTo>
                  <a:lnTo>
                    <a:pt x="0" y="1"/>
                  </a:lnTo>
                  <a:cubicBezTo>
                    <a:pt x="339" y="544"/>
                    <a:pt x="650" y="557"/>
                    <a:pt x="679" y="557"/>
                  </a:cubicBezTo>
                  <a:cubicBezTo>
                    <a:pt x="681" y="557"/>
                    <a:pt x="681" y="557"/>
                    <a:pt x="681" y="557"/>
                  </a:cubicBezTo>
                  <a:lnTo>
                    <a:pt x="689" y="475"/>
                  </a:lnTo>
                  <a:lnTo>
                    <a:pt x="689" y="475"/>
                  </a:lnTo>
                  <a:cubicBezTo>
                    <a:pt x="689" y="475"/>
                    <a:pt x="681" y="481"/>
                    <a:pt x="660" y="481"/>
                  </a:cubicBezTo>
                  <a:cubicBezTo>
                    <a:pt x="617" y="481"/>
                    <a:pt x="517" y="457"/>
                    <a:pt x="312" y="312"/>
                  </a:cubicBezTo>
                  <a:cubicBezTo>
                    <a:pt x="141" y="193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40"/>
            <p:cNvSpPr/>
            <p:nvPr/>
          </p:nvSpPr>
          <p:spPr>
            <a:xfrm>
              <a:off x="5555527" y="2525505"/>
              <a:ext cx="195474" cy="246401"/>
            </a:xfrm>
            <a:custGeom>
              <a:avLst/>
              <a:gdLst/>
              <a:ahLst/>
              <a:cxnLst/>
              <a:rect l="l" t="t" r="r" b="b"/>
              <a:pathLst>
                <a:path w="2587" h="3261" extrusionOk="0">
                  <a:moveTo>
                    <a:pt x="1290" y="0"/>
                  </a:moveTo>
                  <a:cubicBezTo>
                    <a:pt x="734" y="0"/>
                    <a:pt x="275" y="452"/>
                    <a:pt x="275" y="1016"/>
                  </a:cubicBezTo>
                  <a:cubicBezTo>
                    <a:pt x="275" y="1067"/>
                    <a:pt x="282" y="1112"/>
                    <a:pt x="289" y="1156"/>
                  </a:cubicBezTo>
                  <a:cubicBezTo>
                    <a:pt x="111" y="1379"/>
                    <a:pt x="1" y="1659"/>
                    <a:pt x="1" y="1964"/>
                  </a:cubicBezTo>
                  <a:cubicBezTo>
                    <a:pt x="1" y="2682"/>
                    <a:pt x="579" y="3260"/>
                    <a:pt x="1290" y="3260"/>
                  </a:cubicBezTo>
                  <a:cubicBezTo>
                    <a:pt x="2009" y="3260"/>
                    <a:pt x="2587" y="2682"/>
                    <a:pt x="2587" y="1964"/>
                  </a:cubicBezTo>
                  <a:cubicBezTo>
                    <a:pt x="2587" y="1659"/>
                    <a:pt x="2475" y="1379"/>
                    <a:pt x="2297" y="1156"/>
                  </a:cubicBezTo>
                  <a:cubicBezTo>
                    <a:pt x="2304" y="1112"/>
                    <a:pt x="2313" y="1067"/>
                    <a:pt x="2313" y="1016"/>
                  </a:cubicBezTo>
                  <a:cubicBezTo>
                    <a:pt x="2313" y="452"/>
                    <a:pt x="1852" y="0"/>
                    <a:pt x="1290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40"/>
            <p:cNvSpPr/>
            <p:nvPr/>
          </p:nvSpPr>
          <p:spPr>
            <a:xfrm>
              <a:off x="5653000" y="2600687"/>
              <a:ext cx="8916" cy="292795"/>
            </a:xfrm>
            <a:custGeom>
              <a:avLst/>
              <a:gdLst/>
              <a:ahLst/>
              <a:cxnLst/>
              <a:rect l="l" t="t" r="r" b="b"/>
              <a:pathLst>
                <a:path w="118" h="3875" extrusionOk="0">
                  <a:moveTo>
                    <a:pt x="54" y="0"/>
                  </a:moveTo>
                  <a:cubicBezTo>
                    <a:pt x="53" y="0"/>
                    <a:pt x="52" y="4"/>
                    <a:pt x="52" y="14"/>
                  </a:cubicBezTo>
                  <a:lnTo>
                    <a:pt x="0" y="3821"/>
                  </a:lnTo>
                  <a:cubicBezTo>
                    <a:pt x="0" y="3851"/>
                    <a:pt x="22" y="3874"/>
                    <a:pt x="52" y="3874"/>
                  </a:cubicBezTo>
                  <a:lnTo>
                    <a:pt x="59" y="3874"/>
                  </a:lnTo>
                  <a:cubicBezTo>
                    <a:pt x="96" y="3874"/>
                    <a:pt x="118" y="3851"/>
                    <a:pt x="118" y="3821"/>
                  </a:cubicBezTo>
                  <a:cubicBezTo>
                    <a:pt x="118" y="3821"/>
                    <a:pt x="96" y="14"/>
                    <a:pt x="59" y="14"/>
                  </a:cubicBezTo>
                  <a:cubicBezTo>
                    <a:pt x="59" y="14"/>
                    <a:pt x="56" y="0"/>
                    <a:pt x="54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40"/>
            <p:cNvSpPr/>
            <p:nvPr/>
          </p:nvSpPr>
          <p:spPr>
            <a:xfrm>
              <a:off x="5601921" y="2671714"/>
              <a:ext cx="55537" cy="45336"/>
            </a:xfrm>
            <a:custGeom>
              <a:avLst/>
              <a:gdLst/>
              <a:ahLst/>
              <a:cxnLst/>
              <a:rect l="l" t="t" r="r" b="b"/>
              <a:pathLst>
                <a:path w="735" h="600" extrusionOk="0">
                  <a:moveTo>
                    <a:pt x="0" y="0"/>
                  </a:moveTo>
                  <a:lnTo>
                    <a:pt x="0" y="0"/>
                  </a:lnTo>
                  <a:cubicBezTo>
                    <a:pt x="353" y="580"/>
                    <a:pt x="679" y="600"/>
                    <a:pt x="723" y="600"/>
                  </a:cubicBezTo>
                  <a:cubicBezTo>
                    <a:pt x="726" y="600"/>
                    <a:pt x="728" y="599"/>
                    <a:pt x="728" y="599"/>
                  </a:cubicBezTo>
                  <a:lnTo>
                    <a:pt x="735" y="511"/>
                  </a:lnTo>
                  <a:lnTo>
                    <a:pt x="735" y="511"/>
                  </a:lnTo>
                  <a:cubicBezTo>
                    <a:pt x="735" y="511"/>
                    <a:pt x="726" y="517"/>
                    <a:pt x="702" y="517"/>
                  </a:cubicBezTo>
                  <a:cubicBezTo>
                    <a:pt x="656" y="517"/>
                    <a:pt x="550" y="492"/>
                    <a:pt x="335" y="340"/>
                  </a:cubicBezTo>
                  <a:cubicBezTo>
                    <a:pt x="150" y="199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40"/>
            <p:cNvSpPr/>
            <p:nvPr/>
          </p:nvSpPr>
          <p:spPr>
            <a:xfrm>
              <a:off x="5657382" y="2658793"/>
              <a:ext cx="47149" cy="38611"/>
            </a:xfrm>
            <a:custGeom>
              <a:avLst/>
              <a:gdLst/>
              <a:ahLst/>
              <a:cxnLst/>
              <a:rect l="l" t="t" r="r" b="b"/>
              <a:pathLst>
                <a:path w="624" h="511" extrusionOk="0">
                  <a:moveTo>
                    <a:pt x="623" y="0"/>
                  </a:moveTo>
                  <a:cubicBezTo>
                    <a:pt x="623" y="0"/>
                    <a:pt x="497" y="178"/>
                    <a:pt x="342" y="289"/>
                  </a:cubicBezTo>
                  <a:cubicBezTo>
                    <a:pt x="156" y="421"/>
                    <a:pt x="67" y="444"/>
                    <a:pt x="28" y="444"/>
                  </a:cubicBezTo>
                  <a:cubicBezTo>
                    <a:pt x="8" y="444"/>
                    <a:pt x="1" y="438"/>
                    <a:pt x="1" y="438"/>
                  </a:cubicBezTo>
                  <a:lnTo>
                    <a:pt x="1" y="438"/>
                  </a:lnTo>
                  <a:lnTo>
                    <a:pt x="8" y="511"/>
                  </a:lnTo>
                  <a:cubicBezTo>
                    <a:pt x="8" y="511"/>
                    <a:pt x="9" y="511"/>
                    <a:pt x="11" y="511"/>
                  </a:cubicBezTo>
                  <a:cubicBezTo>
                    <a:pt x="42" y="511"/>
                    <a:pt x="323" y="497"/>
                    <a:pt x="623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40"/>
            <p:cNvSpPr/>
            <p:nvPr/>
          </p:nvSpPr>
          <p:spPr>
            <a:xfrm>
              <a:off x="5619376" y="2631365"/>
              <a:ext cx="38082" cy="30828"/>
            </a:xfrm>
            <a:custGeom>
              <a:avLst/>
              <a:gdLst/>
              <a:ahLst/>
              <a:cxnLst/>
              <a:rect l="l" t="t" r="r" b="b"/>
              <a:pathLst>
                <a:path w="504" h="408" extrusionOk="0">
                  <a:moveTo>
                    <a:pt x="1" y="1"/>
                  </a:moveTo>
                  <a:lnTo>
                    <a:pt x="1" y="1"/>
                  </a:lnTo>
                  <a:cubicBezTo>
                    <a:pt x="242" y="395"/>
                    <a:pt x="467" y="408"/>
                    <a:pt x="494" y="408"/>
                  </a:cubicBezTo>
                  <a:cubicBezTo>
                    <a:pt x="496" y="408"/>
                    <a:pt x="497" y="408"/>
                    <a:pt x="497" y="408"/>
                  </a:cubicBezTo>
                  <a:lnTo>
                    <a:pt x="504" y="347"/>
                  </a:lnTo>
                  <a:lnTo>
                    <a:pt x="504" y="347"/>
                  </a:lnTo>
                  <a:cubicBezTo>
                    <a:pt x="504" y="347"/>
                    <a:pt x="497" y="353"/>
                    <a:pt x="479" y="353"/>
                  </a:cubicBezTo>
                  <a:cubicBezTo>
                    <a:pt x="446" y="353"/>
                    <a:pt x="374" y="334"/>
                    <a:pt x="230" y="230"/>
                  </a:cubicBezTo>
                  <a:cubicBezTo>
                    <a:pt x="104" y="14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40"/>
            <p:cNvSpPr/>
            <p:nvPr/>
          </p:nvSpPr>
          <p:spPr>
            <a:xfrm>
              <a:off x="5198280" y="2625698"/>
              <a:ext cx="140088" cy="177113"/>
            </a:xfrm>
            <a:custGeom>
              <a:avLst/>
              <a:gdLst/>
              <a:ahLst/>
              <a:cxnLst/>
              <a:rect l="l" t="t" r="r" b="b"/>
              <a:pathLst>
                <a:path w="1854" h="2344" extrusionOk="0">
                  <a:moveTo>
                    <a:pt x="927" y="1"/>
                  </a:moveTo>
                  <a:cubicBezTo>
                    <a:pt x="527" y="1"/>
                    <a:pt x="194" y="326"/>
                    <a:pt x="194" y="734"/>
                  </a:cubicBezTo>
                  <a:cubicBezTo>
                    <a:pt x="194" y="764"/>
                    <a:pt x="201" y="801"/>
                    <a:pt x="208" y="831"/>
                  </a:cubicBezTo>
                  <a:cubicBezTo>
                    <a:pt x="75" y="993"/>
                    <a:pt x="0" y="1194"/>
                    <a:pt x="0" y="1417"/>
                  </a:cubicBezTo>
                  <a:cubicBezTo>
                    <a:pt x="0" y="1927"/>
                    <a:pt x="416" y="2343"/>
                    <a:pt x="927" y="2343"/>
                  </a:cubicBezTo>
                  <a:cubicBezTo>
                    <a:pt x="1439" y="2343"/>
                    <a:pt x="1853" y="1927"/>
                    <a:pt x="1853" y="1417"/>
                  </a:cubicBezTo>
                  <a:cubicBezTo>
                    <a:pt x="1853" y="1194"/>
                    <a:pt x="1772" y="993"/>
                    <a:pt x="1645" y="831"/>
                  </a:cubicBezTo>
                  <a:cubicBezTo>
                    <a:pt x="1652" y="801"/>
                    <a:pt x="1652" y="764"/>
                    <a:pt x="1652" y="734"/>
                  </a:cubicBezTo>
                  <a:cubicBezTo>
                    <a:pt x="1652" y="326"/>
                    <a:pt x="1327" y="1"/>
                    <a:pt x="92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40"/>
            <p:cNvSpPr/>
            <p:nvPr/>
          </p:nvSpPr>
          <p:spPr>
            <a:xfrm>
              <a:off x="5267719" y="2679874"/>
              <a:ext cx="6800" cy="210208"/>
            </a:xfrm>
            <a:custGeom>
              <a:avLst/>
              <a:gdLst/>
              <a:ahLst/>
              <a:cxnLst/>
              <a:rect l="l" t="t" r="r" b="b"/>
              <a:pathLst>
                <a:path w="90" h="2782" extrusionOk="0">
                  <a:moveTo>
                    <a:pt x="47" y="0"/>
                  </a:moveTo>
                  <a:cubicBezTo>
                    <a:pt x="46" y="0"/>
                    <a:pt x="45" y="2"/>
                    <a:pt x="45" y="10"/>
                  </a:cubicBezTo>
                  <a:lnTo>
                    <a:pt x="1" y="2738"/>
                  </a:lnTo>
                  <a:cubicBezTo>
                    <a:pt x="1" y="2759"/>
                    <a:pt x="22" y="2782"/>
                    <a:pt x="45" y="2782"/>
                  </a:cubicBezTo>
                  <a:lnTo>
                    <a:pt x="52" y="2782"/>
                  </a:lnTo>
                  <a:cubicBezTo>
                    <a:pt x="75" y="2782"/>
                    <a:pt x="90" y="2759"/>
                    <a:pt x="90" y="2738"/>
                  </a:cubicBezTo>
                  <a:cubicBezTo>
                    <a:pt x="90" y="2738"/>
                    <a:pt x="75" y="10"/>
                    <a:pt x="52" y="10"/>
                  </a:cubicBezTo>
                  <a:cubicBezTo>
                    <a:pt x="52" y="10"/>
                    <a:pt x="49" y="0"/>
                    <a:pt x="47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40"/>
            <p:cNvSpPr/>
            <p:nvPr/>
          </p:nvSpPr>
          <p:spPr>
            <a:xfrm>
              <a:off x="5231299" y="2730424"/>
              <a:ext cx="39896" cy="33095"/>
            </a:xfrm>
            <a:custGeom>
              <a:avLst/>
              <a:gdLst/>
              <a:ahLst/>
              <a:cxnLst/>
              <a:rect l="l" t="t" r="r" b="b"/>
              <a:pathLst>
                <a:path w="528" h="438" extrusionOk="0">
                  <a:moveTo>
                    <a:pt x="1" y="0"/>
                  </a:moveTo>
                  <a:cubicBezTo>
                    <a:pt x="266" y="431"/>
                    <a:pt x="505" y="438"/>
                    <a:pt x="519" y="438"/>
                  </a:cubicBezTo>
                  <a:cubicBezTo>
                    <a:pt x="520" y="438"/>
                    <a:pt x="520" y="438"/>
                    <a:pt x="520" y="438"/>
                  </a:cubicBezTo>
                  <a:lnTo>
                    <a:pt x="527" y="370"/>
                  </a:lnTo>
                  <a:lnTo>
                    <a:pt x="527" y="370"/>
                  </a:lnTo>
                  <a:cubicBezTo>
                    <a:pt x="527" y="370"/>
                    <a:pt x="521" y="375"/>
                    <a:pt x="504" y="375"/>
                  </a:cubicBezTo>
                  <a:cubicBezTo>
                    <a:pt x="470" y="375"/>
                    <a:pt x="396" y="356"/>
                    <a:pt x="246" y="246"/>
                  </a:cubicBezTo>
                  <a:cubicBezTo>
                    <a:pt x="104" y="14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40"/>
            <p:cNvSpPr/>
            <p:nvPr/>
          </p:nvSpPr>
          <p:spPr>
            <a:xfrm>
              <a:off x="5271120" y="2721432"/>
              <a:ext cx="34153" cy="28108"/>
            </a:xfrm>
            <a:custGeom>
              <a:avLst/>
              <a:gdLst/>
              <a:ahLst/>
              <a:cxnLst/>
              <a:rect l="l" t="t" r="r" b="b"/>
              <a:pathLst>
                <a:path w="452" h="372" extrusionOk="0">
                  <a:moveTo>
                    <a:pt x="452" y="0"/>
                  </a:moveTo>
                  <a:lnTo>
                    <a:pt x="452" y="0"/>
                  </a:lnTo>
                  <a:cubicBezTo>
                    <a:pt x="452" y="0"/>
                    <a:pt x="356" y="126"/>
                    <a:pt x="244" y="208"/>
                  </a:cubicBezTo>
                  <a:cubicBezTo>
                    <a:pt x="102" y="308"/>
                    <a:pt x="39" y="323"/>
                    <a:pt x="14" y="323"/>
                  </a:cubicBezTo>
                  <a:cubicBezTo>
                    <a:pt x="4" y="323"/>
                    <a:pt x="0" y="320"/>
                    <a:pt x="0" y="320"/>
                  </a:cubicBezTo>
                  <a:lnTo>
                    <a:pt x="0" y="320"/>
                  </a:lnTo>
                  <a:lnTo>
                    <a:pt x="7" y="372"/>
                  </a:lnTo>
                  <a:cubicBezTo>
                    <a:pt x="7" y="372"/>
                    <a:pt x="8" y="372"/>
                    <a:pt x="8" y="372"/>
                  </a:cubicBezTo>
                  <a:cubicBezTo>
                    <a:pt x="22" y="372"/>
                    <a:pt x="224" y="365"/>
                    <a:pt x="452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40"/>
            <p:cNvSpPr/>
            <p:nvPr/>
          </p:nvSpPr>
          <p:spPr>
            <a:xfrm>
              <a:off x="5243691" y="2701938"/>
              <a:ext cx="27504" cy="22366"/>
            </a:xfrm>
            <a:custGeom>
              <a:avLst/>
              <a:gdLst/>
              <a:ahLst/>
              <a:cxnLst/>
              <a:rect l="l" t="t" r="r" b="b"/>
              <a:pathLst>
                <a:path w="364" h="296" extrusionOk="0">
                  <a:moveTo>
                    <a:pt x="0" y="0"/>
                  </a:moveTo>
                  <a:cubicBezTo>
                    <a:pt x="184" y="289"/>
                    <a:pt x="348" y="295"/>
                    <a:pt x="362" y="295"/>
                  </a:cubicBezTo>
                  <a:cubicBezTo>
                    <a:pt x="363" y="295"/>
                    <a:pt x="363" y="295"/>
                    <a:pt x="363" y="295"/>
                  </a:cubicBezTo>
                  <a:lnTo>
                    <a:pt x="363" y="251"/>
                  </a:lnTo>
                  <a:cubicBezTo>
                    <a:pt x="363" y="251"/>
                    <a:pt x="359" y="254"/>
                    <a:pt x="347" y="254"/>
                  </a:cubicBezTo>
                  <a:cubicBezTo>
                    <a:pt x="325" y="254"/>
                    <a:pt x="274" y="241"/>
                    <a:pt x="171" y="162"/>
                  </a:cubicBezTo>
                  <a:cubicBezTo>
                    <a:pt x="73" y="9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40"/>
            <p:cNvSpPr/>
            <p:nvPr/>
          </p:nvSpPr>
          <p:spPr>
            <a:xfrm>
              <a:off x="4939033" y="2777951"/>
              <a:ext cx="275038" cy="114322"/>
            </a:xfrm>
            <a:custGeom>
              <a:avLst/>
              <a:gdLst/>
              <a:ahLst/>
              <a:cxnLst/>
              <a:rect l="l" t="t" r="r" b="b"/>
              <a:pathLst>
                <a:path w="3640" h="1513" extrusionOk="0">
                  <a:moveTo>
                    <a:pt x="1215" y="1"/>
                  </a:moveTo>
                  <a:cubicBezTo>
                    <a:pt x="801" y="1"/>
                    <a:pt x="469" y="335"/>
                    <a:pt x="469" y="750"/>
                  </a:cubicBezTo>
                  <a:lnTo>
                    <a:pt x="469" y="764"/>
                  </a:lnTo>
                  <a:cubicBezTo>
                    <a:pt x="438" y="757"/>
                    <a:pt x="408" y="750"/>
                    <a:pt x="380" y="750"/>
                  </a:cubicBezTo>
                  <a:cubicBezTo>
                    <a:pt x="172" y="750"/>
                    <a:pt x="1" y="920"/>
                    <a:pt x="1" y="1128"/>
                  </a:cubicBezTo>
                  <a:cubicBezTo>
                    <a:pt x="1" y="1335"/>
                    <a:pt x="172" y="1498"/>
                    <a:pt x="380" y="1498"/>
                  </a:cubicBezTo>
                  <a:lnTo>
                    <a:pt x="380" y="1512"/>
                  </a:lnTo>
                  <a:lnTo>
                    <a:pt x="3403" y="1512"/>
                  </a:lnTo>
                  <a:lnTo>
                    <a:pt x="3403" y="1498"/>
                  </a:lnTo>
                  <a:cubicBezTo>
                    <a:pt x="3536" y="1475"/>
                    <a:pt x="3639" y="1365"/>
                    <a:pt x="3639" y="1217"/>
                  </a:cubicBezTo>
                  <a:cubicBezTo>
                    <a:pt x="3639" y="1061"/>
                    <a:pt x="3513" y="934"/>
                    <a:pt x="3358" y="934"/>
                  </a:cubicBezTo>
                  <a:cubicBezTo>
                    <a:pt x="3291" y="934"/>
                    <a:pt x="3232" y="965"/>
                    <a:pt x="3181" y="1002"/>
                  </a:cubicBezTo>
                  <a:lnTo>
                    <a:pt x="3181" y="965"/>
                  </a:lnTo>
                  <a:cubicBezTo>
                    <a:pt x="3181" y="668"/>
                    <a:pt x="2942" y="424"/>
                    <a:pt x="2647" y="424"/>
                  </a:cubicBezTo>
                  <a:cubicBezTo>
                    <a:pt x="2476" y="424"/>
                    <a:pt x="2327" y="497"/>
                    <a:pt x="2224" y="623"/>
                  </a:cubicBezTo>
                  <a:cubicBezTo>
                    <a:pt x="2186" y="609"/>
                    <a:pt x="2149" y="602"/>
                    <a:pt x="2114" y="602"/>
                  </a:cubicBezTo>
                  <a:cubicBezTo>
                    <a:pt x="2053" y="602"/>
                    <a:pt x="2001" y="616"/>
                    <a:pt x="1957" y="639"/>
                  </a:cubicBezTo>
                  <a:cubicBezTo>
                    <a:pt x="1898" y="275"/>
                    <a:pt x="1594" y="1"/>
                    <a:pt x="1215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40"/>
            <p:cNvSpPr/>
            <p:nvPr/>
          </p:nvSpPr>
          <p:spPr>
            <a:xfrm>
              <a:off x="4973187" y="2781351"/>
              <a:ext cx="37553" cy="54328"/>
            </a:xfrm>
            <a:custGeom>
              <a:avLst/>
              <a:gdLst/>
              <a:ahLst/>
              <a:cxnLst/>
              <a:rect l="l" t="t" r="r" b="b"/>
              <a:pathLst>
                <a:path w="497" h="719" extrusionOk="0">
                  <a:moveTo>
                    <a:pt x="497" y="0"/>
                  </a:moveTo>
                  <a:lnTo>
                    <a:pt x="497" y="0"/>
                  </a:lnTo>
                  <a:cubicBezTo>
                    <a:pt x="209" y="82"/>
                    <a:pt x="1" y="349"/>
                    <a:pt x="1" y="667"/>
                  </a:cubicBezTo>
                  <a:lnTo>
                    <a:pt x="1" y="712"/>
                  </a:lnTo>
                  <a:cubicBezTo>
                    <a:pt x="8" y="712"/>
                    <a:pt x="8" y="712"/>
                    <a:pt x="17" y="719"/>
                  </a:cubicBezTo>
                  <a:lnTo>
                    <a:pt x="17" y="705"/>
                  </a:lnTo>
                  <a:cubicBezTo>
                    <a:pt x="17" y="386"/>
                    <a:pt x="216" y="112"/>
                    <a:pt x="497" y="0"/>
                  </a:cubicBezTo>
                  <a:close/>
                </a:path>
              </a:pathLst>
            </a:custGeom>
            <a:solidFill>
              <a:srgbClr val="959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40"/>
            <p:cNvSpPr/>
            <p:nvPr/>
          </p:nvSpPr>
          <p:spPr>
            <a:xfrm>
              <a:off x="4973187" y="2779689"/>
              <a:ext cx="51683" cy="103744"/>
            </a:xfrm>
            <a:custGeom>
              <a:avLst/>
              <a:gdLst/>
              <a:ahLst/>
              <a:cxnLst/>
              <a:rect l="l" t="t" r="r" b="b"/>
              <a:pathLst>
                <a:path w="684" h="1373" extrusionOk="0">
                  <a:moveTo>
                    <a:pt x="683" y="1"/>
                  </a:moveTo>
                  <a:cubicBezTo>
                    <a:pt x="623" y="1"/>
                    <a:pt x="557" y="8"/>
                    <a:pt x="497" y="22"/>
                  </a:cubicBezTo>
                  <a:cubicBezTo>
                    <a:pt x="216" y="134"/>
                    <a:pt x="17" y="408"/>
                    <a:pt x="17" y="727"/>
                  </a:cubicBezTo>
                  <a:lnTo>
                    <a:pt x="17" y="741"/>
                  </a:lnTo>
                  <a:cubicBezTo>
                    <a:pt x="8" y="734"/>
                    <a:pt x="8" y="734"/>
                    <a:pt x="1" y="734"/>
                  </a:cubicBezTo>
                  <a:cubicBezTo>
                    <a:pt x="24" y="1089"/>
                    <a:pt x="319" y="1372"/>
                    <a:pt x="683" y="1372"/>
                  </a:cubicBezTo>
                  <a:cubicBezTo>
                    <a:pt x="683" y="1372"/>
                    <a:pt x="290" y="1246"/>
                    <a:pt x="260" y="689"/>
                  </a:cubicBezTo>
                  <a:cubicBezTo>
                    <a:pt x="230" y="179"/>
                    <a:pt x="683" y="1"/>
                    <a:pt x="683" y="1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40"/>
            <p:cNvSpPr/>
            <p:nvPr/>
          </p:nvSpPr>
          <p:spPr>
            <a:xfrm>
              <a:off x="5072321" y="2823967"/>
              <a:ext cx="54403" cy="27428"/>
            </a:xfrm>
            <a:custGeom>
              <a:avLst/>
              <a:gdLst/>
              <a:ahLst/>
              <a:cxnLst/>
              <a:rect l="l" t="t" r="r" b="b"/>
              <a:pathLst>
                <a:path w="720" h="363" extrusionOk="0">
                  <a:moveTo>
                    <a:pt x="357" y="0"/>
                  </a:moveTo>
                  <a:cubicBezTo>
                    <a:pt x="163" y="7"/>
                    <a:pt x="1" y="171"/>
                    <a:pt x="8" y="363"/>
                  </a:cubicBezTo>
                  <a:cubicBezTo>
                    <a:pt x="8" y="363"/>
                    <a:pt x="67" y="164"/>
                    <a:pt x="357" y="141"/>
                  </a:cubicBezTo>
                  <a:lnTo>
                    <a:pt x="385" y="141"/>
                  </a:lnTo>
                  <a:cubicBezTo>
                    <a:pt x="630" y="141"/>
                    <a:pt x="719" y="356"/>
                    <a:pt x="719" y="356"/>
                  </a:cubicBezTo>
                  <a:cubicBezTo>
                    <a:pt x="719" y="164"/>
                    <a:pt x="556" y="0"/>
                    <a:pt x="364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40"/>
            <p:cNvSpPr/>
            <p:nvPr/>
          </p:nvSpPr>
          <p:spPr>
            <a:xfrm>
              <a:off x="5751436" y="1850082"/>
              <a:ext cx="141037" cy="61800"/>
            </a:xfrm>
            <a:custGeom>
              <a:avLst/>
              <a:gdLst/>
              <a:ahLst/>
              <a:cxnLst/>
              <a:rect l="l" t="t" r="r" b="b"/>
              <a:pathLst>
                <a:path w="1180" h="517" extrusionOk="0">
                  <a:moveTo>
                    <a:pt x="1026" y="0"/>
                  </a:moveTo>
                  <a:cubicBezTo>
                    <a:pt x="950" y="0"/>
                    <a:pt x="859" y="34"/>
                    <a:pt x="771" y="102"/>
                  </a:cubicBezTo>
                  <a:cubicBezTo>
                    <a:pt x="698" y="154"/>
                    <a:pt x="637" y="228"/>
                    <a:pt x="609" y="294"/>
                  </a:cubicBezTo>
                  <a:cubicBezTo>
                    <a:pt x="548" y="250"/>
                    <a:pt x="468" y="220"/>
                    <a:pt x="380" y="205"/>
                  </a:cubicBezTo>
                  <a:cubicBezTo>
                    <a:pt x="346" y="200"/>
                    <a:pt x="315" y="198"/>
                    <a:pt x="285" y="198"/>
                  </a:cubicBezTo>
                  <a:cubicBezTo>
                    <a:pt x="128" y="198"/>
                    <a:pt x="20" y="263"/>
                    <a:pt x="1" y="369"/>
                  </a:cubicBezTo>
                  <a:cubicBezTo>
                    <a:pt x="1" y="369"/>
                    <a:pt x="44" y="287"/>
                    <a:pt x="248" y="287"/>
                  </a:cubicBezTo>
                  <a:cubicBezTo>
                    <a:pt x="282" y="287"/>
                    <a:pt x="320" y="289"/>
                    <a:pt x="364" y="294"/>
                  </a:cubicBezTo>
                  <a:cubicBezTo>
                    <a:pt x="460" y="301"/>
                    <a:pt x="534" y="332"/>
                    <a:pt x="586" y="362"/>
                  </a:cubicBezTo>
                  <a:lnTo>
                    <a:pt x="579" y="517"/>
                  </a:lnTo>
                  <a:lnTo>
                    <a:pt x="653" y="502"/>
                  </a:lnTo>
                  <a:lnTo>
                    <a:pt x="742" y="479"/>
                  </a:lnTo>
                  <a:lnTo>
                    <a:pt x="661" y="346"/>
                  </a:lnTo>
                  <a:cubicBezTo>
                    <a:pt x="698" y="294"/>
                    <a:pt x="742" y="236"/>
                    <a:pt x="824" y="168"/>
                  </a:cubicBezTo>
                  <a:cubicBezTo>
                    <a:pt x="938" y="77"/>
                    <a:pt x="1032" y="56"/>
                    <a:pt x="1094" y="56"/>
                  </a:cubicBezTo>
                  <a:cubicBezTo>
                    <a:pt x="1149" y="56"/>
                    <a:pt x="1180" y="72"/>
                    <a:pt x="1180" y="72"/>
                  </a:cubicBezTo>
                  <a:cubicBezTo>
                    <a:pt x="1145" y="25"/>
                    <a:pt x="1091" y="0"/>
                    <a:pt x="1026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40"/>
            <p:cNvSpPr/>
            <p:nvPr/>
          </p:nvSpPr>
          <p:spPr>
            <a:xfrm>
              <a:off x="5217723" y="1873467"/>
              <a:ext cx="219038" cy="106107"/>
            </a:xfrm>
            <a:custGeom>
              <a:avLst/>
              <a:gdLst/>
              <a:ahLst/>
              <a:cxnLst/>
              <a:rect l="l" t="t" r="r" b="b"/>
              <a:pathLst>
                <a:path w="993" h="481" extrusionOk="0">
                  <a:moveTo>
                    <a:pt x="851" y="0"/>
                  </a:moveTo>
                  <a:cubicBezTo>
                    <a:pt x="787" y="0"/>
                    <a:pt x="715" y="30"/>
                    <a:pt x="644" y="89"/>
                  </a:cubicBezTo>
                  <a:cubicBezTo>
                    <a:pt x="578" y="141"/>
                    <a:pt x="534" y="207"/>
                    <a:pt x="511" y="267"/>
                  </a:cubicBezTo>
                  <a:cubicBezTo>
                    <a:pt x="459" y="230"/>
                    <a:pt x="394" y="192"/>
                    <a:pt x="312" y="178"/>
                  </a:cubicBezTo>
                  <a:cubicBezTo>
                    <a:pt x="281" y="173"/>
                    <a:pt x="251" y="170"/>
                    <a:pt x="224" y="170"/>
                  </a:cubicBezTo>
                  <a:cubicBezTo>
                    <a:pt x="93" y="170"/>
                    <a:pt x="6" y="227"/>
                    <a:pt x="1" y="326"/>
                  </a:cubicBezTo>
                  <a:cubicBezTo>
                    <a:pt x="1" y="326"/>
                    <a:pt x="33" y="251"/>
                    <a:pt x="203" y="251"/>
                  </a:cubicBezTo>
                  <a:cubicBezTo>
                    <a:pt x="233" y="251"/>
                    <a:pt x="266" y="253"/>
                    <a:pt x="305" y="258"/>
                  </a:cubicBezTo>
                  <a:cubicBezTo>
                    <a:pt x="386" y="274"/>
                    <a:pt x="445" y="303"/>
                    <a:pt x="490" y="333"/>
                  </a:cubicBezTo>
                  <a:lnTo>
                    <a:pt x="490" y="480"/>
                  </a:lnTo>
                  <a:lnTo>
                    <a:pt x="555" y="466"/>
                  </a:lnTo>
                  <a:lnTo>
                    <a:pt x="630" y="452"/>
                  </a:lnTo>
                  <a:lnTo>
                    <a:pt x="555" y="319"/>
                  </a:lnTo>
                  <a:cubicBezTo>
                    <a:pt x="586" y="274"/>
                    <a:pt x="623" y="214"/>
                    <a:pt x="689" y="162"/>
                  </a:cubicBezTo>
                  <a:cubicBezTo>
                    <a:pt x="782" y="77"/>
                    <a:pt x="862" y="57"/>
                    <a:pt x="916" y="57"/>
                  </a:cubicBezTo>
                  <a:cubicBezTo>
                    <a:pt x="964" y="57"/>
                    <a:pt x="993" y="73"/>
                    <a:pt x="993" y="73"/>
                  </a:cubicBezTo>
                  <a:cubicBezTo>
                    <a:pt x="958" y="24"/>
                    <a:pt x="908" y="0"/>
                    <a:pt x="851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40"/>
            <p:cNvSpPr/>
            <p:nvPr/>
          </p:nvSpPr>
          <p:spPr>
            <a:xfrm>
              <a:off x="5221912" y="2206840"/>
              <a:ext cx="83808" cy="35976"/>
            </a:xfrm>
            <a:custGeom>
              <a:avLst/>
              <a:gdLst/>
              <a:ahLst/>
              <a:cxnLst/>
              <a:rect l="l" t="t" r="r" b="b"/>
              <a:pathLst>
                <a:path w="601" h="258" extrusionOk="0">
                  <a:moveTo>
                    <a:pt x="520" y="1"/>
                  </a:moveTo>
                  <a:cubicBezTo>
                    <a:pt x="482" y="1"/>
                    <a:pt x="437" y="17"/>
                    <a:pt x="392" y="50"/>
                  </a:cubicBezTo>
                  <a:cubicBezTo>
                    <a:pt x="348" y="80"/>
                    <a:pt x="326" y="110"/>
                    <a:pt x="303" y="146"/>
                  </a:cubicBezTo>
                  <a:cubicBezTo>
                    <a:pt x="275" y="124"/>
                    <a:pt x="237" y="110"/>
                    <a:pt x="193" y="101"/>
                  </a:cubicBezTo>
                  <a:cubicBezTo>
                    <a:pt x="178" y="99"/>
                    <a:pt x="164" y="98"/>
                    <a:pt x="150" y="98"/>
                  </a:cubicBezTo>
                  <a:cubicBezTo>
                    <a:pt x="68" y="98"/>
                    <a:pt x="7" y="133"/>
                    <a:pt x="1" y="183"/>
                  </a:cubicBezTo>
                  <a:cubicBezTo>
                    <a:pt x="1" y="183"/>
                    <a:pt x="23" y="143"/>
                    <a:pt x="134" y="143"/>
                  </a:cubicBezTo>
                  <a:cubicBezTo>
                    <a:pt x="150" y="143"/>
                    <a:pt x="167" y="144"/>
                    <a:pt x="186" y="146"/>
                  </a:cubicBezTo>
                  <a:cubicBezTo>
                    <a:pt x="230" y="146"/>
                    <a:pt x="268" y="162"/>
                    <a:pt x="296" y="176"/>
                  </a:cubicBezTo>
                  <a:lnTo>
                    <a:pt x="289" y="258"/>
                  </a:lnTo>
                  <a:lnTo>
                    <a:pt x="333" y="243"/>
                  </a:lnTo>
                  <a:lnTo>
                    <a:pt x="378" y="234"/>
                  </a:lnTo>
                  <a:lnTo>
                    <a:pt x="333" y="169"/>
                  </a:lnTo>
                  <a:cubicBezTo>
                    <a:pt x="348" y="146"/>
                    <a:pt x="378" y="117"/>
                    <a:pt x="415" y="87"/>
                  </a:cubicBezTo>
                  <a:cubicBezTo>
                    <a:pt x="475" y="39"/>
                    <a:pt x="524" y="28"/>
                    <a:pt x="557" y="28"/>
                  </a:cubicBezTo>
                  <a:cubicBezTo>
                    <a:pt x="585" y="28"/>
                    <a:pt x="600" y="35"/>
                    <a:pt x="600" y="35"/>
                  </a:cubicBezTo>
                  <a:cubicBezTo>
                    <a:pt x="580" y="12"/>
                    <a:pt x="552" y="1"/>
                    <a:pt x="520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40"/>
            <p:cNvSpPr/>
            <p:nvPr/>
          </p:nvSpPr>
          <p:spPr>
            <a:xfrm>
              <a:off x="4973175" y="2065234"/>
              <a:ext cx="113650" cy="48665"/>
            </a:xfrm>
            <a:custGeom>
              <a:avLst/>
              <a:gdLst/>
              <a:ahLst/>
              <a:cxnLst/>
              <a:rect l="l" t="t" r="r" b="b"/>
              <a:pathLst>
                <a:path w="815" h="349" extrusionOk="0">
                  <a:moveTo>
                    <a:pt x="712" y="1"/>
                  </a:moveTo>
                  <a:cubicBezTo>
                    <a:pt x="659" y="1"/>
                    <a:pt x="596" y="23"/>
                    <a:pt x="534" y="68"/>
                  </a:cubicBezTo>
                  <a:cubicBezTo>
                    <a:pt x="482" y="105"/>
                    <a:pt x="445" y="157"/>
                    <a:pt x="424" y="201"/>
                  </a:cubicBezTo>
                  <a:cubicBezTo>
                    <a:pt x="379" y="171"/>
                    <a:pt x="326" y="150"/>
                    <a:pt x="260" y="143"/>
                  </a:cubicBezTo>
                  <a:cubicBezTo>
                    <a:pt x="237" y="139"/>
                    <a:pt x="215" y="137"/>
                    <a:pt x="194" y="137"/>
                  </a:cubicBezTo>
                  <a:cubicBezTo>
                    <a:pt x="88" y="137"/>
                    <a:pt x="12" y="184"/>
                    <a:pt x="0" y="253"/>
                  </a:cubicBezTo>
                  <a:cubicBezTo>
                    <a:pt x="0" y="253"/>
                    <a:pt x="28" y="197"/>
                    <a:pt x="176" y="197"/>
                  </a:cubicBezTo>
                  <a:cubicBezTo>
                    <a:pt x="198" y="197"/>
                    <a:pt x="224" y="198"/>
                    <a:pt x="253" y="201"/>
                  </a:cubicBezTo>
                  <a:cubicBezTo>
                    <a:pt x="319" y="209"/>
                    <a:pt x="370" y="223"/>
                    <a:pt x="400" y="246"/>
                  </a:cubicBezTo>
                  <a:lnTo>
                    <a:pt x="400" y="349"/>
                  </a:lnTo>
                  <a:lnTo>
                    <a:pt x="452" y="342"/>
                  </a:lnTo>
                  <a:lnTo>
                    <a:pt x="512" y="328"/>
                  </a:lnTo>
                  <a:lnTo>
                    <a:pt x="459" y="232"/>
                  </a:lnTo>
                  <a:cubicBezTo>
                    <a:pt x="482" y="201"/>
                    <a:pt x="512" y="157"/>
                    <a:pt x="571" y="120"/>
                  </a:cubicBezTo>
                  <a:cubicBezTo>
                    <a:pt x="656" y="51"/>
                    <a:pt x="723" y="37"/>
                    <a:pt x="766" y="37"/>
                  </a:cubicBezTo>
                  <a:cubicBezTo>
                    <a:pt x="797" y="37"/>
                    <a:pt x="815" y="45"/>
                    <a:pt x="815" y="45"/>
                  </a:cubicBezTo>
                  <a:cubicBezTo>
                    <a:pt x="792" y="15"/>
                    <a:pt x="755" y="1"/>
                    <a:pt x="712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40"/>
            <p:cNvSpPr/>
            <p:nvPr/>
          </p:nvSpPr>
          <p:spPr>
            <a:xfrm>
              <a:off x="5632066" y="2074209"/>
              <a:ext cx="52351" cy="22473"/>
            </a:xfrm>
            <a:custGeom>
              <a:avLst/>
              <a:gdLst/>
              <a:ahLst/>
              <a:cxnLst/>
              <a:rect l="l" t="t" r="r" b="b"/>
              <a:pathLst>
                <a:path w="438" h="188" extrusionOk="0">
                  <a:moveTo>
                    <a:pt x="385" y="1"/>
                  </a:moveTo>
                  <a:cubicBezTo>
                    <a:pt x="357" y="1"/>
                    <a:pt x="324" y="14"/>
                    <a:pt x="290" y="40"/>
                  </a:cubicBezTo>
                  <a:cubicBezTo>
                    <a:pt x="260" y="54"/>
                    <a:pt x="237" y="84"/>
                    <a:pt x="230" y="105"/>
                  </a:cubicBezTo>
                  <a:cubicBezTo>
                    <a:pt x="208" y="91"/>
                    <a:pt x="178" y="77"/>
                    <a:pt x="141" y="77"/>
                  </a:cubicBezTo>
                  <a:cubicBezTo>
                    <a:pt x="127" y="74"/>
                    <a:pt x="114" y="73"/>
                    <a:pt x="102" y="73"/>
                  </a:cubicBezTo>
                  <a:cubicBezTo>
                    <a:pt x="47" y="73"/>
                    <a:pt x="6" y="99"/>
                    <a:pt x="0" y="136"/>
                  </a:cubicBezTo>
                  <a:cubicBezTo>
                    <a:pt x="0" y="136"/>
                    <a:pt x="17" y="103"/>
                    <a:pt x="93" y="103"/>
                  </a:cubicBezTo>
                  <a:cubicBezTo>
                    <a:pt x="105" y="103"/>
                    <a:pt x="118" y="103"/>
                    <a:pt x="134" y="105"/>
                  </a:cubicBezTo>
                  <a:cubicBezTo>
                    <a:pt x="171" y="105"/>
                    <a:pt x="201" y="121"/>
                    <a:pt x="215" y="128"/>
                  </a:cubicBezTo>
                  <a:lnTo>
                    <a:pt x="215" y="187"/>
                  </a:lnTo>
                  <a:lnTo>
                    <a:pt x="246" y="180"/>
                  </a:lnTo>
                  <a:lnTo>
                    <a:pt x="274" y="173"/>
                  </a:lnTo>
                  <a:lnTo>
                    <a:pt x="246" y="121"/>
                  </a:lnTo>
                  <a:cubicBezTo>
                    <a:pt x="260" y="105"/>
                    <a:pt x="274" y="84"/>
                    <a:pt x="304" y="61"/>
                  </a:cubicBezTo>
                  <a:cubicBezTo>
                    <a:pt x="348" y="26"/>
                    <a:pt x="383" y="17"/>
                    <a:pt x="406" y="17"/>
                  </a:cubicBezTo>
                  <a:cubicBezTo>
                    <a:pt x="427" y="17"/>
                    <a:pt x="438" y="24"/>
                    <a:pt x="438" y="24"/>
                  </a:cubicBezTo>
                  <a:cubicBezTo>
                    <a:pt x="425" y="8"/>
                    <a:pt x="407" y="1"/>
                    <a:pt x="385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40"/>
            <p:cNvSpPr/>
            <p:nvPr/>
          </p:nvSpPr>
          <p:spPr>
            <a:xfrm>
              <a:off x="6500632" y="2823363"/>
              <a:ext cx="176357" cy="73444"/>
            </a:xfrm>
            <a:custGeom>
              <a:avLst/>
              <a:gdLst/>
              <a:ahLst/>
              <a:cxnLst/>
              <a:rect l="l" t="t" r="r" b="b"/>
              <a:pathLst>
                <a:path w="2334" h="972" extrusionOk="0">
                  <a:moveTo>
                    <a:pt x="777" y="1"/>
                  </a:moveTo>
                  <a:cubicBezTo>
                    <a:pt x="511" y="1"/>
                    <a:pt x="297" y="216"/>
                    <a:pt x="297" y="474"/>
                  </a:cubicBezTo>
                  <a:lnTo>
                    <a:pt x="297" y="483"/>
                  </a:lnTo>
                  <a:cubicBezTo>
                    <a:pt x="281" y="483"/>
                    <a:pt x="260" y="474"/>
                    <a:pt x="244" y="474"/>
                  </a:cubicBezTo>
                  <a:cubicBezTo>
                    <a:pt x="110" y="474"/>
                    <a:pt x="0" y="586"/>
                    <a:pt x="0" y="719"/>
                  </a:cubicBezTo>
                  <a:cubicBezTo>
                    <a:pt x="0" y="853"/>
                    <a:pt x="110" y="956"/>
                    <a:pt x="244" y="956"/>
                  </a:cubicBezTo>
                  <a:lnTo>
                    <a:pt x="244" y="972"/>
                  </a:lnTo>
                  <a:lnTo>
                    <a:pt x="2179" y="972"/>
                  </a:lnTo>
                  <a:lnTo>
                    <a:pt x="2179" y="956"/>
                  </a:lnTo>
                  <a:cubicBezTo>
                    <a:pt x="2268" y="949"/>
                    <a:pt x="2333" y="867"/>
                    <a:pt x="2333" y="778"/>
                  </a:cubicBezTo>
                  <a:cubicBezTo>
                    <a:pt x="2333" y="682"/>
                    <a:pt x="2253" y="600"/>
                    <a:pt x="2156" y="600"/>
                  </a:cubicBezTo>
                  <a:cubicBezTo>
                    <a:pt x="2111" y="600"/>
                    <a:pt x="2076" y="616"/>
                    <a:pt x="2038" y="638"/>
                  </a:cubicBezTo>
                  <a:lnTo>
                    <a:pt x="2038" y="616"/>
                  </a:lnTo>
                  <a:cubicBezTo>
                    <a:pt x="2038" y="422"/>
                    <a:pt x="1889" y="268"/>
                    <a:pt x="1697" y="268"/>
                  </a:cubicBezTo>
                  <a:cubicBezTo>
                    <a:pt x="1587" y="268"/>
                    <a:pt x="1489" y="319"/>
                    <a:pt x="1430" y="394"/>
                  </a:cubicBezTo>
                  <a:cubicBezTo>
                    <a:pt x="1409" y="385"/>
                    <a:pt x="1378" y="385"/>
                    <a:pt x="1355" y="385"/>
                  </a:cubicBezTo>
                  <a:cubicBezTo>
                    <a:pt x="1320" y="385"/>
                    <a:pt x="1282" y="394"/>
                    <a:pt x="1252" y="408"/>
                  </a:cubicBezTo>
                  <a:cubicBezTo>
                    <a:pt x="1222" y="172"/>
                    <a:pt x="1023" y="1"/>
                    <a:pt x="77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40"/>
            <p:cNvSpPr/>
            <p:nvPr/>
          </p:nvSpPr>
          <p:spPr>
            <a:xfrm>
              <a:off x="6522393" y="2823967"/>
              <a:ext cx="33095" cy="66719"/>
            </a:xfrm>
            <a:custGeom>
              <a:avLst/>
              <a:gdLst/>
              <a:ahLst/>
              <a:cxnLst/>
              <a:rect l="l" t="t" r="r" b="b"/>
              <a:pathLst>
                <a:path w="438" h="883" extrusionOk="0">
                  <a:moveTo>
                    <a:pt x="438" y="0"/>
                  </a:moveTo>
                  <a:cubicBezTo>
                    <a:pt x="201" y="0"/>
                    <a:pt x="0" y="199"/>
                    <a:pt x="0" y="445"/>
                  </a:cubicBezTo>
                  <a:cubicBezTo>
                    <a:pt x="0" y="688"/>
                    <a:pt x="201" y="882"/>
                    <a:pt x="438" y="882"/>
                  </a:cubicBezTo>
                  <a:cubicBezTo>
                    <a:pt x="438" y="882"/>
                    <a:pt x="187" y="800"/>
                    <a:pt x="171" y="445"/>
                  </a:cubicBezTo>
                  <a:cubicBezTo>
                    <a:pt x="150" y="119"/>
                    <a:pt x="438" y="0"/>
                    <a:pt x="438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40"/>
            <p:cNvSpPr/>
            <p:nvPr/>
          </p:nvSpPr>
          <p:spPr>
            <a:xfrm>
              <a:off x="6586241" y="2852453"/>
              <a:ext cx="34833" cy="18059"/>
            </a:xfrm>
            <a:custGeom>
              <a:avLst/>
              <a:gdLst/>
              <a:ahLst/>
              <a:cxnLst/>
              <a:rect l="l" t="t" r="r" b="b"/>
              <a:pathLst>
                <a:path w="461" h="239" extrusionOk="0">
                  <a:moveTo>
                    <a:pt x="231" y="0"/>
                  </a:moveTo>
                  <a:cubicBezTo>
                    <a:pt x="105" y="9"/>
                    <a:pt x="0" y="112"/>
                    <a:pt x="0" y="238"/>
                  </a:cubicBezTo>
                  <a:cubicBezTo>
                    <a:pt x="0" y="238"/>
                    <a:pt x="37" y="105"/>
                    <a:pt x="231" y="89"/>
                  </a:cubicBezTo>
                  <a:cubicBezTo>
                    <a:pt x="235" y="89"/>
                    <a:pt x="239" y="89"/>
                    <a:pt x="243" y="89"/>
                  </a:cubicBezTo>
                  <a:cubicBezTo>
                    <a:pt x="403" y="89"/>
                    <a:pt x="461" y="231"/>
                    <a:pt x="461" y="231"/>
                  </a:cubicBezTo>
                  <a:cubicBezTo>
                    <a:pt x="461" y="105"/>
                    <a:pt x="356" y="0"/>
                    <a:pt x="231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40"/>
            <p:cNvSpPr/>
            <p:nvPr/>
          </p:nvSpPr>
          <p:spPr>
            <a:xfrm>
              <a:off x="5399269" y="2816638"/>
              <a:ext cx="182024" cy="75636"/>
            </a:xfrm>
            <a:custGeom>
              <a:avLst/>
              <a:gdLst/>
              <a:ahLst/>
              <a:cxnLst/>
              <a:rect l="l" t="t" r="r" b="b"/>
              <a:pathLst>
                <a:path w="2409" h="1001" extrusionOk="0">
                  <a:moveTo>
                    <a:pt x="1608" y="1"/>
                  </a:moveTo>
                  <a:cubicBezTo>
                    <a:pt x="1358" y="1"/>
                    <a:pt x="1150" y="186"/>
                    <a:pt x="1119" y="422"/>
                  </a:cubicBezTo>
                  <a:cubicBezTo>
                    <a:pt x="1082" y="408"/>
                    <a:pt x="1054" y="401"/>
                    <a:pt x="1016" y="401"/>
                  </a:cubicBezTo>
                  <a:cubicBezTo>
                    <a:pt x="986" y="401"/>
                    <a:pt x="965" y="401"/>
                    <a:pt x="934" y="408"/>
                  </a:cubicBezTo>
                  <a:cubicBezTo>
                    <a:pt x="876" y="334"/>
                    <a:pt x="771" y="282"/>
                    <a:pt x="660" y="282"/>
                  </a:cubicBezTo>
                  <a:cubicBezTo>
                    <a:pt x="468" y="282"/>
                    <a:pt x="305" y="438"/>
                    <a:pt x="305" y="638"/>
                  </a:cubicBezTo>
                  <a:lnTo>
                    <a:pt x="305" y="661"/>
                  </a:lnTo>
                  <a:cubicBezTo>
                    <a:pt x="275" y="638"/>
                    <a:pt x="230" y="623"/>
                    <a:pt x="186" y="623"/>
                  </a:cubicBezTo>
                  <a:cubicBezTo>
                    <a:pt x="83" y="623"/>
                    <a:pt x="1" y="705"/>
                    <a:pt x="1" y="808"/>
                  </a:cubicBezTo>
                  <a:cubicBezTo>
                    <a:pt x="1" y="904"/>
                    <a:pt x="68" y="979"/>
                    <a:pt x="164" y="993"/>
                  </a:cubicBezTo>
                  <a:lnTo>
                    <a:pt x="164" y="1000"/>
                  </a:lnTo>
                  <a:lnTo>
                    <a:pt x="2165" y="1000"/>
                  </a:lnTo>
                  <a:lnTo>
                    <a:pt x="2165" y="993"/>
                  </a:lnTo>
                  <a:cubicBezTo>
                    <a:pt x="2298" y="993"/>
                    <a:pt x="2409" y="883"/>
                    <a:pt x="2409" y="750"/>
                  </a:cubicBezTo>
                  <a:cubicBezTo>
                    <a:pt x="2409" y="607"/>
                    <a:pt x="2298" y="497"/>
                    <a:pt x="2165" y="497"/>
                  </a:cubicBezTo>
                  <a:cubicBezTo>
                    <a:pt x="2142" y="497"/>
                    <a:pt x="2121" y="497"/>
                    <a:pt x="2105" y="504"/>
                  </a:cubicBezTo>
                  <a:lnTo>
                    <a:pt x="2105" y="497"/>
                  </a:lnTo>
                  <a:cubicBezTo>
                    <a:pt x="2105" y="223"/>
                    <a:pt x="1882" y="1"/>
                    <a:pt x="1608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40"/>
            <p:cNvSpPr/>
            <p:nvPr/>
          </p:nvSpPr>
          <p:spPr>
            <a:xfrm>
              <a:off x="5533691" y="2818829"/>
              <a:ext cx="25313" cy="35967"/>
            </a:xfrm>
            <a:custGeom>
              <a:avLst/>
              <a:gdLst/>
              <a:ahLst/>
              <a:cxnLst/>
              <a:rect l="l" t="t" r="r" b="b"/>
              <a:pathLst>
                <a:path w="335" h="476" extrusionOk="0">
                  <a:moveTo>
                    <a:pt x="0" y="0"/>
                  </a:moveTo>
                  <a:lnTo>
                    <a:pt x="0" y="0"/>
                  </a:lnTo>
                  <a:cubicBezTo>
                    <a:pt x="192" y="75"/>
                    <a:pt x="326" y="253"/>
                    <a:pt x="326" y="468"/>
                  </a:cubicBezTo>
                  <a:lnTo>
                    <a:pt x="326" y="475"/>
                  </a:lnTo>
                  <a:lnTo>
                    <a:pt x="334" y="475"/>
                  </a:lnTo>
                  <a:lnTo>
                    <a:pt x="334" y="438"/>
                  </a:lnTo>
                  <a:cubicBezTo>
                    <a:pt x="334" y="232"/>
                    <a:pt x="192" y="61"/>
                    <a:pt x="0" y="0"/>
                  </a:cubicBezTo>
                  <a:close/>
                </a:path>
              </a:pathLst>
            </a:custGeom>
            <a:solidFill>
              <a:srgbClr val="EDE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40"/>
            <p:cNvSpPr/>
            <p:nvPr/>
          </p:nvSpPr>
          <p:spPr>
            <a:xfrm>
              <a:off x="5524623" y="2817771"/>
              <a:ext cx="34380" cy="68986"/>
            </a:xfrm>
            <a:custGeom>
              <a:avLst/>
              <a:gdLst/>
              <a:ahLst/>
              <a:cxnLst/>
              <a:rect l="l" t="t" r="r" b="b"/>
              <a:pathLst>
                <a:path w="455" h="913" extrusionOk="0">
                  <a:moveTo>
                    <a:pt x="1" y="0"/>
                  </a:moveTo>
                  <a:cubicBezTo>
                    <a:pt x="1" y="0"/>
                    <a:pt x="298" y="119"/>
                    <a:pt x="284" y="452"/>
                  </a:cubicBezTo>
                  <a:cubicBezTo>
                    <a:pt x="261" y="824"/>
                    <a:pt x="1" y="913"/>
                    <a:pt x="1" y="913"/>
                  </a:cubicBezTo>
                  <a:cubicBezTo>
                    <a:pt x="239" y="913"/>
                    <a:pt x="438" y="719"/>
                    <a:pt x="454" y="489"/>
                  </a:cubicBezTo>
                  <a:lnTo>
                    <a:pt x="446" y="489"/>
                  </a:lnTo>
                  <a:lnTo>
                    <a:pt x="446" y="482"/>
                  </a:lnTo>
                  <a:cubicBezTo>
                    <a:pt x="446" y="267"/>
                    <a:pt x="312" y="89"/>
                    <a:pt x="120" y="14"/>
                  </a:cubicBezTo>
                  <a:cubicBezTo>
                    <a:pt x="83" y="7"/>
                    <a:pt x="45" y="0"/>
                    <a:pt x="1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40"/>
            <p:cNvSpPr/>
            <p:nvPr/>
          </p:nvSpPr>
          <p:spPr>
            <a:xfrm>
              <a:off x="5456922" y="2847466"/>
              <a:ext cx="35967" cy="17908"/>
            </a:xfrm>
            <a:custGeom>
              <a:avLst/>
              <a:gdLst/>
              <a:ahLst/>
              <a:cxnLst/>
              <a:rect l="l" t="t" r="r" b="b"/>
              <a:pathLst>
                <a:path w="476" h="237" extrusionOk="0">
                  <a:moveTo>
                    <a:pt x="239" y="0"/>
                  </a:moveTo>
                  <a:cubicBezTo>
                    <a:pt x="113" y="0"/>
                    <a:pt x="8" y="103"/>
                    <a:pt x="1" y="230"/>
                  </a:cubicBezTo>
                  <a:cubicBezTo>
                    <a:pt x="1" y="230"/>
                    <a:pt x="61" y="89"/>
                    <a:pt x="223" y="89"/>
                  </a:cubicBezTo>
                  <a:lnTo>
                    <a:pt x="246" y="89"/>
                  </a:lnTo>
                  <a:cubicBezTo>
                    <a:pt x="438" y="103"/>
                    <a:pt x="475" y="237"/>
                    <a:pt x="475" y="237"/>
                  </a:cubicBezTo>
                  <a:cubicBezTo>
                    <a:pt x="475" y="103"/>
                    <a:pt x="372" y="0"/>
                    <a:pt x="246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40"/>
            <p:cNvSpPr/>
            <p:nvPr/>
          </p:nvSpPr>
          <p:spPr>
            <a:xfrm>
              <a:off x="5269986" y="2551271"/>
              <a:ext cx="179757" cy="226227"/>
            </a:xfrm>
            <a:custGeom>
              <a:avLst/>
              <a:gdLst/>
              <a:ahLst/>
              <a:cxnLst/>
              <a:rect l="l" t="t" r="r" b="b"/>
              <a:pathLst>
                <a:path w="2379" h="2994" extrusionOk="0">
                  <a:moveTo>
                    <a:pt x="1185" y="1"/>
                  </a:moveTo>
                  <a:cubicBezTo>
                    <a:pt x="675" y="1"/>
                    <a:pt x="252" y="415"/>
                    <a:pt x="252" y="934"/>
                  </a:cubicBezTo>
                  <a:cubicBezTo>
                    <a:pt x="252" y="979"/>
                    <a:pt x="259" y="1023"/>
                    <a:pt x="268" y="1068"/>
                  </a:cubicBezTo>
                  <a:cubicBezTo>
                    <a:pt x="104" y="1267"/>
                    <a:pt x="1" y="1527"/>
                    <a:pt x="1" y="1808"/>
                  </a:cubicBezTo>
                  <a:cubicBezTo>
                    <a:pt x="1" y="2467"/>
                    <a:pt x="534" y="2994"/>
                    <a:pt x="1185" y="2994"/>
                  </a:cubicBezTo>
                  <a:cubicBezTo>
                    <a:pt x="1845" y="2994"/>
                    <a:pt x="2379" y="2467"/>
                    <a:pt x="2379" y="1808"/>
                  </a:cubicBezTo>
                  <a:cubicBezTo>
                    <a:pt x="2379" y="1527"/>
                    <a:pt x="2275" y="1267"/>
                    <a:pt x="2112" y="1068"/>
                  </a:cubicBezTo>
                  <a:cubicBezTo>
                    <a:pt x="2119" y="1023"/>
                    <a:pt x="2126" y="979"/>
                    <a:pt x="2126" y="934"/>
                  </a:cubicBezTo>
                  <a:cubicBezTo>
                    <a:pt x="2126" y="415"/>
                    <a:pt x="1705" y="1"/>
                    <a:pt x="1185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40"/>
            <p:cNvSpPr/>
            <p:nvPr/>
          </p:nvSpPr>
          <p:spPr>
            <a:xfrm>
              <a:off x="5359525" y="2620786"/>
              <a:ext cx="8538" cy="269296"/>
            </a:xfrm>
            <a:custGeom>
              <a:avLst/>
              <a:gdLst/>
              <a:ahLst/>
              <a:cxnLst/>
              <a:rect l="l" t="t" r="r" b="b"/>
              <a:pathLst>
                <a:path w="113" h="3564" extrusionOk="0">
                  <a:moveTo>
                    <a:pt x="54" y="1"/>
                  </a:moveTo>
                  <a:cubicBezTo>
                    <a:pt x="53" y="1"/>
                    <a:pt x="52" y="4"/>
                    <a:pt x="52" y="14"/>
                  </a:cubicBezTo>
                  <a:lnTo>
                    <a:pt x="0" y="3511"/>
                  </a:lnTo>
                  <a:cubicBezTo>
                    <a:pt x="0" y="3534"/>
                    <a:pt x="23" y="3564"/>
                    <a:pt x="52" y="3564"/>
                  </a:cubicBezTo>
                  <a:lnTo>
                    <a:pt x="61" y="3564"/>
                  </a:lnTo>
                  <a:cubicBezTo>
                    <a:pt x="89" y="3564"/>
                    <a:pt x="112" y="3534"/>
                    <a:pt x="112" y="3511"/>
                  </a:cubicBezTo>
                  <a:cubicBezTo>
                    <a:pt x="112" y="3511"/>
                    <a:pt x="89" y="14"/>
                    <a:pt x="61" y="14"/>
                  </a:cubicBezTo>
                  <a:cubicBezTo>
                    <a:pt x="61" y="14"/>
                    <a:pt x="57" y="1"/>
                    <a:pt x="54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40"/>
            <p:cNvSpPr/>
            <p:nvPr/>
          </p:nvSpPr>
          <p:spPr>
            <a:xfrm>
              <a:off x="5312451" y="2685692"/>
              <a:ext cx="51003" cy="41936"/>
            </a:xfrm>
            <a:custGeom>
              <a:avLst/>
              <a:gdLst/>
              <a:ahLst/>
              <a:cxnLst/>
              <a:rect l="l" t="t" r="r" b="b"/>
              <a:pathLst>
                <a:path w="675" h="555" extrusionOk="0">
                  <a:moveTo>
                    <a:pt x="1" y="0"/>
                  </a:moveTo>
                  <a:lnTo>
                    <a:pt x="1" y="0"/>
                  </a:lnTo>
                  <a:cubicBezTo>
                    <a:pt x="331" y="541"/>
                    <a:pt x="634" y="555"/>
                    <a:pt x="665" y="555"/>
                  </a:cubicBezTo>
                  <a:cubicBezTo>
                    <a:pt x="667" y="555"/>
                    <a:pt x="668" y="555"/>
                    <a:pt x="668" y="555"/>
                  </a:cubicBezTo>
                  <a:lnTo>
                    <a:pt x="675" y="473"/>
                  </a:lnTo>
                  <a:lnTo>
                    <a:pt x="675" y="473"/>
                  </a:lnTo>
                  <a:cubicBezTo>
                    <a:pt x="675" y="473"/>
                    <a:pt x="668" y="479"/>
                    <a:pt x="647" y="479"/>
                  </a:cubicBezTo>
                  <a:cubicBezTo>
                    <a:pt x="606" y="479"/>
                    <a:pt x="511" y="455"/>
                    <a:pt x="312" y="311"/>
                  </a:cubicBezTo>
                  <a:cubicBezTo>
                    <a:pt x="134" y="185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40"/>
            <p:cNvSpPr/>
            <p:nvPr/>
          </p:nvSpPr>
          <p:spPr>
            <a:xfrm>
              <a:off x="5363378" y="2673830"/>
              <a:ext cx="43749" cy="35967"/>
            </a:xfrm>
            <a:custGeom>
              <a:avLst/>
              <a:gdLst/>
              <a:ahLst/>
              <a:cxnLst/>
              <a:rect l="l" t="t" r="r" b="b"/>
              <a:pathLst>
                <a:path w="579" h="476" extrusionOk="0">
                  <a:moveTo>
                    <a:pt x="579" y="1"/>
                  </a:moveTo>
                  <a:cubicBezTo>
                    <a:pt x="579" y="1"/>
                    <a:pt x="461" y="164"/>
                    <a:pt x="312" y="267"/>
                  </a:cubicBezTo>
                  <a:cubicBezTo>
                    <a:pt x="143" y="392"/>
                    <a:pt x="60" y="413"/>
                    <a:pt x="24" y="413"/>
                  </a:cubicBezTo>
                  <a:cubicBezTo>
                    <a:pt x="7" y="413"/>
                    <a:pt x="1" y="408"/>
                    <a:pt x="1" y="408"/>
                  </a:cubicBezTo>
                  <a:lnTo>
                    <a:pt x="1" y="408"/>
                  </a:lnTo>
                  <a:lnTo>
                    <a:pt x="10" y="475"/>
                  </a:lnTo>
                  <a:cubicBezTo>
                    <a:pt x="10" y="475"/>
                    <a:pt x="11" y="475"/>
                    <a:pt x="12" y="475"/>
                  </a:cubicBezTo>
                  <a:cubicBezTo>
                    <a:pt x="40" y="475"/>
                    <a:pt x="300" y="463"/>
                    <a:pt x="57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40"/>
            <p:cNvSpPr/>
            <p:nvPr/>
          </p:nvSpPr>
          <p:spPr>
            <a:xfrm>
              <a:off x="5328772" y="2648744"/>
              <a:ext cx="34682" cy="28562"/>
            </a:xfrm>
            <a:custGeom>
              <a:avLst/>
              <a:gdLst/>
              <a:ahLst/>
              <a:cxnLst/>
              <a:rect l="l" t="t" r="r" b="b"/>
              <a:pathLst>
                <a:path w="459" h="378" extrusionOk="0">
                  <a:moveTo>
                    <a:pt x="0" y="0"/>
                  </a:moveTo>
                  <a:cubicBezTo>
                    <a:pt x="228" y="370"/>
                    <a:pt x="443" y="377"/>
                    <a:pt x="458" y="377"/>
                  </a:cubicBezTo>
                  <a:cubicBezTo>
                    <a:pt x="459" y="377"/>
                    <a:pt x="459" y="377"/>
                    <a:pt x="459" y="377"/>
                  </a:cubicBezTo>
                  <a:lnTo>
                    <a:pt x="459" y="325"/>
                  </a:lnTo>
                  <a:cubicBezTo>
                    <a:pt x="459" y="325"/>
                    <a:pt x="455" y="328"/>
                    <a:pt x="444" y="328"/>
                  </a:cubicBezTo>
                  <a:cubicBezTo>
                    <a:pt x="417" y="328"/>
                    <a:pt x="352" y="313"/>
                    <a:pt x="208" y="215"/>
                  </a:cubicBezTo>
                  <a:cubicBezTo>
                    <a:pt x="89" y="12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40"/>
            <p:cNvSpPr/>
            <p:nvPr/>
          </p:nvSpPr>
          <p:spPr>
            <a:xfrm>
              <a:off x="7538675" y="1841914"/>
              <a:ext cx="105784" cy="106388"/>
            </a:xfrm>
            <a:custGeom>
              <a:avLst/>
              <a:gdLst/>
              <a:ahLst/>
              <a:cxnLst/>
              <a:rect l="l" t="t" r="r" b="b"/>
              <a:pathLst>
                <a:path w="1400" h="1408" extrusionOk="0">
                  <a:moveTo>
                    <a:pt x="697" y="1"/>
                  </a:moveTo>
                  <a:cubicBezTo>
                    <a:pt x="311" y="1"/>
                    <a:pt x="0" y="319"/>
                    <a:pt x="0" y="703"/>
                  </a:cubicBezTo>
                  <a:cubicBezTo>
                    <a:pt x="0" y="1089"/>
                    <a:pt x="311" y="1407"/>
                    <a:pt x="697" y="1407"/>
                  </a:cubicBezTo>
                  <a:cubicBezTo>
                    <a:pt x="1088" y="1407"/>
                    <a:pt x="1400" y="1089"/>
                    <a:pt x="1400" y="703"/>
                  </a:cubicBezTo>
                  <a:cubicBezTo>
                    <a:pt x="1400" y="319"/>
                    <a:pt x="1088" y="1"/>
                    <a:pt x="697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40"/>
            <p:cNvSpPr/>
            <p:nvPr/>
          </p:nvSpPr>
          <p:spPr>
            <a:xfrm>
              <a:off x="7105263" y="1836851"/>
              <a:ext cx="67324" cy="67248"/>
            </a:xfrm>
            <a:custGeom>
              <a:avLst/>
              <a:gdLst/>
              <a:ahLst/>
              <a:cxnLst/>
              <a:rect l="l" t="t" r="r" b="b"/>
              <a:pathLst>
                <a:path w="891" h="890" extrusionOk="0">
                  <a:moveTo>
                    <a:pt x="445" y="0"/>
                  </a:moveTo>
                  <a:cubicBezTo>
                    <a:pt x="200" y="0"/>
                    <a:pt x="1" y="201"/>
                    <a:pt x="1" y="445"/>
                  </a:cubicBezTo>
                  <a:cubicBezTo>
                    <a:pt x="1" y="697"/>
                    <a:pt x="200" y="889"/>
                    <a:pt x="445" y="889"/>
                  </a:cubicBezTo>
                  <a:cubicBezTo>
                    <a:pt x="689" y="889"/>
                    <a:pt x="890" y="697"/>
                    <a:pt x="890" y="445"/>
                  </a:cubicBezTo>
                  <a:cubicBezTo>
                    <a:pt x="890" y="201"/>
                    <a:pt x="689" y="0"/>
                    <a:pt x="445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40"/>
            <p:cNvSpPr/>
            <p:nvPr/>
          </p:nvSpPr>
          <p:spPr>
            <a:xfrm>
              <a:off x="7151279" y="1709684"/>
              <a:ext cx="130417" cy="130039"/>
            </a:xfrm>
            <a:custGeom>
              <a:avLst/>
              <a:gdLst/>
              <a:ahLst/>
              <a:cxnLst/>
              <a:rect l="l" t="t" r="r" b="b"/>
              <a:pathLst>
                <a:path w="1726" h="1721" extrusionOk="0">
                  <a:moveTo>
                    <a:pt x="866" y="1"/>
                  </a:moveTo>
                  <a:cubicBezTo>
                    <a:pt x="391" y="1"/>
                    <a:pt x="0" y="387"/>
                    <a:pt x="0" y="862"/>
                  </a:cubicBezTo>
                  <a:cubicBezTo>
                    <a:pt x="0" y="1335"/>
                    <a:pt x="391" y="1720"/>
                    <a:pt x="866" y="1720"/>
                  </a:cubicBezTo>
                  <a:cubicBezTo>
                    <a:pt x="1341" y="1720"/>
                    <a:pt x="1725" y="1335"/>
                    <a:pt x="1725" y="862"/>
                  </a:cubicBezTo>
                  <a:cubicBezTo>
                    <a:pt x="1725" y="387"/>
                    <a:pt x="1341" y="1"/>
                    <a:pt x="866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40"/>
            <p:cNvSpPr/>
            <p:nvPr/>
          </p:nvSpPr>
          <p:spPr>
            <a:xfrm>
              <a:off x="7489335" y="1954423"/>
              <a:ext cx="44958" cy="44278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7" y="0"/>
                  </a:moveTo>
                  <a:cubicBezTo>
                    <a:pt x="134" y="0"/>
                    <a:pt x="0" y="134"/>
                    <a:pt x="0" y="297"/>
                  </a:cubicBezTo>
                  <a:cubicBezTo>
                    <a:pt x="0" y="455"/>
                    <a:pt x="127" y="586"/>
                    <a:pt x="285" y="586"/>
                  </a:cubicBezTo>
                  <a:cubicBezTo>
                    <a:pt x="289" y="586"/>
                    <a:pt x="293" y="585"/>
                    <a:pt x="297" y="585"/>
                  </a:cubicBezTo>
                  <a:cubicBezTo>
                    <a:pt x="461" y="585"/>
                    <a:pt x="594" y="452"/>
                    <a:pt x="594" y="290"/>
                  </a:cubicBezTo>
                  <a:cubicBezTo>
                    <a:pt x="594" y="126"/>
                    <a:pt x="461" y="0"/>
                    <a:pt x="29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40"/>
            <p:cNvSpPr/>
            <p:nvPr/>
          </p:nvSpPr>
          <p:spPr>
            <a:xfrm>
              <a:off x="7954294" y="1977093"/>
              <a:ext cx="496731" cy="216177"/>
            </a:xfrm>
            <a:custGeom>
              <a:avLst/>
              <a:gdLst/>
              <a:ahLst/>
              <a:cxnLst/>
              <a:rect l="l" t="t" r="r" b="b"/>
              <a:pathLst>
                <a:path w="6574" h="2861" extrusionOk="0">
                  <a:moveTo>
                    <a:pt x="3078" y="1"/>
                  </a:moveTo>
                  <a:cubicBezTo>
                    <a:pt x="3067" y="1"/>
                    <a:pt x="3056" y="1"/>
                    <a:pt x="3045" y="1"/>
                  </a:cubicBezTo>
                  <a:cubicBezTo>
                    <a:pt x="2512" y="8"/>
                    <a:pt x="2083" y="401"/>
                    <a:pt x="2001" y="904"/>
                  </a:cubicBezTo>
                  <a:cubicBezTo>
                    <a:pt x="1964" y="904"/>
                    <a:pt x="1927" y="897"/>
                    <a:pt x="1889" y="897"/>
                  </a:cubicBezTo>
                  <a:cubicBezTo>
                    <a:pt x="1431" y="913"/>
                    <a:pt x="1068" y="1283"/>
                    <a:pt x="1061" y="1735"/>
                  </a:cubicBezTo>
                  <a:cubicBezTo>
                    <a:pt x="534" y="1891"/>
                    <a:pt x="127" y="2327"/>
                    <a:pt x="1" y="2861"/>
                  </a:cubicBezTo>
                  <a:lnTo>
                    <a:pt x="6574" y="2743"/>
                  </a:lnTo>
                  <a:cubicBezTo>
                    <a:pt x="6390" y="2086"/>
                    <a:pt x="6007" y="1601"/>
                    <a:pt x="5306" y="1601"/>
                  </a:cubicBezTo>
                  <a:cubicBezTo>
                    <a:pt x="5296" y="1601"/>
                    <a:pt x="5286" y="1601"/>
                    <a:pt x="5275" y="1602"/>
                  </a:cubicBezTo>
                  <a:lnTo>
                    <a:pt x="5217" y="1602"/>
                  </a:lnTo>
                  <a:cubicBezTo>
                    <a:pt x="5210" y="1101"/>
                    <a:pt x="4802" y="698"/>
                    <a:pt x="4305" y="698"/>
                  </a:cubicBezTo>
                  <a:cubicBezTo>
                    <a:pt x="4295" y="698"/>
                    <a:pt x="4286" y="698"/>
                    <a:pt x="4276" y="698"/>
                  </a:cubicBezTo>
                  <a:cubicBezTo>
                    <a:pt x="4208" y="698"/>
                    <a:pt x="4150" y="705"/>
                    <a:pt x="4084" y="719"/>
                  </a:cubicBezTo>
                  <a:cubicBezTo>
                    <a:pt x="3938" y="301"/>
                    <a:pt x="3545" y="1"/>
                    <a:pt x="30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40"/>
            <p:cNvSpPr/>
            <p:nvPr/>
          </p:nvSpPr>
          <p:spPr>
            <a:xfrm>
              <a:off x="8098236" y="2043208"/>
              <a:ext cx="54857" cy="109184"/>
            </a:xfrm>
            <a:custGeom>
              <a:avLst/>
              <a:gdLst/>
              <a:ahLst/>
              <a:cxnLst/>
              <a:rect l="l" t="t" r="r" b="b"/>
              <a:pathLst>
                <a:path w="726" h="1445" extrusionOk="0">
                  <a:moveTo>
                    <a:pt x="0" y="1"/>
                  </a:moveTo>
                  <a:cubicBezTo>
                    <a:pt x="0" y="1"/>
                    <a:pt x="578" y="186"/>
                    <a:pt x="548" y="719"/>
                  </a:cubicBezTo>
                  <a:cubicBezTo>
                    <a:pt x="518" y="1312"/>
                    <a:pt x="0" y="1445"/>
                    <a:pt x="0" y="1445"/>
                  </a:cubicBezTo>
                  <a:cubicBezTo>
                    <a:pt x="401" y="1445"/>
                    <a:pt x="726" y="1120"/>
                    <a:pt x="726" y="719"/>
                  </a:cubicBezTo>
                  <a:cubicBezTo>
                    <a:pt x="726" y="326"/>
                    <a:pt x="401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40"/>
            <p:cNvSpPr/>
            <p:nvPr/>
          </p:nvSpPr>
          <p:spPr>
            <a:xfrm>
              <a:off x="8286380" y="2097536"/>
              <a:ext cx="161850" cy="81756"/>
            </a:xfrm>
            <a:custGeom>
              <a:avLst/>
              <a:gdLst/>
              <a:ahLst/>
              <a:cxnLst/>
              <a:rect l="l" t="t" r="r" b="b"/>
              <a:pathLst>
                <a:path w="2142" h="1082" extrusionOk="0">
                  <a:moveTo>
                    <a:pt x="1068" y="0"/>
                  </a:moveTo>
                  <a:cubicBezTo>
                    <a:pt x="489" y="0"/>
                    <a:pt x="7" y="471"/>
                    <a:pt x="0" y="1053"/>
                  </a:cubicBezTo>
                  <a:cubicBezTo>
                    <a:pt x="0" y="1053"/>
                    <a:pt x="272" y="206"/>
                    <a:pt x="1007" y="206"/>
                  </a:cubicBezTo>
                  <a:cubicBezTo>
                    <a:pt x="1029" y="206"/>
                    <a:pt x="1052" y="207"/>
                    <a:pt x="1074" y="208"/>
                  </a:cubicBezTo>
                  <a:cubicBezTo>
                    <a:pt x="1947" y="274"/>
                    <a:pt x="2134" y="1082"/>
                    <a:pt x="2134" y="1082"/>
                  </a:cubicBezTo>
                  <a:cubicBezTo>
                    <a:pt x="2141" y="497"/>
                    <a:pt x="1674" y="15"/>
                    <a:pt x="1081" y="0"/>
                  </a:cubicBezTo>
                  <a:cubicBezTo>
                    <a:pt x="1077" y="0"/>
                    <a:pt x="1073" y="0"/>
                    <a:pt x="10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40"/>
            <p:cNvSpPr/>
            <p:nvPr/>
          </p:nvSpPr>
          <p:spPr>
            <a:xfrm>
              <a:off x="5828093" y="1513644"/>
              <a:ext cx="48118" cy="47927"/>
            </a:xfrm>
            <a:custGeom>
              <a:avLst/>
              <a:gdLst/>
              <a:ahLst/>
              <a:cxnLst/>
              <a:rect l="l" t="t" r="r" b="b"/>
              <a:pathLst>
                <a:path w="506" h="504" extrusionOk="0">
                  <a:moveTo>
                    <a:pt x="253" y="1"/>
                  </a:moveTo>
                  <a:cubicBezTo>
                    <a:pt x="113" y="1"/>
                    <a:pt x="0" y="113"/>
                    <a:pt x="0" y="253"/>
                  </a:cubicBezTo>
                  <a:cubicBezTo>
                    <a:pt x="0" y="394"/>
                    <a:pt x="113" y="504"/>
                    <a:pt x="253" y="504"/>
                  </a:cubicBezTo>
                  <a:cubicBezTo>
                    <a:pt x="394" y="504"/>
                    <a:pt x="506" y="394"/>
                    <a:pt x="506" y="253"/>
                  </a:cubicBezTo>
                  <a:cubicBezTo>
                    <a:pt x="506" y="113"/>
                    <a:pt x="394" y="1"/>
                    <a:pt x="253" y="1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08" name="Google Shape;3008;p40"/>
            <p:cNvGrpSpPr/>
            <p:nvPr/>
          </p:nvGrpSpPr>
          <p:grpSpPr>
            <a:xfrm>
              <a:off x="4884685" y="770013"/>
              <a:ext cx="661361" cy="663680"/>
              <a:chOff x="5281365" y="1361550"/>
              <a:chExt cx="373502" cy="374812"/>
            </a:xfrm>
          </p:grpSpPr>
          <p:sp>
            <p:nvSpPr>
              <p:cNvPr id="3009" name="Google Shape;3009;p40"/>
              <p:cNvSpPr/>
              <p:nvPr/>
            </p:nvSpPr>
            <p:spPr>
              <a:xfrm>
                <a:off x="5281365" y="1361550"/>
                <a:ext cx="373502" cy="374812"/>
              </a:xfrm>
              <a:custGeom>
                <a:avLst/>
                <a:gdLst/>
                <a:ahLst/>
                <a:cxnLst/>
                <a:rect l="l" t="t" r="r" b="b"/>
                <a:pathLst>
                  <a:path w="2542" h="2551" extrusionOk="0">
                    <a:moveTo>
                      <a:pt x="1275" y="1"/>
                    </a:moveTo>
                    <a:cubicBezTo>
                      <a:pt x="571" y="1"/>
                      <a:pt x="0" y="572"/>
                      <a:pt x="0" y="1276"/>
                    </a:cubicBezTo>
                    <a:cubicBezTo>
                      <a:pt x="0" y="1980"/>
                      <a:pt x="571" y="2551"/>
                      <a:pt x="1275" y="2551"/>
                    </a:cubicBezTo>
                    <a:cubicBezTo>
                      <a:pt x="1972" y="2551"/>
                      <a:pt x="2541" y="1980"/>
                      <a:pt x="2541" y="1276"/>
                    </a:cubicBezTo>
                    <a:cubicBezTo>
                      <a:pt x="2541" y="572"/>
                      <a:pt x="1972" y="1"/>
                      <a:pt x="1275" y="1"/>
                    </a:cubicBezTo>
                    <a:close/>
                  </a:path>
                </a:pathLst>
              </a:custGeom>
              <a:solidFill>
                <a:srgbClr val="FFD65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40"/>
              <p:cNvSpPr/>
              <p:nvPr/>
            </p:nvSpPr>
            <p:spPr>
              <a:xfrm>
                <a:off x="5281365" y="1361550"/>
                <a:ext cx="186457" cy="374812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2551" extrusionOk="0">
                    <a:moveTo>
                      <a:pt x="1268" y="1"/>
                    </a:moveTo>
                    <a:cubicBezTo>
                      <a:pt x="564" y="8"/>
                      <a:pt x="0" y="572"/>
                      <a:pt x="0" y="1276"/>
                    </a:cubicBezTo>
                    <a:cubicBezTo>
                      <a:pt x="0" y="1980"/>
                      <a:pt x="564" y="2542"/>
                      <a:pt x="1268" y="2551"/>
                    </a:cubicBezTo>
                    <a:cubicBezTo>
                      <a:pt x="1268" y="2542"/>
                      <a:pt x="578" y="1913"/>
                      <a:pt x="578" y="1276"/>
                    </a:cubicBezTo>
                    <a:cubicBezTo>
                      <a:pt x="578" y="639"/>
                      <a:pt x="1268" y="8"/>
                      <a:pt x="1268" y="1"/>
                    </a:cubicBezTo>
                    <a:close/>
                  </a:path>
                </a:pathLst>
              </a:custGeom>
              <a:solidFill>
                <a:srgbClr val="FFE9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11" name="Google Shape;3011;p40"/>
            <p:cNvSpPr/>
            <p:nvPr/>
          </p:nvSpPr>
          <p:spPr>
            <a:xfrm>
              <a:off x="7223439" y="1556373"/>
              <a:ext cx="233556" cy="122634"/>
            </a:xfrm>
            <a:custGeom>
              <a:avLst/>
              <a:gdLst/>
              <a:ahLst/>
              <a:cxnLst/>
              <a:rect l="l" t="t" r="r" b="b"/>
              <a:pathLst>
                <a:path w="3091" h="1623" extrusionOk="0">
                  <a:moveTo>
                    <a:pt x="807" y="1"/>
                  </a:moveTo>
                  <a:cubicBezTo>
                    <a:pt x="363" y="1"/>
                    <a:pt x="0" y="363"/>
                    <a:pt x="0" y="815"/>
                  </a:cubicBezTo>
                  <a:cubicBezTo>
                    <a:pt x="0" y="1260"/>
                    <a:pt x="363" y="1623"/>
                    <a:pt x="807" y="1623"/>
                  </a:cubicBezTo>
                  <a:lnTo>
                    <a:pt x="2275" y="1623"/>
                  </a:lnTo>
                  <a:cubicBezTo>
                    <a:pt x="2726" y="1623"/>
                    <a:pt x="3091" y="1260"/>
                    <a:pt x="3091" y="815"/>
                  </a:cubicBezTo>
                  <a:cubicBezTo>
                    <a:pt x="3091" y="363"/>
                    <a:pt x="2726" y="1"/>
                    <a:pt x="2275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40"/>
            <p:cNvSpPr/>
            <p:nvPr/>
          </p:nvSpPr>
          <p:spPr>
            <a:xfrm>
              <a:off x="6734717" y="1713613"/>
              <a:ext cx="114776" cy="122785"/>
            </a:xfrm>
            <a:custGeom>
              <a:avLst/>
              <a:gdLst/>
              <a:ahLst/>
              <a:cxnLst/>
              <a:rect l="l" t="t" r="r" b="b"/>
              <a:pathLst>
                <a:path w="1519" h="1625" extrusionOk="0">
                  <a:moveTo>
                    <a:pt x="0" y="0"/>
                  </a:moveTo>
                  <a:lnTo>
                    <a:pt x="0" y="1624"/>
                  </a:lnTo>
                  <a:lnTo>
                    <a:pt x="703" y="1624"/>
                  </a:lnTo>
                  <a:cubicBezTo>
                    <a:pt x="1156" y="1624"/>
                    <a:pt x="1519" y="1254"/>
                    <a:pt x="1519" y="810"/>
                  </a:cubicBezTo>
                  <a:cubicBezTo>
                    <a:pt x="1519" y="365"/>
                    <a:pt x="1156" y="0"/>
                    <a:pt x="703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40"/>
            <p:cNvSpPr/>
            <p:nvPr/>
          </p:nvSpPr>
          <p:spPr>
            <a:xfrm>
              <a:off x="7404783" y="1349187"/>
              <a:ext cx="373493" cy="196003"/>
            </a:xfrm>
            <a:custGeom>
              <a:avLst/>
              <a:gdLst/>
              <a:ahLst/>
              <a:cxnLst/>
              <a:rect l="l" t="t" r="r" b="b"/>
              <a:pathLst>
                <a:path w="4943" h="2594" extrusionOk="0">
                  <a:moveTo>
                    <a:pt x="1297" y="0"/>
                  </a:moveTo>
                  <a:cubicBezTo>
                    <a:pt x="586" y="0"/>
                    <a:pt x="1" y="578"/>
                    <a:pt x="1" y="1297"/>
                  </a:cubicBezTo>
                  <a:cubicBezTo>
                    <a:pt x="1" y="2008"/>
                    <a:pt x="586" y="2593"/>
                    <a:pt x="1297" y="2593"/>
                  </a:cubicBezTo>
                  <a:lnTo>
                    <a:pt x="3647" y="2593"/>
                  </a:lnTo>
                  <a:cubicBezTo>
                    <a:pt x="4358" y="2593"/>
                    <a:pt x="4943" y="2008"/>
                    <a:pt x="4943" y="1297"/>
                  </a:cubicBezTo>
                  <a:cubicBezTo>
                    <a:pt x="4943" y="578"/>
                    <a:pt x="4358" y="0"/>
                    <a:pt x="364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40"/>
            <p:cNvSpPr/>
            <p:nvPr/>
          </p:nvSpPr>
          <p:spPr>
            <a:xfrm>
              <a:off x="7551520" y="1664424"/>
              <a:ext cx="438928" cy="124901"/>
            </a:xfrm>
            <a:custGeom>
              <a:avLst/>
              <a:gdLst/>
              <a:ahLst/>
              <a:cxnLst/>
              <a:rect l="l" t="t" r="r" b="b"/>
              <a:pathLst>
                <a:path w="5809" h="1653" extrusionOk="0">
                  <a:moveTo>
                    <a:pt x="822" y="0"/>
                  </a:moveTo>
                  <a:cubicBezTo>
                    <a:pt x="371" y="0"/>
                    <a:pt x="1" y="370"/>
                    <a:pt x="1" y="822"/>
                  </a:cubicBezTo>
                  <a:cubicBezTo>
                    <a:pt x="1" y="1283"/>
                    <a:pt x="371" y="1653"/>
                    <a:pt x="822" y="1653"/>
                  </a:cubicBezTo>
                  <a:lnTo>
                    <a:pt x="4987" y="1653"/>
                  </a:lnTo>
                  <a:cubicBezTo>
                    <a:pt x="5439" y="1653"/>
                    <a:pt x="5809" y="1283"/>
                    <a:pt x="5809" y="822"/>
                  </a:cubicBezTo>
                  <a:cubicBezTo>
                    <a:pt x="5809" y="370"/>
                    <a:pt x="5439" y="0"/>
                    <a:pt x="498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40"/>
            <p:cNvSpPr/>
            <p:nvPr/>
          </p:nvSpPr>
          <p:spPr>
            <a:xfrm>
              <a:off x="6211690" y="3791438"/>
              <a:ext cx="214515" cy="61052"/>
            </a:xfrm>
            <a:custGeom>
              <a:avLst/>
              <a:gdLst/>
              <a:ahLst/>
              <a:cxnLst/>
              <a:rect l="l" t="t" r="r" b="b"/>
              <a:pathLst>
                <a:path w="2839" h="808" extrusionOk="0">
                  <a:moveTo>
                    <a:pt x="408" y="0"/>
                  </a:moveTo>
                  <a:cubicBezTo>
                    <a:pt x="186" y="0"/>
                    <a:pt x="1" y="185"/>
                    <a:pt x="1" y="408"/>
                  </a:cubicBezTo>
                  <a:cubicBezTo>
                    <a:pt x="1" y="630"/>
                    <a:pt x="186" y="808"/>
                    <a:pt x="408" y="808"/>
                  </a:cubicBezTo>
                  <a:lnTo>
                    <a:pt x="2439" y="808"/>
                  </a:lnTo>
                  <a:cubicBezTo>
                    <a:pt x="2661" y="808"/>
                    <a:pt x="2839" y="630"/>
                    <a:pt x="2839" y="408"/>
                  </a:cubicBezTo>
                  <a:cubicBezTo>
                    <a:pt x="2839" y="185"/>
                    <a:pt x="2661" y="0"/>
                    <a:pt x="2439" y="0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40"/>
            <p:cNvSpPr/>
            <p:nvPr/>
          </p:nvSpPr>
          <p:spPr>
            <a:xfrm>
              <a:off x="7496588" y="3335055"/>
              <a:ext cx="254864" cy="72915"/>
            </a:xfrm>
            <a:custGeom>
              <a:avLst/>
              <a:gdLst/>
              <a:ahLst/>
              <a:cxnLst/>
              <a:rect l="l" t="t" r="r" b="b"/>
              <a:pathLst>
                <a:path w="3373" h="965" extrusionOk="0">
                  <a:moveTo>
                    <a:pt x="482" y="1"/>
                  </a:moveTo>
                  <a:cubicBezTo>
                    <a:pt x="216" y="1"/>
                    <a:pt x="0" y="216"/>
                    <a:pt x="0" y="483"/>
                  </a:cubicBezTo>
                  <a:cubicBezTo>
                    <a:pt x="0" y="743"/>
                    <a:pt x="216" y="965"/>
                    <a:pt x="482" y="965"/>
                  </a:cubicBezTo>
                  <a:lnTo>
                    <a:pt x="2890" y="965"/>
                  </a:lnTo>
                  <a:cubicBezTo>
                    <a:pt x="3157" y="965"/>
                    <a:pt x="3372" y="743"/>
                    <a:pt x="3372" y="483"/>
                  </a:cubicBezTo>
                  <a:cubicBezTo>
                    <a:pt x="3372" y="216"/>
                    <a:pt x="3157" y="1"/>
                    <a:pt x="2890" y="1"/>
                  </a:cubicBez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40"/>
            <p:cNvSpPr/>
            <p:nvPr/>
          </p:nvSpPr>
          <p:spPr>
            <a:xfrm>
              <a:off x="7230693" y="3456027"/>
              <a:ext cx="416033" cy="118705"/>
            </a:xfrm>
            <a:custGeom>
              <a:avLst/>
              <a:gdLst/>
              <a:ahLst/>
              <a:cxnLst/>
              <a:rect l="l" t="t" r="r" b="b"/>
              <a:pathLst>
                <a:path w="5506" h="1571" extrusionOk="0">
                  <a:moveTo>
                    <a:pt x="786" y="0"/>
                  </a:moveTo>
                  <a:cubicBezTo>
                    <a:pt x="356" y="0"/>
                    <a:pt x="0" y="356"/>
                    <a:pt x="0" y="787"/>
                  </a:cubicBezTo>
                  <a:cubicBezTo>
                    <a:pt x="0" y="1215"/>
                    <a:pt x="356" y="1571"/>
                    <a:pt x="786" y="1571"/>
                  </a:cubicBezTo>
                  <a:lnTo>
                    <a:pt x="4720" y="1571"/>
                  </a:lnTo>
                  <a:cubicBezTo>
                    <a:pt x="5157" y="1571"/>
                    <a:pt x="5506" y="1215"/>
                    <a:pt x="5506" y="787"/>
                  </a:cubicBezTo>
                  <a:cubicBezTo>
                    <a:pt x="5506" y="356"/>
                    <a:pt x="5157" y="0"/>
                    <a:pt x="4720" y="0"/>
                  </a:cubicBez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40"/>
            <p:cNvSpPr/>
            <p:nvPr/>
          </p:nvSpPr>
          <p:spPr>
            <a:xfrm>
              <a:off x="5918895" y="3643038"/>
              <a:ext cx="416109" cy="118251"/>
            </a:xfrm>
            <a:custGeom>
              <a:avLst/>
              <a:gdLst/>
              <a:ahLst/>
              <a:cxnLst/>
              <a:rect l="l" t="t" r="r" b="b"/>
              <a:pathLst>
                <a:path w="5507" h="1565" extrusionOk="0">
                  <a:moveTo>
                    <a:pt x="785" y="1"/>
                  </a:moveTo>
                  <a:cubicBezTo>
                    <a:pt x="356" y="1"/>
                    <a:pt x="1" y="350"/>
                    <a:pt x="1" y="778"/>
                  </a:cubicBezTo>
                  <a:cubicBezTo>
                    <a:pt x="1" y="1216"/>
                    <a:pt x="356" y="1564"/>
                    <a:pt x="785" y="1564"/>
                  </a:cubicBezTo>
                  <a:lnTo>
                    <a:pt x="4720" y="1564"/>
                  </a:lnTo>
                  <a:cubicBezTo>
                    <a:pt x="5151" y="1564"/>
                    <a:pt x="5506" y="1216"/>
                    <a:pt x="5506" y="778"/>
                  </a:cubicBezTo>
                  <a:cubicBezTo>
                    <a:pt x="5506" y="350"/>
                    <a:pt x="5151" y="1"/>
                    <a:pt x="4720" y="1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40"/>
            <p:cNvSpPr/>
            <p:nvPr/>
          </p:nvSpPr>
          <p:spPr>
            <a:xfrm>
              <a:off x="4781189" y="2888269"/>
              <a:ext cx="1946879" cy="120518"/>
            </a:xfrm>
            <a:custGeom>
              <a:avLst/>
              <a:gdLst/>
              <a:ahLst/>
              <a:cxnLst/>
              <a:rect l="l" t="t" r="r" b="b"/>
              <a:pathLst>
                <a:path w="25766" h="1595" extrusionOk="0">
                  <a:moveTo>
                    <a:pt x="1615" y="1"/>
                  </a:moveTo>
                  <a:cubicBezTo>
                    <a:pt x="0" y="1"/>
                    <a:pt x="141" y="1594"/>
                    <a:pt x="1615" y="1594"/>
                  </a:cubicBezTo>
                  <a:lnTo>
                    <a:pt x="25765" y="1594"/>
                  </a:lnTo>
                  <a:lnTo>
                    <a:pt x="25765" y="1"/>
                  </a:ln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40"/>
            <p:cNvSpPr/>
            <p:nvPr/>
          </p:nvSpPr>
          <p:spPr>
            <a:xfrm>
              <a:off x="4621681" y="3008711"/>
              <a:ext cx="2106386" cy="120443"/>
            </a:xfrm>
            <a:custGeom>
              <a:avLst/>
              <a:gdLst/>
              <a:ahLst/>
              <a:cxnLst/>
              <a:rect l="l" t="t" r="r" b="b"/>
              <a:pathLst>
                <a:path w="27877" h="1594" extrusionOk="0">
                  <a:moveTo>
                    <a:pt x="1615" y="0"/>
                  </a:moveTo>
                  <a:cubicBezTo>
                    <a:pt x="45" y="0"/>
                    <a:pt x="0" y="1594"/>
                    <a:pt x="1615" y="1594"/>
                  </a:cubicBezTo>
                  <a:lnTo>
                    <a:pt x="27876" y="1594"/>
                  </a:lnTo>
                  <a:lnTo>
                    <a:pt x="27876" y="0"/>
                  </a:ln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40"/>
            <p:cNvSpPr/>
            <p:nvPr/>
          </p:nvSpPr>
          <p:spPr>
            <a:xfrm>
              <a:off x="6727312" y="2888269"/>
              <a:ext cx="1941741" cy="120518"/>
            </a:xfrm>
            <a:custGeom>
              <a:avLst/>
              <a:gdLst/>
              <a:ahLst/>
              <a:cxnLst/>
              <a:rect l="l" t="t" r="r" b="b"/>
              <a:pathLst>
                <a:path w="25698" h="1595" extrusionOk="0">
                  <a:moveTo>
                    <a:pt x="0" y="1"/>
                  </a:moveTo>
                  <a:lnTo>
                    <a:pt x="0" y="1594"/>
                  </a:lnTo>
                  <a:lnTo>
                    <a:pt x="24350" y="1594"/>
                  </a:lnTo>
                  <a:cubicBezTo>
                    <a:pt x="25698" y="1594"/>
                    <a:pt x="25557" y="1"/>
                    <a:pt x="2435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40"/>
            <p:cNvSpPr/>
            <p:nvPr/>
          </p:nvSpPr>
          <p:spPr>
            <a:xfrm>
              <a:off x="6727312" y="3008711"/>
              <a:ext cx="2094674" cy="120443"/>
            </a:xfrm>
            <a:custGeom>
              <a:avLst/>
              <a:gdLst/>
              <a:ahLst/>
              <a:cxnLst/>
              <a:rect l="l" t="t" r="r" b="b"/>
              <a:pathLst>
                <a:path w="27722" h="1594" extrusionOk="0">
                  <a:moveTo>
                    <a:pt x="0" y="0"/>
                  </a:moveTo>
                  <a:lnTo>
                    <a:pt x="0" y="1578"/>
                  </a:lnTo>
                  <a:lnTo>
                    <a:pt x="20763" y="1578"/>
                  </a:lnTo>
                  <a:cubicBezTo>
                    <a:pt x="20807" y="1578"/>
                    <a:pt x="20861" y="1587"/>
                    <a:pt x="20905" y="1594"/>
                  </a:cubicBezTo>
                  <a:lnTo>
                    <a:pt x="26692" y="1594"/>
                  </a:lnTo>
                  <a:cubicBezTo>
                    <a:pt x="27670" y="1594"/>
                    <a:pt x="27722" y="164"/>
                    <a:pt x="26774" y="15"/>
                  </a:cubicBezTo>
                  <a:cubicBezTo>
                    <a:pt x="26720" y="7"/>
                    <a:pt x="26662" y="0"/>
                    <a:pt x="26610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40"/>
            <p:cNvSpPr/>
            <p:nvPr/>
          </p:nvSpPr>
          <p:spPr>
            <a:xfrm>
              <a:off x="6727312" y="3127870"/>
              <a:ext cx="1579657" cy="1285"/>
            </a:xfrm>
            <a:custGeom>
              <a:avLst/>
              <a:gdLst/>
              <a:ahLst/>
              <a:cxnLst/>
              <a:rect l="l" t="t" r="r" b="b"/>
              <a:pathLst>
                <a:path w="20906" h="17" extrusionOk="0">
                  <a:moveTo>
                    <a:pt x="0" y="1"/>
                  </a:moveTo>
                  <a:lnTo>
                    <a:pt x="0" y="17"/>
                  </a:lnTo>
                  <a:lnTo>
                    <a:pt x="20905" y="17"/>
                  </a:lnTo>
                  <a:cubicBezTo>
                    <a:pt x="20861" y="10"/>
                    <a:pt x="20807" y="1"/>
                    <a:pt x="20763" y="1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40"/>
            <p:cNvSpPr/>
            <p:nvPr/>
          </p:nvSpPr>
          <p:spPr>
            <a:xfrm>
              <a:off x="7366247" y="2060282"/>
              <a:ext cx="138879" cy="837129"/>
            </a:xfrm>
            <a:custGeom>
              <a:avLst/>
              <a:gdLst/>
              <a:ahLst/>
              <a:cxnLst/>
              <a:rect l="l" t="t" r="r" b="b"/>
              <a:pathLst>
                <a:path w="1838" h="11079" extrusionOk="0">
                  <a:moveTo>
                    <a:pt x="497" y="1"/>
                  </a:moveTo>
                  <a:lnTo>
                    <a:pt x="0" y="11055"/>
                  </a:lnTo>
                  <a:lnTo>
                    <a:pt x="1838" y="11078"/>
                  </a:lnTo>
                  <a:lnTo>
                    <a:pt x="1838" y="11078"/>
                  </a:lnTo>
                  <a:lnTo>
                    <a:pt x="1601" y="15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40"/>
            <p:cNvSpPr/>
            <p:nvPr/>
          </p:nvSpPr>
          <p:spPr>
            <a:xfrm>
              <a:off x="7366247" y="2060282"/>
              <a:ext cx="79489" cy="835845"/>
            </a:xfrm>
            <a:custGeom>
              <a:avLst/>
              <a:gdLst/>
              <a:ahLst/>
              <a:cxnLst/>
              <a:rect l="l" t="t" r="r" b="b"/>
              <a:pathLst>
                <a:path w="1052" h="11062" extrusionOk="0">
                  <a:moveTo>
                    <a:pt x="497" y="1"/>
                  </a:moveTo>
                  <a:lnTo>
                    <a:pt x="363" y="2994"/>
                  </a:lnTo>
                  <a:lnTo>
                    <a:pt x="0" y="11055"/>
                  </a:lnTo>
                  <a:lnTo>
                    <a:pt x="918" y="11062"/>
                  </a:lnTo>
                  <a:lnTo>
                    <a:pt x="1051" y="8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9293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40"/>
            <p:cNvSpPr/>
            <p:nvPr/>
          </p:nvSpPr>
          <p:spPr>
            <a:xfrm>
              <a:off x="7393147" y="2261876"/>
              <a:ext cx="99059" cy="49794"/>
            </a:xfrm>
            <a:custGeom>
              <a:avLst/>
              <a:gdLst/>
              <a:ahLst/>
              <a:cxnLst/>
              <a:rect l="l" t="t" r="r" b="b"/>
              <a:pathLst>
                <a:path w="1311" h="659" extrusionOk="0">
                  <a:moveTo>
                    <a:pt x="29" y="0"/>
                  </a:moveTo>
                  <a:lnTo>
                    <a:pt x="0" y="637"/>
                  </a:lnTo>
                  <a:lnTo>
                    <a:pt x="651" y="651"/>
                  </a:lnTo>
                  <a:lnTo>
                    <a:pt x="1311" y="658"/>
                  </a:lnTo>
                  <a:lnTo>
                    <a:pt x="1297" y="14"/>
                  </a:lnTo>
                  <a:lnTo>
                    <a:pt x="667" y="7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40"/>
            <p:cNvSpPr/>
            <p:nvPr/>
          </p:nvSpPr>
          <p:spPr>
            <a:xfrm>
              <a:off x="7386951" y="2374839"/>
              <a:ext cx="108126" cy="72386"/>
            </a:xfrm>
            <a:custGeom>
              <a:avLst/>
              <a:gdLst/>
              <a:ahLst/>
              <a:cxnLst/>
              <a:rect l="l" t="t" r="r" b="b"/>
              <a:pathLst>
                <a:path w="1431" h="958" extrusionOk="0">
                  <a:moveTo>
                    <a:pt x="45" y="1"/>
                  </a:moveTo>
                  <a:lnTo>
                    <a:pt x="0" y="941"/>
                  </a:lnTo>
                  <a:lnTo>
                    <a:pt x="719" y="950"/>
                  </a:lnTo>
                  <a:lnTo>
                    <a:pt x="1430" y="957"/>
                  </a:lnTo>
                  <a:lnTo>
                    <a:pt x="1416" y="24"/>
                  </a:lnTo>
                  <a:lnTo>
                    <a:pt x="726" y="8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8" name="Google Shape;3028;p40"/>
          <p:cNvGrpSpPr/>
          <p:nvPr/>
        </p:nvGrpSpPr>
        <p:grpSpPr>
          <a:xfrm>
            <a:off x="5294399" y="4481088"/>
            <a:ext cx="2749703" cy="122913"/>
            <a:chOff x="5024149" y="4918613"/>
            <a:chExt cx="2749703" cy="122913"/>
          </a:xfrm>
        </p:grpSpPr>
        <p:sp>
          <p:nvSpPr>
            <p:cNvPr id="3029" name="Google Shape;3029;p40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40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40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40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40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40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40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40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40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40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40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40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40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40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40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40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40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40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40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40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40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40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40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40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40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40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40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40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40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40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>
            <a:extLst>
              <a:ext uri="{FF2B5EF4-FFF2-40B4-BE49-F238E27FC236}">
                <a16:creationId xmlns:a16="http://schemas.microsoft.com/office/drawing/2014/main" id="{A60C1FDD-DD58-D403-EFC0-E540287D1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982" y="1464860"/>
            <a:ext cx="8229600" cy="2696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56" name="Google Shape;3356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Flask API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>
            <a:extLst>
              <a:ext uri="{FF2B5EF4-FFF2-40B4-BE49-F238E27FC236}">
                <a16:creationId xmlns:a16="http://schemas.microsoft.com/office/drawing/2014/main" id="{D08B25B7-DD02-3727-E6DD-656072136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28" y="257308"/>
            <a:ext cx="7875943" cy="434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135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4">
          <a:extLst>
            <a:ext uri="{FF2B5EF4-FFF2-40B4-BE49-F238E27FC236}">
              <a16:creationId xmlns:a16="http://schemas.microsoft.com/office/drawing/2014/main" id="{DB74B688-48F0-35D3-4CEE-1A1EA4A94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5" name="Google Shape;2825;p40">
            <a:extLst>
              <a:ext uri="{FF2B5EF4-FFF2-40B4-BE49-F238E27FC236}">
                <a16:creationId xmlns:a16="http://schemas.microsoft.com/office/drawing/2014/main" id="{18AF79C7-11B8-0AFC-6916-C2C6BEC3212D}"/>
              </a:ext>
            </a:extLst>
          </p:cNvPr>
          <p:cNvSpPr/>
          <p:nvPr/>
        </p:nvSpPr>
        <p:spPr>
          <a:xfrm>
            <a:off x="6715600" y="739628"/>
            <a:ext cx="3611700" cy="44178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6" name="Google Shape;2826;p40">
            <a:extLst>
              <a:ext uri="{FF2B5EF4-FFF2-40B4-BE49-F238E27FC236}">
                <a16:creationId xmlns:a16="http://schemas.microsoft.com/office/drawing/2014/main" id="{F0ECBF30-BEF4-38A6-6D3A-4CC148FAE1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0382" y="2205311"/>
            <a:ext cx="4170976" cy="16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</a:rPr>
              <a:t>Simulation des </a:t>
            </a:r>
            <a:r>
              <a:rPr lang="en-US" dirty="0" err="1">
                <a:solidFill>
                  <a:schemeClr val="accent1"/>
                </a:solidFill>
              </a:rPr>
              <a:t>capteurs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27" name="Google Shape;2827;p40">
            <a:extLst>
              <a:ext uri="{FF2B5EF4-FFF2-40B4-BE49-F238E27FC236}">
                <a16:creationId xmlns:a16="http://schemas.microsoft.com/office/drawing/2014/main" id="{C9C665D3-A235-6FE6-C3D9-224DA470BDD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670382" y="1363511"/>
            <a:ext cx="1488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b.</a:t>
            </a:r>
            <a:endParaRPr dirty="0"/>
          </a:p>
        </p:txBody>
      </p:sp>
      <p:grpSp>
        <p:nvGrpSpPr>
          <p:cNvPr id="2829" name="Google Shape;2829;p40">
            <a:extLst>
              <a:ext uri="{FF2B5EF4-FFF2-40B4-BE49-F238E27FC236}">
                <a16:creationId xmlns:a16="http://schemas.microsoft.com/office/drawing/2014/main" id="{CF8FEBEB-ECDC-AE7B-3406-A1EBCB69F7CC}"/>
              </a:ext>
            </a:extLst>
          </p:cNvPr>
          <p:cNvGrpSpPr/>
          <p:nvPr/>
        </p:nvGrpSpPr>
        <p:grpSpPr>
          <a:xfrm>
            <a:off x="4815809" y="1231579"/>
            <a:ext cx="3760350" cy="2993849"/>
            <a:chOff x="4570602" y="770013"/>
            <a:chExt cx="4251385" cy="3384793"/>
          </a:xfrm>
        </p:grpSpPr>
        <p:sp>
          <p:nvSpPr>
            <p:cNvPr id="2830" name="Google Shape;2830;p40">
              <a:extLst>
                <a:ext uri="{FF2B5EF4-FFF2-40B4-BE49-F238E27FC236}">
                  <a16:creationId xmlns:a16="http://schemas.microsoft.com/office/drawing/2014/main" id="{E0D2AB8A-69EE-1B67-69EB-73AAABFCC570}"/>
                </a:ext>
              </a:extLst>
            </p:cNvPr>
            <p:cNvSpPr/>
            <p:nvPr/>
          </p:nvSpPr>
          <p:spPr>
            <a:xfrm>
              <a:off x="6729050" y="3130136"/>
              <a:ext cx="1375116" cy="1024669"/>
            </a:xfrm>
            <a:custGeom>
              <a:avLst/>
              <a:gdLst/>
              <a:ahLst/>
              <a:cxnLst/>
              <a:rect l="l" t="t" r="r" b="b"/>
              <a:pathLst>
                <a:path w="18199" h="13561" extrusionOk="0">
                  <a:moveTo>
                    <a:pt x="0" y="1"/>
                  </a:moveTo>
                  <a:lnTo>
                    <a:pt x="0" y="13554"/>
                  </a:lnTo>
                  <a:cubicBezTo>
                    <a:pt x="52" y="13554"/>
                    <a:pt x="104" y="13561"/>
                    <a:pt x="148" y="13561"/>
                  </a:cubicBezTo>
                  <a:cubicBezTo>
                    <a:pt x="5640" y="13561"/>
                    <a:pt x="10582" y="11219"/>
                    <a:pt x="14035" y="7484"/>
                  </a:cubicBezTo>
                  <a:lnTo>
                    <a:pt x="14042" y="7484"/>
                  </a:lnTo>
                  <a:cubicBezTo>
                    <a:pt x="14050" y="7470"/>
                    <a:pt x="14064" y="7456"/>
                    <a:pt x="14071" y="7440"/>
                  </a:cubicBezTo>
                  <a:cubicBezTo>
                    <a:pt x="14108" y="7404"/>
                    <a:pt x="14138" y="7374"/>
                    <a:pt x="14169" y="7337"/>
                  </a:cubicBezTo>
                  <a:lnTo>
                    <a:pt x="14160" y="7337"/>
                  </a:lnTo>
                  <a:cubicBezTo>
                    <a:pt x="16013" y="5254"/>
                    <a:pt x="17414" y="2757"/>
                    <a:pt x="18198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40">
              <a:extLst>
                <a:ext uri="{FF2B5EF4-FFF2-40B4-BE49-F238E27FC236}">
                  <a16:creationId xmlns:a16="http://schemas.microsoft.com/office/drawing/2014/main" id="{8161D5AC-B9AF-685F-427E-8C2056ECC7F8}"/>
                </a:ext>
              </a:extLst>
            </p:cNvPr>
            <p:cNvSpPr/>
            <p:nvPr/>
          </p:nvSpPr>
          <p:spPr>
            <a:xfrm>
              <a:off x="5381966" y="3130136"/>
              <a:ext cx="1347688" cy="1024140"/>
            </a:xfrm>
            <a:custGeom>
              <a:avLst/>
              <a:gdLst/>
              <a:ahLst/>
              <a:cxnLst/>
              <a:rect l="l" t="t" r="r" b="b"/>
              <a:pathLst>
                <a:path w="17836" h="13554" extrusionOk="0">
                  <a:moveTo>
                    <a:pt x="0" y="1"/>
                  </a:moveTo>
                  <a:cubicBezTo>
                    <a:pt x="801" y="2816"/>
                    <a:pt x="2245" y="5366"/>
                    <a:pt x="4165" y="7484"/>
                  </a:cubicBezTo>
                  <a:lnTo>
                    <a:pt x="4172" y="7484"/>
                  </a:lnTo>
                  <a:cubicBezTo>
                    <a:pt x="7580" y="11167"/>
                    <a:pt x="12435" y="13495"/>
                    <a:pt x="17836" y="13554"/>
                  </a:cubicBezTo>
                  <a:lnTo>
                    <a:pt x="17836" y="1"/>
                  </a:ln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40">
              <a:extLst>
                <a:ext uri="{FF2B5EF4-FFF2-40B4-BE49-F238E27FC236}">
                  <a16:creationId xmlns:a16="http://schemas.microsoft.com/office/drawing/2014/main" id="{35AC4A14-098B-E177-5507-5C991737D62B}"/>
                </a:ext>
              </a:extLst>
            </p:cNvPr>
            <p:cNvSpPr/>
            <p:nvPr/>
          </p:nvSpPr>
          <p:spPr>
            <a:xfrm>
              <a:off x="5198280" y="2452665"/>
              <a:ext cx="34153" cy="21459"/>
            </a:xfrm>
            <a:custGeom>
              <a:avLst/>
              <a:gdLst/>
              <a:ahLst/>
              <a:cxnLst/>
              <a:rect l="l" t="t" r="r" b="b"/>
              <a:pathLst>
                <a:path w="452" h="284" extrusionOk="0">
                  <a:moveTo>
                    <a:pt x="0" y="0"/>
                  </a:moveTo>
                  <a:lnTo>
                    <a:pt x="0" y="0"/>
                  </a:lnTo>
                  <a:cubicBezTo>
                    <a:pt x="164" y="61"/>
                    <a:pt x="297" y="157"/>
                    <a:pt x="416" y="283"/>
                  </a:cubicBezTo>
                  <a:lnTo>
                    <a:pt x="452" y="232"/>
                  </a:lnTo>
                  <a:cubicBezTo>
                    <a:pt x="319" y="120"/>
                    <a:pt x="171" y="38"/>
                    <a:pt x="0" y="0"/>
                  </a:cubicBezTo>
                  <a:close/>
                </a:path>
              </a:pathLst>
            </a:custGeom>
            <a:solidFill>
              <a:srgbClr val="959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33" name="Google Shape;2833;p40">
              <a:extLst>
                <a:ext uri="{FF2B5EF4-FFF2-40B4-BE49-F238E27FC236}">
                  <a16:creationId xmlns:a16="http://schemas.microsoft.com/office/drawing/2014/main" id="{90E5F4DB-6D6B-5E9F-FE41-3EE8AC366EB3}"/>
                </a:ext>
              </a:extLst>
            </p:cNvPr>
            <p:cNvGrpSpPr/>
            <p:nvPr/>
          </p:nvGrpSpPr>
          <p:grpSpPr>
            <a:xfrm>
              <a:off x="4570602" y="2237589"/>
              <a:ext cx="690475" cy="300836"/>
              <a:chOff x="4570602" y="2237589"/>
              <a:chExt cx="690475" cy="300836"/>
            </a:xfrm>
          </p:grpSpPr>
          <p:sp>
            <p:nvSpPr>
              <p:cNvPr id="2834" name="Google Shape;2834;p40">
                <a:extLst>
                  <a:ext uri="{FF2B5EF4-FFF2-40B4-BE49-F238E27FC236}">
                    <a16:creationId xmlns:a16="http://schemas.microsoft.com/office/drawing/2014/main" id="{1A10B8A2-DF92-373E-726E-459B92804BF5}"/>
                  </a:ext>
                </a:extLst>
              </p:cNvPr>
              <p:cNvSpPr/>
              <p:nvPr/>
            </p:nvSpPr>
            <p:spPr>
              <a:xfrm>
                <a:off x="4570602" y="2237589"/>
                <a:ext cx="690475" cy="300836"/>
              </a:xfrm>
              <a:custGeom>
                <a:avLst/>
                <a:gdLst/>
                <a:ahLst/>
                <a:cxnLst/>
                <a:rect l="l" t="t" r="r" b="b"/>
                <a:pathLst>
                  <a:path w="6789" h="2958" extrusionOk="0">
                    <a:moveTo>
                      <a:pt x="3232" y="0"/>
                    </a:moveTo>
                    <a:cubicBezTo>
                      <a:pt x="2690" y="0"/>
                      <a:pt x="2239" y="391"/>
                      <a:pt x="2135" y="906"/>
                    </a:cubicBezTo>
                    <a:cubicBezTo>
                      <a:pt x="2097" y="899"/>
                      <a:pt x="2062" y="899"/>
                      <a:pt x="2017" y="890"/>
                    </a:cubicBezTo>
                    <a:cubicBezTo>
                      <a:pt x="1550" y="890"/>
                      <a:pt x="1157" y="1261"/>
                      <a:pt x="1135" y="1727"/>
                    </a:cubicBezTo>
                    <a:cubicBezTo>
                      <a:pt x="586" y="1868"/>
                      <a:pt x="150" y="2305"/>
                      <a:pt x="1" y="2855"/>
                    </a:cubicBezTo>
                    <a:lnTo>
                      <a:pt x="6789" y="2958"/>
                    </a:lnTo>
                    <a:cubicBezTo>
                      <a:pt x="6625" y="2268"/>
                      <a:pt x="6241" y="1743"/>
                      <a:pt x="5499" y="1734"/>
                    </a:cubicBezTo>
                    <a:lnTo>
                      <a:pt x="5432" y="1734"/>
                    </a:lnTo>
                    <a:cubicBezTo>
                      <a:pt x="5441" y="1210"/>
                      <a:pt x="5025" y="772"/>
                      <a:pt x="4498" y="765"/>
                    </a:cubicBezTo>
                    <a:cubicBezTo>
                      <a:pt x="4425" y="765"/>
                      <a:pt x="4358" y="772"/>
                      <a:pt x="4292" y="787"/>
                    </a:cubicBezTo>
                    <a:cubicBezTo>
                      <a:pt x="4159" y="335"/>
                      <a:pt x="3742" y="9"/>
                      <a:pt x="3246" y="1"/>
                    </a:cubicBezTo>
                    <a:cubicBezTo>
                      <a:pt x="3241" y="1"/>
                      <a:pt x="3237" y="0"/>
                      <a:pt x="3232" y="0"/>
                    </a:cubicBezTo>
                    <a:close/>
                  </a:path>
                </a:pathLst>
              </a:custGeom>
              <a:solidFill>
                <a:srgbClr val="A1E1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40">
                <a:extLst>
                  <a:ext uri="{FF2B5EF4-FFF2-40B4-BE49-F238E27FC236}">
                    <a16:creationId xmlns:a16="http://schemas.microsoft.com/office/drawing/2014/main" id="{15151DC3-38AF-5380-5798-2BD7E1BD5B6F}"/>
                  </a:ext>
                </a:extLst>
              </p:cNvPr>
              <p:cNvSpPr/>
              <p:nvPr/>
            </p:nvSpPr>
            <p:spPr>
              <a:xfrm>
                <a:off x="4789267" y="2330342"/>
                <a:ext cx="76075" cy="152452"/>
              </a:xfrm>
              <a:custGeom>
                <a:avLst/>
                <a:gdLst/>
                <a:ahLst/>
                <a:cxnLst/>
                <a:rect l="l" t="t" r="r" b="b"/>
                <a:pathLst>
                  <a:path w="748" h="1499" extrusionOk="0">
                    <a:moveTo>
                      <a:pt x="1" y="1"/>
                    </a:moveTo>
                    <a:cubicBezTo>
                      <a:pt x="1" y="1"/>
                      <a:pt x="593" y="193"/>
                      <a:pt x="563" y="750"/>
                    </a:cubicBezTo>
                    <a:cubicBezTo>
                      <a:pt x="534" y="1365"/>
                      <a:pt x="1" y="1498"/>
                      <a:pt x="1" y="1498"/>
                    </a:cubicBezTo>
                    <a:cubicBezTo>
                      <a:pt x="415" y="1498"/>
                      <a:pt x="748" y="1164"/>
                      <a:pt x="748" y="750"/>
                    </a:cubicBezTo>
                    <a:cubicBezTo>
                      <a:pt x="748" y="333"/>
                      <a:pt x="415" y="1"/>
                      <a:pt x="1" y="1"/>
                    </a:cubicBezTo>
                    <a:close/>
                  </a:path>
                </a:pathLst>
              </a:custGeom>
              <a:solidFill>
                <a:srgbClr val="CBEF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40">
                <a:extLst>
                  <a:ext uri="{FF2B5EF4-FFF2-40B4-BE49-F238E27FC236}">
                    <a16:creationId xmlns:a16="http://schemas.microsoft.com/office/drawing/2014/main" id="{AB41A30D-A78A-4CB5-B6AE-77766DD7ADF7}"/>
                  </a:ext>
                </a:extLst>
              </p:cNvPr>
              <p:cNvSpPr/>
              <p:nvPr/>
            </p:nvSpPr>
            <p:spPr>
              <a:xfrm>
                <a:off x="5037122" y="2419331"/>
                <a:ext cx="181849" cy="110856"/>
              </a:xfrm>
              <a:custGeom>
                <a:avLst/>
                <a:gdLst/>
                <a:ahLst/>
                <a:cxnLst/>
                <a:rect l="l" t="t" r="r" b="b"/>
                <a:pathLst>
                  <a:path w="1788" h="1090" extrusionOk="0">
                    <a:moveTo>
                      <a:pt x="1105" y="1"/>
                    </a:moveTo>
                    <a:cubicBezTo>
                      <a:pt x="505" y="1"/>
                      <a:pt x="16" y="481"/>
                      <a:pt x="0" y="1089"/>
                    </a:cubicBezTo>
                    <a:cubicBezTo>
                      <a:pt x="0" y="1089"/>
                      <a:pt x="283" y="214"/>
                      <a:pt x="1046" y="214"/>
                    </a:cubicBezTo>
                    <a:lnTo>
                      <a:pt x="1121" y="214"/>
                    </a:lnTo>
                    <a:cubicBezTo>
                      <a:pt x="1364" y="237"/>
                      <a:pt x="1565" y="312"/>
                      <a:pt x="1713" y="415"/>
                    </a:cubicBezTo>
                    <a:lnTo>
                      <a:pt x="1787" y="319"/>
                    </a:lnTo>
                    <a:cubicBezTo>
                      <a:pt x="1668" y="193"/>
                      <a:pt x="1535" y="97"/>
                      <a:pt x="1371" y="36"/>
                    </a:cubicBezTo>
                    <a:cubicBezTo>
                      <a:pt x="1298" y="15"/>
                      <a:pt x="1209" y="1"/>
                      <a:pt x="1121" y="1"/>
                    </a:cubicBezTo>
                    <a:close/>
                  </a:path>
                </a:pathLst>
              </a:custGeom>
              <a:solidFill>
                <a:srgbClr val="CBEF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37" name="Google Shape;2837;p40">
              <a:extLst>
                <a:ext uri="{FF2B5EF4-FFF2-40B4-BE49-F238E27FC236}">
                  <a16:creationId xmlns:a16="http://schemas.microsoft.com/office/drawing/2014/main" id="{0787FCD1-0B71-9885-EDF9-ED4B553F7C0E}"/>
                </a:ext>
              </a:extLst>
            </p:cNvPr>
            <p:cNvSpPr/>
            <p:nvPr/>
          </p:nvSpPr>
          <p:spPr>
            <a:xfrm>
              <a:off x="5516525" y="1327946"/>
              <a:ext cx="814774" cy="354600"/>
            </a:xfrm>
            <a:custGeom>
              <a:avLst/>
              <a:gdLst/>
              <a:ahLst/>
              <a:cxnLst/>
              <a:rect l="l" t="t" r="r" b="b"/>
              <a:pathLst>
                <a:path w="8568" h="3729" extrusionOk="0">
                  <a:moveTo>
                    <a:pt x="4485" y="1"/>
                  </a:moveTo>
                  <a:cubicBezTo>
                    <a:pt x="4480" y="1"/>
                    <a:pt x="4475" y="1"/>
                    <a:pt x="4470" y="1"/>
                  </a:cubicBezTo>
                  <a:cubicBezTo>
                    <a:pt x="3848" y="17"/>
                    <a:pt x="3328" y="424"/>
                    <a:pt x="3150" y="995"/>
                  </a:cubicBezTo>
                  <a:cubicBezTo>
                    <a:pt x="3069" y="972"/>
                    <a:pt x="2987" y="965"/>
                    <a:pt x="2898" y="965"/>
                  </a:cubicBezTo>
                  <a:cubicBezTo>
                    <a:pt x="2231" y="979"/>
                    <a:pt x="1706" y="1521"/>
                    <a:pt x="1714" y="2188"/>
                  </a:cubicBezTo>
                  <a:lnTo>
                    <a:pt x="1632" y="2188"/>
                  </a:lnTo>
                  <a:cubicBezTo>
                    <a:pt x="698" y="2202"/>
                    <a:pt x="209" y="2862"/>
                    <a:pt x="1" y="3728"/>
                  </a:cubicBezTo>
                  <a:lnTo>
                    <a:pt x="8567" y="3602"/>
                  </a:lnTo>
                  <a:cubicBezTo>
                    <a:pt x="8382" y="2907"/>
                    <a:pt x="7826" y="2357"/>
                    <a:pt x="7130" y="2179"/>
                  </a:cubicBezTo>
                  <a:cubicBezTo>
                    <a:pt x="7108" y="1592"/>
                    <a:pt x="6626" y="1128"/>
                    <a:pt x="6033" y="1128"/>
                  </a:cubicBezTo>
                  <a:cubicBezTo>
                    <a:pt x="6028" y="1128"/>
                    <a:pt x="6024" y="1128"/>
                    <a:pt x="6019" y="1128"/>
                  </a:cubicBezTo>
                  <a:cubicBezTo>
                    <a:pt x="5975" y="1128"/>
                    <a:pt x="5921" y="1135"/>
                    <a:pt x="5877" y="1143"/>
                  </a:cubicBezTo>
                  <a:cubicBezTo>
                    <a:pt x="5744" y="488"/>
                    <a:pt x="5174" y="1"/>
                    <a:pt x="4485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40">
              <a:extLst>
                <a:ext uri="{FF2B5EF4-FFF2-40B4-BE49-F238E27FC236}">
                  <a16:creationId xmlns:a16="http://schemas.microsoft.com/office/drawing/2014/main" id="{AD3C8C7E-997D-29E8-8BB0-BF24294C404F}"/>
                </a:ext>
              </a:extLst>
            </p:cNvPr>
            <p:cNvSpPr/>
            <p:nvPr/>
          </p:nvSpPr>
          <p:spPr>
            <a:xfrm>
              <a:off x="5983828" y="1437873"/>
              <a:ext cx="89579" cy="179249"/>
            </a:xfrm>
            <a:custGeom>
              <a:avLst/>
              <a:gdLst/>
              <a:ahLst/>
              <a:cxnLst/>
              <a:rect l="l" t="t" r="r" b="b"/>
              <a:pathLst>
                <a:path w="942" h="1885" extrusionOk="0">
                  <a:moveTo>
                    <a:pt x="941" y="1"/>
                  </a:moveTo>
                  <a:cubicBezTo>
                    <a:pt x="422" y="1"/>
                    <a:pt x="1" y="424"/>
                    <a:pt x="1" y="943"/>
                  </a:cubicBezTo>
                  <a:cubicBezTo>
                    <a:pt x="1" y="1461"/>
                    <a:pt x="422" y="1884"/>
                    <a:pt x="941" y="1884"/>
                  </a:cubicBezTo>
                  <a:cubicBezTo>
                    <a:pt x="941" y="1884"/>
                    <a:pt x="274" y="1713"/>
                    <a:pt x="230" y="943"/>
                  </a:cubicBezTo>
                  <a:cubicBezTo>
                    <a:pt x="193" y="246"/>
                    <a:pt x="941" y="1"/>
                    <a:pt x="941" y="1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40">
              <a:extLst>
                <a:ext uri="{FF2B5EF4-FFF2-40B4-BE49-F238E27FC236}">
                  <a16:creationId xmlns:a16="http://schemas.microsoft.com/office/drawing/2014/main" id="{BEEC7761-6519-FC27-B01F-299D716D1828}"/>
                </a:ext>
              </a:extLst>
            </p:cNvPr>
            <p:cNvSpPr/>
            <p:nvPr/>
          </p:nvSpPr>
          <p:spPr>
            <a:xfrm>
              <a:off x="5526511" y="1542950"/>
              <a:ext cx="254474" cy="129801"/>
            </a:xfrm>
            <a:custGeom>
              <a:avLst/>
              <a:gdLst/>
              <a:ahLst/>
              <a:cxnLst/>
              <a:rect l="l" t="t" r="r" b="b"/>
              <a:pathLst>
                <a:path w="2676" h="1365" extrusionOk="0">
                  <a:moveTo>
                    <a:pt x="1260" y="0"/>
                  </a:moveTo>
                  <a:cubicBezTo>
                    <a:pt x="1148" y="0"/>
                    <a:pt x="1045" y="16"/>
                    <a:pt x="942" y="38"/>
                  </a:cubicBezTo>
                  <a:cubicBezTo>
                    <a:pt x="481" y="222"/>
                    <a:pt x="186" y="616"/>
                    <a:pt x="1" y="1119"/>
                  </a:cubicBezTo>
                  <a:cubicBezTo>
                    <a:pt x="163" y="800"/>
                    <a:pt x="518" y="319"/>
                    <a:pt x="1267" y="267"/>
                  </a:cubicBezTo>
                  <a:lnTo>
                    <a:pt x="1356" y="267"/>
                  </a:lnTo>
                  <a:cubicBezTo>
                    <a:pt x="2320" y="267"/>
                    <a:pt x="2676" y="1364"/>
                    <a:pt x="2676" y="1364"/>
                  </a:cubicBezTo>
                  <a:cubicBezTo>
                    <a:pt x="2660" y="608"/>
                    <a:pt x="2037" y="0"/>
                    <a:pt x="1281" y="0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40">
              <a:extLst>
                <a:ext uri="{FF2B5EF4-FFF2-40B4-BE49-F238E27FC236}">
                  <a16:creationId xmlns:a16="http://schemas.microsoft.com/office/drawing/2014/main" id="{EC9FBE89-8155-0968-247F-6ED889624E68}"/>
                </a:ext>
              </a:extLst>
            </p:cNvPr>
            <p:cNvSpPr/>
            <p:nvPr/>
          </p:nvSpPr>
          <p:spPr>
            <a:xfrm>
              <a:off x="6729579" y="3391121"/>
              <a:ext cx="413313" cy="43749"/>
            </a:xfrm>
            <a:custGeom>
              <a:avLst/>
              <a:gdLst/>
              <a:ahLst/>
              <a:cxnLst/>
              <a:rect l="l" t="t" r="r" b="b"/>
              <a:pathLst>
                <a:path w="5470" h="579" extrusionOk="0">
                  <a:moveTo>
                    <a:pt x="794" y="1"/>
                  </a:moveTo>
                  <a:lnTo>
                    <a:pt x="779" y="22"/>
                  </a:lnTo>
                  <a:cubicBezTo>
                    <a:pt x="534" y="296"/>
                    <a:pt x="274" y="459"/>
                    <a:pt x="8" y="511"/>
                  </a:cubicBezTo>
                  <a:lnTo>
                    <a:pt x="1" y="511"/>
                  </a:lnTo>
                  <a:lnTo>
                    <a:pt x="1" y="534"/>
                  </a:lnTo>
                  <a:lnTo>
                    <a:pt x="1" y="562"/>
                  </a:lnTo>
                  <a:lnTo>
                    <a:pt x="15" y="555"/>
                  </a:lnTo>
                  <a:cubicBezTo>
                    <a:pt x="290" y="504"/>
                    <a:pt x="548" y="349"/>
                    <a:pt x="794" y="82"/>
                  </a:cubicBezTo>
                  <a:cubicBezTo>
                    <a:pt x="1046" y="385"/>
                    <a:pt x="1402" y="571"/>
                    <a:pt x="1749" y="578"/>
                  </a:cubicBezTo>
                  <a:cubicBezTo>
                    <a:pt x="2193" y="578"/>
                    <a:pt x="2542" y="274"/>
                    <a:pt x="2713" y="73"/>
                  </a:cubicBezTo>
                  <a:cubicBezTo>
                    <a:pt x="2972" y="385"/>
                    <a:pt x="3328" y="571"/>
                    <a:pt x="3676" y="571"/>
                  </a:cubicBezTo>
                  <a:lnTo>
                    <a:pt x="3684" y="571"/>
                  </a:lnTo>
                  <a:cubicBezTo>
                    <a:pt x="4009" y="571"/>
                    <a:pt x="4350" y="394"/>
                    <a:pt x="4639" y="82"/>
                  </a:cubicBezTo>
                  <a:cubicBezTo>
                    <a:pt x="4898" y="356"/>
                    <a:pt x="5165" y="511"/>
                    <a:pt x="5448" y="555"/>
                  </a:cubicBezTo>
                  <a:lnTo>
                    <a:pt x="5462" y="562"/>
                  </a:lnTo>
                  <a:lnTo>
                    <a:pt x="5469" y="511"/>
                  </a:lnTo>
                  <a:lnTo>
                    <a:pt x="5455" y="511"/>
                  </a:lnTo>
                  <a:cubicBezTo>
                    <a:pt x="5181" y="459"/>
                    <a:pt x="4914" y="305"/>
                    <a:pt x="4662" y="22"/>
                  </a:cubicBezTo>
                  <a:lnTo>
                    <a:pt x="4639" y="8"/>
                  </a:lnTo>
                  <a:lnTo>
                    <a:pt x="4624" y="22"/>
                  </a:lnTo>
                  <a:cubicBezTo>
                    <a:pt x="4454" y="207"/>
                    <a:pt x="4114" y="518"/>
                    <a:pt x="3676" y="518"/>
                  </a:cubicBezTo>
                  <a:cubicBezTo>
                    <a:pt x="3335" y="518"/>
                    <a:pt x="2986" y="333"/>
                    <a:pt x="2736" y="22"/>
                  </a:cubicBezTo>
                  <a:lnTo>
                    <a:pt x="2713" y="1"/>
                  </a:lnTo>
                  <a:lnTo>
                    <a:pt x="2698" y="22"/>
                  </a:lnTo>
                  <a:cubicBezTo>
                    <a:pt x="2528" y="207"/>
                    <a:pt x="2186" y="527"/>
                    <a:pt x="1749" y="527"/>
                  </a:cubicBezTo>
                  <a:cubicBezTo>
                    <a:pt x="1409" y="527"/>
                    <a:pt x="1060" y="333"/>
                    <a:pt x="815" y="22"/>
                  </a:cubicBezTo>
                  <a:lnTo>
                    <a:pt x="794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40">
              <a:extLst>
                <a:ext uri="{FF2B5EF4-FFF2-40B4-BE49-F238E27FC236}">
                  <a16:creationId xmlns:a16="http://schemas.microsoft.com/office/drawing/2014/main" id="{33AC35A3-8567-95C2-B3CE-771D1DA11981}"/>
                </a:ext>
              </a:extLst>
            </p:cNvPr>
            <p:cNvSpPr/>
            <p:nvPr/>
          </p:nvSpPr>
          <p:spPr>
            <a:xfrm>
              <a:off x="6729579" y="3429656"/>
              <a:ext cx="76" cy="4005"/>
            </a:xfrm>
            <a:custGeom>
              <a:avLst/>
              <a:gdLst/>
              <a:ahLst/>
              <a:cxnLst/>
              <a:rect l="l" t="t" r="r" b="b"/>
              <a:pathLst>
                <a:path w="1" h="53" extrusionOk="0">
                  <a:moveTo>
                    <a:pt x="1" y="24"/>
                  </a:moveTo>
                  <a:lnTo>
                    <a:pt x="1" y="38"/>
                  </a:lnTo>
                  <a:lnTo>
                    <a:pt x="1" y="52"/>
                  </a:lnTo>
                  <a:lnTo>
                    <a:pt x="1" y="52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40">
              <a:extLst>
                <a:ext uri="{FF2B5EF4-FFF2-40B4-BE49-F238E27FC236}">
                  <a16:creationId xmlns:a16="http://schemas.microsoft.com/office/drawing/2014/main" id="{49EEC06C-67D2-3BFF-189B-4851C4C96543}"/>
                </a:ext>
              </a:extLst>
            </p:cNvPr>
            <p:cNvSpPr/>
            <p:nvPr/>
          </p:nvSpPr>
          <p:spPr>
            <a:xfrm>
              <a:off x="6729579" y="3410086"/>
              <a:ext cx="413313" cy="43749"/>
            </a:xfrm>
            <a:custGeom>
              <a:avLst/>
              <a:gdLst/>
              <a:ahLst/>
              <a:cxnLst/>
              <a:rect l="l" t="t" r="r" b="b"/>
              <a:pathLst>
                <a:path w="5470" h="579" extrusionOk="0">
                  <a:moveTo>
                    <a:pt x="794" y="0"/>
                  </a:moveTo>
                  <a:lnTo>
                    <a:pt x="779" y="23"/>
                  </a:lnTo>
                  <a:cubicBezTo>
                    <a:pt x="534" y="297"/>
                    <a:pt x="274" y="461"/>
                    <a:pt x="8" y="512"/>
                  </a:cubicBezTo>
                  <a:lnTo>
                    <a:pt x="1" y="512"/>
                  </a:lnTo>
                  <a:lnTo>
                    <a:pt x="1" y="534"/>
                  </a:lnTo>
                  <a:lnTo>
                    <a:pt x="1" y="564"/>
                  </a:lnTo>
                  <a:lnTo>
                    <a:pt x="15" y="564"/>
                  </a:lnTo>
                  <a:cubicBezTo>
                    <a:pt x="290" y="512"/>
                    <a:pt x="548" y="349"/>
                    <a:pt x="794" y="82"/>
                  </a:cubicBezTo>
                  <a:cubicBezTo>
                    <a:pt x="1046" y="393"/>
                    <a:pt x="1402" y="578"/>
                    <a:pt x="1749" y="578"/>
                  </a:cubicBezTo>
                  <a:cubicBezTo>
                    <a:pt x="2193" y="578"/>
                    <a:pt x="2542" y="276"/>
                    <a:pt x="2713" y="82"/>
                  </a:cubicBezTo>
                  <a:cubicBezTo>
                    <a:pt x="2972" y="393"/>
                    <a:pt x="3328" y="578"/>
                    <a:pt x="3676" y="578"/>
                  </a:cubicBezTo>
                  <a:lnTo>
                    <a:pt x="3684" y="578"/>
                  </a:lnTo>
                  <a:cubicBezTo>
                    <a:pt x="4009" y="571"/>
                    <a:pt x="4350" y="400"/>
                    <a:pt x="4639" y="82"/>
                  </a:cubicBezTo>
                  <a:cubicBezTo>
                    <a:pt x="4898" y="356"/>
                    <a:pt x="5165" y="520"/>
                    <a:pt x="5448" y="564"/>
                  </a:cubicBezTo>
                  <a:lnTo>
                    <a:pt x="5462" y="564"/>
                  </a:lnTo>
                  <a:lnTo>
                    <a:pt x="5469" y="512"/>
                  </a:lnTo>
                  <a:lnTo>
                    <a:pt x="5455" y="512"/>
                  </a:lnTo>
                  <a:cubicBezTo>
                    <a:pt x="5181" y="468"/>
                    <a:pt x="4914" y="304"/>
                    <a:pt x="4662" y="30"/>
                  </a:cubicBezTo>
                  <a:lnTo>
                    <a:pt x="4639" y="9"/>
                  </a:lnTo>
                  <a:lnTo>
                    <a:pt x="4624" y="30"/>
                  </a:lnTo>
                  <a:cubicBezTo>
                    <a:pt x="4454" y="215"/>
                    <a:pt x="4114" y="520"/>
                    <a:pt x="3676" y="527"/>
                  </a:cubicBezTo>
                  <a:cubicBezTo>
                    <a:pt x="3335" y="527"/>
                    <a:pt x="2986" y="342"/>
                    <a:pt x="2736" y="30"/>
                  </a:cubicBezTo>
                  <a:lnTo>
                    <a:pt x="2713" y="0"/>
                  </a:lnTo>
                  <a:lnTo>
                    <a:pt x="2698" y="23"/>
                  </a:lnTo>
                  <a:cubicBezTo>
                    <a:pt x="2528" y="215"/>
                    <a:pt x="2186" y="527"/>
                    <a:pt x="1749" y="527"/>
                  </a:cubicBezTo>
                  <a:cubicBezTo>
                    <a:pt x="1409" y="527"/>
                    <a:pt x="1060" y="342"/>
                    <a:pt x="815" y="30"/>
                  </a:cubicBezTo>
                  <a:lnTo>
                    <a:pt x="794" y="0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40">
              <a:extLst>
                <a:ext uri="{FF2B5EF4-FFF2-40B4-BE49-F238E27FC236}">
                  <a16:creationId xmlns:a16="http://schemas.microsoft.com/office/drawing/2014/main" id="{0031C851-CFEB-0BD3-6619-F357D889698F}"/>
                </a:ext>
              </a:extLst>
            </p:cNvPr>
            <p:cNvSpPr/>
            <p:nvPr/>
          </p:nvSpPr>
          <p:spPr>
            <a:xfrm>
              <a:off x="6729579" y="3448773"/>
              <a:ext cx="76" cy="3929"/>
            </a:xfrm>
            <a:custGeom>
              <a:avLst/>
              <a:gdLst/>
              <a:ahLst/>
              <a:cxnLst/>
              <a:rect l="l" t="t" r="r" b="b"/>
              <a:pathLst>
                <a:path w="1" h="52" extrusionOk="0">
                  <a:moveTo>
                    <a:pt x="1" y="22"/>
                  </a:moveTo>
                  <a:lnTo>
                    <a:pt x="1" y="45"/>
                  </a:lnTo>
                  <a:lnTo>
                    <a:pt x="1" y="52"/>
                  </a:lnTo>
                  <a:lnTo>
                    <a:pt x="1" y="52"/>
                  </a:lnTo>
                  <a:close/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40">
              <a:extLst>
                <a:ext uri="{FF2B5EF4-FFF2-40B4-BE49-F238E27FC236}">
                  <a16:creationId xmlns:a16="http://schemas.microsoft.com/office/drawing/2014/main" id="{269C656D-261D-7A1B-0EC9-9EC109E363B8}"/>
                </a:ext>
              </a:extLst>
            </p:cNvPr>
            <p:cNvSpPr/>
            <p:nvPr/>
          </p:nvSpPr>
          <p:spPr>
            <a:xfrm>
              <a:off x="6730108" y="3429656"/>
              <a:ext cx="416109" cy="43749"/>
            </a:xfrm>
            <a:custGeom>
              <a:avLst/>
              <a:gdLst/>
              <a:ahLst/>
              <a:cxnLst/>
              <a:rect l="l" t="t" r="r" b="b"/>
              <a:pathLst>
                <a:path w="5507" h="579" extrusionOk="0">
                  <a:moveTo>
                    <a:pt x="787" y="1"/>
                  </a:moveTo>
                  <a:lnTo>
                    <a:pt x="772" y="24"/>
                  </a:lnTo>
                  <a:cubicBezTo>
                    <a:pt x="527" y="298"/>
                    <a:pt x="267" y="462"/>
                    <a:pt x="1" y="513"/>
                  </a:cubicBezTo>
                  <a:lnTo>
                    <a:pt x="24" y="513"/>
                  </a:lnTo>
                  <a:lnTo>
                    <a:pt x="38" y="520"/>
                  </a:lnTo>
                  <a:lnTo>
                    <a:pt x="38" y="558"/>
                  </a:lnTo>
                  <a:cubicBezTo>
                    <a:pt x="298" y="497"/>
                    <a:pt x="550" y="342"/>
                    <a:pt x="787" y="83"/>
                  </a:cubicBezTo>
                  <a:cubicBezTo>
                    <a:pt x="1039" y="394"/>
                    <a:pt x="1395" y="579"/>
                    <a:pt x="1742" y="579"/>
                  </a:cubicBezTo>
                  <a:cubicBezTo>
                    <a:pt x="2186" y="579"/>
                    <a:pt x="2535" y="275"/>
                    <a:pt x="2706" y="83"/>
                  </a:cubicBezTo>
                  <a:cubicBezTo>
                    <a:pt x="2965" y="387"/>
                    <a:pt x="3321" y="572"/>
                    <a:pt x="3669" y="572"/>
                  </a:cubicBezTo>
                  <a:lnTo>
                    <a:pt x="3677" y="572"/>
                  </a:lnTo>
                  <a:cubicBezTo>
                    <a:pt x="4002" y="572"/>
                    <a:pt x="4343" y="394"/>
                    <a:pt x="4632" y="83"/>
                  </a:cubicBezTo>
                  <a:cubicBezTo>
                    <a:pt x="4907" y="373"/>
                    <a:pt x="5188" y="534"/>
                    <a:pt x="5485" y="565"/>
                  </a:cubicBezTo>
                  <a:lnTo>
                    <a:pt x="5499" y="572"/>
                  </a:lnTo>
                  <a:lnTo>
                    <a:pt x="5507" y="520"/>
                  </a:lnTo>
                  <a:lnTo>
                    <a:pt x="5485" y="513"/>
                  </a:lnTo>
                  <a:cubicBezTo>
                    <a:pt x="5202" y="483"/>
                    <a:pt x="4921" y="319"/>
                    <a:pt x="4655" y="24"/>
                  </a:cubicBezTo>
                  <a:lnTo>
                    <a:pt x="4632" y="8"/>
                  </a:lnTo>
                  <a:lnTo>
                    <a:pt x="4617" y="31"/>
                  </a:lnTo>
                  <a:cubicBezTo>
                    <a:pt x="4447" y="209"/>
                    <a:pt x="4107" y="520"/>
                    <a:pt x="3669" y="520"/>
                  </a:cubicBezTo>
                  <a:cubicBezTo>
                    <a:pt x="3328" y="520"/>
                    <a:pt x="2979" y="335"/>
                    <a:pt x="2729" y="24"/>
                  </a:cubicBezTo>
                  <a:lnTo>
                    <a:pt x="2706" y="1"/>
                  </a:lnTo>
                  <a:lnTo>
                    <a:pt x="2691" y="24"/>
                  </a:lnTo>
                  <a:cubicBezTo>
                    <a:pt x="2521" y="209"/>
                    <a:pt x="2179" y="527"/>
                    <a:pt x="1742" y="527"/>
                  </a:cubicBezTo>
                  <a:cubicBezTo>
                    <a:pt x="1402" y="527"/>
                    <a:pt x="1053" y="335"/>
                    <a:pt x="808" y="24"/>
                  </a:cubicBezTo>
                  <a:lnTo>
                    <a:pt x="787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40">
              <a:extLst>
                <a:ext uri="{FF2B5EF4-FFF2-40B4-BE49-F238E27FC236}">
                  <a16:creationId xmlns:a16="http://schemas.microsoft.com/office/drawing/2014/main" id="{FF317069-F535-DF42-DDBE-014C16C98211}"/>
                </a:ext>
              </a:extLst>
            </p:cNvPr>
            <p:cNvSpPr/>
            <p:nvPr/>
          </p:nvSpPr>
          <p:spPr>
            <a:xfrm>
              <a:off x="6729579" y="3468419"/>
              <a:ext cx="76" cy="3929"/>
            </a:xfrm>
            <a:custGeom>
              <a:avLst/>
              <a:gdLst/>
              <a:ahLst/>
              <a:cxnLst/>
              <a:rect l="l" t="t" r="r" b="b"/>
              <a:pathLst>
                <a:path w="1" h="52" extrusionOk="0">
                  <a:moveTo>
                    <a:pt x="1" y="52"/>
                  </a:moveTo>
                  <a:lnTo>
                    <a:pt x="1" y="52"/>
                  </a:lnTo>
                  <a:lnTo>
                    <a:pt x="1" y="52"/>
                  </a:lnTo>
                  <a:lnTo>
                    <a:pt x="1" y="52"/>
                  </a:lnTo>
                  <a:lnTo>
                    <a:pt x="1" y="52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40">
              <a:extLst>
                <a:ext uri="{FF2B5EF4-FFF2-40B4-BE49-F238E27FC236}">
                  <a16:creationId xmlns:a16="http://schemas.microsoft.com/office/drawing/2014/main" id="{29A83D54-319F-7337-FF53-1C8176D0EE87}"/>
                </a:ext>
              </a:extLst>
            </p:cNvPr>
            <p:cNvSpPr/>
            <p:nvPr/>
          </p:nvSpPr>
          <p:spPr>
            <a:xfrm>
              <a:off x="7073981" y="3741568"/>
              <a:ext cx="414371" cy="43749"/>
            </a:xfrm>
            <a:custGeom>
              <a:avLst/>
              <a:gdLst/>
              <a:ahLst/>
              <a:cxnLst/>
              <a:rect l="l" t="t" r="r" b="b"/>
              <a:pathLst>
                <a:path w="5484" h="579" extrusionOk="0">
                  <a:moveTo>
                    <a:pt x="808" y="0"/>
                  </a:moveTo>
                  <a:lnTo>
                    <a:pt x="785" y="24"/>
                  </a:lnTo>
                  <a:cubicBezTo>
                    <a:pt x="548" y="297"/>
                    <a:pt x="289" y="459"/>
                    <a:pt x="22" y="513"/>
                  </a:cubicBezTo>
                  <a:lnTo>
                    <a:pt x="1" y="520"/>
                  </a:lnTo>
                  <a:lnTo>
                    <a:pt x="15" y="564"/>
                  </a:lnTo>
                  <a:lnTo>
                    <a:pt x="29" y="564"/>
                  </a:lnTo>
                  <a:cubicBezTo>
                    <a:pt x="303" y="513"/>
                    <a:pt x="562" y="349"/>
                    <a:pt x="808" y="82"/>
                  </a:cubicBezTo>
                  <a:cubicBezTo>
                    <a:pt x="1059" y="394"/>
                    <a:pt x="1414" y="578"/>
                    <a:pt x="1763" y="578"/>
                  </a:cubicBezTo>
                  <a:cubicBezTo>
                    <a:pt x="2207" y="578"/>
                    <a:pt x="2549" y="274"/>
                    <a:pt x="2727" y="82"/>
                  </a:cubicBezTo>
                  <a:cubicBezTo>
                    <a:pt x="2986" y="394"/>
                    <a:pt x="3342" y="578"/>
                    <a:pt x="3691" y="578"/>
                  </a:cubicBezTo>
                  <a:lnTo>
                    <a:pt x="3698" y="578"/>
                  </a:lnTo>
                  <a:cubicBezTo>
                    <a:pt x="4023" y="571"/>
                    <a:pt x="4365" y="401"/>
                    <a:pt x="4653" y="82"/>
                  </a:cubicBezTo>
                  <a:cubicBezTo>
                    <a:pt x="4912" y="356"/>
                    <a:pt x="5179" y="520"/>
                    <a:pt x="5453" y="564"/>
                  </a:cubicBezTo>
                  <a:lnTo>
                    <a:pt x="5476" y="564"/>
                  </a:lnTo>
                  <a:lnTo>
                    <a:pt x="5483" y="513"/>
                  </a:lnTo>
                  <a:lnTo>
                    <a:pt x="5460" y="513"/>
                  </a:lnTo>
                  <a:cubicBezTo>
                    <a:pt x="5193" y="468"/>
                    <a:pt x="4927" y="305"/>
                    <a:pt x="4669" y="31"/>
                  </a:cubicBezTo>
                  <a:lnTo>
                    <a:pt x="4653" y="8"/>
                  </a:lnTo>
                  <a:lnTo>
                    <a:pt x="4631" y="31"/>
                  </a:lnTo>
                  <a:cubicBezTo>
                    <a:pt x="4468" y="216"/>
                    <a:pt x="4126" y="520"/>
                    <a:pt x="3691" y="527"/>
                  </a:cubicBezTo>
                  <a:cubicBezTo>
                    <a:pt x="3349" y="527"/>
                    <a:pt x="2994" y="342"/>
                    <a:pt x="2748" y="24"/>
                  </a:cubicBezTo>
                  <a:lnTo>
                    <a:pt x="2727" y="0"/>
                  </a:lnTo>
                  <a:lnTo>
                    <a:pt x="2704" y="24"/>
                  </a:lnTo>
                  <a:cubicBezTo>
                    <a:pt x="2542" y="216"/>
                    <a:pt x="2200" y="527"/>
                    <a:pt x="1763" y="527"/>
                  </a:cubicBezTo>
                  <a:cubicBezTo>
                    <a:pt x="1423" y="527"/>
                    <a:pt x="1075" y="342"/>
                    <a:pt x="829" y="31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40">
              <a:extLst>
                <a:ext uri="{FF2B5EF4-FFF2-40B4-BE49-F238E27FC236}">
                  <a16:creationId xmlns:a16="http://schemas.microsoft.com/office/drawing/2014/main" id="{19F1A6F5-17FA-2B20-BA01-C7E3F614B62F}"/>
                </a:ext>
              </a:extLst>
            </p:cNvPr>
            <p:cNvSpPr/>
            <p:nvPr/>
          </p:nvSpPr>
          <p:spPr>
            <a:xfrm>
              <a:off x="7073981" y="3761214"/>
              <a:ext cx="414371" cy="43749"/>
            </a:xfrm>
            <a:custGeom>
              <a:avLst/>
              <a:gdLst/>
              <a:ahLst/>
              <a:cxnLst/>
              <a:rect l="l" t="t" r="r" b="b"/>
              <a:pathLst>
                <a:path w="5484" h="579" extrusionOk="0">
                  <a:moveTo>
                    <a:pt x="808" y="0"/>
                  </a:moveTo>
                  <a:lnTo>
                    <a:pt x="785" y="21"/>
                  </a:lnTo>
                  <a:cubicBezTo>
                    <a:pt x="548" y="297"/>
                    <a:pt x="289" y="459"/>
                    <a:pt x="22" y="511"/>
                  </a:cubicBezTo>
                  <a:lnTo>
                    <a:pt x="1" y="511"/>
                  </a:lnTo>
                  <a:lnTo>
                    <a:pt x="15" y="564"/>
                  </a:lnTo>
                  <a:lnTo>
                    <a:pt x="29" y="555"/>
                  </a:lnTo>
                  <a:cubicBezTo>
                    <a:pt x="303" y="503"/>
                    <a:pt x="562" y="349"/>
                    <a:pt x="808" y="82"/>
                  </a:cubicBezTo>
                  <a:cubicBezTo>
                    <a:pt x="1059" y="386"/>
                    <a:pt x="1414" y="578"/>
                    <a:pt x="1763" y="578"/>
                  </a:cubicBezTo>
                  <a:cubicBezTo>
                    <a:pt x="2207" y="578"/>
                    <a:pt x="2549" y="274"/>
                    <a:pt x="2727" y="82"/>
                  </a:cubicBezTo>
                  <a:cubicBezTo>
                    <a:pt x="2986" y="386"/>
                    <a:pt x="3342" y="571"/>
                    <a:pt x="3691" y="571"/>
                  </a:cubicBezTo>
                  <a:lnTo>
                    <a:pt x="3698" y="571"/>
                  </a:lnTo>
                  <a:cubicBezTo>
                    <a:pt x="4023" y="571"/>
                    <a:pt x="4365" y="393"/>
                    <a:pt x="4653" y="82"/>
                  </a:cubicBezTo>
                  <a:cubicBezTo>
                    <a:pt x="4912" y="356"/>
                    <a:pt x="5179" y="511"/>
                    <a:pt x="5453" y="555"/>
                  </a:cubicBezTo>
                  <a:lnTo>
                    <a:pt x="5476" y="564"/>
                  </a:lnTo>
                  <a:lnTo>
                    <a:pt x="5483" y="511"/>
                  </a:lnTo>
                  <a:lnTo>
                    <a:pt x="5460" y="511"/>
                  </a:lnTo>
                  <a:cubicBezTo>
                    <a:pt x="5193" y="466"/>
                    <a:pt x="4927" y="304"/>
                    <a:pt x="4669" y="21"/>
                  </a:cubicBezTo>
                  <a:lnTo>
                    <a:pt x="4653" y="7"/>
                  </a:lnTo>
                  <a:lnTo>
                    <a:pt x="4631" y="21"/>
                  </a:lnTo>
                  <a:cubicBezTo>
                    <a:pt x="4468" y="208"/>
                    <a:pt x="4126" y="519"/>
                    <a:pt x="3691" y="519"/>
                  </a:cubicBezTo>
                  <a:cubicBezTo>
                    <a:pt x="3349" y="519"/>
                    <a:pt x="2994" y="333"/>
                    <a:pt x="2748" y="21"/>
                  </a:cubicBezTo>
                  <a:lnTo>
                    <a:pt x="2727" y="0"/>
                  </a:lnTo>
                  <a:lnTo>
                    <a:pt x="2704" y="21"/>
                  </a:lnTo>
                  <a:cubicBezTo>
                    <a:pt x="2542" y="208"/>
                    <a:pt x="2200" y="527"/>
                    <a:pt x="1763" y="527"/>
                  </a:cubicBezTo>
                  <a:cubicBezTo>
                    <a:pt x="1423" y="527"/>
                    <a:pt x="1075" y="333"/>
                    <a:pt x="829" y="21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40">
              <a:extLst>
                <a:ext uri="{FF2B5EF4-FFF2-40B4-BE49-F238E27FC236}">
                  <a16:creationId xmlns:a16="http://schemas.microsoft.com/office/drawing/2014/main" id="{DC2EFF0A-040D-60BB-456F-FF706675717C}"/>
                </a:ext>
              </a:extLst>
            </p:cNvPr>
            <p:cNvSpPr/>
            <p:nvPr/>
          </p:nvSpPr>
          <p:spPr>
            <a:xfrm>
              <a:off x="7073981" y="3780255"/>
              <a:ext cx="417167" cy="43749"/>
            </a:xfrm>
            <a:custGeom>
              <a:avLst/>
              <a:gdLst/>
              <a:ahLst/>
              <a:cxnLst/>
              <a:rect l="l" t="t" r="r" b="b"/>
              <a:pathLst>
                <a:path w="5521" h="579" extrusionOk="0">
                  <a:moveTo>
                    <a:pt x="808" y="1"/>
                  </a:moveTo>
                  <a:lnTo>
                    <a:pt x="785" y="22"/>
                  </a:lnTo>
                  <a:cubicBezTo>
                    <a:pt x="548" y="296"/>
                    <a:pt x="289" y="459"/>
                    <a:pt x="22" y="511"/>
                  </a:cubicBezTo>
                  <a:lnTo>
                    <a:pt x="1" y="518"/>
                  </a:lnTo>
                  <a:lnTo>
                    <a:pt x="15" y="563"/>
                  </a:lnTo>
                  <a:lnTo>
                    <a:pt x="29" y="563"/>
                  </a:lnTo>
                  <a:cubicBezTo>
                    <a:pt x="303" y="511"/>
                    <a:pt x="562" y="347"/>
                    <a:pt x="808" y="81"/>
                  </a:cubicBezTo>
                  <a:cubicBezTo>
                    <a:pt x="1059" y="392"/>
                    <a:pt x="1414" y="579"/>
                    <a:pt x="1763" y="579"/>
                  </a:cubicBezTo>
                  <a:cubicBezTo>
                    <a:pt x="2207" y="579"/>
                    <a:pt x="2549" y="275"/>
                    <a:pt x="2727" y="81"/>
                  </a:cubicBezTo>
                  <a:cubicBezTo>
                    <a:pt x="2986" y="392"/>
                    <a:pt x="3342" y="579"/>
                    <a:pt x="3691" y="579"/>
                  </a:cubicBezTo>
                  <a:lnTo>
                    <a:pt x="3698" y="579"/>
                  </a:lnTo>
                  <a:cubicBezTo>
                    <a:pt x="4023" y="579"/>
                    <a:pt x="4365" y="401"/>
                    <a:pt x="4653" y="81"/>
                  </a:cubicBezTo>
                  <a:cubicBezTo>
                    <a:pt x="4919" y="371"/>
                    <a:pt x="5209" y="534"/>
                    <a:pt x="5497" y="570"/>
                  </a:cubicBezTo>
                  <a:lnTo>
                    <a:pt x="5521" y="570"/>
                  </a:lnTo>
                  <a:lnTo>
                    <a:pt x="5521" y="518"/>
                  </a:lnTo>
                  <a:lnTo>
                    <a:pt x="5505" y="518"/>
                  </a:lnTo>
                  <a:cubicBezTo>
                    <a:pt x="5224" y="481"/>
                    <a:pt x="4943" y="319"/>
                    <a:pt x="4669" y="29"/>
                  </a:cubicBezTo>
                  <a:lnTo>
                    <a:pt x="4653" y="8"/>
                  </a:lnTo>
                  <a:lnTo>
                    <a:pt x="4631" y="29"/>
                  </a:lnTo>
                  <a:cubicBezTo>
                    <a:pt x="4468" y="214"/>
                    <a:pt x="4126" y="525"/>
                    <a:pt x="3691" y="525"/>
                  </a:cubicBezTo>
                  <a:cubicBezTo>
                    <a:pt x="3349" y="525"/>
                    <a:pt x="2994" y="340"/>
                    <a:pt x="2748" y="29"/>
                  </a:cubicBezTo>
                  <a:lnTo>
                    <a:pt x="2727" y="1"/>
                  </a:lnTo>
                  <a:lnTo>
                    <a:pt x="2704" y="22"/>
                  </a:lnTo>
                  <a:cubicBezTo>
                    <a:pt x="2542" y="214"/>
                    <a:pt x="2200" y="525"/>
                    <a:pt x="1763" y="525"/>
                  </a:cubicBezTo>
                  <a:cubicBezTo>
                    <a:pt x="1423" y="525"/>
                    <a:pt x="1075" y="340"/>
                    <a:pt x="829" y="29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40">
              <a:extLst>
                <a:ext uri="{FF2B5EF4-FFF2-40B4-BE49-F238E27FC236}">
                  <a16:creationId xmlns:a16="http://schemas.microsoft.com/office/drawing/2014/main" id="{23262B49-AC25-2FC8-F322-80AA16A155B9}"/>
                </a:ext>
              </a:extLst>
            </p:cNvPr>
            <p:cNvSpPr/>
            <p:nvPr/>
          </p:nvSpPr>
          <p:spPr>
            <a:xfrm>
              <a:off x="6315812" y="3391121"/>
              <a:ext cx="413842" cy="43749"/>
            </a:xfrm>
            <a:custGeom>
              <a:avLst/>
              <a:gdLst/>
              <a:ahLst/>
              <a:cxnLst/>
              <a:rect l="l" t="t" r="r" b="b"/>
              <a:pathLst>
                <a:path w="5477" h="579" extrusionOk="0">
                  <a:moveTo>
                    <a:pt x="808" y="1"/>
                  </a:moveTo>
                  <a:lnTo>
                    <a:pt x="787" y="22"/>
                  </a:lnTo>
                  <a:cubicBezTo>
                    <a:pt x="549" y="296"/>
                    <a:pt x="289" y="459"/>
                    <a:pt x="15" y="511"/>
                  </a:cubicBezTo>
                  <a:lnTo>
                    <a:pt x="1" y="511"/>
                  </a:lnTo>
                  <a:lnTo>
                    <a:pt x="8" y="562"/>
                  </a:lnTo>
                  <a:lnTo>
                    <a:pt x="31" y="555"/>
                  </a:lnTo>
                  <a:cubicBezTo>
                    <a:pt x="305" y="504"/>
                    <a:pt x="565" y="349"/>
                    <a:pt x="801" y="82"/>
                  </a:cubicBezTo>
                  <a:cubicBezTo>
                    <a:pt x="1061" y="385"/>
                    <a:pt x="1417" y="571"/>
                    <a:pt x="1756" y="578"/>
                  </a:cubicBezTo>
                  <a:lnTo>
                    <a:pt x="1765" y="578"/>
                  </a:lnTo>
                  <a:cubicBezTo>
                    <a:pt x="2201" y="578"/>
                    <a:pt x="2549" y="274"/>
                    <a:pt x="2727" y="73"/>
                  </a:cubicBezTo>
                  <a:cubicBezTo>
                    <a:pt x="2980" y="385"/>
                    <a:pt x="3343" y="571"/>
                    <a:pt x="3691" y="571"/>
                  </a:cubicBezTo>
                  <a:cubicBezTo>
                    <a:pt x="4024" y="571"/>
                    <a:pt x="4358" y="394"/>
                    <a:pt x="4655" y="82"/>
                  </a:cubicBezTo>
                  <a:cubicBezTo>
                    <a:pt x="4906" y="356"/>
                    <a:pt x="5180" y="511"/>
                    <a:pt x="5455" y="555"/>
                  </a:cubicBezTo>
                  <a:lnTo>
                    <a:pt x="5469" y="562"/>
                  </a:lnTo>
                  <a:lnTo>
                    <a:pt x="5477" y="548"/>
                  </a:lnTo>
                  <a:lnTo>
                    <a:pt x="5469" y="511"/>
                  </a:lnTo>
                  <a:lnTo>
                    <a:pt x="5462" y="511"/>
                  </a:lnTo>
                  <a:cubicBezTo>
                    <a:pt x="5188" y="459"/>
                    <a:pt x="4922" y="305"/>
                    <a:pt x="4669" y="22"/>
                  </a:cubicBezTo>
                  <a:lnTo>
                    <a:pt x="4646" y="8"/>
                  </a:lnTo>
                  <a:lnTo>
                    <a:pt x="4632" y="22"/>
                  </a:lnTo>
                  <a:cubicBezTo>
                    <a:pt x="4468" y="207"/>
                    <a:pt x="4129" y="518"/>
                    <a:pt x="3691" y="518"/>
                  </a:cubicBezTo>
                  <a:cubicBezTo>
                    <a:pt x="3350" y="518"/>
                    <a:pt x="2994" y="333"/>
                    <a:pt x="2743" y="22"/>
                  </a:cubicBezTo>
                  <a:lnTo>
                    <a:pt x="2727" y="1"/>
                  </a:lnTo>
                  <a:lnTo>
                    <a:pt x="2706" y="22"/>
                  </a:lnTo>
                  <a:cubicBezTo>
                    <a:pt x="2542" y="207"/>
                    <a:pt x="2201" y="527"/>
                    <a:pt x="1765" y="527"/>
                  </a:cubicBezTo>
                  <a:lnTo>
                    <a:pt x="1756" y="527"/>
                  </a:lnTo>
                  <a:cubicBezTo>
                    <a:pt x="1424" y="527"/>
                    <a:pt x="1068" y="333"/>
                    <a:pt x="823" y="22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40">
              <a:extLst>
                <a:ext uri="{FF2B5EF4-FFF2-40B4-BE49-F238E27FC236}">
                  <a16:creationId xmlns:a16="http://schemas.microsoft.com/office/drawing/2014/main" id="{74F7D099-0F91-5E42-B4BD-60E00683F63F}"/>
                </a:ext>
              </a:extLst>
            </p:cNvPr>
            <p:cNvSpPr/>
            <p:nvPr/>
          </p:nvSpPr>
          <p:spPr>
            <a:xfrm>
              <a:off x="6729579" y="3429656"/>
              <a:ext cx="76" cy="1889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1" y="1"/>
                  </a:moveTo>
                  <a:lnTo>
                    <a:pt x="1" y="24"/>
                  </a:lnTo>
                  <a:close/>
                </a:path>
              </a:pathLst>
            </a:custGeom>
            <a:solidFill>
              <a:srgbClr val="E5E6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40">
              <a:extLst>
                <a:ext uri="{FF2B5EF4-FFF2-40B4-BE49-F238E27FC236}">
                  <a16:creationId xmlns:a16="http://schemas.microsoft.com/office/drawing/2014/main" id="{2892B60D-1254-3DB6-9196-0A08283C91FE}"/>
                </a:ext>
              </a:extLst>
            </p:cNvPr>
            <p:cNvSpPr/>
            <p:nvPr/>
          </p:nvSpPr>
          <p:spPr>
            <a:xfrm>
              <a:off x="6729050" y="3429656"/>
              <a:ext cx="604" cy="2947"/>
            </a:xfrm>
            <a:custGeom>
              <a:avLst/>
              <a:gdLst/>
              <a:ahLst/>
              <a:cxnLst/>
              <a:rect l="l" t="t" r="r" b="b"/>
              <a:pathLst>
                <a:path w="8" h="39" extrusionOk="0">
                  <a:moveTo>
                    <a:pt x="0" y="1"/>
                  </a:moveTo>
                  <a:lnTo>
                    <a:pt x="8" y="38"/>
                  </a:lnTo>
                  <a:lnTo>
                    <a:pt x="8" y="24"/>
                  </a:lnTo>
                  <a:lnTo>
                    <a:pt x="8" y="1"/>
                  </a:lnTo>
                  <a:close/>
                </a:path>
              </a:pathLst>
            </a:custGeom>
            <a:solidFill>
              <a:srgbClr val="E2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40">
              <a:extLst>
                <a:ext uri="{FF2B5EF4-FFF2-40B4-BE49-F238E27FC236}">
                  <a16:creationId xmlns:a16="http://schemas.microsoft.com/office/drawing/2014/main" id="{FDF81CB3-F594-5CAE-276F-3683E479D86D}"/>
                </a:ext>
              </a:extLst>
            </p:cNvPr>
            <p:cNvSpPr/>
            <p:nvPr/>
          </p:nvSpPr>
          <p:spPr>
            <a:xfrm>
              <a:off x="6315812" y="3410086"/>
              <a:ext cx="413842" cy="43749"/>
            </a:xfrm>
            <a:custGeom>
              <a:avLst/>
              <a:gdLst/>
              <a:ahLst/>
              <a:cxnLst/>
              <a:rect l="l" t="t" r="r" b="b"/>
              <a:pathLst>
                <a:path w="5477" h="579" extrusionOk="0">
                  <a:moveTo>
                    <a:pt x="808" y="0"/>
                  </a:moveTo>
                  <a:lnTo>
                    <a:pt x="787" y="23"/>
                  </a:lnTo>
                  <a:cubicBezTo>
                    <a:pt x="549" y="297"/>
                    <a:pt x="289" y="461"/>
                    <a:pt x="15" y="512"/>
                  </a:cubicBezTo>
                  <a:lnTo>
                    <a:pt x="1" y="520"/>
                  </a:lnTo>
                  <a:lnTo>
                    <a:pt x="8" y="564"/>
                  </a:lnTo>
                  <a:lnTo>
                    <a:pt x="31" y="564"/>
                  </a:lnTo>
                  <a:cubicBezTo>
                    <a:pt x="305" y="512"/>
                    <a:pt x="565" y="349"/>
                    <a:pt x="801" y="82"/>
                  </a:cubicBezTo>
                  <a:cubicBezTo>
                    <a:pt x="1061" y="393"/>
                    <a:pt x="1417" y="578"/>
                    <a:pt x="1756" y="578"/>
                  </a:cubicBezTo>
                  <a:lnTo>
                    <a:pt x="1765" y="578"/>
                  </a:lnTo>
                  <a:cubicBezTo>
                    <a:pt x="2201" y="578"/>
                    <a:pt x="2549" y="276"/>
                    <a:pt x="2727" y="82"/>
                  </a:cubicBezTo>
                  <a:cubicBezTo>
                    <a:pt x="2980" y="393"/>
                    <a:pt x="3343" y="578"/>
                    <a:pt x="3691" y="578"/>
                  </a:cubicBezTo>
                  <a:cubicBezTo>
                    <a:pt x="4024" y="571"/>
                    <a:pt x="4358" y="400"/>
                    <a:pt x="4655" y="82"/>
                  </a:cubicBezTo>
                  <a:cubicBezTo>
                    <a:pt x="4906" y="356"/>
                    <a:pt x="5180" y="520"/>
                    <a:pt x="5455" y="564"/>
                  </a:cubicBezTo>
                  <a:lnTo>
                    <a:pt x="5469" y="564"/>
                  </a:lnTo>
                  <a:lnTo>
                    <a:pt x="5477" y="557"/>
                  </a:lnTo>
                  <a:lnTo>
                    <a:pt x="5469" y="520"/>
                  </a:lnTo>
                  <a:lnTo>
                    <a:pt x="5477" y="512"/>
                  </a:lnTo>
                  <a:lnTo>
                    <a:pt x="5462" y="512"/>
                  </a:lnTo>
                  <a:cubicBezTo>
                    <a:pt x="5188" y="468"/>
                    <a:pt x="4922" y="304"/>
                    <a:pt x="4669" y="30"/>
                  </a:cubicBezTo>
                  <a:lnTo>
                    <a:pt x="4646" y="9"/>
                  </a:lnTo>
                  <a:lnTo>
                    <a:pt x="4632" y="30"/>
                  </a:lnTo>
                  <a:cubicBezTo>
                    <a:pt x="4468" y="215"/>
                    <a:pt x="4129" y="520"/>
                    <a:pt x="3691" y="527"/>
                  </a:cubicBezTo>
                  <a:cubicBezTo>
                    <a:pt x="3350" y="527"/>
                    <a:pt x="2994" y="342"/>
                    <a:pt x="2743" y="30"/>
                  </a:cubicBezTo>
                  <a:lnTo>
                    <a:pt x="2727" y="0"/>
                  </a:lnTo>
                  <a:lnTo>
                    <a:pt x="2706" y="23"/>
                  </a:lnTo>
                  <a:cubicBezTo>
                    <a:pt x="2542" y="215"/>
                    <a:pt x="2201" y="527"/>
                    <a:pt x="1765" y="527"/>
                  </a:cubicBezTo>
                  <a:lnTo>
                    <a:pt x="1756" y="527"/>
                  </a:lnTo>
                  <a:cubicBezTo>
                    <a:pt x="1424" y="527"/>
                    <a:pt x="1068" y="342"/>
                    <a:pt x="823" y="30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40">
              <a:extLst>
                <a:ext uri="{FF2B5EF4-FFF2-40B4-BE49-F238E27FC236}">
                  <a16:creationId xmlns:a16="http://schemas.microsoft.com/office/drawing/2014/main" id="{81D2C986-365F-F9AF-A4B5-33B2E9B48B5E}"/>
                </a:ext>
              </a:extLst>
            </p:cNvPr>
            <p:cNvSpPr/>
            <p:nvPr/>
          </p:nvSpPr>
          <p:spPr>
            <a:xfrm>
              <a:off x="6729579" y="3448773"/>
              <a:ext cx="76" cy="1662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1" y="0"/>
                  </a:moveTo>
                  <a:lnTo>
                    <a:pt x="1" y="22"/>
                  </a:lnTo>
                  <a:close/>
                </a:path>
              </a:pathLst>
            </a:custGeom>
            <a:solidFill>
              <a:srgbClr val="E5E6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40">
              <a:extLst>
                <a:ext uri="{FF2B5EF4-FFF2-40B4-BE49-F238E27FC236}">
                  <a16:creationId xmlns:a16="http://schemas.microsoft.com/office/drawing/2014/main" id="{E76CC404-D179-0ED9-BC90-6576C252B72D}"/>
                </a:ext>
              </a:extLst>
            </p:cNvPr>
            <p:cNvSpPr/>
            <p:nvPr/>
          </p:nvSpPr>
          <p:spPr>
            <a:xfrm>
              <a:off x="6729050" y="3448773"/>
              <a:ext cx="604" cy="3400"/>
            </a:xfrm>
            <a:custGeom>
              <a:avLst/>
              <a:gdLst/>
              <a:ahLst/>
              <a:cxnLst/>
              <a:rect l="l" t="t" r="r" b="b"/>
              <a:pathLst>
                <a:path w="8" h="45" extrusionOk="0">
                  <a:moveTo>
                    <a:pt x="8" y="0"/>
                  </a:moveTo>
                  <a:lnTo>
                    <a:pt x="0" y="8"/>
                  </a:lnTo>
                  <a:lnTo>
                    <a:pt x="8" y="45"/>
                  </a:lnTo>
                  <a:lnTo>
                    <a:pt x="8" y="22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2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40">
              <a:extLst>
                <a:ext uri="{FF2B5EF4-FFF2-40B4-BE49-F238E27FC236}">
                  <a16:creationId xmlns:a16="http://schemas.microsoft.com/office/drawing/2014/main" id="{B41F137D-4F7E-99F5-40B0-287AD82B430B}"/>
                </a:ext>
              </a:extLst>
            </p:cNvPr>
            <p:cNvSpPr/>
            <p:nvPr/>
          </p:nvSpPr>
          <p:spPr>
            <a:xfrm>
              <a:off x="6729579" y="3471743"/>
              <a:ext cx="3476" cy="1133"/>
            </a:xfrm>
            <a:custGeom>
              <a:avLst/>
              <a:gdLst/>
              <a:ahLst/>
              <a:cxnLst/>
              <a:rect l="l" t="t" r="r" b="b"/>
              <a:pathLst>
                <a:path w="46" h="15" extrusionOk="0">
                  <a:moveTo>
                    <a:pt x="15" y="1"/>
                  </a:moveTo>
                  <a:lnTo>
                    <a:pt x="1" y="8"/>
                  </a:lnTo>
                  <a:lnTo>
                    <a:pt x="24" y="8"/>
                  </a:lnTo>
                  <a:lnTo>
                    <a:pt x="38" y="15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40">
              <a:extLst>
                <a:ext uri="{FF2B5EF4-FFF2-40B4-BE49-F238E27FC236}">
                  <a16:creationId xmlns:a16="http://schemas.microsoft.com/office/drawing/2014/main" id="{E4040B4E-E920-6A05-08B4-291D05D0AEC8}"/>
                </a:ext>
              </a:extLst>
            </p:cNvPr>
            <p:cNvSpPr/>
            <p:nvPr/>
          </p:nvSpPr>
          <p:spPr>
            <a:xfrm>
              <a:off x="6315812" y="3429656"/>
              <a:ext cx="413842" cy="43749"/>
            </a:xfrm>
            <a:custGeom>
              <a:avLst/>
              <a:gdLst/>
              <a:ahLst/>
              <a:cxnLst/>
              <a:rect l="l" t="t" r="r" b="b"/>
              <a:pathLst>
                <a:path w="5477" h="579" extrusionOk="0">
                  <a:moveTo>
                    <a:pt x="808" y="1"/>
                  </a:moveTo>
                  <a:lnTo>
                    <a:pt x="787" y="24"/>
                  </a:lnTo>
                  <a:cubicBezTo>
                    <a:pt x="549" y="298"/>
                    <a:pt x="289" y="462"/>
                    <a:pt x="15" y="513"/>
                  </a:cubicBezTo>
                  <a:lnTo>
                    <a:pt x="1" y="513"/>
                  </a:lnTo>
                  <a:lnTo>
                    <a:pt x="8" y="565"/>
                  </a:lnTo>
                  <a:lnTo>
                    <a:pt x="31" y="558"/>
                  </a:lnTo>
                  <a:cubicBezTo>
                    <a:pt x="305" y="506"/>
                    <a:pt x="565" y="349"/>
                    <a:pt x="801" y="83"/>
                  </a:cubicBezTo>
                  <a:cubicBezTo>
                    <a:pt x="1061" y="394"/>
                    <a:pt x="1417" y="579"/>
                    <a:pt x="1756" y="579"/>
                  </a:cubicBezTo>
                  <a:lnTo>
                    <a:pt x="1765" y="579"/>
                  </a:lnTo>
                  <a:cubicBezTo>
                    <a:pt x="2201" y="579"/>
                    <a:pt x="2549" y="275"/>
                    <a:pt x="2727" y="83"/>
                  </a:cubicBezTo>
                  <a:cubicBezTo>
                    <a:pt x="2980" y="387"/>
                    <a:pt x="3343" y="572"/>
                    <a:pt x="3691" y="572"/>
                  </a:cubicBezTo>
                  <a:cubicBezTo>
                    <a:pt x="4024" y="572"/>
                    <a:pt x="4358" y="394"/>
                    <a:pt x="4655" y="83"/>
                  </a:cubicBezTo>
                  <a:cubicBezTo>
                    <a:pt x="4913" y="364"/>
                    <a:pt x="5196" y="520"/>
                    <a:pt x="5477" y="565"/>
                  </a:cubicBezTo>
                  <a:lnTo>
                    <a:pt x="5469" y="513"/>
                  </a:lnTo>
                  <a:lnTo>
                    <a:pt x="5477" y="513"/>
                  </a:lnTo>
                  <a:cubicBezTo>
                    <a:pt x="5203" y="469"/>
                    <a:pt x="4929" y="305"/>
                    <a:pt x="4669" y="24"/>
                  </a:cubicBezTo>
                  <a:lnTo>
                    <a:pt x="4646" y="8"/>
                  </a:lnTo>
                  <a:lnTo>
                    <a:pt x="4632" y="31"/>
                  </a:lnTo>
                  <a:cubicBezTo>
                    <a:pt x="4468" y="209"/>
                    <a:pt x="4129" y="520"/>
                    <a:pt x="3691" y="520"/>
                  </a:cubicBezTo>
                  <a:cubicBezTo>
                    <a:pt x="3350" y="520"/>
                    <a:pt x="2994" y="335"/>
                    <a:pt x="2743" y="24"/>
                  </a:cubicBezTo>
                  <a:lnTo>
                    <a:pt x="2727" y="1"/>
                  </a:lnTo>
                  <a:lnTo>
                    <a:pt x="2706" y="24"/>
                  </a:lnTo>
                  <a:cubicBezTo>
                    <a:pt x="2542" y="209"/>
                    <a:pt x="2201" y="527"/>
                    <a:pt x="1765" y="527"/>
                  </a:cubicBezTo>
                  <a:lnTo>
                    <a:pt x="1756" y="527"/>
                  </a:lnTo>
                  <a:cubicBezTo>
                    <a:pt x="1424" y="527"/>
                    <a:pt x="1068" y="335"/>
                    <a:pt x="823" y="24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40">
              <a:extLst>
                <a:ext uri="{FF2B5EF4-FFF2-40B4-BE49-F238E27FC236}">
                  <a16:creationId xmlns:a16="http://schemas.microsoft.com/office/drawing/2014/main" id="{C57A74AE-7BA0-81BF-D417-104384263D34}"/>
                </a:ext>
              </a:extLst>
            </p:cNvPr>
            <p:cNvSpPr/>
            <p:nvPr/>
          </p:nvSpPr>
          <p:spPr>
            <a:xfrm>
              <a:off x="6729579" y="3468419"/>
              <a:ext cx="3476" cy="3929"/>
            </a:xfrm>
            <a:custGeom>
              <a:avLst/>
              <a:gdLst/>
              <a:ahLst/>
              <a:cxnLst/>
              <a:rect l="l" t="t" r="r" b="b"/>
              <a:pathLst>
                <a:path w="46" h="52" extrusionOk="0">
                  <a:moveTo>
                    <a:pt x="1" y="0"/>
                  </a:moveTo>
                  <a:lnTo>
                    <a:pt x="1" y="52"/>
                  </a:lnTo>
                  <a:lnTo>
                    <a:pt x="15" y="45"/>
                  </a:lnTo>
                  <a:lnTo>
                    <a:pt x="45" y="45"/>
                  </a:lnTo>
                  <a:lnTo>
                    <a:pt x="45" y="7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E5E6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40">
              <a:extLst>
                <a:ext uri="{FF2B5EF4-FFF2-40B4-BE49-F238E27FC236}">
                  <a16:creationId xmlns:a16="http://schemas.microsoft.com/office/drawing/2014/main" id="{C3BB5555-00B6-5E34-54B5-CC6EA92DDFC5}"/>
                </a:ext>
              </a:extLst>
            </p:cNvPr>
            <p:cNvSpPr/>
            <p:nvPr/>
          </p:nvSpPr>
          <p:spPr>
            <a:xfrm>
              <a:off x="6729050" y="3468419"/>
              <a:ext cx="604" cy="3929"/>
            </a:xfrm>
            <a:custGeom>
              <a:avLst/>
              <a:gdLst/>
              <a:ahLst/>
              <a:cxnLst/>
              <a:rect l="l" t="t" r="r" b="b"/>
              <a:pathLst>
                <a:path w="8" h="52" extrusionOk="0">
                  <a:moveTo>
                    <a:pt x="0" y="0"/>
                  </a:moveTo>
                  <a:lnTo>
                    <a:pt x="8" y="52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2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40">
              <a:extLst>
                <a:ext uri="{FF2B5EF4-FFF2-40B4-BE49-F238E27FC236}">
                  <a16:creationId xmlns:a16="http://schemas.microsoft.com/office/drawing/2014/main" id="{5AA9318D-AEBA-E8FE-BD46-25E08B436F4A}"/>
                </a:ext>
              </a:extLst>
            </p:cNvPr>
            <p:cNvSpPr/>
            <p:nvPr/>
          </p:nvSpPr>
          <p:spPr>
            <a:xfrm>
              <a:off x="5631616" y="3319339"/>
              <a:ext cx="414447" cy="43749"/>
            </a:xfrm>
            <a:custGeom>
              <a:avLst/>
              <a:gdLst/>
              <a:ahLst/>
              <a:cxnLst/>
              <a:rect l="l" t="t" r="r" b="b"/>
              <a:pathLst>
                <a:path w="5485" h="579" extrusionOk="0">
                  <a:moveTo>
                    <a:pt x="808" y="1"/>
                  </a:moveTo>
                  <a:lnTo>
                    <a:pt x="787" y="24"/>
                  </a:lnTo>
                  <a:cubicBezTo>
                    <a:pt x="550" y="291"/>
                    <a:pt x="290" y="461"/>
                    <a:pt x="24" y="506"/>
                  </a:cubicBezTo>
                  <a:lnTo>
                    <a:pt x="1" y="513"/>
                  </a:lnTo>
                  <a:lnTo>
                    <a:pt x="17" y="565"/>
                  </a:lnTo>
                  <a:lnTo>
                    <a:pt x="31" y="557"/>
                  </a:lnTo>
                  <a:cubicBezTo>
                    <a:pt x="305" y="506"/>
                    <a:pt x="564" y="342"/>
                    <a:pt x="808" y="76"/>
                  </a:cubicBezTo>
                  <a:cubicBezTo>
                    <a:pt x="1060" y="387"/>
                    <a:pt x="1416" y="572"/>
                    <a:pt x="1765" y="579"/>
                  </a:cubicBezTo>
                  <a:cubicBezTo>
                    <a:pt x="2209" y="579"/>
                    <a:pt x="2551" y="268"/>
                    <a:pt x="2729" y="76"/>
                  </a:cubicBezTo>
                  <a:cubicBezTo>
                    <a:pt x="2986" y="387"/>
                    <a:pt x="3342" y="572"/>
                    <a:pt x="3691" y="572"/>
                  </a:cubicBezTo>
                  <a:lnTo>
                    <a:pt x="3698" y="572"/>
                  </a:lnTo>
                  <a:cubicBezTo>
                    <a:pt x="4025" y="572"/>
                    <a:pt x="4365" y="394"/>
                    <a:pt x="4655" y="83"/>
                  </a:cubicBezTo>
                  <a:cubicBezTo>
                    <a:pt x="4914" y="349"/>
                    <a:pt x="5181" y="513"/>
                    <a:pt x="5455" y="557"/>
                  </a:cubicBezTo>
                  <a:lnTo>
                    <a:pt x="5476" y="565"/>
                  </a:lnTo>
                  <a:lnTo>
                    <a:pt x="5485" y="513"/>
                  </a:lnTo>
                  <a:lnTo>
                    <a:pt x="5469" y="506"/>
                  </a:lnTo>
                  <a:cubicBezTo>
                    <a:pt x="5195" y="461"/>
                    <a:pt x="4928" y="298"/>
                    <a:pt x="4669" y="24"/>
                  </a:cubicBezTo>
                  <a:lnTo>
                    <a:pt x="4655" y="1"/>
                  </a:lnTo>
                  <a:lnTo>
                    <a:pt x="4631" y="24"/>
                  </a:lnTo>
                  <a:cubicBezTo>
                    <a:pt x="4470" y="209"/>
                    <a:pt x="4128" y="520"/>
                    <a:pt x="3691" y="520"/>
                  </a:cubicBezTo>
                  <a:cubicBezTo>
                    <a:pt x="3351" y="520"/>
                    <a:pt x="3002" y="335"/>
                    <a:pt x="2750" y="24"/>
                  </a:cubicBezTo>
                  <a:lnTo>
                    <a:pt x="2729" y="1"/>
                  </a:lnTo>
                  <a:lnTo>
                    <a:pt x="2713" y="24"/>
                  </a:lnTo>
                  <a:cubicBezTo>
                    <a:pt x="2542" y="209"/>
                    <a:pt x="2202" y="527"/>
                    <a:pt x="1765" y="527"/>
                  </a:cubicBezTo>
                  <a:cubicBezTo>
                    <a:pt x="1423" y="520"/>
                    <a:pt x="1075" y="335"/>
                    <a:pt x="831" y="24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40">
              <a:extLst>
                <a:ext uri="{FF2B5EF4-FFF2-40B4-BE49-F238E27FC236}">
                  <a16:creationId xmlns:a16="http://schemas.microsoft.com/office/drawing/2014/main" id="{A7C7E5BD-2F6C-39E3-E9E5-3C26BF53F499}"/>
                </a:ext>
              </a:extLst>
            </p:cNvPr>
            <p:cNvSpPr/>
            <p:nvPr/>
          </p:nvSpPr>
          <p:spPr>
            <a:xfrm>
              <a:off x="5631616" y="3338455"/>
              <a:ext cx="414447" cy="43749"/>
            </a:xfrm>
            <a:custGeom>
              <a:avLst/>
              <a:gdLst/>
              <a:ahLst/>
              <a:cxnLst/>
              <a:rect l="l" t="t" r="r" b="b"/>
              <a:pathLst>
                <a:path w="5485" h="579" extrusionOk="0">
                  <a:moveTo>
                    <a:pt x="808" y="0"/>
                  </a:moveTo>
                  <a:lnTo>
                    <a:pt x="787" y="24"/>
                  </a:lnTo>
                  <a:cubicBezTo>
                    <a:pt x="550" y="297"/>
                    <a:pt x="290" y="459"/>
                    <a:pt x="24" y="513"/>
                  </a:cubicBezTo>
                  <a:lnTo>
                    <a:pt x="1" y="513"/>
                  </a:lnTo>
                  <a:lnTo>
                    <a:pt x="17" y="564"/>
                  </a:lnTo>
                  <a:lnTo>
                    <a:pt x="31" y="564"/>
                  </a:lnTo>
                  <a:cubicBezTo>
                    <a:pt x="305" y="513"/>
                    <a:pt x="564" y="349"/>
                    <a:pt x="808" y="82"/>
                  </a:cubicBezTo>
                  <a:cubicBezTo>
                    <a:pt x="1060" y="393"/>
                    <a:pt x="1416" y="578"/>
                    <a:pt x="1765" y="578"/>
                  </a:cubicBezTo>
                  <a:cubicBezTo>
                    <a:pt x="2209" y="578"/>
                    <a:pt x="2551" y="274"/>
                    <a:pt x="2729" y="82"/>
                  </a:cubicBezTo>
                  <a:cubicBezTo>
                    <a:pt x="2986" y="393"/>
                    <a:pt x="3342" y="578"/>
                    <a:pt x="3691" y="578"/>
                  </a:cubicBezTo>
                  <a:lnTo>
                    <a:pt x="3698" y="578"/>
                  </a:lnTo>
                  <a:cubicBezTo>
                    <a:pt x="4025" y="571"/>
                    <a:pt x="4365" y="401"/>
                    <a:pt x="4655" y="82"/>
                  </a:cubicBezTo>
                  <a:cubicBezTo>
                    <a:pt x="4914" y="356"/>
                    <a:pt x="5181" y="520"/>
                    <a:pt x="5455" y="564"/>
                  </a:cubicBezTo>
                  <a:lnTo>
                    <a:pt x="5476" y="564"/>
                  </a:lnTo>
                  <a:lnTo>
                    <a:pt x="5485" y="513"/>
                  </a:lnTo>
                  <a:lnTo>
                    <a:pt x="5469" y="513"/>
                  </a:lnTo>
                  <a:cubicBezTo>
                    <a:pt x="5195" y="468"/>
                    <a:pt x="4928" y="304"/>
                    <a:pt x="4669" y="31"/>
                  </a:cubicBezTo>
                  <a:lnTo>
                    <a:pt x="4655" y="8"/>
                  </a:lnTo>
                  <a:lnTo>
                    <a:pt x="4631" y="31"/>
                  </a:lnTo>
                  <a:cubicBezTo>
                    <a:pt x="4470" y="216"/>
                    <a:pt x="4128" y="520"/>
                    <a:pt x="3691" y="527"/>
                  </a:cubicBezTo>
                  <a:cubicBezTo>
                    <a:pt x="3351" y="527"/>
                    <a:pt x="3002" y="335"/>
                    <a:pt x="2750" y="24"/>
                  </a:cubicBezTo>
                  <a:lnTo>
                    <a:pt x="2729" y="0"/>
                  </a:lnTo>
                  <a:lnTo>
                    <a:pt x="2713" y="24"/>
                  </a:lnTo>
                  <a:cubicBezTo>
                    <a:pt x="2542" y="216"/>
                    <a:pt x="2202" y="527"/>
                    <a:pt x="1765" y="527"/>
                  </a:cubicBezTo>
                  <a:cubicBezTo>
                    <a:pt x="1423" y="527"/>
                    <a:pt x="1075" y="342"/>
                    <a:pt x="831" y="24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40">
              <a:extLst>
                <a:ext uri="{FF2B5EF4-FFF2-40B4-BE49-F238E27FC236}">
                  <a16:creationId xmlns:a16="http://schemas.microsoft.com/office/drawing/2014/main" id="{652C2D38-4414-2DD8-3D6D-650BDE09D173}"/>
                </a:ext>
              </a:extLst>
            </p:cNvPr>
            <p:cNvSpPr/>
            <p:nvPr/>
          </p:nvSpPr>
          <p:spPr>
            <a:xfrm>
              <a:off x="5631616" y="3358101"/>
              <a:ext cx="417847" cy="43674"/>
            </a:xfrm>
            <a:custGeom>
              <a:avLst/>
              <a:gdLst/>
              <a:ahLst/>
              <a:cxnLst/>
              <a:rect l="l" t="t" r="r" b="b"/>
              <a:pathLst>
                <a:path w="5530" h="578" extrusionOk="0">
                  <a:moveTo>
                    <a:pt x="808" y="0"/>
                  </a:moveTo>
                  <a:lnTo>
                    <a:pt x="787" y="21"/>
                  </a:lnTo>
                  <a:cubicBezTo>
                    <a:pt x="550" y="297"/>
                    <a:pt x="290" y="459"/>
                    <a:pt x="24" y="510"/>
                  </a:cubicBezTo>
                  <a:lnTo>
                    <a:pt x="1" y="510"/>
                  </a:lnTo>
                  <a:lnTo>
                    <a:pt x="17" y="564"/>
                  </a:lnTo>
                  <a:lnTo>
                    <a:pt x="31" y="555"/>
                  </a:lnTo>
                  <a:cubicBezTo>
                    <a:pt x="305" y="503"/>
                    <a:pt x="564" y="349"/>
                    <a:pt x="808" y="75"/>
                  </a:cubicBezTo>
                  <a:cubicBezTo>
                    <a:pt x="1060" y="386"/>
                    <a:pt x="1416" y="571"/>
                    <a:pt x="1765" y="578"/>
                  </a:cubicBezTo>
                  <a:cubicBezTo>
                    <a:pt x="2209" y="578"/>
                    <a:pt x="2551" y="274"/>
                    <a:pt x="2729" y="75"/>
                  </a:cubicBezTo>
                  <a:cubicBezTo>
                    <a:pt x="2986" y="386"/>
                    <a:pt x="3342" y="571"/>
                    <a:pt x="3691" y="571"/>
                  </a:cubicBezTo>
                  <a:lnTo>
                    <a:pt x="3698" y="571"/>
                  </a:lnTo>
                  <a:cubicBezTo>
                    <a:pt x="4025" y="571"/>
                    <a:pt x="4365" y="393"/>
                    <a:pt x="4655" y="82"/>
                  </a:cubicBezTo>
                  <a:cubicBezTo>
                    <a:pt x="4928" y="363"/>
                    <a:pt x="5209" y="526"/>
                    <a:pt x="5506" y="564"/>
                  </a:cubicBezTo>
                  <a:lnTo>
                    <a:pt x="5521" y="564"/>
                  </a:lnTo>
                  <a:lnTo>
                    <a:pt x="5529" y="519"/>
                  </a:lnTo>
                  <a:lnTo>
                    <a:pt x="5506" y="510"/>
                  </a:lnTo>
                  <a:cubicBezTo>
                    <a:pt x="5225" y="482"/>
                    <a:pt x="4943" y="311"/>
                    <a:pt x="4669" y="21"/>
                  </a:cubicBezTo>
                  <a:lnTo>
                    <a:pt x="4655" y="7"/>
                  </a:lnTo>
                  <a:lnTo>
                    <a:pt x="4631" y="21"/>
                  </a:lnTo>
                  <a:cubicBezTo>
                    <a:pt x="4470" y="208"/>
                    <a:pt x="4128" y="519"/>
                    <a:pt x="3691" y="519"/>
                  </a:cubicBezTo>
                  <a:cubicBezTo>
                    <a:pt x="3351" y="519"/>
                    <a:pt x="3002" y="333"/>
                    <a:pt x="2750" y="21"/>
                  </a:cubicBezTo>
                  <a:lnTo>
                    <a:pt x="2729" y="0"/>
                  </a:lnTo>
                  <a:lnTo>
                    <a:pt x="2713" y="21"/>
                  </a:lnTo>
                  <a:cubicBezTo>
                    <a:pt x="2542" y="208"/>
                    <a:pt x="2202" y="526"/>
                    <a:pt x="1765" y="526"/>
                  </a:cubicBezTo>
                  <a:cubicBezTo>
                    <a:pt x="1423" y="526"/>
                    <a:pt x="1075" y="333"/>
                    <a:pt x="831" y="21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40">
              <a:extLst>
                <a:ext uri="{FF2B5EF4-FFF2-40B4-BE49-F238E27FC236}">
                  <a16:creationId xmlns:a16="http://schemas.microsoft.com/office/drawing/2014/main" id="{F93AACDA-1585-628C-594A-C45C08E281B3}"/>
                </a:ext>
              </a:extLst>
            </p:cNvPr>
            <p:cNvSpPr/>
            <p:nvPr/>
          </p:nvSpPr>
          <p:spPr>
            <a:xfrm>
              <a:off x="4971071" y="2283638"/>
              <a:ext cx="1088971" cy="605840"/>
            </a:xfrm>
            <a:custGeom>
              <a:avLst/>
              <a:gdLst/>
              <a:ahLst/>
              <a:cxnLst/>
              <a:rect l="l" t="t" r="r" b="b"/>
              <a:pathLst>
                <a:path w="14412" h="8018" extrusionOk="0">
                  <a:moveTo>
                    <a:pt x="8469" y="0"/>
                  </a:moveTo>
                  <a:cubicBezTo>
                    <a:pt x="8269" y="0"/>
                    <a:pt x="8106" y="171"/>
                    <a:pt x="8106" y="370"/>
                  </a:cubicBezTo>
                  <a:lnTo>
                    <a:pt x="8106" y="1675"/>
                  </a:lnTo>
                  <a:cubicBezTo>
                    <a:pt x="8106" y="1875"/>
                    <a:pt x="7935" y="2038"/>
                    <a:pt x="7736" y="2038"/>
                  </a:cubicBezTo>
                  <a:cubicBezTo>
                    <a:pt x="7542" y="2038"/>
                    <a:pt x="7387" y="1891"/>
                    <a:pt x="7371" y="1704"/>
                  </a:cubicBezTo>
                  <a:lnTo>
                    <a:pt x="7371" y="1037"/>
                  </a:lnTo>
                  <a:cubicBezTo>
                    <a:pt x="7371" y="838"/>
                    <a:pt x="7210" y="667"/>
                    <a:pt x="7009" y="667"/>
                  </a:cubicBezTo>
                  <a:cubicBezTo>
                    <a:pt x="6802" y="667"/>
                    <a:pt x="6639" y="838"/>
                    <a:pt x="6639" y="1037"/>
                  </a:cubicBezTo>
                  <a:lnTo>
                    <a:pt x="6639" y="1809"/>
                  </a:lnTo>
                  <a:cubicBezTo>
                    <a:pt x="6639" y="2015"/>
                    <a:pt x="6475" y="2179"/>
                    <a:pt x="6276" y="2179"/>
                  </a:cubicBezTo>
                  <a:cubicBezTo>
                    <a:pt x="6068" y="2179"/>
                    <a:pt x="5904" y="2015"/>
                    <a:pt x="5904" y="1809"/>
                  </a:cubicBezTo>
                  <a:lnTo>
                    <a:pt x="5904" y="601"/>
                  </a:lnTo>
                  <a:cubicBezTo>
                    <a:pt x="5904" y="393"/>
                    <a:pt x="5742" y="230"/>
                    <a:pt x="5534" y="230"/>
                  </a:cubicBezTo>
                  <a:cubicBezTo>
                    <a:pt x="5408" y="230"/>
                    <a:pt x="5298" y="297"/>
                    <a:pt x="5237" y="393"/>
                  </a:cubicBezTo>
                  <a:cubicBezTo>
                    <a:pt x="5193" y="452"/>
                    <a:pt x="5172" y="519"/>
                    <a:pt x="5172" y="601"/>
                  </a:cubicBezTo>
                  <a:lnTo>
                    <a:pt x="5172" y="993"/>
                  </a:lnTo>
                  <a:cubicBezTo>
                    <a:pt x="5172" y="1179"/>
                    <a:pt x="5015" y="1334"/>
                    <a:pt x="4830" y="1334"/>
                  </a:cubicBezTo>
                  <a:lnTo>
                    <a:pt x="4802" y="1334"/>
                  </a:lnTo>
                  <a:cubicBezTo>
                    <a:pt x="4631" y="1334"/>
                    <a:pt x="4490" y="1201"/>
                    <a:pt x="4467" y="1037"/>
                  </a:cubicBezTo>
                  <a:lnTo>
                    <a:pt x="288" y="6959"/>
                  </a:lnTo>
                  <a:cubicBezTo>
                    <a:pt x="0" y="7366"/>
                    <a:pt x="237" y="7982"/>
                    <a:pt x="711" y="8010"/>
                  </a:cubicBezTo>
                  <a:cubicBezTo>
                    <a:pt x="726" y="8017"/>
                    <a:pt x="740" y="8017"/>
                    <a:pt x="756" y="8017"/>
                  </a:cubicBezTo>
                  <a:lnTo>
                    <a:pt x="13656" y="8017"/>
                  </a:lnTo>
                  <a:cubicBezTo>
                    <a:pt x="13670" y="8017"/>
                    <a:pt x="13685" y="8017"/>
                    <a:pt x="13701" y="8010"/>
                  </a:cubicBezTo>
                  <a:cubicBezTo>
                    <a:pt x="14174" y="7982"/>
                    <a:pt x="14412" y="7366"/>
                    <a:pt x="14122" y="6959"/>
                  </a:cubicBezTo>
                  <a:lnTo>
                    <a:pt x="9550" y="527"/>
                  </a:lnTo>
                  <a:lnTo>
                    <a:pt x="9550" y="1341"/>
                  </a:lnTo>
                  <a:cubicBezTo>
                    <a:pt x="9550" y="1526"/>
                    <a:pt x="9395" y="1683"/>
                    <a:pt x="9210" y="1683"/>
                  </a:cubicBezTo>
                  <a:lnTo>
                    <a:pt x="9180" y="1683"/>
                  </a:lnTo>
                  <a:cubicBezTo>
                    <a:pt x="8988" y="1683"/>
                    <a:pt x="8839" y="1526"/>
                    <a:pt x="8839" y="1341"/>
                  </a:cubicBezTo>
                  <a:lnTo>
                    <a:pt x="8839" y="393"/>
                  </a:lnTo>
                  <a:lnTo>
                    <a:pt x="8839" y="370"/>
                  </a:lnTo>
                  <a:cubicBezTo>
                    <a:pt x="8839" y="171"/>
                    <a:pt x="8670" y="0"/>
                    <a:pt x="84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40">
              <a:extLst>
                <a:ext uri="{FF2B5EF4-FFF2-40B4-BE49-F238E27FC236}">
                  <a16:creationId xmlns:a16="http://schemas.microsoft.com/office/drawing/2014/main" id="{C21EBC5E-3659-B7F8-557A-F2E520548FF6}"/>
                </a:ext>
              </a:extLst>
            </p:cNvPr>
            <p:cNvSpPr/>
            <p:nvPr/>
          </p:nvSpPr>
          <p:spPr>
            <a:xfrm>
              <a:off x="5296206" y="2150350"/>
              <a:ext cx="396463" cy="297933"/>
            </a:xfrm>
            <a:custGeom>
              <a:avLst/>
              <a:gdLst/>
              <a:ahLst/>
              <a:cxnLst/>
              <a:rect l="l" t="t" r="r" b="b"/>
              <a:pathLst>
                <a:path w="5247" h="3943" extrusionOk="0">
                  <a:moveTo>
                    <a:pt x="2891" y="0"/>
                  </a:moveTo>
                  <a:cubicBezTo>
                    <a:pt x="2418" y="0"/>
                    <a:pt x="1973" y="238"/>
                    <a:pt x="1683" y="646"/>
                  </a:cubicBezTo>
                  <a:lnTo>
                    <a:pt x="890" y="1771"/>
                  </a:lnTo>
                  <a:lnTo>
                    <a:pt x="890" y="1764"/>
                  </a:lnTo>
                  <a:lnTo>
                    <a:pt x="165" y="2804"/>
                  </a:lnTo>
                  <a:lnTo>
                    <a:pt x="165" y="2804"/>
                  </a:lnTo>
                  <a:cubicBezTo>
                    <a:pt x="165" y="2803"/>
                    <a:pt x="164" y="2802"/>
                    <a:pt x="164" y="2801"/>
                  </a:cubicBezTo>
                  <a:lnTo>
                    <a:pt x="1" y="3039"/>
                  </a:lnTo>
                  <a:lnTo>
                    <a:pt x="1" y="3039"/>
                  </a:lnTo>
                  <a:lnTo>
                    <a:pt x="165" y="2804"/>
                  </a:lnTo>
                  <a:lnTo>
                    <a:pt x="165" y="2804"/>
                  </a:lnTo>
                  <a:cubicBezTo>
                    <a:pt x="189" y="2966"/>
                    <a:pt x="329" y="3091"/>
                    <a:pt x="499" y="3091"/>
                  </a:cubicBezTo>
                  <a:lnTo>
                    <a:pt x="534" y="3091"/>
                  </a:lnTo>
                  <a:cubicBezTo>
                    <a:pt x="721" y="3091"/>
                    <a:pt x="876" y="2943"/>
                    <a:pt x="876" y="2749"/>
                  </a:cubicBezTo>
                  <a:lnTo>
                    <a:pt x="876" y="2356"/>
                  </a:lnTo>
                  <a:cubicBezTo>
                    <a:pt x="876" y="2283"/>
                    <a:pt x="899" y="2209"/>
                    <a:pt x="934" y="2157"/>
                  </a:cubicBezTo>
                  <a:cubicBezTo>
                    <a:pt x="943" y="2143"/>
                    <a:pt x="957" y="2127"/>
                    <a:pt x="965" y="2120"/>
                  </a:cubicBezTo>
                  <a:cubicBezTo>
                    <a:pt x="972" y="2113"/>
                    <a:pt x="972" y="2106"/>
                    <a:pt x="979" y="2099"/>
                  </a:cubicBezTo>
                  <a:cubicBezTo>
                    <a:pt x="988" y="2090"/>
                    <a:pt x="1002" y="2083"/>
                    <a:pt x="1009" y="2075"/>
                  </a:cubicBezTo>
                  <a:cubicBezTo>
                    <a:pt x="1023" y="2068"/>
                    <a:pt x="1032" y="2054"/>
                    <a:pt x="1046" y="2045"/>
                  </a:cubicBezTo>
                  <a:cubicBezTo>
                    <a:pt x="1053" y="2045"/>
                    <a:pt x="1061" y="2038"/>
                    <a:pt x="1068" y="2038"/>
                  </a:cubicBezTo>
                  <a:cubicBezTo>
                    <a:pt x="1091" y="2024"/>
                    <a:pt x="1121" y="2017"/>
                    <a:pt x="1142" y="2010"/>
                  </a:cubicBezTo>
                  <a:cubicBezTo>
                    <a:pt x="1173" y="2001"/>
                    <a:pt x="1201" y="1994"/>
                    <a:pt x="1231" y="1994"/>
                  </a:cubicBezTo>
                  <a:cubicBezTo>
                    <a:pt x="1439" y="1994"/>
                    <a:pt x="1601" y="2157"/>
                    <a:pt x="1601" y="2365"/>
                  </a:cubicBezTo>
                  <a:lnTo>
                    <a:pt x="1601" y="3573"/>
                  </a:lnTo>
                  <a:cubicBezTo>
                    <a:pt x="1601" y="3779"/>
                    <a:pt x="1765" y="3943"/>
                    <a:pt x="1973" y="3943"/>
                  </a:cubicBezTo>
                  <a:cubicBezTo>
                    <a:pt x="2172" y="3943"/>
                    <a:pt x="2336" y="3779"/>
                    <a:pt x="2336" y="3573"/>
                  </a:cubicBezTo>
                  <a:lnTo>
                    <a:pt x="2336" y="2801"/>
                  </a:lnTo>
                  <a:cubicBezTo>
                    <a:pt x="2336" y="2602"/>
                    <a:pt x="2499" y="2431"/>
                    <a:pt x="2706" y="2431"/>
                  </a:cubicBezTo>
                  <a:cubicBezTo>
                    <a:pt x="2907" y="2431"/>
                    <a:pt x="3068" y="2602"/>
                    <a:pt x="3068" y="2801"/>
                  </a:cubicBezTo>
                  <a:lnTo>
                    <a:pt x="3068" y="3468"/>
                  </a:lnTo>
                  <a:cubicBezTo>
                    <a:pt x="3084" y="3655"/>
                    <a:pt x="3239" y="3802"/>
                    <a:pt x="3433" y="3802"/>
                  </a:cubicBezTo>
                  <a:cubicBezTo>
                    <a:pt x="3632" y="3802"/>
                    <a:pt x="3803" y="3639"/>
                    <a:pt x="3803" y="3439"/>
                  </a:cubicBezTo>
                  <a:lnTo>
                    <a:pt x="3803" y="2134"/>
                  </a:lnTo>
                  <a:cubicBezTo>
                    <a:pt x="3803" y="1935"/>
                    <a:pt x="3966" y="1764"/>
                    <a:pt x="4166" y="1764"/>
                  </a:cubicBezTo>
                  <a:cubicBezTo>
                    <a:pt x="4367" y="1764"/>
                    <a:pt x="4536" y="1935"/>
                    <a:pt x="4536" y="2134"/>
                  </a:cubicBezTo>
                  <a:lnTo>
                    <a:pt x="4536" y="2157"/>
                  </a:lnTo>
                  <a:lnTo>
                    <a:pt x="4536" y="3105"/>
                  </a:lnTo>
                  <a:cubicBezTo>
                    <a:pt x="4536" y="3290"/>
                    <a:pt x="4685" y="3447"/>
                    <a:pt x="4870" y="3447"/>
                  </a:cubicBezTo>
                  <a:lnTo>
                    <a:pt x="4907" y="3447"/>
                  </a:lnTo>
                  <a:cubicBezTo>
                    <a:pt x="5092" y="3447"/>
                    <a:pt x="5247" y="3290"/>
                    <a:pt x="5247" y="3105"/>
                  </a:cubicBezTo>
                  <a:lnTo>
                    <a:pt x="5247" y="2291"/>
                  </a:lnTo>
                  <a:lnTo>
                    <a:pt x="4062" y="631"/>
                  </a:lnTo>
                  <a:cubicBezTo>
                    <a:pt x="3780" y="231"/>
                    <a:pt x="3351" y="0"/>
                    <a:pt x="2891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40">
              <a:extLst>
                <a:ext uri="{FF2B5EF4-FFF2-40B4-BE49-F238E27FC236}">
                  <a16:creationId xmlns:a16="http://schemas.microsoft.com/office/drawing/2014/main" id="{7DA96A9C-5715-F87D-A605-946AE1F725D6}"/>
                </a:ext>
              </a:extLst>
            </p:cNvPr>
            <p:cNvSpPr/>
            <p:nvPr/>
          </p:nvSpPr>
          <p:spPr>
            <a:xfrm>
              <a:off x="5013536" y="2662118"/>
              <a:ext cx="690467" cy="226756"/>
            </a:xfrm>
            <a:custGeom>
              <a:avLst/>
              <a:gdLst/>
              <a:ahLst/>
              <a:cxnLst/>
              <a:rect l="l" t="t" r="r" b="b"/>
              <a:pathLst>
                <a:path w="9138" h="3001" extrusionOk="0">
                  <a:moveTo>
                    <a:pt x="1104" y="1"/>
                  </a:moveTo>
                  <a:lnTo>
                    <a:pt x="0" y="1571"/>
                  </a:lnTo>
                  <a:cubicBezTo>
                    <a:pt x="75" y="1550"/>
                    <a:pt x="149" y="1534"/>
                    <a:pt x="229" y="1534"/>
                  </a:cubicBezTo>
                  <a:cubicBezTo>
                    <a:pt x="608" y="1534"/>
                    <a:pt x="912" y="1808"/>
                    <a:pt x="971" y="2172"/>
                  </a:cubicBezTo>
                  <a:cubicBezTo>
                    <a:pt x="1015" y="2149"/>
                    <a:pt x="1067" y="2135"/>
                    <a:pt x="1128" y="2135"/>
                  </a:cubicBezTo>
                  <a:cubicBezTo>
                    <a:pt x="1163" y="2135"/>
                    <a:pt x="1200" y="2142"/>
                    <a:pt x="1238" y="2156"/>
                  </a:cubicBezTo>
                  <a:cubicBezTo>
                    <a:pt x="1341" y="2030"/>
                    <a:pt x="1490" y="1957"/>
                    <a:pt x="1661" y="1957"/>
                  </a:cubicBezTo>
                  <a:cubicBezTo>
                    <a:pt x="1956" y="1957"/>
                    <a:pt x="2195" y="2201"/>
                    <a:pt x="2195" y="2498"/>
                  </a:cubicBezTo>
                  <a:lnTo>
                    <a:pt x="2195" y="2535"/>
                  </a:lnTo>
                  <a:cubicBezTo>
                    <a:pt x="2246" y="2498"/>
                    <a:pt x="2305" y="2467"/>
                    <a:pt x="2372" y="2467"/>
                  </a:cubicBezTo>
                  <a:cubicBezTo>
                    <a:pt x="2527" y="2467"/>
                    <a:pt x="2653" y="2594"/>
                    <a:pt x="2653" y="2750"/>
                  </a:cubicBezTo>
                  <a:cubicBezTo>
                    <a:pt x="2653" y="2860"/>
                    <a:pt x="2595" y="2957"/>
                    <a:pt x="2497" y="3001"/>
                  </a:cubicBezTo>
                  <a:lnTo>
                    <a:pt x="5188" y="3001"/>
                  </a:lnTo>
                  <a:cubicBezTo>
                    <a:pt x="5136" y="2973"/>
                    <a:pt x="5106" y="2912"/>
                    <a:pt x="5106" y="2853"/>
                  </a:cubicBezTo>
                  <a:cubicBezTo>
                    <a:pt x="5106" y="2750"/>
                    <a:pt x="5188" y="2668"/>
                    <a:pt x="5291" y="2668"/>
                  </a:cubicBezTo>
                  <a:cubicBezTo>
                    <a:pt x="5335" y="2668"/>
                    <a:pt x="5380" y="2683"/>
                    <a:pt x="5410" y="2706"/>
                  </a:cubicBezTo>
                  <a:lnTo>
                    <a:pt x="5410" y="2683"/>
                  </a:lnTo>
                  <a:cubicBezTo>
                    <a:pt x="5410" y="2483"/>
                    <a:pt x="5573" y="2327"/>
                    <a:pt x="5765" y="2327"/>
                  </a:cubicBezTo>
                  <a:cubicBezTo>
                    <a:pt x="5876" y="2327"/>
                    <a:pt x="5981" y="2379"/>
                    <a:pt x="6039" y="2453"/>
                  </a:cubicBezTo>
                  <a:cubicBezTo>
                    <a:pt x="6070" y="2446"/>
                    <a:pt x="6091" y="2446"/>
                    <a:pt x="6121" y="2446"/>
                  </a:cubicBezTo>
                  <a:cubicBezTo>
                    <a:pt x="6159" y="2446"/>
                    <a:pt x="6187" y="2453"/>
                    <a:pt x="6224" y="2467"/>
                  </a:cubicBezTo>
                  <a:cubicBezTo>
                    <a:pt x="6240" y="2357"/>
                    <a:pt x="6292" y="2261"/>
                    <a:pt x="6365" y="2186"/>
                  </a:cubicBezTo>
                  <a:lnTo>
                    <a:pt x="6388" y="734"/>
                  </a:lnTo>
                  <a:cubicBezTo>
                    <a:pt x="6402" y="734"/>
                    <a:pt x="6409" y="1505"/>
                    <a:pt x="6418" y="2142"/>
                  </a:cubicBezTo>
                  <a:cubicBezTo>
                    <a:pt x="6498" y="2083"/>
                    <a:pt x="6603" y="2046"/>
                    <a:pt x="6713" y="2046"/>
                  </a:cubicBezTo>
                  <a:cubicBezTo>
                    <a:pt x="6774" y="2046"/>
                    <a:pt x="6833" y="2060"/>
                    <a:pt x="6884" y="2074"/>
                  </a:cubicBezTo>
                  <a:cubicBezTo>
                    <a:pt x="7076" y="2135"/>
                    <a:pt x="7218" y="2306"/>
                    <a:pt x="7218" y="2512"/>
                  </a:cubicBezTo>
                  <a:lnTo>
                    <a:pt x="7218" y="2549"/>
                  </a:lnTo>
                  <a:cubicBezTo>
                    <a:pt x="7233" y="2542"/>
                    <a:pt x="7247" y="2542"/>
                    <a:pt x="7270" y="2542"/>
                  </a:cubicBezTo>
                  <a:lnTo>
                    <a:pt x="7284" y="2542"/>
                  </a:lnTo>
                  <a:cubicBezTo>
                    <a:pt x="7441" y="2386"/>
                    <a:pt x="7626" y="2245"/>
                    <a:pt x="7832" y="2112"/>
                  </a:cubicBezTo>
                  <a:cubicBezTo>
                    <a:pt x="7841" y="1934"/>
                    <a:pt x="7900" y="1756"/>
                    <a:pt x="8010" y="1601"/>
                  </a:cubicBezTo>
                  <a:lnTo>
                    <a:pt x="9137" y="1"/>
                  </a:lnTo>
                  <a:close/>
                </a:path>
              </a:pathLst>
            </a:custGeom>
            <a:solidFill>
              <a:srgbClr val="DFD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40">
              <a:extLst>
                <a:ext uri="{FF2B5EF4-FFF2-40B4-BE49-F238E27FC236}">
                  <a16:creationId xmlns:a16="http://schemas.microsoft.com/office/drawing/2014/main" id="{1618DAD1-9AB6-3102-7515-AC57BBD8C916}"/>
                </a:ext>
              </a:extLst>
            </p:cNvPr>
            <p:cNvSpPr/>
            <p:nvPr/>
          </p:nvSpPr>
          <p:spPr>
            <a:xfrm>
              <a:off x="5588472" y="2006559"/>
              <a:ext cx="1504551" cy="886923"/>
            </a:xfrm>
            <a:custGeom>
              <a:avLst/>
              <a:gdLst/>
              <a:ahLst/>
              <a:cxnLst/>
              <a:rect l="l" t="t" r="r" b="b"/>
              <a:pathLst>
                <a:path w="19912" h="11738" extrusionOk="0">
                  <a:moveTo>
                    <a:pt x="8752" y="0"/>
                  </a:moveTo>
                  <a:cubicBezTo>
                    <a:pt x="8604" y="0"/>
                    <a:pt x="8471" y="59"/>
                    <a:pt x="8368" y="155"/>
                  </a:cubicBezTo>
                  <a:cubicBezTo>
                    <a:pt x="8270" y="251"/>
                    <a:pt x="8211" y="391"/>
                    <a:pt x="8211" y="541"/>
                  </a:cubicBezTo>
                  <a:lnTo>
                    <a:pt x="8211" y="770"/>
                  </a:lnTo>
                  <a:lnTo>
                    <a:pt x="8211" y="3512"/>
                  </a:lnTo>
                  <a:lnTo>
                    <a:pt x="8211" y="3742"/>
                  </a:lnTo>
                  <a:cubicBezTo>
                    <a:pt x="8211" y="3890"/>
                    <a:pt x="8153" y="4023"/>
                    <a:pt x="8048" y="4126"/>
                  </a:cubicBezTo>
                  <a:cubicBezTo>
                    <a:pt x="7952" y="4224"/>
                    <a:pt x="7818" y="4283"/>
                    <a:pt x="7664" y="4283"/>
                  </a:cubicBezTo>
                  <a:cubicBezTo>
                    <a:pt x="7367" y="4283"/>
                    <a:pt x="7123" y="4037"/>
                    <a:pt x="7123" y="3742"/>
                  </a:cubicBezTo>
                  <a:lnTo>
                    <a:pt x="7123" y="770"/>
                  </a:lnTo>
                  <a:lnTo>
                    <a:pt x="7123" y="756"/>
                  </a:lnTo>
                  <a:lnTo>
                    <a:pt x="401" y="10277"/>
                  </a:lnTo>
                  <a:cubicBezTo>
                    <a:pt x="1" y="10848"/>
                    <a:pt x="328" y="11693"/>
                    <a:pt x="979" y="11737"/>
                  </a:cubicBezTo>
                  <a:lnTo>
                    <a:pt x="18933" y="11737"/>
                  </a:lnTo>
                  <a:cubicBezTo>
                    <a:pt x="19586" y="11693"/>
                    <a:pt x="19911" y="10839"/>
                    <a:pt x="19511" y="10277"/>
                  </a:cubicBezTo>
                  <a:lnTo>
                    <a:pt x="12561" y="496"/>
                  </a:lnTo>
                  <a:lnTo>
                    <a:pt x="12561" y="3393"/>
                  </a:lnTo>
                  <a:cubicBezTo>
                    <a:pt x="12561" y="3541"/>
                    <a:pt x="12494" y="3674"/>
                    <a:pt x="12398" y="3770"/>
                  </a:cubicBezTo>
                  <a:cubicBezTo>
                    <a:pt x="12302" y="3875"/>
                    <a:pt x="12161" y="3934"/>
                    <a:pt x="12014" y="3934"/>
                  </a:cubicBezTo>
                  <a:cubicBezTo>
                    <a:pt x="11717" y="3934"/>
                    <a:pt x="11471" y="3690"/>
                    <a:pt x="11471" y="3393"/>
                  </a:cubicBezTo>
                  <a:lnTo>
                    <a:pt x="11471" y="1592"/>
                  </a:lnTo>
                  <a:cubicBezTo>
                    <a:pt x="11471" y="1290"/>
                    <a:pt x="11227" y="1044"/>
                    <a:pt x="10923" y="1044"/>
                  </a:cubicBezTo>
                  <a:cubicBezTo>
                    <a:pt x="10776" y="1044"/>
                    <a:pt x="10642" y="1112"/>
                    <a:pt x="10537" y="1208"/>
                  </a:cubicBezTo>
                  <a:cubicBezTo>
                    <a:pt x="10441" y="1304"/>
                    <a:pt x="10383" y="1444"/>
                    <a:pt x="10383" y="1592"/>
                  </a:cubicBezTo>
                  <a:lnTo>
                    <a:pt x="10383" y="2734"/>
                  </a:lnTo>
                  <a:cubicBezTo>
                    <a:pt x="10383" y="2890"/>
                    <a:pt x="10324" y="3023"/>
                    <a:pt x="10219" y="3119"/>
                  </a:cubicBezTo>
                  <a:cubicBezTo>
                    <a:pt x="10123" y="3223"/>
                    <a:pt x="9990" y="3281"/>
                    <a:pt x="9835" y="3281"/>
                  </a:cubicBezTo>
                  <a:cubicBezTo>
                    <a:pt x="9538" y="3281"/>
                    <a:pt x="9293" y="3038"/>
                    <a:pt x="9293" y="2734"/>
                  </a:cubicBezTo>
                  <a:lnTo>
                    <a:pt x="9302" y="2734"/>
                  </a:lnTo>
                  <a:lnTo>
                    <a:pt x="9302" y="541"/>
                  </a:lnTo>
                  <a:cubicBezTo>
                    <a:pt x="9302" y="244"/>
                    <a:pt x="9056" y="0"/>
                    <a:pt x="87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40">
              <a:extLst>
                <a:ext uri="{FF2B5EF4-FFF2-40B4-BE49-F238E27FC236}">
                  <a16:creationId xmlns:a16="http://schemas.microsoft.com/office/drawing/2014/main" id="{D211AB3B-FDC6-7824-646B-3F94327F17E3}"/>
                </a:ext>
              </a:extLst>
            </p:cNvPr>
            <p:cNvSpPr/>
            <p:nvPr/>
          </p:nvSpPr>
          <p:spPr>
            <a:xfrm>
              <a:off x="6126685" y="1872667"/>
              <a:ext cx="410971" cy="457516"/>
            </a:xfrm>
            <a:custGeom>
              <a:avLst/>
              <a:gdLst/>
              <a:ahLst/>
              <a:cxnLst/>
              <a:rect l="l" t="t" r="r" b="b"/>
              <a:pathLst>
                <a:path w="5439" h="6055" extrusionOk="0">
                  <a:moveTo>
                    <a:pt x="2815" y="1"/>
                  </a:moveTo>
                  <a:cubicBezTo>
                    <a:pt x="2163" y="1"/>
                    <a:pt x="1547" y="334"/>
                    <a:pt x="1147" y="897"/>
                  </a:cubicBezTo>
                  <a:lnTo>
                    <a:pt x="0" y="2528"/>
                  </a:lnTo>
                  <a:lnTo>
                    <a:pt x="0" y="2542"/>
                  </a:lnTo>
                  <a:lnTo>
                    <a:pt x="0" y="5514"/>
                  </a:lnTo>
                  <a:cubicBezTo>
                    <a:pt x="0" y="5809"/>
                    <a:pt x="244" y="6055"/>
                    <a:pt x="541" y="6055"/>
                  </a:cubicBezTo>
                  <a:cubicBezTo>
                    <a:pt x="695" y="6055"/>
                    <a:pt x="829" y="5996"/>
                    <a:pt x="925" y="5898"/>
                  </a:cubicBezTo>
                  <a:cubicBezTo>
                    <a:pt x="1030" y="5795"/>
                    <a:pt x="1088" y="5662"/>
                    <a:pt x="1088" y="5514"/>
                  </a:cubicBezTo>
                  <a:lnTo>
                    <a:pt x="1088" y="5284"/>
                  </a:lnTo>
                  <a:lnTo>
                    <a:pt x="1088" y="2542"/>
                  </a:lnTo>
                  <a:lnTo>
                    <a:pt x="1088" y="2313"/>
                  </a:lnTo>
                  <a:cubicBezTo>
                    <a:pt x="1088" y="2163"/>
                    <a:pt x="1147" y="2023"/>
                    <a:pt x="1245" y="1927"/>
                  </a:cubicBezTo>
                  <a:cubicBezTo>
                    <a:pt x="1348" y="1831"/>
                    <a:pt x="1481" y="1772"/>
                    <a:pt x="1629" y="1772"/>
                  </a:cubicBezTo>
                  <a:cubicBezTo>
                    <a:pt x="1933" y="1772"/>
                    <a:pt x="2179" y="2016"/>
                    <a:pt x="2179" y="2313"/>
                  </a:cubicBezTo>
                  <a:lnTo>
                    <a:pt x="2179" y="4506"/>
                  </a:lnTo>
                  <a:lnTo>
                    <a:pt x="2170" y="4506"/>
                  </a:lnTo>
                  <a:cubicBezTo>
                    <a:pt x="2170" y="4810"/>
                    <a:pt x="2415" y="5053"/>
                    <a:pt x="2712" y="5053"/>
                  </a:cubicBezTo>
                  <a:cubicBezTo>
                    <a:pt x="2867" y="5053"/>
                    <a:pt x="3000" y="4995"/>
                    <a:pt x="3096" y="4891"/>
                  </a:cubicBezTo>
                  <a:cubicBezTo>
                    <a:pt x="3201" y="4795"/>
                    <a:pt x="3260" y="4662"/>
                    <a:pt x="3260" y="4506"/>
                  </a:cubicBezTo>
                  <a:lnTo>
                    <a:pt x="3260" y="3364"/>
                  </a:lnTo>
                  <a:cubicBezTo>
                    <a:pt x="3260" y="3216"/>
                    <a:pt x="3318" y="3076"/>
                    <a:pt x="3414" y="2980"/>
                  </a:cubicBezTo>
                  <a:cubicBezTo>
                    <a:pt x="3519" y="2884"/>
                    <a:pt x="3653" y="2816"/>
                    <a:pt x="3800" y="2816"/>
                  </a:cubicBezTo>
                  <a:cubicBezTo>
                    <a:pt x="4104" y="2816"/>
                    <a:pt x="4348" y="3062"/>
                    <a:pt x="4348" y="3364"/>
                  </a:cubicBezTo>
                  <a:lnTo>
                    <a:pt x="4348" y="5165"/>
                  </a:lnTo>
                  <a:cubicBezTo>
                    <a:pt x="4348" y="5462"/>
                    <a:pt x="4594" y="5706"/>
                    <a:pt x="4891" y="5706"/>
                  </a:cubicBezTo>
                  <a:cubicBezTo>
                    <a:pt x="5038" y="5706"/>
                    <a:pt x="5179" y="5647"/>
                    <a:pt x="5275" y="5542"/>
                  </a:cubicBezTo>
                  <a:cubicBezTo>
                    <a:pt x="5371" y="5446"/>
                    <a:pt x="5438" y="5313"/>
                    <a:pt x="5438" y="5165"/>
                  </a:cubicBezTo>
                  <a:lnTo>
                    <a:pt x="5438" y="2268"/>
                  </a:lnTo>
                  <a:lnTo>
                    <a:pt x="4437" y="867"/>
                  </a:lnTo>
                  <a:cubicBezTo>
                    <a:pt x="4053" y="326"/>
                    <a:pt x="3452" y="1"/>
                    <a:pt x="2815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40">
              <a:extLst>
                <a:ext uri="{FF2B5EF4-FFF2-40B4-BE49-F238E27FC236}">
                  <a16:creationId xmlns:a16="http://schemas.microsoft.com/office/drawing/2014/main" id="{5183986F-CF82-606C-7349-C36B08236428}"/>
                </a:ext>
              </a:extLst>
            </p:cNvPr>
            <p:cNvSpPr/>
            <p:nvPr/>
          </p:nvSpPr>
          <p:spPr>
            <a:xfrm>
              <a:off x="5655116" y="2892198"/>
              <a:ext cx="10201" cy="1285"/>
            </a:xfrm>
            <a:custGeom>
              <a:avLst/>
              <a:gdLst/>
              <a:ahLst/>
              <a:cxnLst/>
              <a:rect l="l" t="t" r="r" b="b"/>
              <a:pathLst>
                <a:path w="135" h="17" extrusionOk="0">
                  <a:moveTo>
                    <a:pt x="1" y="0"/>
                  </a:moveTo>
                  <a:lnTo>
                    <a:pt x="1" y="0"/>
                  </a:lnTo>
                  <a:cubicBezTo>
                    <a:pt x="31" y="8"/>
                    <a:pt x="61" y="16"/>
                    <a:pt x="97" y="16"/>
                  </a:cubicBezTo>
                  <a:lnTo>
                    <a:pt x="134" y="16"/>
                  </a:lnTo>
                  <a:lnTo>
                    <a:pt x="97" y="16"/>
                  </a:lnTo>
                  <a:cubicBezTo>
                    <a:pt x="61" y="16"/>
                    <a:pt x="31" y="8"/>
                    <a:pt x="1" y="0"/>
                  </a:cubicBezTo>
                  <a:close/>
                </a:path>
              </a:pathLst>
            </a:custGeom>
            <a:solidFill>
              <a:srgbClr val="677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40">
              <a:extLst>
                <a:ext uri="{FF2B5EF4-FFF2-40B4-BE49-F238E27FC236}">
                  <a16:creationId xmlns:a16="http://schemas.microsoft.com/office/drawing/2014/main" id="{F7280CD9-484D-65CD-75ED-01EAF127025E}"/>
                </a:ext>
              </a:extLst>
            </p:cNvPr>
            <p:cNvSpPr/>
            <p:nvPr/>
          </p:nvSpPr>
          <p:spPr>
            <a:xfrm>
              <a:off x="5605246" y="2579757"/>
              <a:ext cx="1122142" cy="313725"/>
            </a:xfrm>
            <a:custGeom>
              <a:avLst/>
              <a:gdLst/>
              <a:ahLst/>
              <a:cxnLst/>
              <a:rect l="l" t="t" r="r" b="b"/>
              <a:pathLst>
                <a:path w="14851" h="4152" extrusionOk="0">
                  <a:moveTo>
                    <a:pt x="661" y="4135"/>
                  </a:moveTo>
                  <a:cubicBezTo>
                    <a:pt x="691" y="4143"/>
                    <a:pt x="721" y="4151"/>
                    <a:pt x="757" y="4151"/>
                  </a:cubicBezTo>
                  <a:lnTo>
                    <a:pt x="6101" y="4151"/>
                  </a:lnTo>
                  <a:cubicBezTo>
                    <a:pt x="6101" y="4151"/>
                    <a:pt x="6101" y="4143"/>
                    <a:pt x="6108" y="4135"/>
                  </a:cubicBezTo>
                  <a:close/>
                  <a:moveTo>
                    <a:pt x="2076" y="1"/>
                  </a:moveTo>
                  <a:lnTo>
                    <a:pt x="179" y="2691"/>
                  </a:lnTo>
                  <a:cubicBezTo>
                    <a:pt x="69" y="2846"/>
                    <a:pt x="10" y="3024"/>
                    <a:pt x="1" y="3202"/>
                  </a:cubicBezTo>
                  <a:cubicBezTo>
                    <a:pt x="862" y="2661"/>
                    <a:pt x="2121" y="2313"/>
                    <a:pt x="3522" y="2313"/>
                  </a:cubicBezTo>
                  <a:cubicBezTo>
                    <a:pt x="4811" y="2313"/>
                    <a:pt x="5982" y="2602"/>
                    <a:pt x="6826" y="3068"/>
                  </a:cubicBezTo>
                  <a:cubicBezTo>
                    <a:pt x="7664" y="2231"/>
                    <a:pt x="8982" y="1683"/>
                    <a:pt x="10472" y="1683"/>
                  </a:cubicBezTo>
                  <a:cubicBezTo>
                    <a:pt x="12524" y="1683"/>
                    <a:pt x="14265" y="2720"/>
                    <a:pt x="14843" y="4151"/>
                  </a:cubicBezTo>
                  <a:lnTo>
                    <a:pt x="14850" y="1"/>
                  </a:lnTo>
                  <a:close/>
                </a:path>
              </a:pathLst>
            </a:custGeom>
            <a:solidFill>
              <a:srgbClr val="DFD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40">
              <a:extLst>
                <a:ext uri="{FF2B5EF4-FFF2-40B4-BE49-F238E27FC236}">
                  <a16:creationId xmlns:a16="http://schemas.microsoft.com/office/drawing/2014/main" id="{F4301B61-3B68-45EE-BC03-24F098D3F6AF}"/>
                </a:ext>
              </a:extLst>
            </p:cNvPr>
            <p:cNvSpPr/>
            <p:nvPr/>
          </p:nvSpPr>
          <p:spPr>
            <a:xfrm>
              <a:off x="6934497" y="2286433"/>
              <a:ext cx="503456" cy="610978"/>
            </a:xfrm>
            <a:custGeom>
              <a:avLst/>
              <a:gdLst/>
              <a:ahLst/>
              <a:cxnLst/>
              <a:rect l="l" t="t" r="r" b="b"/>
              <a:pathLst>
                <a:path w="6663" h="8086" extrusionOk="0">
                  <a:moveTo>
                    <a:pt x="1" y="1"/>
                  </a:moveTo>
                  <a:lnTo>
                    <a:pt x="1" y="8085"/>
                  </a:lnTo>
                  <a:lnTo>
                    <a:pt x="6662" y="8085"/>
                  </a:lnTo>
                  <a:lnTo>
                    <a:pt x="6662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40">
              <a:extLst>
                <a:ext uri="{FF2B5EF4-FFF2-40B4-BE49-F238E27FC236}">
                  <a16:creationId xmlns:a16="http://schemas.microsoft.com/office/drawing/2014/main" id="{A89B695B-E4EE-A124-127D-868E89869857}"/>
                </a:ext>
              </a:extLst>
            </p:cNvPr>
            <p:cNvSpPr/>
            <p:nvPr/>
          </p:nvSpPr>
          <p:spPr>
            <a:xfrm>
              <a:off x="6934497" y="2505860"/>
              <a:ext cx="503456" cy="31509"/>
            </a:xfrm>
            <a:custGeom>
              <a:avLst/>
              <a:gdLst/>
              <a:ahLst/>
              <a:cxnLst/>
              <a:rect l="l" t="t" r="r" b="b"/>
              <a:pathLst>
                <a:path w="6663" h="417" extrusionOk="0">
                  <a:moveTo>
                    <a:pt x="1" y="1"/>
                  </a:moveTo>
                  <a:lnTo>
                    <a:pt x="1" y="417"/>
                  </a:lnTo>
                  <a:lnTo>
                    <a:pt x="6662" y="417"/>
                  </a:lnTo>
                  <a:lnTo>
                    <a:pt x="6662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40">
              <a:extLst>
                <a:ext uri="{FF2B5EF4-FFF2-40B4-BE49-F238E27FC236}">
                  <a16:creationId xmlns:a16="http://schemas.microsoft.com/office/drawing/2014/main" id="{63E479A5-57DF-602B-C017-F1963E5B77DE}"/>
                </a:ext>
              </a:extLst>
            </p:cNvPr>
            <p:cNvSpPr/>
            <p:nvPr/>
          </p:nvSpPr>
          <p:spPr>
            <a:xfrm>
              <a:off x="6934497" y="2620635"/>
              <a:ext cx="503456" cy="105935"/>
            </a:xfrm>
            <a:custGeom>
              <a:avLst/>
              <a:gdLst/>
              <a:ahLst/>
              <a:cxnLst/>
              <a:rect l="l" t="t" r="r" b="b"/>
              <a:pathLst>
                <a:path w="6663" h="1402" extrusionOk="0">
                  <a:moveTo>
                    <a:pt x="1" y="0"/>
                  </a:moveTo>
                  <a:lnTo>
                    <a:pt x="1" y="1402"/>
                  </a:lnTo>
                  <a:lnTo>
                    <a:pt x="6662" y="1402"/>
                  </a:lnTo>
                  <a:lnTo>
                    <a:pt x="6662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40">
              <a:extLst>
                <a:ext uri="{FF2B5EF4-FFF2-40B4-BE49-F238E27FC236}">
                  <a16:creationId xmlns:a16="http://schemas.microsoft.com/office/drawing/2014/main" id="{BAC990DF-7AD0-01CC-FB57-A30D32FC2351}"/>
                </a:ext>
              </a:extLst>
            </p:cNvPr>
            <p:cNvSpPr/>
            <p:nvPr/>
          </p:nvSpPr>
          <p:spPr>
            <a:xfrm>
              <a:off x="7294994" y="2616177"/>
              <a:ext cx="62337" cy="113793"/>
            </a:xfrm>
            <a:custGeom>
              <a:avLst/>
              <a:gdLst/>
              <a:ahLst/>
              <a:cxnLst/>
              <a:rect l="l" t="t" r="r" b="b"/>
              <a:pathLst>
                <a:path w="825" h="1506" extrusionOk="0">
                  <a:moveTo>
                    <a:pt x="743" y="82"/>
                  </a:moveTo>
                  <a:lnTo>
                    <a:pt x="743" y="1423"/>
                  </a:lnTo>
                  <a:lnTo>
                    <a:pt x="83" y="1423"/>
                  </a:lnTo>
                  <a:lnTo>
                    <a:pt x="83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40">
              <a:extLst>
                <a:ext uri="{FF2B5EF4-FFF2-40B4-BE49-F238E27FC236}">
                  <a16:creationId xmlns:a16="http://schemas.microsoft.com/office/drawing/2014/main" id="{7C6953B6-36B4-18FA-CB72-696697EED265}"/>
                </a:ext>
              </a:extLst>
            </p:cNvPr>
            <p:cNvSpPr/>
            <p:nvPr/>
          </p:nvSpPr>
          <p:spPr>
            <a:xfrm>
              <a:off x="7183090" y="2616177"/>
              <a:ext cx="62261" cy="113793"/>
            </a:xfrm>
            <a:custGeom>
              <a:avLst/>
              <a:gdLst/>
              <a:ahLst/>
              <a:cxnLst/>
              <a:rect l="l" t="t" r="r" b="b"/>
              <a:pathLst>
                <a:path w="824" h="1506" extrusionOk="0">
                  <a:moveTo>
                    <a:pt x="742" y="82"/>
                  </a:moveTo>
                  <a:lnTo>
                    <a:pt x="742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40">
              <a:extLst>
                <a:ext uri="{FF2B5EF4-FFF2-40B4-BE49-F238E27FC236}">
                  <a16:creationId xmlns:a16="http://schemas.microsoft.com/office/drawing/2014/main" id="{790D341B-6DE5-73B6-9CE2-A5E298BA17D9}"/>
                </a:ext>
              </a:extLst>
            </p:cNvPr>
            <p:cNvSpPr/>
            <p:nvPr/>
          </p:nvSpPr>
          <p:spPr>
            <a:xfrm>
              <a:off x="7407654" y="2616177"/>
              <a:ext cx="33095" cy="113793"/>
            </a:xfrm>
            <a:custGeom>
              <a:avLst/>
              <a:gdLst/>
              <a:ahLst/>
              <a:cxnLst/>
              <a:rect l="l" t="t" r="r" b="b"/>
              <a:pathLst>
                <a:path w="438" h="1506" extrusionOk="0">
                  <a:moveTo>
                    <a:pt x="363" y="82"/>
                  </a:moveTo>
                  <a:lnTo>
                    <a:pt x="363" y="1423"/>
                  </a:lnTo>
                  <a:lnTo>
                    <a:pt x="75" y="1423"/>
                  </a:lnTo>
                  <a:lnTo>
                    <a:pt x="75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438" y="1505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40">
              <a:extLst>
                <a:ext uri="{FF2B5EF4-FFF2-40B4-BE49-F238E27FC236}">
                  <a16:creationId xmlns:a16="http://schemas.microsoft.com/office/drawing/2014/main" id="{2AFA176D-4483-B302-C19D-243CDC8FFA40}"/>
                </a:ext>
              </a:extLst>
            </p:cNvPr>
            <p:cNvSpPr/>
            <p:nvPr/>
          </p:nvSpPr>
          <p:spPr>
            <a:xfrm>
              <a:off x="7351060" y="2616177"/>
              <a:ext cx="62261" cy="113793"/>
            </a:xfrm>
            <a:custGeom>
              <a:avLst/>
              <a:gdLst/>
              <a:ahLst/>
              <a:cxnLst/>
              <a:rect l="l" t="t" r="r" b="b"/>
              <a:pathLst>
                <a:path w="824" h="1506" extrusionOk="0">
                  <a:moveTo>
                    <a:pt x="749" y="82"/>
                  </a:moveTo>
                  <a:lnTo>
                    <a:pt x="749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40">
              <a:extLst>
                <a:ext uri="{FF2B5EF4-FFF2-40B4-BE49-F238E27FC236}">
                  <a16:creationId xmlns:a16="http://schemas.microsoft.com/office/drawing/2014/main" id="{78142015-C04B-079B-8B7E-3C071AC54E98}"/>
                </a:ext>
              </a:extLst>
            </p:cNvPr>
            <p:cNvSpPr/>
            <p:nvPr/>
          </p:nvSpPr>
          <p:spPr>
            <a:xfrm>
              <a:off x="7239155" y="2616177"/>
              <a:ext cx="62110" cy="113793"/>
            </a:xfrm>
            <a:custGeom>
              <a:avLst/>
              <a:gdLst/>
              <a:ahLst/>
              <a:cxnLst/>
              <a:rect l="l" t="t" r="r" b="b"/>
              <a:pathLst>
                <a:path w="822" h="1506" extrusionOk="0">
                  <a:moveTo>
                    <a:pt x="740" y="82"/>
                  </a:moveTo>
                  <a:lnTo>
                    <a:pt x="740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822" y="1505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40">
              <a:extLst>
                <a:ext uri="{FF2B5EF4-FFF2-40B4-BE49-F238E27FC236}">
                  <a16:creationId xmlns:a16="http://schemas.microsoft.com/office/drawing/2014/main" id="{6A1EE3F8-3547-C4B8-1AB1-F55BBC2F1E61}"/>
                </a:ext>
              </a:extLst>
            </p:cNvPr>
            <p:cNvSpPr/>
            <p:nvPr/>
          </p:nvSpPr>
          <p:spPr>
            <a:xfrm>
              <a:off x="6931173" y="2616177"/>
              <a:ext cx="33624" cy="113793"/>
            </a:xfrm>
            <a:custGeom>
              <a:avLst/>
              <a:gdLst/>
              <a:ahLst/>
              <a:cxnLst/>
              <a:rect l="l" t="t" r="r" b="b"/>
              <a:pathLst>
                <a:path w="445" h="1506" extrusionOk="0">
                  <a:moveTo>
                    <a:pt x="363" y="82"/>
                  </a:moveTo>
                  <a:lnTo>
                    <a:pt x="363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445" y="1505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40">
              <a:extLst>
                <a:ext uri="{FF2B5EF4-FFF2-40B4-BE49-F238E27FC236}">
                  <a16:creationId xmlns:a16="http://schemas.microsoft.com/office/drawing/2014/main" id="{0E771FA3-4A28-BB15-B071-8DCA24B4D0AE}"/>
                </a:ext>
              </a:extLst>
            </p:cNvPr>
            <p:cNvSpPr/>
            <p:nvPr/>
          </p:nvSpPr>
          <p:spPr>
            <a:xfrm>
              <a:off x="6958526" y="2616177"/>
              <a:ext cx="62337" cy="113793"/>
            </a:xfrm>
            <a:custGeom>
              <a:avLst/>
              <a:gdLst/>
              <a:ahLst/>
              <a:cxnLst/>
              <a:rect l="l" t="t" r="r" b="b"/>
              <a:pathLst>
                <a:path w="825" h="1506" extrusionOk="0">
                  <a:moveTo>
                    <a:pt x="750" y="82"/>
                  </a:moveTo>
                  <a:lnTo>
                    <a:pt x="750" y="1423"/>
                  </a:lnTo>
                  <a:lnTo>
                    <a:pt x="83" y="1423"/>
                  </a:lnTo>
                  <a:lnTo>
                    <a:pt x="83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40">
              <a:extLst>
                <a:ext uri="{FF2B5EF4-FFF2-40B4-BE49-F238E27FC236}">
                  <a16:creationId xmlns:a16="http://schemas.microsoft.com/office/drawing/2014/main" id="{CE8E5503-9405-3E6E-FA95-C59A12A24EDE}"/>
                </a:ext>
              </a:extLst>
            </p:cNvPr>
            <p:cNvSpPr/>
            <p:nvPr/>
          </p:nvSpPr>
          <p:spPr>
            <a:xfrm>
              <a:off x="7015120" y="2616177"/>
              <a:ext cx="61657" cy="113793"/>
            </a:xfrm>
            <a:custGeom>
              <a:avLst/>
              <a:gdLst/>
              <a:ahLst/>
              <a:cxnLst/>
              <a:rect l="l" t="t" r="r" b="b"/>
              <a:pathLst>
                <a:path w="816" h="1506" extrusionOk="0">
                  <a:moveTo>
                    <a:pt x="742" y="82"/>
                  </a:moveTo>
                  <a:lnTo>
                    <a:pt x="742" y="1423"/>
                  </a:lnTo>
                  <a:lnTo>
                    <a:pt x="75" y="1423"/>
                  </a:lnTo>
                  <a:lnTo>
                    <a:pt x="75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15" y="1505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40">
              <a:extLst>
                <a:ext uri="{FF2B5EF4-FFF2-40B4-BE49-F238E27FC236}">
                  <a16:creationId xmlns:a16="http://schemas.microsoft.com/office/drawing/2014/main" id="{51B4A23F-E734-5970-A9FD-6B80069FCC9F}"/>
                </a:ext>
              </a:extLst>
            </p:cNvPr>
            <p:cNvSpPr/>
            <p:nvPr/>
          </p:nvSpPr>
          <p:spPr>
            <a:xfrm>
              <a:off x="7127024" y="2616177"/>
              <a:ext cx="62337" cy="113793"/>
            </a:xfrm>
            <a:custGeom>
              <a:avLst/>
              <a:gdLst/>
              <a:ahLst/>
              <a:cxnLst/>
              <a:rect l="l" t="t" r="r" b="b"/>
              <a:pathLst>
                <a:path w="825" h="1506" extrusionOk="0">
                  <a:moveTo>
                    <a:pt x="743" y="82"/>
                  </a:moveTo>
                  <a:lnTo>
                    <a:pt x="743" y="1423"/>
                  </a:lnTo>
                  <a:lnTo>
                    <a:pt x="83" y="1423"/>
                  </a:lnTo>
                  <a:lnTo>
                    <a:pt x="83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40">
              <a:extLst>
                <a:ext uri="{FF2B5EF4-FFF2-40B4-BE49-F238E27FC236}">
                  <a16:creationId xmlns:a16="http://schemas.microsoft.com/office/drawing/2014/main" id="{07A03169-82BD-380D-359C-F554D3E1451E}"/>
                </a:ext>
              </a:extLst>
            </p:cNvPr>
            <p:cNvSpPr/>
            <p:nvPr/>
          </p:nvSpPr>
          <p:spPr>
            <a:xfrm>
              <a:off x="7071185" y="2616177"/>
              <a:ext cx="62110" cy="113793"/>
            </a:xfrm>
            <a:custGeom>
              <a:avLst/>
              <a:gdLst/>
              <a:ahLst/>
              <a:cxnLst/>
              <a:rect l="l" t="t" r="r" b="b"/>
              <a:pathLst>
                <a:path w="822" h="1506" extrusionOk="0">
                  <a:moveTo>
                    <a:pt x="740" y="82"/>
                  </a:moveTo>
                  <a:lnTo>
                    <a:pt x="740" y="1423"/>
                  </a:lnTo>
                  <a:lnTo>
                    <a:pt x="73" y="1423"/>
                  </a:lnTo>
                  <a:lnTo>
                    <a:pt x="73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822" y="1505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40">
              <a:extLst>
                <a:ext uri="{FF2B5EF4-FFF2-40B4-BE49-F238E27FC236}">
                  <a16:creationId xmlns:a16="http://schemas.microsoft.com/office/drawing/2014/main" id="{7ACEC603-A88C-82C3-216E-67DB05EC0CAE}"/>
                </a:ext>
              </a:extLst>
            </p:cNvPr>
            <p:cNvSpPr/>
            <p:nvPr/>
          </p:nvSpPr>
          <p:spPr>
            <a:xfrm>
              <a:off x="7082822" y="1942031"/>
              <a:ext cx="157996" cy="955381"/>
            </a:xfrm>
            <a:custGeom>
              <a:avLst/>
              <a:gdLst/>
              <a:ahLst/>
              <a:cxnLst/>
              <a:rect l="l" t="t" r="r" b="b"/>
              <a:pathLst>
                <a:path w="2091" h="12644" extrusionOk="0">
                  <a:moveTo>
                    <a:pt x="565" y="1"/>
                  </a:moveTo>
                  <a:lnTo>
                    <a:pt x="1" y="12613"/>
                  </a:lnTo>
                  <a:lnTo>
                    <a:pt x="2090" y="12643"/>
                  </a:lnTo>
                  <a:lnTo>
                    <a:pt x="1824" y="17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40">
              <a:extLst>
                <a:ext uri="{FF2B5EF4-FFF2-40B4-BE49-F238E27FC236}">
                  <a16:creationId xmlns:a16="http://schemas.microsoft.com/office/drawing/2014/main" id="{7F3D27A9-2AFE-DD5D-DBC0-04BCE3725D7E}"/>
                </a:ext>
              </a:extLst>
            </p:cNvPr>
            <p:cNvSpPr/>
            <p:nvPr/>
          </p:nvSpPr>
          <p:spPr>
            <a:xfrm>
              <a:off x="7082822" y="1942711"/>
              <a:ext cx="90294" cy="945633"/>
            </a:xfrm>
            <a:custGeom>
              <a:avLst/>
              <a:gdLst/>
              <a:ahLst/>
              <a:cxnLst/>
              <a:rect l="l" t="t" r="r" b="b"/>
              <a:pathLst>
                <a:path w="1195" h="12515" extrusionOk="0">
                  <a:moveTo>
                    <a:pt x="565" y="0"/>
                  </a:moveTo>
                  <a:lnTo>
                    <a:pt x="1" y="12515"/>
                  </a:lnTo>
                  <a:lnTo>
                    <a:pt x="1047" y="12515"/>
                  </a:lnTo>
                  <a:lnTo>
                    <a:pt x="1194" y="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9293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40">
              <a:extLst>
                <a:ext uri="{FF2B5EF4-FFF2-40B4-BE49-F238E27FC236}">
                  <a16:creationId xmlns:a16="http://schemas.microsoft.com/office/drawing/2014/main" id="{D1261CBD-90A0-DA7D-AB32-DAD0C75F8CE5}"/>
                </a:ext>
              </a:extLst>
            </p:cNvPr>
            <p:cNvSpPr/>
            <p:nvPr/>
          </p:nvSpPr>
          <p:spPr>
            <a:xfrm>
              <a:off x="7113121" y="2171658"/>
              <a:ext cx="113189" cy="57199"/>
            </a:xfrm>
            <a:custGeom>
              <a:avLst/>
              <a:gdLst/>
              <a:ahLst/>
              <a:cxnLst/>
              <a:rect l="l" t="t" r="r" b="b"/>
              <a:pathLst>
                <a:path w="1498" h="757" extrusionOk="0">
                  <a:moveTo>
                    <a:pt x="37" y="1"/>
                  </a:moveTo>
                  <a:lnTo>
                    <a:pt x="0" y="734"/>
                  </a:lnTo>
                  <a:lnTo>
                    <a:pt x="749" y="741"/>
                  </a:lnTo>
                  <a:lnTo>
                    <a:pt x="1497" y="757"/>
                  </a:lnTo>
                  <a:lnTo>
                    <a:pt x="1483" y="22"/>
                  </a:lnTo>
                  <a:lnTo>
                    <a:pt x="756" y="1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40">
              <a:extLst>
                <a:ext uri="{FF2B5EF4-FFF2-40B4-BE49-F238E27FC236}">
                  <a16:creationId xmlns:a16="http://schemas.microsoft.com/office/drawing/2014/main" id="{D401F51E-5D87-28AA-2B19-4CDB96B9DD65}"/>
                </a:ext>
              </a:extLst>
            </p:cNvPr>
            <p:cNvSpPr/>
            <p:nvPr/>
          </p:nvSpPr>
          <p:spPr>
            <a:xfrm>
              <a:off x="7106396" y="2301470"/>
              <a:ext cx="123238" cy="82436"/>
            </a:xfrm>
            <a:custGeom>
              <a:avLst/>
              <a:gdLst/>
              <a:ahLst/>
              <a:cxnLst/>
              <a:rect l="l" t="t" r="r" b="b"/>
              <a:pathLst>
                <a:path w="1631" h="1091" extrusionOk="0">
                  <a:moveTo>
                    <a:pt x="45" y="1"/>
                  </a:moveTo>
                  <a:lnTo>
                    <a:pt x="0" y="1068"/>
                  </a:lnTo>
                  <a:lnTo>
                    <a:pt x="816" y="1077"/>
                  </a:lnTo>
                  <a:lnTo>
                    <a:pt x="1631" y="1091"/>
                  </a:lnTo>
                  <a:lnTo>
                    <a:pt x="1608" y="17"/>
                  </a:lnTo>
                  <a:lnTo>
                    <a:pt x="831" y="10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40">
              <a:extLst>
                <a:ext uri="{FF2B5EF4-FFF2-40B4-BE49-F238E27FC236}">
                  <a16:creationId xmlns:a16="http://schemas.microsoft.com/office/drawing/2014/main" id="{9F1454A0-6701-9F00-E686-8152CC043018}"/>
                </a:ext>
              </a:extLst>
            </p:cNvPr>
            <p:cNvSpPr/>
            <p:nvPr/>
          </p:nvSpPr>
          <p:spPr>
            <a:xfrm>
              <a:off x="6440108" y="1279143"/>
              <a:ext cx="292342" cy="233632"/>
            </a:xfrm>
            <a:custGeom>
              <a:avLst/>
              <a:gdLst/>
              <a:ahLst/>
              <a:cxnLst/>
              <a:rect l="l" t="t" r="r" b="b"/>
              <a:pathLst>
                <a:path w="3869" h="3092" extrusionOk="0">
                  <a:moveTo>
                    <a:pt x="3647" y="1"/>
                  </a:moveTo>
                  <a:cubicBezTo>
                    <a:pt x="2706" y="1"/>
                    <a:pt x="1898" y="579"/>
                    <a:pt x="1557" y="1393"/>
                  </a:cubicBezTo>
                  <a:cubicBezTo>
                    <a:pt x="1505" y="1386"/>
                    <a:pt x="1445" y="1386"/>
                    <a:pt x="1393" y="1386"/>
                  </a:cubicBezTo>
                  <a:cubicBezTo>
                    <a:pt x="623" y="1386"/>
                    <a:pt x="1" y="2009"/>
                    <a:pt x="1" y="2772"/>
                  </a:cubicBezTo>
                  <a:cubicBezTo>
                    <a:pt x="1" y="2884"/>
                    <a:pt x="15" y="2987"/>
                    <a:pt x="38" y="3092"/>
                  </a:cubicBezTo>
                  <a:lnTo>
                    <a:pt x="3869" y="3092"/>
                  </a:lnTo>
                  <a:lnTo>
                    <a:pt x="3869" y="2217"/>
                  </a:lnTo>
                  <a:lnTo>
                    <a:pt x="3869" y="8"/>
                  </a:lnTo>
                  <a:cubicBezTo>
                    <a:pt x="3794" y="1"/>
                    <a:pt x="3721" y="1"/>
                    <a:pt x="3647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40">
              <a:extLst>
                <a:ext uri="{FF2B5EF4-FFF2-40B4-BE49-F238E27FC236}">
                  <a16:creationId xmlns:a16="http://schemas.microsoft.com/office/drawing/2014/main" id="{DD371B8E-7CE2-0919-B42C-DB8237245D96}"/>
                </a:ext>
              </a:extLst>
            </p:cNvPr>
            <p:cNvSpPr/>
            <p:nvPr/>
          </p:nvSpPr>
          <p:spPr>
            <a:xfrm>
              <a:off x="6728521" y="1278085"/>
              <a:ext cx="355585" cy="235218"/>
            </a:xfrm>
            <a:custGeom>
              <a:avLst/>
              <a:gdLst/>
              <a:ahLst/>
              <a:cxnLst/>
              <a:rect l="l" t="t" r="r" b="b"/>
              <a:pathLst>
                <a:path w="4706" h="3113" extrusionOk="0">
                  <a:moveTo>
                    <a:pt x="0" y="1"/>
                  </a:moveTo>
                  <a:lnTo>
                    <a:pt x="0" y="8"/>
                  </a:lnTo>
                  <a:lnTo>
                    <a:pt x="0" y="2231"/>
                  </a:lnTo>
                  <a:lnTo>
                    <a:pt x="0" y="3113"/>
                  </a:lnTo>
                  <a:lnTo>
                    <a:pt x="3061" y="3113"/>
                  </a:lnTo>
                  <a:cubicBezTo>
                    <a:pt x="3075" y="3097"/>
                    <a:pt x="3089" y="3090"/>
                    <a:pt x="3105" y="3075"/>
                  </a:cubicBezTo>
                  <a:cubicBezTo>
                    <a:pt x="3112" y="3090"/>
                    <a:pt x="3120" y="3097"/>
                    <a:pt x="3120" y="3113"/>
                  </a:cubicBezTo>
                  <a:lnTo>
                    <a:pt x="4638" y="3113"/>
                  </a:lnTo>
                  <a:cubicBezTo>
                    <a:pt x="4683" y="3017"/>
                    <a:pt x="4706" y="2912"/>
                    <a:pt x="4706" y="2794"/>
                  </a:cubicBezTo>
                  <a:cubicBezTo>
                    <a:pt x="4706" y="2341"/>
                    <a:pt x="4334" y="1971"/>
                    <a:pt x="3883" y="1971"/>
                  </a:cubicBezTo>
                  <a:cubicBezTo>
                    <a:pt x="3719" y="1971"/>
                    <a:pt x="3571" y="2016"/>
                    <a:pt x="3445" y="2097"/>
                  </a:cubicBezTo>
                  <a:cubicBezTo>
                    <a:pt x="3363" y="1571"/>
                    <a:pt x="2904" y="1171"/>
                    <a:pt x="2357" y="1171"/>
                  </a:cubicBezTo>
                  <a:cubicBezTo>
                    <a:pt x="2172" y="1171"/>
                    <a:pt x="1994" y="1215"/>
                    <a:pt x="1837" y="1297"/>
                  </a:cubicBezTo>
                  <a:cubicBezTo>
                    <a:pt x="1505" y="593"/>
                    <a:pt x="815" y="82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40">
              <a:extLst>
                <a:ext uri="{FF2B5EF4-FFF2-40B4-BE49-F238E27FC236}">
                  <a16:creationId xmlns:a16="http://schemas.microsoft.com/office/drawing/2014/main" id="{343F75BE-A2DA-8CDC-8A06-2039C0680000}"/>
                </a:ext>
              </a:extLst>
            </p:cNvPr>
            <p:cNvSpPr/>
            <p:nvPr/>
          </p:nvSpPr>
          <p:spPr>
            <a:xfrm>
              <a:off x="7822479" y="2368114"/>
              <a:ext cx="568438" cy="527484"/>
            </a:xfrm>
            <a:custGeom>
              <a:avLst/>
              <a:gdLst/>
              <a:ahLst/>
              <a:cxnLst/>
              <a:rect l="l" t="t" r="r" b="b"/>
              <a:pathLst>
                <a:path w="7523" h="6981" extrusionOk="0">
                  <a:moveTo>
                    <a:pt x="0" y="1"/>
                  </a:moveTo>
                  <a:lnTo>
                    <a:pt x="0" y="6981"/>
                  </a:lnTo>
                  <a:lnTo>
                    <a:pt x="7523" y="6981"/>
                  </a:lnTo>
                  <a:lnTo>
                    <a:pt x="7523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40">
              <a:extLst>
                <a:ext uri="{FF2B5EF4-FFF2-40B4-BE49-F238E27FC236}">
                  <a16:creationId xmlns:a16="http://schemas.microsoft.com/office/drawing/2014/main" id="{3C3037AA-56C8-88E1-8D55-D8B3E645ACCE}"/>
                </a:ext>
              </a:extLst>
            </p:cNvPr>
            <p:cNvSpPr/>
            <p:nvPr/>
          </p:nvSpPr>
          <p:spPr>
            <a:xfrm>
              <a:off x="8390841" y="2379977"/>
              <a:ext cx="604" cy="508368"/>
            </a:xfrm>
            <a:custGeom>
              <a:avLst/>
              <a:gdLst/>
              <a:ahLst/>
              <a:cxnLst/>
              <a:rect l="l" t="t" r="r" b="b"/>
              <a:pathLst>
                <a:path w="8" h="6728" extrusionOk="0">
                  <a:moveTo>
                    <a:pt x="1" y="0"/>
                  </a:moveTo>
                  <a:lnTo>
                    <a:pt x="1" y="6728"/>
                  </a:lnTo>
                  <a:lnTo>
                    <a:pt x="8" y="6728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5259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40">
              <a:extLst>
                <a:ext uri="{FF2B5EF4-FFF2-40B4-BE49-F238E27FC236}">
                  <a16:creationId xmlns:a16="http://schemas.microsoft.com/office/drawing/2014/main" id="{E806EF81-71C2-68BE-42CA-47B94F509207}"/>
                </a:ext>
              </a:extLst>
            </p:cNvPr>
            <p:cNvSpPr/>
            <p:nvPr/>
          </p:nvSpPr>
          <p:spPr>
            <a:xfrm>
              <a:off x="8250299" y="2379977"/>
              <a:ext cx="140617" cy="477615"/>
            </a:xfrm>
            <a:custGeom>
              <a:avLst/>
              <a:gdLst/>
              <a:ahLst/>
              <a:cxnLst/>
              <a:rect l="l" t="t" r="r" b="b"/>
              <a:pathLst>
                <a:path w="1861" h="6321" extrusionOk="0">
                  <a:moveTo>
                    <a:pt x="0" y="0"/>
                  </a:moveTo>
                  <a:lnTo>
                    <a:pt x="0" y="6321"/>
                  </a:lnTo>
                  <a:lnTo>
                    <a:pt x="1861" y="6321"/>
                  </a:lnTo>
                  <a:lnTo>
                    <a:pt x="1861" y="0"/>
                  </a:lnTo>
                  <a:close/>
                </a:path>
              </a:pathLst>
            </a:custGeom>
            <a:solidFill>
              <a:srgbClr val="8586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40">
              <a:extLst>
                <a:ext uri="{FF2B5EF4-FFF2-40B4-BE49-F238E27FC236}">
                  <a16:creationId xmlns:a16="http://schemas.microsoft.com/office/drawing/2014/main" id="{5C219967-3A83-4F36-8792-B581D38D1564}"/>
                </a:ext>
              </a:extLst>
            </p:cNvPr>
            <p:cNvSpPr/>
            <p:nvPr/>
          </p:nvSpPr>
          <p:spPr>
            <a:xfrm>
              <a:off x="7798904" y="2357006"/>
              <a:ext cx="614832" cy="23046"/>
            </a:xfrm>
            <a:custGeom>
              <a:avLst/>
              <a:gdLst/>
              <a:ahLst/>
              <a:cxnLst/>
              <a:rect l="l" t="t" r="r" b="b"/>
              <a:pathLst>
                <a:path w="8137" h="305" extrusionOk="0">
                  <a:moveTo>
                    <a:pt x="150" y="0"/>
                  </a:moveTo>
                  <a:cubicBezTo>
                    <a:pt x="68" y="0"/>
                    <a:pt x="1" y="66"/>
                    <a:pt x="1" y="148"/>
                  </a:cubicBezTo>
                  <a:cubicBezTo>
                    <a:pt x="1" y="237"/>
                    <a:pt x="68" y="304"/>
                    <a:pt x="150" y="304"/>
                  </a:cubicBezTo>
                  <a:lnTo>
                    <a:pt x="7989" y="304"/>
                  </a:lnTo>
                  <a:cubicBezTo>
                    <a:pt x="8071" y="304"/>
                    <a:pt x="8137" y="237"/>
                    <a:pt x="8137" y="148"/>
                  </a:cubicBezTo>
                  <a:cubicBezTo>
                    <a:pt x="8137" y="66"/>
                    <a:pt x="8071" y="0"/>
                    <a:pt x="7989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40">
              <a:extLst>
                <a:ext uri="{FF2B5EF4-FFF2-40B4-BE49-F238E27FC236}">
                  <a16:creationId xmlns:a16="http://schemas.microsoft.com/office/drawing/2014/main" id="{FA33888C-A28D-A7D2-FF0C-54E21D2F48F7}"/>
                </a:ext>
              </a:extLst>
            </p:cNvPr>
            <p:cNvSpPr/>
            <p:nvPr/>
          </p:nvSpPr>
          <p:spPr>
            <a:xfrm>
              <a:off x="8316263" y="2470649"/>
              <a:ext cx="35967" cy="52665"/>
            </a:xfrm>
            <a:custGeom>
              <a:avLst/>
              <a:gdLst/>
              <a:ahLst/>
              <a:cxnLst/>
              <a:rect l="l" t="t" r="r" b="b"/>
              <a:pathLst>
                <a:path w="476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75" y="696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40">
              <a:extLst>
                <a:ext uri="{FF2B5EF4-FFF2-40B4-BE49-F238E27FC236}">
                  <a16:creationId xmlns:a16="http://schemas.microsoft.com/office/drawing/2014/main" id="{D8686296-B746-3945-025F-B4DC0CA79EE1}"/>
                </a:ext>
              </a:extLst>
            </p:cNvPr>
            <p:cNvSpPr/>
            <p:nvPr/>
          </p:nvSpPr>
          <p:spPr>
            <a:xfrm>
              <a:off x="8251886" y="2470649"/>
              <a:ext cx="35438" cy="52665"/>
            </a:xfrm>
            <a:custGeom>
              <a:avLst/>
              <a:gdLst/>
              <a:ahLst/>
              <a:cxnLst/>
              <a:rect l="l" t="t" r="r" b="b"/>
              <a:pathLst>
                <a:path w="469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40">
              <a:extLst>
                <a:ext uri="{FF2B5EF4-FFF2-40B4-BE49-F238E27FC236}">
                  <a16:creationId xmlns:a16="http://schemas.microsoft.com/office/drawing/2014/main" id="{6B4BCEB0-93D9-1B41-56DB-F03817309DB9}"/>
                </a:ext>
              </a:extLst>
            </p:cNvPr>
            <p:cNvSpPr/>
            <p:nvPr/>
          </p:nvSpPr>
          <p:spPr>
            <a:xfrm>
              <a:off x="8186980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7" y="696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40">
              <a:extLst>
                <a:ext uri="{FF2B5EF4-FFF2-40B4-BE49-F238E27FC236}">
                  <a16:creationId xmlns:a16="http://schemas.microsoft.com/office/drawing/2014/main" id="{29CFE15D-650C-71E6-6E7B-359F7F1475C8}"/>
                </a:ext>
              </a:extLst>
            </p:cNvPr>
            <p:cNvSpPr/>
            <p:nvPr/>
          </p:nvSpPr>
          <p:spPr>
            <a:xfrm>
              <a:off x="8122074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7" y="696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40">
              <a:extLst>
                <a:ext uri="{FF2B5EF4-FFF2-40B4-BE49-F238E27FC236}">
                  <a16:creationId xmlns:a16="http://schemas.microsoft.com/office/drawing/2014/main" id="{FA7E6398-22DF-1298-6296-8E3D6F0352E0}"/>
                </a:ext>
              </a:extLst>
            </p:cNvPr>
            <p:cNvSpPr/>
            <p:nvPr/>
          </p:nvSpPr>
          <p:spPr>
            <a:xfrm>
              <a:off x="8057092" y="2470649"/>
              <a:ext cx="35362" cy="52665"/>
            </a:xfrm>
            <a:custGeom>
              <a:avLst/>
              <a:gdLst/>
              <a:ahLst/>
              <a:cxnLst/>
              <a:rect l="l" t="t" r="r" b="b"/>
              <a:pathLst>
                <a:path w="468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40">
              <a:extLst>
                <a:ext uri="{FF2B5EF4-FFF2-40B4-BE49-F238E27FC236}">
                  <a16:creationId xmlns:a16="http://schemas.microsoft.com/office/drawing/2014/main" id="{BA538A4E-F053-0001-C24C-A15EC2E5C7D8}"/>
                </a:ext>
              </a:extLst>
            </p:cNvPr>
            <p:cNvSpPr/>
            <p:nvPr/>
          </p:nvSpPr>
          <p:spPr>
            <a:xfrm>
              <a:off x="7992186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6" y="696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40">
              <a:extLst>
                <a:ext uri="{FF2B5EF4-FFF2-40B4-BE49-F238E27FC236}">
                  <a16:creationId xmlns:a16="http://schemas.microsoft.com/office/drawing/2014/main" id="{F8CDE947-D974-67DD-4D52-943F3DE02A15}"/>
                </a:ext>
              </a:extLst>
            </p:cNvPr>
            <p:cNvSpPr/>
            <p:nvPr/>
          </p:nvSpPr>
          <p:spPr>
            <a:xfrm>
              <a:off x="7927280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6" y="696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40">
              <a:extLst>
                <a:ext uri="{FF2B5EF4-FFF2-40B4-BE49-F238E27FC236}">
                  <a16:creationId xmlns:a16="http://schemas.microsoft.com/office/drawing/2014/main" id="{090C6BCC-CD7A-F3FF-C931-A5CFDD3E4EC4}"/>
                </a:ext>
              </a:extLst>
            </p:cNvPr>
            <p:cNvSpPr/>
            <p:nvPr/>
          </p:nvSpPr>
          <p:spPr>
            <a:xfrm>
              <a:off x="7862223" y="2470649"/>
              <a:ext cx="35438" cy="52665"/>
            </a:xfrm>
            <a:custGeom>
              <a:avLst/>
              <a:gdLst/>
              <a:ahLst/>
              <a:cxnLst/>
              <a:rect l="l" t="t" r="r" b="b"/>
              <a:pathLst>
                <a:path w="469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40">
              <a:extLst>
                <a:ext uri="{FF2B5EF4-FFF2-40B4-BE49-F238E27FC236}">
                  <a16:creationId xmlns:a16="http://schemas.microsoft.com/office/drawing/2014/main" id="{DD6B2942-2714-2833-FE7D-3591D641511F}"/>
                </a:ext>
              </a:extLst>
            </p:cNvPr>
            <p:cNvSpPr/>
            <p:nvPr/>
          </p:nvSpPr>
          <p:spPr>
            <a:xfrm>
              <a:off x="8316263" y="2571975"/>
              <a:ext cx="35967" cy="52741"/>
            </a:xfrm>
            <a:custGeom>
              <a:avLst/>
              <a:gdLst/>
              <a:ahLst/>
              <a:cxnLst/>
              <a:rect l="l" t="t" r="r" b="b"/>
              <a:pathLst>
                <a:path w="476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75" y="698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40">
              <a:extLst>
                <a:ext uri="{FF2B5EF4-FFF2-40B4-BE49-F238E27FC236}">
                  <a16:creationId xmlns:a16="http://schemas.microsoft.com/office/drawing/2014/main" id="{D033D0A9-A371-2B3C-0838-6D248388E9E5}"/>
                </a:ext>
              </a:extLst>
            </p:cNvPr>
            <p:cNvSpPr/>
            <p:nvPr/>
          </p:nvSpPr>
          <p:spPr>
            <a:xfrm>
              <a:off x="8251886" y="2571975"/>
              <a:ext cx="35438" cy="52741"/>
            </a:xfrm>
            <a:custGeom>
              <a:avLst/>
              <a:gdLst/>
              <a:ahLst/>
              <a:cxnLst/>
              <a:rect l="l" t="t" r="r" b="b"/>
              <a:pathLst>
                <a:path w="469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40">
              <a:extLst>
                <a:ext uri="{FF2B5EF4-FFF2-40B4-BE49-F238E27FC236}">
                  <a16:creationId xmlns:a16="http://schemas.microsoft.com/office/drawing/2014/main" id="{01492176-8F38-973E-2A43-0B36F46A7C01}"/>
                </a:ext>
              </a:extLst>
            </p:cNvPr>
            <p:cNvSpPr/>
            <p:nvPr/>
          </p:nvSpPr>
          <p:spPr>
            <a:xfrm>
              <a:off x="8186980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7" y="698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40">
              <a:extLst>
                <a:ext uri="{FF2B5EF4-FFF2-40B4-BE49-F238E27FC236}">
                  <a16:creationId xmlns:a16="http://schemas.microsoft.com/office/drawing/2014/main" id="{91ADEE9D-99D9-9FFA-1DC9-2966DFAACBA0}"/>
                </a:ext>
              </a:extLst>
            </p:cNvPr>
            <p:cNvSpPr/>
            <p:nvPr/>
          </p:nvSpPr>
          <p:spPr>
            <a:xfrm>
              <a:off x="8122074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7" y="698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40">
              <a:extLst>
                <a:ext uri="{FF2B5EF4-FFF2-40B4-BE49-F238E27FC236}">
                  <a16:creationId xmlns:a16="http://schemas.microsoft.com/office/drawing/2014/main" id="{33D51FEC-CDC0-4D6C-0448-9B2C5C867F09}"/>
                </a:ext>
              </a:extLst>
            </p:cNvPr>
            <p:cNvSpPr/>
            <p:nvPr/>
          </p:nvSpPr>
          <p:spPr>
            <a:xfrm>
              <a:off x="8057092" y="2571975"/>
              <a:ext cx="35362" cy="52741"/>
            </a:xfrm>
            <a:custGeom>
              <a:avLst/>
              <a:gdLst/>
              <a:ahLst/>
              <a:cxnLst/>
              <a:rect l="l" t="t" r="r" b="b"/>
              <a:pathLst>
                <a:path w="468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40">
              <a:extLst>
                <a:ext uri="{FF2B5EF4-FFF2-40B4-BE49-F238E27FC236}">
                  <a16:creationId xmlns:a16="http://schemas.microsoft.com/office/drawing/2014/main" id="{3191C8B0-B0FA-0857-3DDA-AAA16C7505C9}"/>
                </a:ext>
              </a:extLst>
            </p:cNvPr>
            <p:cNvSpPr/>
            <p:nvPr/>
          </p:nvSpPr>
          <p:spPr>
            <a:xfrm>
              <a:off x="7992186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6" y="698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40">
              <a:extLst>
                <a:ext uri="{FF2B5EF4-FFF2-40B4-BE49-F238E27FC236}">
                  <a16:creationId xmlns:a16="http://schemas.microsoft.com/office/drawing/2014/main" id="{8C1BDD5C-5ABB-742F-5457-4FDA1BF586C2}"/>
                </a:ext>
              </a:extLst>
            </p:cNvPr>
            <p:cNvSpPr/>
            <p:nvPr/>
          </p:nvSpPr>
          <p:spPr>
            <a:xfrm>
              <a:off x="7927280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6" y="698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40">
              <a:extLst>
                <a:ext uri="{FF2B5EF4-FFF2-40B4-BE49-F238E27FC236}">
                  <a16:creationId xmlns:a16="http://schemas.microsoft.com/office/drawing/2014/main" id="{B7E860D8-7BB0-DCF1-DE0A-0AB99767E84E}"/>
                </a:ext>
              </a:extLst>
            </p:cNvPr>
            <p:cNvSpPr/>
            <p:nvPr/>
          </p:nvSpPr>
          <p:spPr>
            <a:xfrm>
              <a:off x="7862223" y="2571975"/>
              <a:ext cx="35438" cy="52741"/>
            </a:xfrm>
            <a:custGeom>
              <a:avLst/>
              <a:gdLst/>
              <a:ahLst/>
              <a:cxnLst/>
              <a:rect l="l" t="t" r="r" b="b"/>
              <a:pathLst>
                <a:path w="469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40">
              <a:extLst>
                <a:ext uri="{FF2B5EF4-FFF2-40B4-BE49-F238E27FC236}">
                  <a16:creationId xmlns:a16="http://schemas.microsoft.com/office/drawing/2014/main" id="{0C5A816B-3257-C808-E9F9-46699167ACFE}"/>
                </a:ext>
              </a:extLst>
            </p:cNvPr>
            <p:cNvSpPr/>
            <p:nvPr/>
          </p:nvSpPr>
          <p:spPr>
            <a:xfrm>
              <a:off x="8316263" y="2673301"/>
              <a:ext cx="35967" cy="53270"/>
            </a:xfrm>
            <a:custGeom>
              <a:avLst/>
              <a:gdLst/>
              <a:ahLst/>
              <a:cxnLst/>
              <a:rect l="l" t="t" r="r" b="b"/>
              <a:pathLst>
                <a:path w="476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75" y="705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40">
              <a:extLst>
                <a:ext uri="{FF2B5EF4-FFF2-40B4-BE49-F238E27FC236}">
                  <a16:creationId xmlns:a16="http://schemas.microsoft.com/office/drawing/2014/main" id="{1020CFD4-010E-D12F-F537-A7F509D9340F}"/>
                </a:ext>
              </a:extLst>
            </p:cNvPr>
            <p:cNvSpPr/>
            <p:nvPr/>
          </p:nvSpPr>
          <p:spPr>
            <a:xfrm>
              <a:off x="8251886" y="2673301"/>
              <a:ext cx="35438" cy="53270"/>
            </a:xfrm>
            <a:custGeom>
              <a:avLst/>
              <a:gdLst/>
              <a:ahLst/>
              <a:cxnLst/>
              <a:rect l="l" t="t" r="r" b="b"/>
              <a:pathLst>
                <a:path w="469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40">
              <a:extLst>
                <a:ext uri="{FF2B5EF4-FFF2-40B4-BE49-F238E27FC236}">
                  <a16:creationId xmlns:a16="http://schemas.microsoft.com/office/drawing/2014/main" id="{9594166E-E3FA-5F41-7299-08CE9EFE9AE7}"/>
                </a:ext>
              </a:extLst>
            </p:cNvPr>
            <p:cNvSpPr/>
            <p:nvPr/>
          </p:nvSpPr>
          <p:spPr>
            <a:xfrm>
              <a:off x="8186980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7" y="705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40">
              <a:extLst>
                <a:ext uri="{FF2B5EF4-FFF2-40B4-BE49-F238E27FC236}">
                  <a16:creationId xmlns:a16="http://schemas.microsoft.com/office/drawing/2014/main" id="{04A23D68-B3EC-41ED-C1ED-8BACCA8F8B4F}"/>
                </a:ext>
              </a:extLst>
            </p:cNvPr>
            <p:cNvSpPr/>
            <p:nvPr/>
          </p:nvSpPr>
          <p:spPr>
            <a:xfrm>
              <a:off x="8122074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7" y="705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40">
              <a:extLst>
                <a:ext uri="{FF2B5EF4-FFF2-40B4-BE49-F238E27FC236}">
                  <a16:creationId xmlns:a16="http://schemas.microsoft.com/office/drawing/2014/main" id="{C1F0F3D3-86B0-11E9-1F27-A1A4EEB1EB57}"/>
                </a:ext>
              </a:extLst>
            </p:cNvPr>
            <p:cNvSpPr/>
            <p:nvPr/>
          </p:nvSpPr>
          <p:spPr>
            <a:xfrm>
              <a:off x="8057092" y="2673301"/>
              <a:ext cx="35362" cy="53270"/>
            </a:xfrm>
            <a:custGeom>
              <a:avLst/>
              <a:gdLst/>
              <a:ahLst/>
              <a:cxnLst/>
              <a:rect l="l" t="t" r="r" b="b"/>
              <a:pathLst>
                <a:path w="468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40">
              <a:extLst>
                <a:ext uri="{FF2B5EF4-FFF2-40B4-BE49-F238E27FC236}">
                  <a16:creationId xmlns:a16="http://schemas.microsoft.com/office/drawing/2014/main" id="{F34F37DD-3617-81AB-7924-05DDCC3D7DDB}"/>
                </a:ext>
              </a:extLst>
            </p:cNvPr>
            <p:cNvSpPr/>
            <p:nvPr/>
          </p:nvSpPr>
          <p:spPr>
            <a:xfrm>
              <a:off x="7992186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6" y="705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40">
              <a:extLst>
                <a:ext uri="{FF2B5EF4-FFF2-40B4-BE49-F238E27FC236}">
                  <a16:creationId xmlns:a16="http://schemas.microsoft.com/office/drawing/2014/main" id="{0BAD88E7-C50B-D09C-A889-716792DF682B}"/>
                </a:ext>
              </a:extLst>
            </p:cNvPr>
            <p:cNvSpPr/>
            <p:nvPr/>
          </p:nvSpPr>
          <p:spPr>
            <a:xfrm>
              <a:off x="7927280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6" y="705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40">
              <a:extLst>
                <a:ext uri="{FF2B5EF4-FFF2-40B4-BE49-F238E27FC236}">
                  <a16:creationId xmlns:a16="http://schemas.microsoft.com/office/drawing/2014/main" id="{4C0FE4BD-60B0-53CB-5982-A748BD1BFE98}"/>
                </a:ext>
              </a:extLst>
            </p:cNvPr>
            <p:cNvSpPr/>
            <p:nvPr/>
          </p:nvSpPr>
          <p:spPr>
            <a:xfrm>
              <a:off x="7862223" y="2673301"/>
              <a:ext cx="35438" cy="53270"/>
            </a:xfrm>
            <a:custGeom>
              <a:avLst/>
              <a:gdLst/>
              <a:ahLst/>
              <a:cxnLst/>
              <a:rect l="l" t="t" r="r" b="b"/>
              <a:pathLst>
                <a:path w="469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40">
              <a:extLst>
                <a:ext uri="{FF2B5EF4-FFF2-40B4-BE49-F238E27FC236}">
                  <a16:creationId xmlns:a16="http://schemas.microsoft.com/office/drawing/2014/main" id="{E3A954F3-AC45-55F1-1FD0-AD7DF601B796}"/>
                </a:ext>
              </a:extLst>
            </p:cNvPr>
            <p:cNvSpPr/>
            <p:nvPr/>
          </p:nvSpPr>
          <p:spPr>
            <a:xfrm>
              <a:off x="7821874" y="2857516"/>
              <a:ext cx="569042" cy="33700"/>
            </a:xfrm>
            <a:custGeom>
              <a:avLst/>
              <a:gdLst/>
              <a:ahLst/>
              <a:cxnLst/>
              <a:rect l="l" t="t" r="r" b="b"/>
              <a:pathLst>
                <a:path w="7531" h="446" extrusionOk="0">
                  <a:moveTo>
                    <a:pt x="1" y="1"/>
                  </a:moveTo>
                  <a:lnTo>
                    <a:pt x="1" y="445"/>
                  </a:lnTo>
                  <a:lnTo>
                    <a:pt x="7531" y="445"/>
                  </a:lnTo>
                  <a:lnTo>
                    <a:pt x="7531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40">
              <a:extLst>
                <a:ext uri="{FF2B5EF4-FFF2-40B4-BE49-F238E27FC236}">
                  <a16:creationId xmlns:a16="http://schemas.microsoft.com/office/drawing/2014/main" id="{8483370B-DFBC-D044-0B3C-C89303150AC5}"/>
                </a:ext>
              </a:extLst>
            </p:cNvPr>
            <p:cNvSpPr/>
            <p:nvPr/>
          </p:nvSpPr>
          <p:spPr>
            <a:xfrm>
              <a:off x="7432740" y="2206340"/>
              <a:ext cx="472174" cy="691072"/>
            </a:xfrm>
            <a:custGeom>
              <a:avLst/>
              <a:gdLst/>
              <a:ahLst/>
              <a:cxnLst/>
              <a:rect l="l" t="t" r="r" b="b"/>
              <a:pathLst>
                <a:path w="6249" h="9146" extrusionOk="0">
                  <a:moveTo>
                    <a:pt x="1246" y="1"/>
                  </a:moveTo>
                  <a:cubicBezTo>
                    <a:pt x="1246" y="1"/>
                    <a:pt x="854" y="8122"/>
                    <a:pt x="1" y="9145"/>
                  </a:cubicBezTo>
                  <a:lnTo>
                    <a:pt x="6248" y="9145"/>
                  </a:lnTo>
                  <a:cubicBezTo>
                    <a:pt x="6248" y="9145"/>
                    <a:pt x="4966" y="6373"/>
                    <a:pt x="4758" y="1"/>
                  </a:cubicBez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40">
              <a:extLst>
                <a:ext uri="{FF2B5EF4-FFF2-40B4-BE49-F238E27FC236}">
                  <a16:creationId xmlns:a16="http://schemas.microsoft.com/office/drawing/2014/main" id="{0E8358BC-B21C-60A8-1F98-68C933C8F455}"/>
                </a:ext>
              </a:extLst>
            </p:cNvPr>
            <p:cNvSpPr/>
            <p:nvPr/>
          </p:nvSpPr>
          <p:spPr>
            <a:xfrm>
              <a:off x="7668563" y="2206340"/>
              <a:ext cx="232423" cy="682005"/>
            </a:xfrm>
            <a:custGeom>
              <a:avLst/>
              <a:gdLst/>
              <a:ahLst/>
              <a:cxnLst/>
              <a:rect l="l" t="t" r="r" b="b"/>
              <a:pathLst>
                <a:path w="3076" h="9026" extrusionOk="0">
                  <a:moveTo>
                    <a:pt x="1" y="1"/>
                  </a:moveTo>
                  <a:lnTo>
                    <a:pt x="1" y="9026"/>
                  </a:lnTo>
                  <a:lnTo>
                    <a:pt x="3076" y="9026"/>
                  </a:lnTo>
                  <a:cubicBezTo>
                    <a:pt x="3038" y="8944"/>
                    <a:pt x="2987" y="8804"/>
                    <a:pt x="2926" y="8619"/>
                  </a:cubicBezTo>
                  <a:cubicBezTo>
                    <a:pt x="2697" y="7959"/>
                    <a:pt x="2327" y="6684"/>
                    <a:pt x="2037" y="4706"/>
                  </a:cubicBezTo>
                  <a:cubicBezTo>
                    <a:pt x="1934" y="3981"/>
                    <a:pt x="1838" y="3164"/>
                    <a:pt x="1763" y="2247"/>
                  </a:cubicBezTo>
                  <a:cubicBezTo>
                    <a:pt x="1756" y="2186"/>
                    <a:pt x="1749" y="2128"/>
                    <a:pt x="1749" y="2069"/>
                  </a:cubicBezTo>
                  <a:cubicBezTo>
                    <a:pt x="1697" y="1423"/>
                    <a:pt x="1660" y="735"/>
                    <a:pt x="1637" y="1"/>
                  </a:cubicBezTo>
                  <a:close/>
                </a:path>
              </a:pathLst>
            </a:custGeom>
            <a:solidFill>
              <a:srgbClr val="A964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40">
              <a:extLst>
                <a:ext uri="{FF2B5EF4-FFF2-40B4-BE49-F238E27FC236}">
                  <a16:creationId xmlns:a16="http://schemas.microsoft.com/office/drawing/2014/main" id="{3D2B412B-C431-1562-D7DA-22F8F05D929C}"/>
                </a:ext>
              </a:extLst>
            </p:cNvPr>
            <p:cNvSpPr/>
            <p:nvPr/>
          </p:nvSpPr>
          <p:spPr>
            <a:xfrm>
              <a:off x="7511776" y="2397280"/>
              <a:ext cx="295137" cy="34758"/>
            </a:xfrm>
            <a:custGeom>
              <a:avLst/>
              <a:gdLst/>
              <a:ahLst/>
              <a:cxnLst/>
              <a:rect l="l" t="t" r="r" b="b"/>
              <a:pathLst>
                <a:path w="3906" h="460" extrusionOk="0">
                  <a:moveTo>
                    <a:pt x="38" y="1"/>
                  </a:moveTo>
                  <a:lnTo>
                    <a:pt x="0" y="460"/>
                  </a:lnTo>
                  <a:lnTo>
                    <a:pt x="3906" y="460"/>
                  </a:lnTo>
                  <a:lnTo>
                    <a:pt x="386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40">
              <a:extLst>
                <a:ext uri="{FF2B5EF4-FFF2-40B4-BE49-F238E27FC236}">
                  <a16:creationId xmlns:a16="http://schemas.microsoft.com/office/drawing/2014/main" id="{A90AB69A-0C32-B1EE-AB9D-2FDBB1AB73A9}"/>
                </a:ext>
              </a:extLst>
            </p:cNvPr>
            <p:cNvSpPr/>
            <p:nvPr/>
          </p:nvSpPr>
          <p:spPr>
            <a:xfrm>
              <a:off x="7499384" y="2533968"/>
              <a:ext cx="324379" cy="35287"/>
            </a:xfrm>
            <a:custGeom>
              <a:avLst/>
              <a:gdLst/>
              <a:ahLst/>
              <a:cxnLst/>
              <a:rect l="l" t="t" r="r" b="b"/>
              <a:pathLst>
                <a:path w="4293" h="467" extrusionOk="0">
                  <a:moveTo>
                    <a:pt x="45" y="0"/>
                  </a:moveTo>
                  <a:lnTo>
                    <a:pt x="1" y="466"/>
                  </a:lnTo>
                  <a:lnTo>
                    <a:pt x="4292" y="466"/>
                  </a:lnTo>
                  <a:lnTo>
                    <a:pt x="422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40">
              <a:extLst>
                <a:ext uri="{FF2B5EF4-FFF2-40B4-BE49-F238E27FC236}">
                  <a16:creationId xmlns:a16="http://schemas.microsoft.com/office/drawing/2014/main" id="{878E6DF0-DEBD-60B1-262A-72AD12269A98}"/>
                </a:ext>
              </a:extLst>
            </p:cNvPr>
            <p:cNvSpPr/>
            <p:nvPr/>
          </p:nvSpPr>
          <p:spPr>
            <a:xfrm>
              <a:off x="7527492" y="2206340"/>
              <a:ext cx="265971" cy="39291"/>
            </a:xfrm>
            <a:custGeom>
              <a:avLst/>
              <a:gdLst/>
              <a:ahLst/>
              <a:cxnLst/>
              <a:rect l="l" t="t" r="r" b="b"/>
              <a:pathLst>
                <a:path w="3520" h="520" extrusionOk="0">
                  <a:moveTo>
                    <a:pt x="29" y="1"/>
                  </a:moveTo>
                  <a:lnTo>
                    <a:pt x="1" y="513"/>
                  </a:lnTo>
                  <a:lnTo>
                    <a:pt x="3520" y="520"/>
                  </a:lnTo>
                  <a:lnTo>
                    <a:pt x="350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40">
              <a:extLst>
                <a:ext uri="{FF2B5EF4-FFF2-40B4-BE49-F238E27FC236}">
                  <a16:creationId xmlns:a16="http://schemas.microsoft.com/office/drawing/2014/main" id="{10332340-49CB-B386-61B8-D58A4D3170C7}"/>
                </a:ext>
              </a:extLst>
            </p:cNvPr>
            <p:cNvSpPr/>
            <p:nvPr/>
          </p:nvSpPr>
          <p:spPr>
            <a:xfrm>
              <a:off x="6726783" y="1889517"/>
              <a:ext cx="267180" cy="1007895"/>
            </a:xfrm>
            <a:custGeom>
              <a:avLst/>
              <a:gdLst/>
              <a:ahLst/>
              <a:cxnLst/>
              <a:rect l="l" t="t" r="r" b="b"/>
              <a:pathLst>
                <a:path w="3536" h="13339" extrusionOk="0">
                  <a:moveTo>
                    <a:pt x="7" y="0"/>
                  </a:moveTo>
                  <a:lnTo>
                    <a:pt x="0" y="13338"/>
                  </a:lnTo>
                  <a:lnTo>
                    <a:pt x="3536" y="13338"/>
                  </a:lnTo>
                  <a:cubicBezTo>
                    <a:pt x="3536" y="13338"/>
                    <a:pt x="3491" y="5773"/>
                    <a:pt x="3395" y="5261"/>
                  </a:cubicBezTo>
                  <a:cubicBezTo>
                    <a:pt x="3306" y="4757"/>
                    <a:pt x="3009" y="3794"/>
                    <a:pt x="2076" y="2757"/>
                  </a:cubicBezTo>
                  <a:cubicBezTo>
                    <a:pt x="1149" y="1711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40">
              <a:extLst>
                <a:ext uri="{FF2B5EF4-FFF2-40B4-BE49-F238E27FC236}">
                  <a16:creationId xmlns:a16="http://schemas.microsoft.com/office/drawing/2014/main" id="{3E8CA48C-9CB3-79BE-67A0-A17CB7BC55A1}"/>
                </a:ext>
              </a:extLst>
            </p:cNvPr>
            <p:cNvSpPr/>
            <p:nvPr/>
          </p:nvSpPr>
          <p:spPr>
            <a:xfrm>
              <a:off x="6727312" y="1889517"/>
              <a:ext cx="266651" cy="998828"/>
            </a:xfrm>
            <a:custGeom>
              <a:avLst/>
              <a:gdLst/>
              <a:ahLst/>
              <a:cxnLst/>
              <a:rect l="l" t="t" r="r" b="b"/>
              <a:pathLst>
                <a:path w="3529" h="13219" extrusionOk="0">
                  <a:moveTo>
                    <a:pt x="0" y="0"/>
                  </a:moveTo>
                  <a:lnTo>
                    <a:pt x="1275" y="2853"/>
                  </a:lnTo>
                  <a:cubicBezTo>
                    <a:pt x="1334" y="2972"/>
                    <a:pt x="2261" y="4839"/>
                    <a:pt x="2268" y="6810"/>
                  </a:cubicBezTo>
                  <a:lnTo>
                    <a:pt x="2328" y="13219"/>
                  </a:lnTo>
                  <a:lnTo>
                    <a:pt x="3529" y="13219"/>
                  </a:lnTo>
                  <a:cubicBezTo>
                    <a:pt x="3529" y="12931"/>
                    <a:pt x="3521" y="12122"/>
                    <a:pt x="3513" y="11122"/>
                  </a:cubicBezTo>
                  <a:lnTo>
                    <a:pt x="3513" y="11040"/>
                  </a:lnTo>
                  <a:cubicBezTo>
                    <a:pt x="3505" y="10619"/>
                    <a:pt x="3505" y="10158"/>
                    <a:pt x="3498" y="9699"/>
                  </a:cubicBezTo>
                  <a:lnTo>
                    <a:pt x="3498" y="9618"/>
                  </a:lnTo>
                  <a:cubicBezTo>
                    <a:pt x="3491" y="9269"/>
                    <a:pt x="3491" y="8913"/>
                    <a:pt x="3484" y="8574"/>
                  </a:cubicBezTo>
                  <a:cubicBezTo>
                    <a:pt x="3484" y="8431"/>
                    <a:pt x="3477" y="8298"/>
                    <a:pt x="3477" y="8158"/>
                  </a:cubicBezTo>
                  <a:cubicBezTo>
                    <a:pt x="3454" y="6706"/>
                    <a:pt x="3424" y="5462"/>
                    <a:pt x="3388" y="5261"/>
                  </a:cubicBezTo>
                  <a:lnTo>
                    <a:pt x="3388" y="5254"/>
                  </a:lnTo>
                  <a:cubicBezTo>
                    <a:pt x="3299" y="4741"/>
                    <a:pt x="2995" y="3786"/>
                    <a:pt x="2069" y="2757"/>
                  </a:cubicBezTo>
                  <a:cubicBezTo>
                    <a:pt x="1142" y="171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964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40">
              <a:extLst>
                <a:ext uri="{FF2B5EF4-FFF2-40B4-BE49-F238E27FC236}">
                  <a16:creationId xmlns:a16="http://schemas.microsoft.com/office/drawing/2014/main" id="{D7E692AF-0757-FBED-02E6-53CD5A375EF7}"/>
                </a:ext>
              </a:extLst>
            </p:cNvPr>
            <p:cNvSpPr/>
            <p:nvPr/>
          </p:nvSpPr>
          <p:spPr>
            <a:xfrm>
              <a:off x="6727312" y="2305550"/>
              <a:ext cx="259397" cy="47603"/>
            </a:xfrm>
            <a:custGeom>
              <a:avLst/>
              <a:gdLst/>
              <a:ahLst/>
              <a:cxnLst/>
              <a:rect l="l" t="t" r="r" b="b"/>
              <a:pathLst>
                <a:path w="3433" h="630" extrusionOk="0">
                  <a:moveTo>
                    <a:pt x="0" y="0"/>
                  </a:moveTo>
                  <a:lnTo>
                    <a:pt x="0" y="630"/>
                  </a:lnTo>
                  <a:lnTo>
                    <a:pt x="3433" y="630"/>
                  </a:lnTo>
                  <a:lnTo>
                    <a:pt x="3433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40">
              <a:extLst>
                <a:ext uri="{FF2B5EF4-FFF2-40B4-BE49-F238E27FC236}">
                  <a16:creationId xmlns:a16="http://schemas.microsoft.com/office/drawing/2014/main" id="{4E1C8748-85D8-6598-0A60-734CB4BB0AC8}"/>
                </a:ext>
              </a:extLst>
            </p:cNvPr>
            <p:cNvSpPr/>
            <p:nvPr/>
          </p:nvSpPr>
          <p:spPr>
            <a:xfrm>
              <a:off x="6726783" y="2440954"/>
              <a:ext cx="263327" cy="11258"/>
            </a:xfrm>
            <a:custGeom>
              <a:avLst/>
              <a:gdLst/>
              <a:ahLst/>
              <a:cxnLst/>
              <a:rect l="l" t="t" r="r" b="b"/>
              <a:pathLst>
                <a:path w="3485" h="149" extrusionOk="0">
                  <a:moveTo>
                    <a:pt x="0" y="1"/>
                  </a:moveTo>
                  <a:lnTo>
                    <a:pt x="0" y="148"/>
                  </a:lnTo>
                  <a:lnTo>
                    <a:pt x="3484" y="148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40">
              <a:extLst>
                <a:ext uri="{FF2B5EF4-FFF2-40B4-BE49-F238E27FC236}">
                  <a16:creationId xmlns:a16="http://schemas.microsoft.com/office/drawing/2014/main" id="{7553E952-DB83-8882-DFED-7D6E0C8AFEB5}"/>
                </a:ext>
              </a:extLst>
            </p:cNvPr>
            <p:cNvSpPr/>
            <p:nvPr/>
          </p:nvSpPr>
          <p:spPr>
            <a:xfrm>
              <a:off x="6726783" y="2467324"/>
              <a:ext cx="263327" cy="11183"/>
            </a:xfrm>
            <a:custGeom>
              <a:avLst/>
              <a:gdLst/>
              <a:ahLst/>
              <a:cxnLst/>
              <a:rect l="l" t="t" r="r" b="b"/>
              <a:pathLst>
                <a:path w="3485" h="148" extrusionOk="0">
                  <a:moveTo>
                    <a:pt x="0" y="0"/>
                  </a:moveTo>
                  <a:lnTo>
                    <a:pt x="0" y="148"/>
                  </a:lnTo>
                  <a:lnTo>
                    <a:pt x="3484" y="148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40">
              <a:extLst>
                <a:ext uri="{FF2B5EF4-FFF2-40B4-BE49-F238E27FC236}">
                  <a16:creationId xmlns:a16="http://schemas.microsoft.com/office/drawing/2014/main" id="{3B90F1F8-3433-4280-9773-858A43A0C9D1}"/>
                </a:ext>
              </a:extLst>
            </p:cNvPr>
            <p:cNvSpPr/>
            <p:nvPr/>
          </p:nvSpPr>
          <p:spPr>
            <a:xfrm>
              <a:off x="6726783" y="2493619"/>
              <a:ext cx="263327" cy="11258"/>
            </a:xfrm>
            <a:custGeom>
              <a:avLst/>
              <a:gdLst/>
              <a:ahLst/>
              <a:cxnLst/>
              <a:rect l="l" t="t" r="r" b="b"/>
              <a:pathLst>
                <a:path w="3485" h="149" extrusionOk="0">
                  <a:moveTo>
                    <a:pt x="0" y="1"/>
                  </a:moveTo>
                  <a:lnTo>
                    <a:pt x="0" y="148"/>
                  </a:lnTo>
                  <a:lnTo>
                    <a:pt x="3484" y="148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40">
              <a:extLst>
                <a:ext uri="{FF2B5EF4-FFF2-40B4-BE49-F238E27FC236}">
                  <a16:creationId xmlns:a16="http://schemas.microsoft.com/office/drawing/2014/main" id="{094A63AB-3B69-AA87-974E-1FC046483D56}"/>
                </a:ext>
              </a:extLst>
            </p:cNvPr>
            <p:cNvSpPr/>
            <p:nvPr/>
          </p:nvSpPr>
          <p:spPr>
            <a:xfrm>
              <a:off x="6726783" y="2519838"/>
              <a:ext cx="263327" cy="11334"/>
            </a:xfrm>
            <a:custGeom>
              <a:avLst/>
              <a:gdLst/>
              <a:ahLst/>
              <a:cxnLst/>
              <a:rect l="l" t="t" r="r" b="b"/>
              <a:pathLst>
                <a:path w="3485" h="150" extrusionOk="0">
                  <a:moveTo>
                    <a:pt x="0" y="1"/>
                  </a:moveTo>
                  <a:lnTo>
                    <a:pt x="0" y="150"/>
                  </a:lnTo>
                  <a:lnTo>
                    <a:pt x="3484" y="150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40">
              <a:extLst>
                <a:ext uri="{FF2B5EF4-FFF2-40B4-BE49-F238E27FC236}">
                  <a16:creationId xmlns:a16="http://schemas.microsoft.com/office/drawing/2014/main" id="{AB7A80EA-F0AB-0687-EEAD-B45B26994A05}"/>
                </a:ext>
              </a:extLst>
            </p:cNvPr>
            <p:cNvSpPr/>
            <p:nvPr/>
          </p:nvSpPr>
          <p:spPr>
            <a:xfrm>
              <a:off x="6726783" y="2546209"/>
              <a:ext cx="263327" cy="11334"/>
            </a:xfrm>
            <a:custGeom>
              <a:avLst/>
              <a:gdLst/>
              <a:ahLst/>
              <a:cxnLst/>
              <a:rect l="l" t="t" r="r" b="b"/>
              <a:pathLst>
                <a:path w="3485" h="150" extrusionOk="0">
                  <a:moveTo>
                    <a:pt x="0" y="0"/>
                  </a:moveTo>
                  <a:lnTo>
                    <a:pt x="0" y="150"/>
                  </a:lnTo>
                  <a:lnTo>
                    <a:pt x="3484" y="150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40">
              <a:extLst>
                <a:ext uri="{FF2B5EF4-FFF2-40B4-BE49-F238E27FC236}">
                  <a16:creationId xmlns:a16="http://schemas.microsoft.com/office/drawing/2014/main" id="{7A5705D2-B046-CDFC-44A4-3BA63E380ACE}"/>
                </a:ext>
              </a:extLst>
            </p:cNvPr>
            <p:cNvSpPr/>
            <p:nvPr/>
          </p:nvSpPr>
          <p:spPr>
            <a:xfrm>
              <a:off x="5534220" y="2754452"/>
              <a:ext cx="674751" cy="137821"/>
            </a:xfrm>
            <a:custGeom>
              <a:avLst/>
              <a:gdLst/>
              <a:ahLst/>
              <a:cxnLst/>
              <a:rect l="l" t="t" r="r" b="b"/>
              <a:pathLst>
                <a:path w="8930" h="1824" extrusionOk="0">
                  <a:moveTo>
                    <a:pt x="4462" y="1"/>
                  </a:moveTo>
                  <a:cubicBezTo>
                    <a:pt x="2364" y="1"/>
                    <a:pt x="585" y="772"/>
                    <a:pt x="0" y="1823"/>
                  </a:cubicBezTo>
                  <a:lnTo>
                    <a:pt x="8929" y="1823"/>
                  </a:lnTo>
                  <a:cubicBezTo>
                    <a:pt x="8344" y="772"/>
                    <a:pt x="6566" y="1"/>
                    <a:pt x="4462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40">
              <a:extLst>
                <a:ext uri="{FF2B5EF4-FFF2-40B4-BE49-F238E27FC236}">
                  <a16:creationId xmlns:a16="http://schemas.microsoft.com/office/drawing/2014/main" id="{A6E42318-7237-B635-0C37-B3C3ED192022}"/>
                </a:ext>
              </a:extLst>
            </p:cNvPr>
            <p:cNvSpPr/>
            <p:nvPr/>
          </p:nvSpPr>
          <p:spPr>
            <a:xfrm>
              <a:off x="6065482" y="2706925"/>
              <a:ext cx="661377" cy="187615"/>
            </a:xfrm>
            <a:custGeom>
              <a:avLst/>
              <a:gdLst/>
              <a:ahLst/>
              <a:cxnLst/>
              <a:rect l="l" t="t" r="r" b="b"/>
              <a:pathLst>
                <a:path w="8753" h="2483" extrusionOk="0">
                  <a:moveTo>
                    <a:pt x="4381" y="0"/>
                  </a:moveTo>
                  <a:cubicBezTo>
                    <a:pt x="2322" y="0"/>
                    <a:pt x="572" y="1046"/>
                    <a:pt x="1" y="2483"/>
                  </a:cubicBezTo>
                  <a:lnTo>
                    <a:pt x="8752" y="2483"/>
                  </a:lnTo>
                  <a:cubicBezTo>
                    <a:pt x="8181" y="1046"/>
                    <a:pt x="6440" y="0"/>
                    <a:pt x="4381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40">
              <a:extLst>
                <a:ext uri="{FF2B5EF4-FFF2-40B4-BE49-F238E27FC236}">
                  <a16:creationId xmlns:a16="http://schemas.microsoft.com/office/drawing/2014/main" id="{3837667B-4B34-EF53-00F7-34F77511CB48}"/>
                </a:ext>
              </a:extLst>
            </p:cNvPr>
            <p:cNvSpPr/>
            <p:nvPr/>
          </p:nvSpPr>
          <p:spPr>
            <a:xfrm>
              <a:off x="6193178" y="2750599"/>
              <a:ext cx="113189" cy="62790"/>
            </a:xfrm>
            <a:custGeom>
              <a:avLst/>
              <a:gdLst/>
              <a:ahLst/>
              <a:cxnLst/>
              <a:rect l="l" t="t" r="r" b="b"/>
              <a:pathLst>
                <a:path w="1498" h="831" extrusionOk="0">
                  <a:moveTo>
                    <a:pt x="978" y="0"/>
                  </a:moveTo>
                  <a:cubicBezTo>
                    <a:pt x="882" y="0"/>
                    <a:pt x="772" y="14"/>
                    <a:pt x="660" y="52"/>
                  </a:cubicBezTo>
                  <a:cubicBezTo>
                    <a:pt x="246" y="171"/>
                    <a:pt x="0" y="475"/>
                    <a:pt x="89" y="660"/>
                  </a:cubicBezTo>
                  <a:cubicBezTo>
                    <a:pt x="143" y="779"/>
                    <a:pt x="290" y="831"/>
                    <a:pt x="475" y="831"/>
                  </a:cubicBezTo>
                  <a:cubicBezTo>
                    <a:pt x="594" y="831"/>
                    <a:pt x="735" y="807"/>
                    <a:pt x="868" y="770"/>
                  </a:cubicBezTo>
                  <a:cubicBezTo>
                    <a:pt x="1224" y="667"/>
                    <a:pt x="1498" y="459"/>
                    <a:pt x="1467" y="260"/>
                  </a:cubicBezTo>
                  <a:cubicBezTo>
                    <a:pt x="1446" y="112"/>
                    <a:pt x="1245" y="0"/>
                    <a:pt x="978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40">
              <a:extLst>
                <a:ext uri="{FF2B5EF4-FFF2-40B4-BE49-F238E27FC236}">
                  <a16:creationId xmlns:a16="http://schemas.microsoft.com/office/drawing/2014/main" id="{7887C40B-4410-E80A-68EA-940F1E9A9A18}"/>
                </a:ext>
              </a:extLst>
            </p:cNvPr>
            <p:cNvSpPr/>
            <p:nvPr/>
          </p:nvSpPr>
          <p:spPr>
            <a:xfrm>
              <a:off x="6323670" y="2760119"/>
              <a:ext cx="58937" cy="30300"/>
            </a:xfrm>
            <a:custGeom>
              <a:avLst/>
              <a:gdLst/>
              <a:ahLst/>
              <a:cxnLst/>
              <a:rect l="l" t="t" r="r" b="b"/>
              <a:pathLst>
                <a:path w="780" h="401" extrusionOk="0">
                  <a:moveTo>
                    <a:pt x="393" y="0"/>
                  </a:moveTo>
                  <a:cubicBezTo>
                    <a:pt x="171" y="0"/>
                    <a:pt x="0" y="103"/>
                    <a:pt x="16" y="215"/>
                  </a:cubicBezTo>
                  <a:cubicBezTo>
                    <a:pt x="23" y="326"/>
                    <a:pt x="185" y="400"/>
                    <a:pt x="386" y="400"/>
                  </a:cubicBezTo>
                  <a:lnTo>
                    <a:pt x="393" y="400"/>
                  </a:lnTo>
                  <a:cubicBezTo>
                    <a:pt x="594" y="400"/>
                    <a:pt x="763" y="319"/>
                    <a:pt x="772" y="215"/>
                  </a:cubicBezTo>
                  <a:cubicBezTo>
                    <a:pt x="779" y="103"/>
                    <a:pt x="608" y="0"/>
                    <a:pt x="393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40">
              <a:extLst>
                <a:ext uri="{FF2B5EF4-FFF2-40B4-BE49-F238E27FC236}">
                  <a16:creationId xmlns:a16="http://schemas.microsoft.com/office/drawing/2014/main" id="{48EC5CA8-7BA5-99BA-B4C8-DC2F751EA90E}"/>
                </a:ext>
              </a:extLst>
            </p:cNvPr>
            <p:cNvSpPr/>
            <p:nvPr/>
          </p:nvSpPr>
          <p:spPr>
            <a:xfrm>
              <a:off x="5428436" y="2641414"/>
              <a:ext cx="131097" cy="165250"/>
            </a:xfrm>
            <a:custGeom>
              <a:avLst/>
              <a:gdLst/>
              <a:ahLst/>
              <a:cxnLst/>
              <a:rect l="l" t="t" r="r" b="b"/>
              <a:pathLst>
                <a:path w="1735" h="2187" extrusionOk="0">
                  <a:moveTo>
                    <a:pt x="867" y="1"/>
                  </a:moveTo>
                  <a:cubicBezTo>
                    <a:pt x="490" y="1"/>
                    <a:pt x="178" y="303"/>
                    <a:pt x="178" y="682"/>
                  </a:cubicBezTo>
                  <a:cubicBezTo>
                    <a:pt x="178" y="712"/>
                    <a:pt x="186" y="741"/>
                    <a:pt x="193" y="778"/>
                  </a:cubicBezTo>
                  <a:cubicBezTo>
                    <a:pt x="66" y="926"/>
                    <a:pt x="1" y="1112"/>
                    <a:pt x="1" y="1319"/>
                  </a:cubicBezTo>
                  <a:cubicBezTo>
                    <a:pt x="1" y="1801"/>
                    <a:pt x="385" y="2187"/>
                    <a:pt x="867" y="2187"/>
                  </a:cubicBezTo>
                  <a:cubicBezTo>
                    <a:pt x="1342" y="2187"/>
                    <a:pt x="1735" y="1801"/>
                    <a:pt x="1735" y="1319"/>
                  </a:cubicBezTo>
                  <a:cubicBezTo>
                    <a:pt x="1735" y="1112"/>
                    <a:pt x="1660" y="926"/>
                    <a:pt x="1541" y="778"/>
                  </a:cubicBezTo>
                  <a:cubicBezTo>
                    <a:pt x="1541" y="741"/>
                    <a:pt x="1550" y="712"/>
                    <a:pt x="1550" y="682"/>
                  </a:cubicBezTo>
                  <a:cubicBezTo>
                    <a:pt x="1550" y="303"/>
                    <a:pt x="1245" y="1"/>
                    <a:pt x="86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40">
              <a:extLst>
                <a:ext uri="{FF2B5EF4-FFF2-40B4-BE49-F238E27FC236}">
                  <a16:creationId xmlns:a16="http://schemas.microsoft.com/office/drawing/2014/main" id="{E18931B7-E7C3-4408-6A4C-D5B88D8B592A}"/>
                </a:ext>
              </a:extLst>
            </p:cNvPr>
            <p:cNvSpPr/>
            <p:nvPr/>
          </p:nvSpPr>
          <p:spPr>
            <a:xfrm>
              <a:off x="5493342" y="2717503"/>
              <a:ext cx="5743" cy="172579"/>
            </a:xfrm>
            <a:custGeom>
              <a:avLst/>
              <a:gdLst/>
              <a:ahLst/>
              <a:cxnLst/>
              <a:rect l="l" t="t" r="r" b="b"/>
              <a:pathLst>
                <a:path w="76" h="2284" extrusionOk="0">
                  <a:moveTo>
                    <a:pt x="38" y="1"/>
                  </a:moveTo>
                  <a:lnTo>
                    <a:pt x="1" y="2247"/>
                  </a:lnTo>
                  <a:cubicBezTo>
                    <a:pt x="1" y="2268"/>
                    <a:pt x="15" y="2284"/>
                    <a:pt x="38" y="2284"/>
                  </a:cubicBezTo>
                  <a:cubicBezTo>
                    <a:pt x="59" y="2284"/>
                    <a:pt x="75" y="2268"/>
                    <a:pt x="75" y="2247"/>
                  </a:cubicBezTo>
                  <a:cubicBezTo>
                    <a:pt x="75" y="2247"/>
                    <a:pt x="59" y="1"/>
                    <a:pt x="38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40">
              <a:extLst>
                <a:ext uri="{FF2B5EF4-FFF2-40B4-BE49-F238E27FC236}">
                  <a16:creationId xmlns:a16="http://schemas.microsoft.com/office/drawing/2014/main" id="{CF655ADA-2B87-42B0-029B-C0EE03E353DF}"/>
                </a:ext>
              </a:extLst>
            </p:cNvPr>
            <p:cNvSpPr/>
            <p:nvPr/>
          </p:nvSpPr>
          <p:spPr>
            <a:xfrm>
              <a:off x="5463118" y="2758381"/>
              <a:ext cx="33095" cy="26899"/>
            </a:xfrm>
            <a:custGeom>
              <a:avLst/>
              <a:gdLst/>
              <a:ahLst/>
              <a:cxnLst/>
              <a:rect l="l" t="t" r="r" b="b"/>
              <a:pathLst>
                <a:path w="438" h="356" extrusionOk="0">
                  <a:moveTo>
                    <a:pt x="0" y="0"/>
                  </a:moveTo>
                  <a:cubicBezTo>
                    <a:pt x="205" y="342"/>
                    <a:pt x="404" y="356"/>
                    <a:pt x="434" y="356"/>
                  </a:cubicBezTo>
                  <a:cubicBezTo>
                    <a:pt x="437" y="356"/>
                    <a:pt x="438" y="356"/>
                    <a:pt x="438" y="356"/>
                  </a:cubicBezTo>
                  <a:lnTo>
                    <a:pt x="438" y="311"/>
                  </a:lnTo>
                  <a:cubicBezTo>
                    <a:pt x="438" y="311"/>
                    <a:pt x="434" y="314"/>
                    <a:pt x="422" y="314"/>
                  </a:cubicBezTo>
                  <a:cubicBezTo>
                    <a:pt x="396" y="314"/>
                    <a:pt x="334" y="300"/>
                    <a:pt x="201" y="208"/>
                  </a:cubicBezTo>
                  <a:cubicBezTo>
                    <a:pt x="82" y="12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40">
              <a:extLst>
                <a:ext uri="{FF2B5EF4-FFF2-40B4-BE49-F238E27FC236}">
                  <a16:creationId xmlns:a16="http://schemas.microsoft.com/office/drawing/2014/main" id="{5D44A8DE-A4CE-4268-87E2-8360B407C456}"/>
                </a:ext>
              </a:extLst>
            </p:cNvPr>
            <p:cNvSpPr/>
            <p:nvPr/>
          </p:nvSpPr>
          <p:spPr>
            <a:xfrm>
              <a:off x="5496137" y="2751127"/>
              <a:ext cx="28562" cy="23046"/>
            </a:xfrm>
            <a:custGeom>
              <a:avLst/>
              <a:gdLst/>
              <a:ahLst/>
              <a:cxnLst/>
              <a:rect l="l" t="t" r="r" b="b"/>
              <a:pathLst>
                <a:path w="378" h="305" extrusionOk="0">
                  <a:moveTo>
                    <a:pt x="378" y="0"/>
                  </a:moveTo>
                  <a:cubicBezTo>
                    <a:pt x="378" y="0"/>
                    <a:pt x="305" y="105"/>
                    <a:pt x="209" y="171"/>
                  </a:cubicBezTo>
                  <a:cubicBezTo>
                    <a:pt x="96" y="250"/>
                    <a:pt x="41" y="263"/>
                    <a:pt x="17" y="263"/>
                  </a:cubicBezTo>
                  <a:cubicBezTo>
                    <a:pt x="5" y="263"/>
                    <a:pt x="1" y="260"/>
                    <a:pt x="1" y="260"/>
                  </a:cubicBezTo>
                  <a:lnTo>
                    <a:pt x="1" y="260"/>
                  </a:lnTo>
                  <a:lnTo>
                    <a:pt x="8" y="304"/>
                  </a:lnTo>
                  <a:cubicBezTo>
                    <a:pt x="8" y="304"/>
                    <a:pt x="8" y="304"/>
                    <a:pt x="9" y="304"/>
                  </a:cubicBezTo>
                  <a:cubicBezTo>
                    <a:pt x="24" y="304"/>
                    <a:pt x="194" y="298"/>
                    <a:pt x="378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40">
              <a:extLst>
                <a:ext uri="{FF2B5EF4-FFF2-40B4-BE49-F238E27FC236}">
                  <a16:creationId xmlns:a16="http://schemas.microsoft.com/office/drawing/2014/main" id="{062AE9FC-3EFE-EB95-1F34-6902CA03CD22}"/>
                </a:ext>
              </a:extLst>
            </p:cNvPr>
            <p:cNvSpPr/>
            <p:nvPr/>
          </p:nvSpPr>
          <p:spPr>
            <a:xfrm>
              <a:off x="5473167" y="2734806"/>
              <a:ext cx="23046" cy="18663"/>
            </a:xfrm>
            <a:custGeom>
              <a:avLst/>
              <a:gdLst/>
              <a:ahLst/>
              <a:cxnLst/>
              <a:rect l="l" t="t" r="r" b="b"/>
              <a:pathLst>
                <a:path w="305" h="247" extrusionOk="0">
                  <a:moveTo>
                    <a:pt x="1" y="1"/>
                  </a:moveTo>
                  <a:cubicBezTo>
                    <a:pt x="149" y="240"/>
                    <a:pt x="289" y="246"/>
                    <a:pt x="304" y="246"/>
                  </a:cubicBezTo>
                  <a:cubicBezTo>
                    <a:pt x="304" y="246"/>
                    <a:pt x="305" y="246"/>
                    <a:pt x="305" y="246"/>
                  </a:cubicBezTo>
                  <a:lnTo>
                    <a:pt x="305" y="209"/>
                  </a:lnTo>
                  <a:cubicBezTo>
                    <a:pt x="305" y="209"/>
                    <a:pt x="302" y="211"/>
                    <a:pt x="293" y="211"/>
                  </a:cubicBezTo>
                  <a:cubicBezTo>
                    <a:pt x="275" y="211"/>
                    <a:pt x="232" y="201"/>
                    <a:pt x="141" y="134"/>
                  </a:cubicBezTo>
                  <a:cubicBezTo>
                    <a:pt x="60" y="8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40">
              <a:extLst>
                <a:ext uri="{FF2B5EF4-FFF2-40B4-BE49-F238E27FC236}">
                  <a16:creationId xmlns:a16="http://schemas.microsoft.com/office/drawing/2014/main" id="{EAE1AE48-78B9-D271-9B22-2864032E527D}"/>
                </a:ext>
              </a:extLst>
            </p:cNvPr>
            <p:cNvSpPr/>
            <p:nvPr/>
          </p:nvSpPr>
          <p:spPr>
            <a:xfrm>
              <a:off x="6368553" y="2355873"/>
              <a:ext cx="480410" cy="467565"/>
            </a:xfrm>
            <a:custGeom>
              <a:avLst/>
              <a:gdLst/>
              <a:ahLst/>
              <a:cxnLst/>
              <a:rect l="l" t="t" r="r" b="b"/>
              <a:pathLst>
                <a:path w="6358" h="6188" extrusionOk="0">
                  <a:moveTo>
                    <a:pt x="3090" y="1"/>
                  </a:moveTo>
                  <a:cubicBezTo>
                    <a:pt x="2978" y="1"/>
                    <a:pt x="2867" y="30"/>
                    <a:pt x="2771" y="90"/>
                  </a:cubicBezTo>
                  <a:cubicBezTo>
                    <a:pt x="2067" y="534"/>
                    <a:pt x="0" y="6188"/>
                    <a:pt x="3089" y="6188"/>
                  </a:cubicBezTo>
                  <a:cubicBezTo>
                    <a:pt x="6358" y="6188"/>
                    <a:pt x="4112" y="534"/>
                    <a:pt x="3415" y="90"/>
                  </a:cubicBezTo>
                  <a:cubicBezTo>
                    <a:pt x="3315" y="30"/>
                    <a:pt x="3202" y="1"/>
                    <a:pt x="3090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40">
              <a:extLst>
                <a:ext uri="{FF2B5EF4-FFF2-40B4-BE49-F238E27FC236}">
                  <a16:creationId xmlns:a16="http://schemas.microsoft.com/office/drawing/2014/main" id="{62770220-D2BD-6721-C9D6-1661DB29B31B}"/>
                </a:ext>
              </a:extLst>
            </p:cNvPr>
            <p:cNvSpPr/>
            <p:nvPr/>
          </p:nvSpPr>
          <p:spPr>
            <a:xfrm>
              <a:off x="6368553" y="2362447"/>
              <a:ext cx="233480" cy="460992"/>
            </a:xfrm>
            <a:custGeom>
              <a:avLst/>
              <a:gdLst/>
              <a:ahLst/>
              <a:cxnLst/>
              <a:rect l="l" t="t" r="r" b="b"/>
              <a:pathLst>
                <a:path w="3090" h="6101" extrusionOk="0">
                  <a:moveTo>
                    <a:pt x="2776" y="1"/>
                  </a:moveTo>
                  <a:cubicBezTo>
                    <a:pt x="2775" y="1"/>
                    <a:pt x="2773" y="2"/>
                    <a:pt x="2771" y="3"/>
                  </a:cubicBezTo>
                  <a:cubicBezTo>
                    <a:pt x="2067" y="447"/>
                    <a:pt x="0" y="6101"/>
                    <a:pt x="3089" y="6101"/>
                  </a:cubicBezTo>
                  <a:cubicBezTo>
                    <a:pt x="3089" y="6101"/>
                    <a:pt x="2312" y="6033"/>
                    <a:pt x="2268" y="3826"/>
                  </a:cubicBezTo>
                  <a:cubicBezTo>
                    <a:pt x="2215" y="1638"/>
                    <a:pt x="2848" y="1"/>
                    <a:pt x="2776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40">
              <a:extLst>
                <a:ext uri="{FF2B5EF4-FFF2-40B4-BE49-F238E27FC236}">
                  <a16:creationId xmlns:a16="http://schemas.microsoft.com/office/drawing/2014/main" id="{093785A6-7CB2-88C7-2285-2A778BB9D72A}"/>
                </a:ext>
              </a:extLst>
            </p:cNvPr>
            <p:cNvSpPr/>
            <p:nvPr/>
          </p:nvSpPr>
          <p:spPr>
            <a:xfrm>
              <a:off x="6594704" y="2568197"/>
              <a:ext cx="33624" cy="323548"/>
            </a:xfrm>
            <a:custGeom>
              <a:avLst/>
              <a:gdLst/>
              <a:ahLst/>
              <a:cxnLst/>
              <a:rect l="l" t="t" r="r" b="b"/>
              <a:pathLst>
                <a:path w="445" h="4282" extrusionOk="0">
                  <a:moveTo>
                    <a:pt x="224" y="1"/>
                  </a:moveTo>
                  <a:cubicBezTo>
                    <a:pt x="223" y="1"/>
                    <a:pt x="222" y="6"/>
                    <a:pt x="222" y="20"/>
                  </a:cubicBezTo>
                  <a:lnTo>
                    <a:pt x="0" y="4281"/>
                  </a:lnTo>
                  <a:lnTo>
                    <a:pt x="445" y="4281"/>
                  </a:lnTo>
                  <a:cubicBezTo>
                    <a:pt x="430" y="2458"/>
                    <a:pt x="267" y="20"/>
                    <a:pt x="229" y="20"/>
                  </a:cubicBezTo>
                  <a:cubicBezTo>
                    <a:pt x="229" y="20"/>
                    <a:pt x="226" y="1"/>
                    <a:pt x="224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40">
              <a:extLst>
                <a:ext uri="{FF2B5EF4-FFF2-40B4-BE49-F238E27FC236}">
                  <a16:creationId xmlns:a16="http://schemas.microsoft.com/office/drawing/2014/main" id="{B685BB2E-98BE-C9F3-02E7-49460E9458B1}"/>
                </a:ext>
              </a:extLst>
            </p:cNvPr>
            <p:cNvSpPr/>
            <p:nvPr/>
          </p:nvSpPr>
          <p:spPr>
            <a:xfrm>
              <a:off x="6520202" y="2682821"/>
              <a:ext cx="91881" cy="73973"/>
            </a:xfrm>
            <a:custGeom>
              <a:avLst/>
              <a:gdLst/>
              <a:ahLst/>
              <a:cxnLst/>
              <a:rect l="l" t="t" r="r" b="b"/>
              <a:pathLst>
                <a:path w="1216" h="979" extrusionOk="0">
                  <a:moveTo>
                    <a:pt x="1" y="1"/>
                  </a:moveTo>
                  <a:cubicBezTo>
                    <a:pt x="595" y="952"/>
                    <a:pt x="1136" y="979"/>
                    <a:pt x="1196" y="979"/>
                  </a:cubicBezTo>
                  <a:cubicBezTo>
                    <a:pt x="1199" y="979"/>
                    <a:pt x="1201" y="979"/>
                    <a:pt x="1201" y="979"/>
                  </a:cubicBezTo>
                  <a:lnTo>
                    <a:pt x="1215" y="838"/>
                  </a:lnTo>
                  <a:lnTo>
                    <a:pt x="1215" y="838"/>
                  </a:lnTo>
                  <a:cubicBezTo>
                    <a:pt x="1215" y="838"/>
                    <a:pt x="1203" y="847"/>
                    <a:pt x="1168" y="847"/>
                  </a:cubicBezTo>
                  <a:cubicBezTo>
                    <a:pt x="1093" y="847"/>
                    <a:pt x="919" y="806"/>
                    <a:pt x="556" y="548"/>
                  </a:cubicBezTo>
                  <a:cubicBezTo>
                    <a:pt x="245" y="33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40">
              <a:extLst>
                <a:ext uri="{FF2B5EF4-FFF2-40B4-BE49-F238E27FC236}">
                  <a16:creationId xmlns:a16="http://schemas.microsoft.com/office/drawing/2014/main" id="{7B9C3A9F-011C-2B2C-071B-F3FE5DD8FD60}"/>
                </a:ext>
              </a:extLst>
            </p:cNvPr>
            <p:cNvSpPr/>
            <p:nvPr/>
          </p:nvSpPr>
          <p:spPr>
            <a:xfrm>
              <a:off x="6612007" y="2662118"/>
              <a:ext cx="77373" cy="62715"/>
            </a:xfrm>
            <a:custGeom>
              <a:avLst/>
              <a:gdLst/>
              <a:ahLst/>
              <a:cxnLst/>
              <a:rect l="l" t="t" r="r" b="b"/>
              <a:pathLst>
                <a:path w="1024" h="830" extrusionOk="0">
                  <a:moveTo>
                    <a:pt x="1023" y="1"/>
                  </a:moveTo>
                  <a:lnTo>
                    <a:pt x="1023" y="1"/>
                  </a:lnTo>
                  <a:cubicBezTo>
                    <a:pt x="1023" y="1"/>
                    <a:pt x="824" y="282"/>
                    <a:pt x="557" y="467"/>
                  </a:cubicBezTo>
                  <a:cubicBezTo>
                    <a:pt x="255" y="685"/>
                    <a:pt x="108" y="721"/>
                    <a:pt x="44" y="721"/>
                  </a:cubicBezTo>
                  <a:cubicBezTo>
                    <a:pt x="12" y="721"/>
                    <a:pt x="0" y="712"/>
                    <a:pt x="0" y="712"/>
                  </a:cubicBezTo>
                  <a:lnTo>
                    <a:pt x="0" y="712"/>
                  </a:lnTo>
                  <a:lnTo>
                    <a:pt x="8" y="830"/>
                  </a:lnTo>
                  <a:cubicBezTo>
                    <a:pt x="8" y="830"/>
                    <a:pt x="10" y="830"/>
                    <a:pt x="14" y="830"/>
                  </a:cubicBezTo>
                  <a:cubicBezTo>
                    <a:pt x="72" y="830"/>
                    <a:pt x="531" y="803"/>
                    <a:pt x="1023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40">
              <a:extLst>
                <a:ext uri="{FF2B5EF4-FFF2-40B4-BE49-F238E27FC236}">
                  <a16:creationId xmlns:a16="http://schemas.microsoft.com/office/drawing/2014/main" id="{8A5BF718-C3E7-D71C-E695-F105146708A2}"/>
                </a:ext>
              </a:extLst>
            </p:cNvPr>
            <p:cNvSpPr/>
            <p:nvPr/>
          </p:nvSpPr>
          <p:spPr>
            <a:xfrm>
              <a:off x="6549217" y="2617235"/>
              <a:ext cx="62866" cy="50474"/>
            </a:xfrm>
            <a:custGeom>
              <a:avLst/>
              <a:gdLst/>
              <a:ahLst/>
              <a:cxnLst/>
              <a:rect l="l" t="t" r="r" b="b"/>
              <a:pathLst>
                <a:path w="832" h="668" extrusionOk="0">
                  <a:moveTo>
                    <a:pt x="1" y="1"/>
                  </a:moveTo>
                  <a:lnTo>
                    <a:pt x="1" y="1"/>
                  </a:lnTo>
                  <a:cubicBezTo>
                    <a:pt x="398" y="648"/>
                    <a:pt x="774" y="668"/>
                    <a:pt x="820" y="668"/>
                  </a:cubicBezTo>
                  <a:cubicBezTo>
                    <a:pt x="823" y="668"/>
                    <a:pt x="824" y="668"/>
                    <a:pt x="824" y="668"/>
                  </a:cubicBezTo>
                  <a:lnTo>
                    <a:pt x="831" y="572"/>
                  </a:lnTo>
                  <a:lnTo>
                    <a:pt x="831" y="572"/>
                  </a:lnTo>
                  <a:cubicBezTo>
                    <a:pt x="831" y="572"/>
                    <a:pt x="821" y="580"/>
                    <a:pt x="793" y="580"/>
                  </a:cubicBezTo>
                  <a:cubicBezTo>
                    <a:pt x="739" y="580"/>
                    <a:pt x="618" y="550"/>
                    <a:pt x="380" y="380"/>
                  </a:cubicBezTo>
                  <a:cubicBezTo>
                    <a:pt x="165" y="23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40">
              <a:extLst>
                <a:ext uri="{FF2B5EF4-FFF2-40B4-BE49-F238E27FC236}">
                  <a16:creationId xmlns:a16="http://schemas.microsoft.com/office/drawing/2014/main" id="{60161941-60D2-A8AC-3E7B-47FD79B1E650}"/>
                </a:ext>
              </a:extLst>
            </p:cNvPr>
            <p:cNvSpPr/>
            <p:nvPr/>
          </p:nvSpPr>
          <p:spPr>
            <a:xfrm>
              <a:off x="5897512" y="2520292"/>
              <a:ext cx="334429" cy="325512"/>
            </a:xfrm>
            <a:custGeom>
              <a:avLst/>
              <a:gdLst/>
              <a:ahLst/>
              <a:cxnLst/>
              <a:rect l="l" t="t" r="r" b="b"/>
              <a:pathLst>
                <a:path w="4426" h="4308" extrusionOk="0">
                  <a:moveTo>
                    <a:pt x="2151" y="1"/>
                  </a:moveTo>
                  <a:cubicBezTo>
                    <a:pt x="2073" y="1"/>
                    <a:pt x="1995" y="21"/>
                    <a:pt x="1929" y="62"/>
                  </a:cubicBezTo>
                  <a:cubicBezTo>
                    <a:pt x="1440" y="366"/>
                    <a:pt x="1" y="4307"/>
                    <a:pt x="2151" y="4307"/>
                  </a:cubicBezTo>
                  <a:cubicBezTo>
                    <a:pt x="4425" y="4307"/>
                    <a:pt x="2862" y="366"/>
                    <a:pt x="2373" y="62"/>
                  </a:cubicBezTo>
                  <a:cubicBezTo>
                    <a:pt x="2307" y="21"/>
                    <a:pt x="2229" y="1"/>
                    <a:pt x="2151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40">
              <a:extLst>
                <a:ext uri="{FF2B5EF4-FFF2-40B4-BE49-F238E27FC236}">
                  <a16:creationId xmlns:a16="http://schemas.microsoft.com/office/drawing/2014/main" id="{E38215E5-CF86-DBFF-61B1-4A158863B499}"/>
                </a:ext>
              </a:extLst>
            </p:cNvPr>
            <p:cNvSpPr/>
            <p:nvPr/>
          </p:nvSpPr>
          <p:spPr>
            <a:xfrm>
              <a:off x="5897512" y="2524825"/>
              <a:ext cx="162530" cy="320979"/>
            </a:xfrm>
            <a:custGeom>
              <a:avLst/>
              <a:gdLst/>
              <a:ahLst/>
              <a:cxnLst/>
              <a:rect l="l" t="t" r="r" b="b"/>
              <a:pathLst>
                <a:path w="2151" h="4248" extrusionOk="0">
                  <a:moveTo>
                    <a:pt x="1932" y="1"/>
                  </a:moveTo>
                  <a:cubicBezTo>
                    <a:pt x="1931" y="1"/>
                    <a:pt x="1930" y="1"/>
                    <a:pt x="1929" y="2"/>
                  </a:cubicBezTo>
                  <a:cubicBezTo>
                    <a:pt x="1440" y="306"/>
                    <a:pt x="1" y="4247"/>
                    <a:pt x="2151" y="4247"/>
                  </a:cubicBezTo>
                  <a:cubicBezTo>
                    <a:pt x="2151" y="4247"/>
                    <a:pt x="1610" y="4203"/>
                    <a:pt x="1580" y="2663"/>
                  </a:cubicBezTo>
                  <a:cubicBezTo>
                    <a:pt x="1543" y="1142"/>
                    <a:pt x="1985" y="1"/>
                    <a:pt x="1932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40">
              <a:extLst>
                <a:ext uri="{FF2B5EF4-FFF2-40B4-BE49-F238E27FC236}">
                  <a16:creationId xmlns:a16="http://schemas.microsoft.com/office/drawing/2014/main" id="{C5B9C94F-F72B-D7F1-A1BB-BC1A483B906A}"/>
                </a:ext>
              </a:extLst>
            </p:cNvPr>
            <p:cNvSpPr/>
            <p:nvPr/>
          </p:nvSpPr>
          <p:spPr>
            <a:xfrm>
              <a:off x="6054903" y="2668163"/>
              <a:ext cx="23575" cy="225320"/>
            </a:xfrm>
            <a:custGeom>
              <a:avLst/>
              <a:gdLst/>
              <a:ahLst/>
              <a:cxnLst/>
              <a:rect l="l" t="t" r="r" b="b"/>
              <a:pathLst>
                <a:path w="312" h="2982" extrusionOk="0">
                  <a:moveTo>
                    <a:pt x="159" y="0"/>
                  </a:moveTo>
                  <a:cubicBezTo>
                    <a:pt x="158" y="0"/>
                    <a:pt x="157" y="4"/>
                    <a:pt x="157" y="17"/>
                  </a:cubicBezTo>
                  <a:lnTo>
                    <a:pt x="0" y="2981"/>
                  </a:lnTo>
                  <a:lnTo>
                    <a:pt x="312" y="2981"/>
                  </a:lnTo>
                  <a:cubicBezTo>
                    <a:pt x="304" y="1713"/>
                    <a:pt x="185" y="17"/>
                    <a:pt x="164" y="17"/>
                  </a:cubicBezTo>
                  <a:cubicBezTo>
                    <a:pt x="164" y="17"/>
                    <a:pt x="161" y="0"/>
                    <a:pt x="159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40">
              <a:extLst>
                <a:ext uri="{FF2B5EF4-FFF2-40B4-BE49-F238E27FC236}">
                  <a16:creationId xmlns:a16="http://schemas.microsoft.com/office/drawing/2014/main" id="{0D21AF62-1136-3E70-C7F3-3D8A416AAAEA}"/>
                </a:ext>
              </a:extLst>
            </p:cNvPr>
            <p:cNvSpPr/>
            <p:nvPr/>
          </p:nvSpPr>
          <p:spPr>
            <a:xfrm>
              <a:off x="6003447" y="2747727"/>
              <a:ext cx="63319" cy="51683"/>
            </a:xfrm>
            <a:custGeom>
              <a:avLst/>
              <a:gdLst/>
              <a:ahLst/>
              <a:cxnLst/>
              <a:rect l="l" t="t" r="r" b="b"/>
              <a:pathLst>
                <a:path w="838" h="684" extrusionOk="0">
                  <a:moveTo>
                    <a:pt x="0" y="1"/>
                  </a:moveTo>
                  <a:lnTo>
                    <a:pt x="0" y="1"/>
                  </a:lnTo>
                  <a:cubicBezTo>
                    <a:pt x="406" y="665"/>
                    <a:pt x="785" y="684"/>
                    <a:pt x="827" y="684"/>
                  </a:cubicBezTo>
                  <a:cubicBezTo>
                    <a:pt x="829" y="684"/>
                    <a:pt x="831" y="684"/>
                    <a:pt x="831" y="684"/>
                  </a:cubicBezTo>
                  <a:lnTo>
                    <a:pt x="838" y="586"/>
                  </a:lnTo>
                  <a:lnTo>
                    <a:pt x="838" y="586"/>
                  </a:lnTo>
                  <a:cubicBezTo>
                    <a:pt x="838" y="586"/>
                    <a:pt x="830" y="592"/>
                    <a:pt x="806" y="592"/>
                  </a:cubicBezTo>
                  <a:cubicBezTo>
                    <a:pt x="757" y="592"/>
                    <a:pt x="639" y="564"/>
                    <a:pt x="386" y="387"/>
                  </a:cubicBezTo>
                  <a:cubicBezTo>
                    <a:pt x="164" y="23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40">
              <a:extLst>
                <a:ext uri="{FF2B5EF4-FFF2-40B4-BE49-F238E27FC236}">
                  <a16:creationId xmlns:a16="http://schemas.microsoft.com/office/drawing/2014/main" id="{0AF2A215-8124-4E3F-054A-C8FDFF925C97}"/>
                </a:ext>
              </a:extLst>
            </p:cNvPr>
            <p:cNvSpPr/>
            <p:nvPr/>
          </p:nvSpPr>
          <p:spPr>
            <a:xfrm>
              <a:off x="6066691" y="2733749"/>
              <a:ext cx="54403" cy="43749"/>
            </a:xfrm>
            <a:custGeom>
              <a:avLst/>
              <a:gdLst/>
              <a:ahLst/>
              <a:cxnLst/>
              <a:rect l="l" t="t" r="r" b="b"/>
              <a:pathLst>
                <a:path w="720" h="579" extrusionOk="0">
                  <a:moveTo>
                    <a:pt x="719" y="1"/>
                  </a:moveTo>
                  <a:cubicBezTo>
                    <a:pt x="719" y="1"/>
                    <a:pt x="579" y="193"/>
                    <a:pt x="394" y="326"/>
                  </a:cubicBezTo>
                  <a:cubicBezTo>
                    <a:pt x="184" y="472"/>
                    <a:pt x="81" y="497"/>
                    <a:pt x="34" y="497"/>
                  </a:cubicBezTo>
                  <a:cubicBezTo>
                    <a:pt x="10" y="497"/>
                    <a:pt x="1" y="490"/>
                    <a:pt x="1" y="490"/>
                  </a:cubicBezTo>
                  <a:lnTo>
                    <a:pt x="1" y="490"/>
                  </a:lnTo>
                  <a:lnTo>
                    <a:pt x="8" y="579"/>
                  </a:lnTo>
                  <a:cubicBezTo>
                    <a:pt x="8" y="579"/>
                    <a:pt x="9" y="579"/>
                    <a:pt x="10" y="579"/>
                  </a:cubicBezTo>
                  <a:cubicBezTo>
                    <a:pt x="39" y="579"/>
                    <a:pt x="366" y="566"/>
                    <a:pt x="71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40">
              <a:extLst>
                <a:ext uri="{FF2B5EF4-FFF2-40B4-BE49-F238E27FC236}">
                  <a16:creationId xmlns:a16="http://schemas.microsoft.com/office/drawing/2014/main" id="{19E020A6-348F-2926-E628-6204C09422D1}"/>
                </a:ext>
              </a:extLst>
            </p:cNvPr>
            <p:cNvSpPr/>
            <p:nvPr/>
          </p:nvSpPr>
          <p:spPr>
            <a:xfrm>
              <a:off x="6023017" y="2702467"/>
              <a:ext cx="43749" cy="35287"/>
            </a:xfrm>
            <a:custGeom>
              <a:avLst/>
              <a:gdLst/>
              <a:ahLst/>
              <a:cxnLst/>
              <a:rect l="l" t="t" r="r" b="b"/>
              <a:pathLst>
                <a:path w="579" h="467" extrusionOk="0">
                  <a:moveTo>
                    <a:pt x="1" y="0"/>
                  </a:moveTo>
                  <a:lnTo>
                    <a:pt x="1" y="0"/>
                  </a:lnTo>
                  <a:cubicBezTo>
                    <a:pt x="296" y="460"/>
                    <a:pt x="563" y="466"/>
                    <a:pt x="578" y="466"/>
                  </a:cubicBezTo>
                  <a:cubicBezTo>
                    <a:pt x="579" y="466"/>
                    <a:pt x="579" y="466"/>
                    <a:pt x="579" y="466"/>
                  </a:cubicBezTo>
                  <a:lnTo>
                    <a:pt x="579" y="393"/>
                  </a:lnTo>
                  <a:cubicBezTo>
                    <a:pt x="579" y="393"/>
                    <a:pt x="571" y="400"/>
                    <a:pt x="550" y="400"/>
                  </a:cubicBezTo>
                  <a:cubicBezTo>
                    <a:pt x="511" y="400"/>
                    <a:pt x="429" y="379"/>
                    <a:pt x="268" y="260"/>
                  </a:cubicBezTo>
                  <a:cubicBezTo>
                    <a:pt x="118" y="155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40">
              <a:extLst>
                <a:ext uri="{FF2B5EF4-FFF2-40B4-BE49-F238E27FC236}">
                  <a16:creationId xmlns:a16="http://schemas.microsoft.com/office/drawing/2014/main" id="{13E50CA5-04C4-8BB4-6FF5-4C310EAB5E2A}"/>
                </a:ext>
              </a:extLst>
            </p:cNvPr>
            <p:cNvSpPr/>
            <p:nvPr/>
          </p:nvSpPr>
          <p:spPr>
            <a:xfrm>
              <a:off x="6267076" y="2470724"/>
              <a:ext cx="364124" cy="354376"/>
            </a:xfrm>
            <a:custGeom>
              <a:avLst/>
              <a:gdLst/>
              <a:ahLst/>
              <a:cxnLst/>
              <a:rect l="l" t="t" r="r" b="b"/>
              <a:pathLst>
                <a:path w="4819" h="4690" extrusionOk="0">
                  <a:moveTo>
                    <a:pt x="2476" y="1"/>
                  </a:moveTo>
                  <a:cubicBezTo>
                    <a:pt x="2391" y="1"/>
                    <a:pt x="2306" y="25"/>
                    <a:pt x="2232" y="73"/>
                  </a:cubicBezTo>
                  <a:cubicBezTo>
                    <a:pt x="1699" y="407"/>
                    <a:pt x="0" y="4689"/>
                    <a:pt x="2476" y="4689"/>
                  </a:cubicBezTo>
                  <a:cubicBezTo>
                    <a:pt x="4818" y="4689"/>
                    <a:pt x="3255" y="407"/>
                    <a:pt x="2721" y="73"/>
                  </a:cubicBezTo>
                  <a:cubicBezTo>
                    <a:pt x="2647" y="25"/>
                    <a:pt x="2561" y="1"/>
                    <a:pt x="2476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40">
              <a:extLst>
                <a:ext uri="{FF2B5EF4-FFF2-40B4-BE49-F238E27FC236}">
                  <a16:creationId xmlns:a16="http://schemas.microsoft.com/office/drawing/2014/main" id="{C44FF786-AAEA-775B-79DB-6C5452B0BD15}"/>
                </a:ext>
              </a:extLst>
            </p:cNvPr>
            <p:cNvSpPr/>
            <p:nvPr/>
          </p:nvSpPr>
          <p:spPr>
            <a:xfrm>
              <a:off x="6272743" y="2486139"/>
              <a:ext cx="170312" cy="336771"/>
            </a:xfrm>
            <a:custGeom>
              <a:avLst/>
              <a:gdLst/>
              <a:ahLst/>
              <a:cxnLst/>
              <a:rect l="l" t="t" r="r" b="b"/>
              <a:pathLst>
                <a:path w="2254" h="4457" extrusionOk="0">
                  <a:moveTo>
                    <a:pt x="2028" y="0"/>
                  </a:moveTo>
                  <a:cubicBezTo>
                    <a:pt x="2027" y="0"/>
                    <a:pt x="2025" y="1"/>
                    <a:pt x="2024" y="2"/>
                  </a:cubicBezTo>
                  <a:cubicBezTo>
                    <a:pt x="1505" y="322"/>
                    <a:pt x="0" y="4457"/>
                    <a:pt x="2253" y="4457"/>
                  </a:cubicBezTo>
                  <a:cubicBezTo>
                    <a:pt x="2253" y="4457"/>
                    <a:pt x="1690" y="4412"/>
                    <a:pt x="1652" y="2796"/>
                  </a:cubicBezTo>
                  <a:cubicBezTo>
                    <a:pt x="1616" y="1200"/>
                    <a:pt x="2077" y="0"/>
                    <a:pt x="2028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40">
              <a:extLst>
                <a:ext uri="{FF2B5EF4-FFF2-40B4-BE49-F238E27FC236}">
                  <a16:creationId xmlns:a16="http://schemas.microsoft.com/office/drawing/2014/main" id="{AD60F7BD-7C5A-64C5-D93D-1C27AA8785A7}"/>
                </a:ext>
              </a:extLst>
            </p:cNvPr>
            <p:cNvSpPr/>
            <p:nvPr/>
          </p:nvSpPr>
          <p:spPr>
            <a:xfrm>
              <a:off x="6437313" y="2654713"/>
              <a:ext cx="24708" cy="240356"/>
            </a:xfrm>
            <a:custGeom>
              <a:avLst/>
              <a:gdLst/>
              <a:ahLst/>
              <a:cxnLst/>
              <a:rect l="l" t="t" r="r" b="b"/>
              <a:pathLst>
                <a:path w="327" h="3181" extrusionOk="0">
                  <a:moveTo>
                    <a:pt x="166" y="0"/>
                  </a:moveTo>
                  <a:cubicBezTo>
                    <a:pt x="165" y="0"/>
                    <a:pt x="164" y="5"/>
                    <a:pt x="164" y="17"/>
                  </a:cubicBezTo>
                  <a:lnTo>
                    <a:pt x="1" y="3181"/>
                  </a:lnTo>
                  <a:cubicBezTo>
                    <a:pt x="13" y="3178"/>
                    <a:pt x="49" y="3178"/>
                    <a:pt x="94" y="3178"/>
                  </a:cubicBezTo>
                  <a:cubicBezTo>
                    <a:pt x="182" y="3178"/>
                    <a:pt x="302" y="3181"/>
                    <a:pt x="326" y="3181"/>
                  </a:cubicBezTo>
                  <a:cubicBezTo>
                    <a:pt x="319" y="1826"/>
                    <a:pt x="193" y="17"/>
                    <a:pt x="171" y="17"/>
                  </a:cubicBezTo>
                  <a:cubicBezTo>
                    <a:pt x="171" y="17"/>
                    <a:pt x="168" y="0"/>
                    <a:pt x="166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40">
              <a:extLst>
                <a:ext uri="{FF2B5EF4-FFF2-40B4-BE49-F238E27FC236}">
                  <a16:creationId xmlns:a16="http://schemas.microsoft.com/office/drawing/2014/main" id="{494D246F-5D5E-F2C1-267E-BC82C934B81C}"/>
                </a:ext>
              </a:extLst>
            </p:cNvPr>
            <p:cNvSpPr/>
            <p:nvPr/>
          </p:nvSpPr>
          <p:spPr>
            <a:xfrm>
              <a:off x="6381927" y="2739416"/>
              <a:ext cx="67853" cy="54932"/>
            </a:xfrm>
            <a:custGeom>
              <a:avLst/>
              <a:gdLst/>
              <a:ahLst/>
              <a:cxnLst/>
              <a:rect l="l" t="t" r="r" b="b"/>
              <a:pathLst>
                <a:path w="898" h="727" extrusionOk="0">
                  <a:moveTo>
                    <a:pt x="1" y="0"/>
                  </a:moveTo>
                  <a:lnTo>
                    <a:pt x="1" y="0"/>
                  </a:lnTo>
                  <a:cubicBezTo>
                    <a:pt x="433" y="706"/>
                    <a:pt x="840" y="726"/>
                    <a:pt x="886" y="726"/>
                  </a:cubicBezTo>
                  <a:cubicBezTo>
                    <a:pt x="889" y="726"/>
                    <a:pt x="890" y="726"/>
                    <a:pt x="890" y="726"/>
                  </a:cubicBezTo>
                  <a:lnTo>
                    <a:pt x="897" y="623"/>
                  </a:lnTo>
                  <a:lnTo>
                    <a:pt x="897" y="623"/>
                  </a:lnTo>
                  <a:cubicBezTo>
                    <a:pt x="897" y="623"/>
                    <a:pt x="888" y="630"/>
                    <a:pt x="862" y="630"/>
                  </a:cubicBezTo>
                  <a:cubicBezTo>
                    <a:pt x="807" y="630"/>
                    <a:pt x="678" y="600"/>
                    <a:pt x="408" y="415"/>
                  </a:cubicBezTo>
                  <a:cubicBezTo>
                    <a:pt x="179" y="25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40">
              <a:extLst>
                <a:ext uri="{FF2B5EF4-FFF2-40B4-BE49-F238E27FC236}">
                  <a16:creationId xmlns:a16="http://schemas.microsoft.com/office/drawing/2014/main" id="{FE316BB2-1C83-ECCD-AE0B-BCC1DB5A05E1}"/>
                </a:ext>
              </a:extLst>
            </p:cNvPr>
            <p:cNvSpPr/>
            <p:nvPr/>
          </p:nvSpPr>
          <p:spPr>
            <a:xfrm>
              <a:off x="6449704" y="2724228"/>
              <a:ext cx="57728" cy="46545"/>
            </a:xfrm>
            <a:custGeom>
              <a:avLst/>
              <a:gdLst/>
              <a:ahLst/>
              <a:cxnLst/>
              <a:rect l="l" t="t" r="r" b="b"/>
              <a:pathLst>
                <a:path w="764" h="616" extrusionOk="0">
                  <a:moveTo>
                    <a:pt x="763" y="0"/>
                  </a:moveTo>
                  <a:lnTo>
                    <a:pt x="763" y="0"/>
                  </a:lnTo>
                  <a:cubicBezTo>
                    <a:pt x="763" y="1"/>
                    <a:pt x="615" y="209"/>
                    <a:pt x="415" y="349"/>
                  </a:cubicBezTo>
                  <a:cubicBezTo>
                    <a:pt x="192" y="507"/>
                    <a:pt x="82" y="533"/>
                    <a:pt x="33" y="533"/>
                  </a:cubicBezTo>
                  <a:cubicBezTo>
                    <a:pt x="9" y="533"/>
                    <a:pt x="0" y="527"/>
                    <a:pt x="0" y="527"/>
                  </a:cubicBezTo>
                  <a:lnTo>
                    <a:pt x="0" y="527"/>
                  </a:lnTo>
                  <a:lnTo>
                    <a:pt x="7" y="616"/>
                  </a:lnTo>
                  <a:cubicBezTo>
                    <a:pt x="7" y="616"/>
                    <a:pt x="9" y="616"/>
                    <a:pt x="12" y="616"/>
                  </a:cubicBezTo>
                  <a:cubicBezTo>
                    <a:pt x="56" y="616"/>
                    <a:pt x="397" y="596"/>
                    <a:pt x="763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40">
              <a:extLst>
                <a:ext uri="{FF2B5EF4-FFF2-40B4-BE49-F238E27FC236}">
                  <a16:creationId xmlns:a16="http://schemas.microsoft.com/office/drawing/2014/main" id="{269331D0-B613-D6D2-942D-CA1FB1BD0ACF}"/>
                </a:ext>
              </a:extLst>
            </p:cNvPr>
            <p:cNvSpPr/>
            <p:nvPr/>
          </p:nvSpPr>
          <p:spPr>
            <a:xfrm>
              <a:off x="6403160" y="2690604"/>
              <a:ext cx="46621" cy="38233"/>
            </a:xfrm>
            <a:custGeom>
              <a:avLst/>
              <a:gdLst/>
              <a:ahLst/>
              <a:cxnLst/>
              <a:rect l="l" t="t" r="r" b="b"/>
              <a:pathLst>
                <a:path w="617" h="506" extrusionOk="0">
                  <a:moveTo>
                    <a:pt x="1" y="1"/>
                  </a:moveTo>
                  <a:lnTo>
                    <a:pt x="1" y="1"/>
                  </a:lnTo>
                  <a:cubicBezTo>
                    <a:pt x="303" y="493"/>
                    <a:pt x="579" y="506"/>
                    <a:pt x="607" y="506"/>
                  </a:cubicBezTo>
                  <a:cubicBezTo>
                    <a:pt x="608" y="506"/>
                    <a:pt x="609" y="506"/>
                    <a:pt x="609" y="506"/>
                  </a:cubicBezTo>
                  <a:lnTo>
                    <a:pt x="616" y="431"/>
                  </a:lnTo>
                  <a:lnTo>
                    <a:pt x="616" y="431"/>
                  </a:lnTo>
                  <a:cubicBezTo>
                    <a:pt x="616" y="431"/>
                    <a:pt x="610" y="436"/>
                    <a:pt x="593" y="436"/>
                  </a:cubicBezTo>
                  <a:cubicBezTo>
                    <a:pt x="557" y="436"/>
                    <a:pt x="469" y="415"/>
                    <a:pt x="282" y="284"/>
                  </a:cubicBezTo>
                  <a:cubicBezTo>
                    <a:pt x="127" y="17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40">
              <a:extLst>
                <a:ext uri="{FF2B5EF4-FFF2-40B4-BE49-F238E27FC236}">
                  <a16:creationId xmlns:a16="http://schemas.microsoft.com/office/drawing/2014/main" id="{1E38EC77-A806-5D8B-40B0-96640608EC8B}"/>
                </a:ext>
              </a:extLst>
            </p:cNvPr>
            <p:cNvSpPr/>
            <p:nvPr/>
          </p:nvSpPr>
          <p:spPr>
            <a:xfrm>
              <a:off x="5607588" y="2469515"/>
              <a:ext cx="363973" cy="353923"/>
            </a:xfrm>
            <a:custGeom>
              <a:avLst/>
              <a:gdLst/>
              <a:ahLst/>
              <a:cxnLst/>
              <a:rect l="l" t="t" r="r" b="b"/>
              <a:pathLst>
                <a:path w="4817" h="4684" extrusionOk="0">
                  <a:moveTo>
                    <a:pt x="2475" y="1"/>
                  </a:moveTo>
                  <a:cubicBezTo>
                    <a:pt x="2390" y="1"/>
                    <a:pt x="2305" y="23"/>
                    <a:pt x="2230" y="67"/>
                  </a:cubicBezTo>
                  <a:cubicBezTo>
                    <a:pt x="1704" y="400"/>
                    <a:pt x="0" y="4684"/>
                    <a:pt x="2476" y="4684"/>
                  </a:cubicBezTo>
                  <a:cubicBezTo>
                    <a:pt x="4816" y="4684"/>
                    <a:pt x="3253" y="400"/>
                    <a:pt x="2719" y="67"/>
                  </a:cubicBezTo>
                  <a:cubicBezTo>
                    <a:pt x="2646" y="23"/>
                    <a:pt x="2561" y="1"/>
                    <a:pt x="2475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40">
              <a:extLst>
                <a:ext uri="{FF2B5EF4-FFF2-40B4-BE49-F238E27FC236}">
                  <a16:creationId xmlns:a16="http://schemas.microsoft.com/office/drawing/2014/main" id="{5B2F47C5-568C-0928-C97E-04F6C4EF8AD2}"/>
                </a:ext>
              </a:extLst>
            </p:cNvPr>
            <p:cNvSpPr/>
            <p:nvPr/>
          </p:nvSpPr>
          <p:spPr>
            <a:xfrm>
              <a:off x="5613180" y="2484552"/>
              <a:ext cx="170917" cy="337149"/>
            </a:xfrm>
            <a:custGeom>
              <a:avLst/>
              <a:gdLst/>
              <a:ahLst/>
              <a:cxnLst/>
              <a:rect l="l" t="t" r="r" b="b"/>
              <a:pathLst>
                <a:path w="2262" h="4462" extrusionOk="0">
                  <a:moveTo>
                    <a:pt x="2027" y="0"/>
                  </a:moveTo>
                  <a:cubicBezTo>
                    <a:pt x="2026" y="0"/>
                    <a:pt x="2024" y="1"/>
                    <a:pt x="2023" y="2"/>
                  </a:cubicBezTo>
                  <a:cubicBezTo>
                    <a:pt x="1512" y="327"/>
                    <a:pt x="1" y="4462"/>
                    <a:pt x="2261" y="4462"/>
                  </a:cubicBezTo>
                  <a:cubicBezTo>
                    <a:pt x="2261" y="4462"/>
                    <a:pt x="1690" y="4410"/>
                    <a:pt x="1653" y="2795"/>
                  </a:cubicBezTo>
                  <a:cubicBezTo>
                    <a:pt x="1623" y="1194"/>
                    <a:pt x="2088" y="0"/>
                    <a:pt x="2027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40">
              <a:extLst>
                <a:ext uri="{FF2B5EF4-FFF2-40B4-BE49-F238E27FC236}">
                  <a16:creationId xmlns:a16="http://schemas.microsoft.com/office/drawing/2014/main" id="{6639A05C-38C0-F7E5-6522-BABB6807849F}"/>
                </a:ext>
              </a:extLst>
            </p:cNvPr>
            <p:cNvSpPr/>
            <p:nvPr/>
          </p:nvSpPr>
          <p:spPr>
            <a:xfrm>
              <a:off x="5777825" y="2653051"/>
              <a:ext cx="25161" cy="240432"/>
            </a:xfrm>
            <a:custGeom>
              <a:avLst/>
              <a:gdLst/>
              <a:ahLst/>
              <a:cxnLst/>
              <a:rect l="l" t="t" r="r" b="b"/>
              <a:pathLst>
                <a:path w="333" h="3182" extrusionOk="0">
                  <a:moveTo>
                    <a:pt x="165" y="0"/>
                  </a:moveTo>
                  <a:cubicBezTo>
                    <a:pt x="163" y="0"/>
                    <a:pt x="162" y="4"/>
                    <a:pt x="162" y="16"/>
                  </a:cubicBezTo>
                  <a:lnTo>
                    <a:pt x="0" y="3181"/>
                  </a:lnTo>
                  <a:lnTo>
                    <a:pt x="333" y="3181"/>
                  </a:lnTo>
                  <a:cubicBezTo>
                    <a:pt x="319" y="1825"/>
                    <a:pt x="200" y="16"/>
                    <a:pt x="171" y="16"/>
                  </a:cubicBezTo>
                  <a:cubicBezTo>
                    <a:pt x="171" y="16"/>
                    <a:pt x="167" y="0"/>
                    <a:pt x="165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40">
              <a:extLst>
                <a:ext uri="{FF2B5EF4-FFF2-40B4-BE49-F238E27FC236}">
                  <a16:creationId xmlns:a16="http://schemas.microsoft.com/office/drawing/2014/main" id="{C1D44880-8320-94B7-875E-B2C4CBBA9D06}"/>
                </a:ext>
              </a:extLst>
            </p:cNvPr>
            <p:cNvSpPr/>
            <p:nvPr/>
          </p:nvSpPr>
          <p:spPr>
            <a:xfrm>
              <a:off x="5722288" y="2738207"/>
              <a:ext cx="68533" cy="55008"/>
            </a:xfrm>
            <a:custGeom>
              <a:avLst/>
              <a:gdLst/>
              <a:ahLst/>
              <a:cxnLst/>
              <a:rect l="l" t="t" r="r" b="b"/>
              <a:pathLst>
                <a:path w="907" h="728" extrusionOk="0">
                  <a:moveTo>
                    <a:pt x="1" y="0"/>
                  </a:moveTo>
                  <a:cubicBezTo>
                    <a:pt x="443" y="709"/>
                    <a:pt x="844" y="728"/>
                    <a:pt x="886" y="728"/>
                  </a:cubicBezTo>
                  <a:cubicBezTo>
                    <a:pt x="889" y="728"/>
                    <a:pt x="890" y="728"/>
                    <a:pt x="890" y="728"/>
                  </a:cubicBezTo>
                  <a:lnTo>
                    <a:pt x="906" y="623"/>
                  </a:lnTo>
                  <a:lnTo>
                    <a:pt x="906" y="623"/>
                  </a:lnTo>
                  <a:cubicBezTo>
                    <a:pt x="906" y="623"/>
                    <a:pt x="896" y="630"/>
                    <a:pt x="868" y="630"/>
                  </a:cubicBezTo>
                  <a:cubicBezTo>
                    <a:pt x="812" y="630"/>
                    <a:pt x="681" y="599"/>
                    <a:pt x="417" y="409"/>
                  </a:cubicBezTo>
                  <a:cubicBezTo>
                    <a:pt x="186" y="246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40">
              <a:extLst>
                <a:ext uri="{FF2B5EF4-FFF2-40B4-BE49-F238E27FC236}">
                  <a16:creationId xmlns:a16="http://schemas.microsoft.com/office/drawing/2014/main" id="{07CFA4BE-E515-797F-DB32-E8BF2663D9B8}"/>
                </a:ext>
              </a:extLst>
            </p:cNvPr>
            <p:cNvSpPr/>
            <p:nvPr/>
          </p:nvSpPr>
          <p:spPr>
            <a:xfrm>
              <a:off x="5790746" y="2723170"/>
              <a:ext cx="57728" cy="46545"/>
            </a:xfrm>
            <a:custGeom>
              <a:avLst/>
              <a:gdLst/>
              <a:ahLst/>
              <a:cxnLst/>
              <a:rect l="l" t="t" r="r" b="b"/>
              <a:pathLst>
                <a:path w="764" h="616" extrusionOk="0">
                  <a:moveTo>
                    <a:pt x="763" y="0"/>
                  </a:moveTo>
                  <a:lnTo>
                    <a:pt x="763" y="0"/>
                  </a:lnTo>
                  <a:cubicBezTo>
                    <a:pt x="763" y="0"/>
                    <a:pt x="606" y="208"/>
                    <a:pt x="414" y="342"/>
                  </a:cubicBezTo>
                  <a:cubicBezTo>
                    <a:pt x="184" y="506"/>
                    <a:pt x="76" y="533"/>
                    <a:pt x="30" y="533"/>
                  </a:cubicBezTo>
                  <a:cubicBezTo>
                    <a:pt x="8" y="533"/>
                    <a:pt x="0" y="527"/>
                    <a:pt x="0" y="527"/>
                  </a:cubicBezTo>
                  <a:lnTo>
                    <a:pt x="0" y="527"/>
                  </a:lnTo>
                  <a:lnTo>
                    <a:pt x="7" y="616"/>
                  </a:lnTo>
                  <a:cubicBezTo>
                    <a:pt x="7" y="616"/>
                    <a:pt x="8" y="616"/>
                    <a:pt x="9" y="616"/>
                  </a:cubicBezTo>
                  <a:cubicBezTo>
                    <a:pt x="39" y="616"/>
                    <a:pt x="387" y="603"/>
                    <a:pt x="763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40">
              <a:extLst>
                <a:ext uri="{FF2B5EF4-FFF2-40B4-BE49-F238E27FC236}">
                  <a16:creationId xmlns:a16="http://schemas.microsoft.com/office/drawing/2014/main" id="{F3E82042-322A-05A4-B8EF-BB726A9C07B2}"/>
                </a:ext>
              </a:extLst>
            </p:cNvPr>
            <p:cNvSpPr/>
            <p:nvPr/>
          </p:nvSpPr>
          <p:spPr>
            <a:xfrm>
              <a:off x="5743672" y="2689546"/>
              <a:ext cx="47149" cy="37553"/>
            </a:xfrm>
            <a:custGeom>
              <a:avLst/>
              <a:gdLst/>
              <a:ahLst/>
              <a:cxnLst/>
              <a:rect l="l" t="t" r="r" b="b"/>
              <a:pathLst>
                <a:path w="624" h="497" extrusionOk="0">
                  <a:moveTo>
                    <a:pt x="1" y="1"/>
                  </a:moveTo>
                  <a:cubicBezTo>
                    <a:pt x="302" y="484"/>
                    <a:pt x="583" y="497"/>
                    <a:pt x="612" y="497"/>
                  </a:cubicBezTo>
                  <a:cubicBezTo>
                    <a:pt x="613" y="497"/>
                    <a:pt x="614" y="497"/>
                    <a:pt x="614" y="497"/>
                  </a:cubicBezTo>
                  <a:lnTo>
                    <a:pt x="623" y="422"/>
                  </a:lnTo>
                  <a:lnTo>
                    <a:pt x="623" y="422"/>
                  </a:lnTo>
                  <a:cubicBezTo>
                    <a:pt x="623" y="422"/>
                    <a:pt x="615" y="429"/>
                    <a:pt x="591" y="429"/>
                  </a:cubicBezTo>
                  <a:cubicBezTo>
                    <a:pt x="549" y="429"/>
                    <a:pt x="458" y="407"/>
                    <a:pt x="282" y="282"/>
                  </a:cubicBezTo>
                  <a:cubicBezTo>
                    <a:pt x="125" y="17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40">
              <a:extLst>
                <a:ext uri="{FF2B5EF4-FFF2-40B4-BE49-F238E27FC236}">
                  <a16:creationId xmlns:a16="http://schemas.microsoft.com/office/drawing/2014/main" id="{A3CAF763-CDFE-E0C4-6FF4-F8286A5C45A6}"/>
                </a:ext>
              </a:extLst>
            </p:cNvPr>
            <p:cNvSpPr/>
            <p:nvPr/>
          </p:nvSpPr>
          <p:spPr>
            <a:xfrm>
              <a:off x="5706723" y="2403703"/>
              <a:ext cx="428350" cy="416411"/>
            </a:xfrm>
            <a:custGeom>
              <a:avLst/>
              <a:gdLst/>
              <a:ahLst/>
              <a:cxnLst/>
              <a:rect l="l" t="t" r="r" b="b"/>
              <a:pathLst>
                <a:path w="5669" h="5511" extrusionOk="0">
                  <a:moveTo>
                    <a:pt x="2909" y="1"/>
                  </a:moveTo>
                  <a:cubicBezTo>
                    <a:pt x="2808" y="1"/>
                    <a:pt x="2708" y="27"/>
                    <a:pt x="2624" y="79"/>
                  </a:cubicBezTo>
                  <a:cubicBezTo>
                    <a:pt x="2001" y="471"/>
                    <a:pt x="1" y="5510"/>
                    <a:pt x="2912" y="5510"/>
                  </a:cubicBezTo>
                  <a:cubicBezTo>
                    <a:pt x="5668" y="5510"/>
                    <a:pt x="3824" y="471"/>
                    <a:pt x="3202" y="79"/>
                  </a:cubicBezTo>
                  <a:cubicBezTo>
                    <a:pt x="3113" y="27"/>
                    <a:pt x="3011" y="1"/>
                    <a:pt x="2909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40">
              <a:extLst>
                <a:ext uri="{FF2B5EF4-FFF2-40B4-BE49-F238E27FC236}">
                  <a16:creationId xmlns:a16="http://schemas.microsoft.com/office/drawing/2014/main" id="{FF674190-CCDA-745E-231C-B583482FE48D}"/>
                </a:ext>
              </a:extLst>
            </p:cNvPr>
            <p:cNvSpPr/>
            <p:nvPr/>
          </p:nvSpPr>
          <p:spPr>
            <a:xfrm>
              <a:off x="5715035" y="2421232"/>
              <a:ext cx="202727" cy="400468"/>
            </a:xfrm>
            <a:custGeom>
              <a:avLst/>
              <a:gdLst/>
              <a:ahLst/>
              <a:cxnLst/>
              <a:rect l="l" t="t" r="r" b="b"/>
              <a:pathLst>
                <a:path w="2683" h="5300" extrusionOk="0">
                  <a:moveTo>
                    <a:pt x="2413" y="1"/>
                  </a:moveTo>
                  <a:cubicBezTo>
                    <a:pt x="2412" y="1"/>
                    <a:pt x="2410" y="1"/>
                    <a:pt x="2409" y="2"/>
                  </a:cubicBezTo>
                  <a:cubicBezTo>
                    <a:pt x="1793" y="388"/>
                    <a:pt x="1" y="5300"/>
                    <a:pt x="2683" y="5300"/>
                  </a:cubicBezTo>
                  <a:cubicBezTo>
                    <a:pt x="2683" y="5300"/>
                    <a:pt x="2009" y="5241"/>
                    <a:pt x="1971" y="3322"/>
                  </a:cubicBezTo>
                  <a:cubicBezTo>
                    <a:pt x="1928" y="1421"/>
                    <a:pt x="2478" y="1"/>
                    <a:pt x="2413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40">
              <a:extLst>
                <a:ext uri="{FF2B5EF4-FFF2-40B4-BE49-F238E27FC236}">
                  <a16:creationId xmlns:a16="http://schemas.microsoft.com/office/drawing/2014/main" id="{4D4F53DD-36B0-974E-1128-59070BB8CF64}"/>
                </a:ext>
              </a:extLst>
            </p:cNvPr>
            <p:cNvSpPr/>
            <p:nvPr/>
          </p:nvSpPr>
          <p:spPr>
            <a:xfrm>
              <a:off x="5909904" y="2626151"/>
              <a:ext cx="28033" cy="267331"/>
            </a:xfrm>
            <a:custGeom>
              <a:avLst/>
              <a:gdLst/>
              <a:ahLst/>
              <a:cxnLst/>
              <a:rect l="l" t="t" r="r" b="b"/>
              <a:pathLst>
                <a:path w="371" h="3538" extrusionOk="0">
                  <a:moveTo>
                    <a:pt x="187" y="0"/>
                  </a:moveTo>
                  <a:cubicBezTo>
                    <a:pt x="186" y="0"/>
                    <a:pt x="185" y="4"/>
                    <a:pt x="185" y="16"/>
                  </a:cubicBezTo>
                  <a:lnTo>
                    <a:pt x="1" y="3537"/>
                  </a:lnTo>
                  <a:lnTo>
                    <a:pt x="370" y="3537"/>
                  </a:lnTo>
                  <a:cubicBezTo>
                    <a:pt x="356" y="2033"/>
                    <a:pt x="223" y="16"/>
                    <a:pt x="193" y="16"/>
                  </a:cubicBezTo>
                  <a:cubicBezTo>
                    <a:pt x="193" y="16"/>
                    <a:pt x="189" y="0"/>
                    <a:pt x="187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40">
              <a:extLst>
                <a:ext uri="{FF2B5EF4-FFF2-40B4-BE49-F238E27FC236}">
                  <a16:creationId xmlns:a16="http://schemas.microsoft.com/office/drawing/2014/main" id="{963BE4D4-8897-5C6B-ED0E-F92C1C7660C8}"/>
                </a:ext>
              </a:extLst>
            </p:cNvPr>
            <p:cNvSpPr/>
            <p:nvPr/>
          </p:nvSpPr>
          <p:spPr>
            <a:xfrm>
              <a:off x="5848927" y="2720903"/>
              <a:ext cx="75560" cy="61052"/>
            </a:xfrm>
            <a:custGeom>
              <a:avLst/>
              <a:gdLst/>
              <a:ahLst/>
              <a:cxnLst/>
              <a:rect l="l" t="t" r="r" b="b"/>
              <a:pathLst>
                <a:path w="1000" h="808" extrusionOk="0">
                  <a:moveTo>
                    <a:pt x="0" y="0"/>
                  </a:moveTo>
                  <a:lnTo>
                    <a:pt x="0" y="0"/>
                  </a:lnTo>
                  <a:cubicBezTo>
                    <a:pt x="484" y="787"/>
                    <a:pt x="935" y="807"/>
                    <a:pt x="981" y="807"/>
                  </a:cubicBezTo>
                  <a:cubicBezTo>
                    <a:pt x="984" y="807"/>
                    <a:pt x="985" y="807"/>
                    <a:pt x="985" y="807"/>
                  </a:cubicBezTo>
                  <a:lnTo>
                    <a:pt x="1000" y="690"/>
                  </a:lnTo>
                  <a:lnTo>
                    <a:pt x="1000" y="690"/>
                  </a:lnTo>
                  <a:cubicBezTo>
                    <a:pt x="1000" y="690"/>
                    <a:pt x="989" y="697"/>
                    <a:pt x="960" y="697"/>
                  </a:cubicBezTo>
                  <a:cubicBezTo>
                    <a:pt x="899" y="697"/>
                    <a:pt x="755" y="664"/>
                    <a:pt x="452" y="452"/>
                  </a:cubicBezTo>
                  <a:cubicBezTo>
                    <a:pt x="199" y="27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40">
              <a:extLst>
                <a:ext uri="{FF2B5EF4-FFF2-40B4-BE49-F238E27FC236}">
                  <a16:creationId xmlns:a16="http://schemas.microsoft.com/office/drawing/2014/main" id="{5D673501-7589-8F52-F26A-34D05DEF9C3B}"/>
                </a:ext>
              </a:extLst>
            </p:cNvPr>
            <p:cNvSpPr/>
            <p:nvPr/>
          </p:nvSpPr>
          <p:spPr>
            <a:xfrm>
              <a:off x="5924411" y="2704054"/>
              <a:ext cx="63924" cy="51683"/>
            </a:xfrm>
            <a:custGeom>
              <a:avLst/>
              <a:gdLst/>
              <a:ahLst/>
              <a:cxnLst/>
              <a:rect l="l" t="t" r="r" b="b"/>
              <a:pathLst>
                <a:path w="846" h="684" extrusionOk="0">
                  <a:moveTo>
                    <a:pt x="845" y="1"/>
                  </a:moveTo>
                  <a:cubicBezTo>
                    <a:pt x="845" y="1"/>
                    <a:pt x="676" y="230"/>
                    <a:pt x="461" y="387"/>
                  </a:cubicBezTo>
                  <a:cubicBezTo>
                    <a:pt x="210" y="564"/>
                    <a:pt x="89" y="593"/>
                    <a:pt x="37" y="593"/>
                  </a:cubicBezTo>
                  <a:cubicBezTo>
                    <a:pt x="10" y="593"/>
                    <a:pt x="1" y="586"/>
                    <a:pt x="1" y="586"/>
                  </a:cubicBezTo>
                  <a:lnTo>
                    <a:pt x="1" y="586"/>
                  </a:lnTo>
                  <a:lnTo>
                    <a:pt x="9" y="684"/>
                  </a:lnTo>
                  <a:cubicBezTo>
                    <a:pt x="9" y="684"/>
                    <a:pt x="11" y="684"/>
                    <a:pt x="13" y="684"/>
                  </a:cubicBezTo>
                  <a:cubicBezTo>
                    <a:pt x="55" y="684"/>
                    <a:pt x="434" y="665"/>
                    <a:pt x="845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40">
              <a:extLst>
                <a:ext uri="{FF2B5EF4-FFF2-40B4-BE49-F238E27FC236}">
                  <a16:creationId xmlns:a16="http://schemas.microsoft.com/office/drawing/2014/main" id="{183040E1-3C75-22FB-C7E9-9DA7F1E503E7}"/>
                </a:ext>
              </a:extLst>
            </p:cNvPr>
            <p:cNvSpPr/>
            <p:nvPr/>
          </p:nvSpPr>
          <p:spPr>
            <a:xfrm>
              <a:off x="5872426" y="2666576"/>
              <a:ext cx="52061" cy="42162"/>
            </a:xfrm>
            <a:custGeom>
              <a:avLst/>
              <a:gdLst/>
              <a:ahLst/>
              <a:cxnLst/>
              <a:rect l="l" t="t" r="r" b="b"/>
              <a:pathLst>
                <a:path w="689" h="558" extrusionOk="0">
                  <a:moveTo>
                    <a:pt x="0" y="1"/>
                  </a:moveTo>
                  <a:lnTo>
                    <a:pt x="0" y="1"/>
                  </a:lnTo>
                  <a:cubicBezTo>
                    <a:pt x="339" y="544"/>
                    <a:pt x="650" y="557"/>
                    <a:pt x="679" y="557"/>
                  </a:cubicBezTo>
                  <a:cubicBezTo>
                    <a:pt x="681" y="557"/>
                    <a:pt x="681" y="557"/>
                    <a:pt x="681" y="557"/>
                  </a:cubicBezTo>
                  <a:lnTo>
                    <a:pt x="689" y="475"/>
                  </a:lnTo>
                  <a:lnTo>
                    <a:pt x="689" y="475"/>
                  </a:lnTo>
                  <a:cubicBezTo>
                    <a:pt x="689" y="475"/>
                    <a:pt x="681" y="481"/>
                    <a:pt x="660" y="481"/>
                  </a:cubicBezTo>
                  <a:cubicBezTo>
                    <a:pt x="617" y="481"/>
                    <a:pt x="517" y="457"/>
                    <a:pt x="312" y="312"/>
                  </a:cubicBezTo>
                  <a:cubicBezTo>
                    <a:pt x="141" y="193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40">
              <a:extLst>
                <a:ext uri="{FF2B5EF4-FFF2-40B4-BE49-F238E27FC236}">
                  <a16:creationId xmlns:a16="http://schemas.microsoft.com/office/drawing/2014/main" id="{A5685FB4-6E2E-8A92-28B8-98307C031FE3}"/>
                </a:ext>
              </a:extLst>
            </p:cNvPr>
            <p:cNvSpPr/>
            <p:nvPr/>
          </p:nvSpPr>
          <p:spPr>
            <a:xfrm>
              <a:off x="5555527" y="2525505"/>
              <a:ext cx="195474" cy="246401"/>
            </a:xfrm>
            <a:custGeom>
              <a:avLst/>
              <a:gdLst/>
              <a:ahLst/>
              <a:cxnLst/>
              <a:rect l="l" t="t" r="r" b="b"/>
              <a:pathLst>
                <a:path w="2587" h="3261" extrusionOk="0">
                  <a:moveTo>
                    <a:pt x="1290" y="0"/>
                  </a:moveTo>
                  <a:cubicBezTo>
                    <a:pt x="734" y="0"/>
                    <a:pt x="275" y="452"/>
                    <a:pt x="275" y="1016"/>
                  </a:cubicBezTo>
                  <a:cubicBezTo>
                    <a:pt x="275" y="1067"/>
                    <a:pt x="282" y="1112"/>
                    <a:pt x="289" y="1156"/>
                  </a:cubicBezTo>
                  <a:cubicBezTo>
                    <a:pt x="111" y="1379"/>
                    <a:pt x="1" y="1659"/>
                    <a:pt x="1" y="1964"/>
                  </a:cubicBezTo>
                  <a:cubicBezTo>
                    <a:pt x="1" y="2682"/>
                    <a:pt x="579" y="3260"/>
                    <a:pt x="1290" y="3260"/>
                  </a:cubicBezTo>
                  <a:cubicBezTo>
                    <a:pt x="2009" y="3260"/>
                    <a:pt x="2587" y="2682"/>
                    <a:pt x="2587" y="1964"/>
                  </a:cubicBezTo>
                  <a:cubicBezTo>
                    <a:pt x="2587" y="1659"/>
                    <a:pt x="2475" y="1379"/>
                    <a:pt x="2297" y="1156"/>
                  </a:cubicBezTo>
                  <a:cubicBezTo>
                    <a:pt x="2304" y="1112"/>
                    <a:pt x="2313" y="1067"/>
                    <a:pt x="2313" y="1016"/>
                  </a:cubicBezTo>
                  <a:cubicBezTo>
                    <a:pt x="2313" y="452"/>
                    <a:pt x="1852" y="0"/>
                    <a:pt x="1290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40">
              <a:extLst>
                <a:ext uri="{FF2B5EF4-FFF2-40B4-BE49-F238E27FC236}">
                  <a16:creationId xmlns:a16="http://schemas.microsoft.com/office/drawing/2014/main" id="{992E3E84-4C0B-482F-072A-3171DCD983AE}"/>
                </a:ext>
              </a:extLst>
            </p:cNvPr>
            <p:cNvSpPr/>
            <p:nvPr/>
          </p:nvSpPr>
          <p:spPr>
            <a:xfrm>
              <a:off x="5653000" y="2600687"/>
              <a:ext cx="8916" cy="292795"/>
            </a:xfrm>
            <a:custGeom>
              <a:avLst/>
              <a:gdLst/>
              <a:ahLst/>
              <a:cxnLst/>
              <a:rect l="l" t="t" r="r" b="b"/>
              <a:pathLst>
                <a:path w="118" h="3875" extrusionOk="0">
                  <a:moveTo>
                    <a:pt x="54" y="0"/>
                  </a:moveTo>
                  <a:cubicBezTo>
                    <a:pt x="53" y="0"/>
                    <a:pt x="52" y="4"/>
                    <a:pt x="52" y="14"/>
                  </a:cubicBezTo>
                  <a:lnTo>
                    <a:pt x="0" y="3821"/>
                  </a:lnTo>
                  <a:cubicBezTo>
                    <a:pt x="0" y="3851"/>
                    <a:pt x="22" y="3874"/>
                    <a:pt x="52" y="3874"/>
                  </a:cubicBezTo>
                  <a:lnTo>
                    <a:pt x="59" y="3874"/>
                  </a:lnTo>
                  <a:cubicBezTo>
                    <a:pt x="96" y="3874"/>
                    <a:pt x="118" y="3851"/>
                    <a:pt x="118" y="3821"/>
                  </a:cubicBezTo>
                  <a:cubicBezTo>
                    <a:pt x="118" y="3821"/>
                    <a:pt x="96" y="14"/>
                    <a:pt x="59" y="14"/>
                  </a:cubicBezTo>
                  <a:cubicBezTo>
                    <a:pt x="59" y="14"/>
                    <a:pt x="56" y="0"/>
                    <a:pt x="54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40">
              <a:extLst>
                <a:ext uri="{FF2B5EF4-FFF2-40B4-BE49-F238E27FC236}">
                  <a16:creationId xmlns:a16="http://schemas.microsoft.com/office/drawing/2014/main" id="{60E8F3FA-7DD7-662F-7E06-0363E13A663E}"/>
                </a:ext>
              </a:extLst>
            </p:cNvPr>
            <p:cNvSpPr/>
            <p:nvPr/>
          </p:nvSpPr>
          <p:spPr>
            <a:xfrm>
              <a:off x="5601921" y="2671714"/>
              <a:ext cx="55537" cy="45336"/>
            </a:xfrm>
            <a:custGeom>
              <a:avLst/>
              <a:gdLst/>
              <a:ahLst/>
              <a:cxnLst/>
              <a:rect l="l" t="t" r="r" b="b"/>
              <a:pathLst>
                <a:path w="735" h="600" extrusionOk="0">
                  <a:moveTo>
                    <a:pt x="0" y="0"/>
                  </a:moveTo>
                  <a:lnTo>
                    <a:pt x="0" y="0"/>
                  </a:lnTo>
                  <a:cubicBezTo>
                    <a:pt x="353" y="580"/>
                    <a:pt x="679" y="600"/>
                    <a:pt x="723" y="600"/>
                  </a:cubicBezTo>
                  <a:cubicBezTo>
                    <a:pt x="726" y="600"/>
                    <a:pt x="728" y="599"/>
                    <a:pt x="728" y="599"/>
                  </a:cubicBezTo>
                  <a:lnTo>
                    <a:pt x="735" y="511"/>
                  </a:lnTo>
                  <a:lnTo>
                    <a:pt x="735" y="511"/>
                  </a:lnTo>
                  <a:cubicBezTo>
                    <a:pt x="735" y="511"/>
                    <a:pt x="726" y="517"/>
                    <a:pt x="702" y="517"/>
                  </a:cubicBezTo>
                  <a:cubicBezTo>
                    <a:pt x="656" y="517"/>
                    <a:pt x="550" y="492"/>
                    <a:pt x="335" y="340"/>
                  </a:cubicBezTo>
                  <a:cubicBezTo>
                    <a:pt x="150" y="199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40">
              <a:extLst>
                <a:ext uri="{FF2B5EF4-FFF2-40B4-BE49-F238E27FC236}">
                  <a16:creationId xmlns:a16="http://schemas.microsoft.com/office/drawing/2014/main" id="{049C6DDB-3913-0493-1254-A90CB4476916}"/>
                </a:ext>
              </a:extLst>
            </p:cNvPr>
            <p:cNvSpPr/>
            <p:nvPr/>
          </p:nvSpPr>
          <p:spPr>
            <a:xfrm>
              <a:off x="5657382" y="2658793"/>
              <a:ext cx="47149" cy="38611"/>
            </a:xfrm>
            <a:custGeom>
              <a:avLst/>
              <a:gdLst/>
              <a:ahLst/>
              <a:cxnLst/>
              <a:rect l="l" t="t" r="r" b="b"/>
              <a:pathLst>
                <a:path w="624" h="511" extrusionOk="0">
                  <a:moveTo>
                    <a:pt x="623" y="0"/>
                  </a:moveTo>
                  <a:cubicBezTo>
                    <a:pt x="623" y="0"/>
                    <a:pt x="497" y="178"/>
                    <a:pt x="342" y="289"/>
                  </a:cubicBezTo>
                  <a:cubicBezTo>
                    <a:pt x="156" y="421"/>
                    <a:pt x="67" y="444"/>
                    <a:pt x="28" y="444"/>
                  </a:cubicBezTo>
                  <a:cubicBezTo>
                    <a:pt x="8" y="444"/>
                    <a:pt x="1" y="438"/>
                    <a:pt x="1" y="438"/>
                  </a:cubicBezTo>
                  <a:lnTo>
                    <a:pt x="1" y="438"/>
                  </a:lnTo>
                  <a:lnTo>
                    <a:pt x="8" y="511"/>
                  </a:lnTo>
                  <a:cubicBezTo>
                    <a:pt x="8" y="511"/>
                    <a:pt x="9" y="511"/>
                    <a:pt x="11" y="511"/>
                  </a:cubicBezTo>
                  <a:cubicBezTo>
                    <a:pt x="42" y="511"/>
                    <a:pt x="323" y="497"/>
                    <a:pt x="623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40">
              <a:extLst>
                <a:ext uri="{FF2B5EF4-FFF2-40B4-BE49-F238E27FC236}">
                  <a16:creationId xmlns:a16="http://schemas.microsoft.com/office/drawing/2014/main" id="{9891A7FC-E556-7427-4D43-FDBD90F44EB7}"/>
                </a:ext>
              </a:extLst>
            </p:cNvPr>
            <p:cNvSpPr/>
            <p:nvPr/>
          </p:nvSpPr>
          <p:spPr>
            <a:xfrm>
              <a:off x="5619376" y="2631365"/>
              <a:ext cx="38082" cy="30828"/>
            </a:xfrm>
            <a:custGeom>
              <a:avLst/>
              <a:gdLst/>
              <a:ahLst/>
              <a:cxnLst/>
              <a:rect l="l" t="t" r="r" b="b"/>
              <a:pathLst>
                <a:path w="504" h="408" extrusionOk="0">
                  <a:moveTo>
                    <a:pt x="1" y="1"/>
                  </a:moveTo>
                  <a:lnTo>
                    <a:pt x="1" y="1"/>
                  </a:lnTo>
                  <a:cubicBezTo>
                    <a:pt x="242" y="395"/>
                    <a:pt x="467" y="408"/>
                    <a:pt x="494" y="408"/>
                  </a:cubicBezTo>
                  <a:cubicBezTo>
                    <a:pt x="496" y="408"/>
                    <a:pt x="497" y="408"/>
                    <a:pt x="497" y="408"/>
                  </a:cubicBezTo>
                  <a:lnTo>
                    <a:pt x="504" y="347"/>
                  </a:lnTo>
                  <a:lnTo>
                    <a:pt x="504" y="347"/>
                  </a:lnTo>
                  <a:cubicBezTo>
                    <a:pt x="504" y="347"/>
                    <a:pt x="497" y="353"/>
                    <a:pt x="479" y="353"/>
                  </a:cubicBezTo>
                  <a:cubicBezTo>
                    <a:pt x="446" y="353"/>
                    <a:pt x="374" y="334"/>
                    <a:pt x="230" y="230"/>
                  </a:cubicBezTo>
                  <a:cubicBezTo>
                    <a:pt x="104" y="14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40">
              <a:extLst>
                <a:ext uri="{FF2B5EF4-FFF2-40B4-BE49-F238E27FC236}">
                  <a16:creationId xmlns:a16="http://schemas.microsoft.com/office/drawing/2014/main" id="{C90BA02D-CE48-8EE1-2878-EC93607362B9}"/>
                </a:ext>
              </a:extLst>
            </p:cNvPr>
            <p:cNvSpPr/>
            <p:nvPr/>
          </p:nvSpPr>
          <p:spPr>
            <a:xfrm>
              <a:off x="5198280" y="2625698"/>
              <a:ext cx="140088" cy="177113"/>
            </a:xfrm>
            <a:custGeom>
              <a:avLst/>
              <a:gdLst/>
              <a:ahLst/>
              <a:cxnLst/>
              <a:rect l="l" t="t" r="r" b="b"/>
              <a:pathLst>
                <a:path w="1854" h="2344" extrusionOk="0">
                  <a:moveTo>
                    <a:pt x="927" y="1"/>
                  </a:moveTo>
                  <a:cubicBezTo>
                    <a:pt x="527" y="1"/>
                    <a:pt x="194" y="326"/>
                    <a:pt x="194" y="734"/>
                  </a:cubicBezTo>
                  <a:cubicBezTo>
                    <a:pt x="194" y="764"/>
                    <a:pt x="201" y="801"/>
                    <a:pt x="208" y="831"/>
                  </a:cubicBezTo>
                  <a:cubicBezTo>
                    <a:pt x="75" y="993"/>
                    <a:pt x="0" y="1194"/>
                    <a:pt x="0" y="1417"/>
                  </a:cubicBezTo>
                  <a:cubicBezTo>
                    <a:pt x="0" y="1927"/>
                    <a:pt x="416" y="2343"/>
                    <a:pt x="927" y="2343"/>
                  </a:cubicBezTo>
                  <a:cubicBezTo>
                    <a:pt x="1439" y="2343"/>
                    <a:pt x="1853" y="1927"/>
                    <a:pt x="1853" y="1417"/>
                  </a:cubicBezTo>
                  <a:cubicBezTo>
                    <a:pt x="1853" y="1194"/>
                    <a:pt x="1772" y="993"/>
                    <a:pt x="1645" y="831"/>
                  </a:cubicBezTo>
                  <a:cubicBezTo>
                    <a:pt x="1652" y="801"/>
                    <a:pt x="1652" y="764"/>
                    <a:pt x="1652" y="734"/>
                  </a:cubicBezTo>
                  <a:cubicBezTo>
                    <a:pt x="1652" y="326"/>
                    <a:pt x="1327" y="1"/>
                    <a:pt x="92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40">
              <a:extLst>
                <a:ext uri="{FF2B5EF4-FFF2-40B4-BE49-F238E27FC236}">
                  <a16:creationId xmlns:a16="http://schemas.microsoft.com/office/drawing/2014/main" id="{4A6C5E46-FBBB-1EA2-1BF0-C8F3F2EA7C8E}"/>
                </a:ext>
              </a:extLst>
            </p:cNvPr>
            <p:cNvSpPr/>
            <p:nvPr/>
          </p:nvSpPr>
          <p:spPr>
            <a:xfrm>
              <a:off x="5267719" y="2679874"/>
              <a:ext cx="6800" cy="210208"/>
            </a:xfrm>
            <a:custGeom>
              <a:avLst/>
              <a:gdLst/>
              <a:ahLst/>
              <a:cxnLst/>
              <a:rect l="l" t="t" r="r" b="b"/>
              <a:pathLst>
                <a:path w="90" h="2782" extrusionOk="0">
                  <a:moveTo>
                    <a:pt x="47" y="0"/>
                  </a:moveTo>
                  <a:cubicBezTo>
                    <a:pt x="46" y="0"/>
                    <a:pt x="45" y="2"/>
                    <a:pt x="45" y="10"/>
                  </a:cubicBezTo>
                  <a:lnTo>
                    <a:pt x="1" y="2738"/>
                  </a:lnTo>
                  <a:cubicBezTo>
                    <a:pt x="1" y="2759"/>
                    <a:pt x="22" y="2782"/>
                    <a:pt x="45" y="2782"/>
                  </a:cubicBezTo>
                  <a:lnTo>
                    <a:pt x="52" y="2782"/>
                  </a:lnTo>
                  <a:cubicBezTo>
                    <a:pt x="75" y="2782"/>
                    <a:pt x="90" y="2759"/>
                    <a:pt x="90" y="2738"/>
                  </a:cubicBezTo>
                  <a:cubicBezTo>
                    <a:pt x="90" y="2738"/>
                    <a:pt x="75" y="10"/>
                    <a:pt x="52" y="10"/>
                  </a:cubicBezTo>
                  <a:cubicBezTo>
                    <a:pt x="52" y="10"/>
                    <a:pt x="49" y="0"/>
                    <a:pt x="47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40">
              <a:extLst>
                <a:ext uri="{FF2B5EF4-FFF2-40B4-BE49-F238E27FC236}">
                  <a16:creationId xmlns:a16="http://schemas.microsoft.com/office/drawing/2014/main" id="{41776C95-B903-0C17-1E3D-BCE765632F37}"/>
                </a:ext>
              </a:extLst>
            </p:cNvPr>
            <p:cNvSpPr/>
            <p:nvPr/>
          </p:nvSpPr>
          <p:spPr>
            <a:xfrm>
              <a:off x="5231299" y="2730424"/>
              <a:ext cx="39896" cy="33095"/>
            </a:xfrm>
            <a:custGeom>
              <a:avLst/>
              <a:gdLst/>
              <a:ahLst/>
              <a:cxnLst/>
              <a:rect l="l" t="t" r="r" b="b"/>
              <a:pathLst>
                <a:path w="528" h="438" extrusionOk="0">
                  <a:moveTo>
                    <a:pt x="1" y="0"/>
                  </a:moveTo>
                  <a:cubicBezTo>
                    <a:pt x="266" y="431"/>
                    <a:pt x="505" y="438"/>
                    <a:pt x="519" y="438"/>
                  </a:cubicBezTo>
                  <a:cubicBezTo>
                    <a:pt x="520" y="438"/>
                    <a:pt x="520" y="438"/>
                    <a:pt x="520" y="438"/>
                  </a:cubicBezTo>
                  <a:lnTo>
                    <a:pt x="527" y="370"/>
                  </a:lnTo>
                  <a:lnTo>
                    <a:pt x="527" y="370"/>
                  </a:lnTo>
                  <a:cubicBezTo>
                    <a:pt x="527" y="370"/>
                    <a:pt x="521" y="375"/>
                    <a:pt x="504" y="375"/>
                  </a:cubicBezTo>
                  <a:cubicBezTo>
                    <a:pt x="470" y="375"/>
                    <a:pt x="396" y="356"/>
                    <a:pt x="246" y="246"/>
                  </a:cubicBezTo>
                  <a:cubicBezTo>
                    <a:pt x="104" y="14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40">
              <a:extLst>
                <a:ext uri="{FF2B5EF4-FFF2-40B4-BE49-F238E27FC236}">
                  <a16:creationId xmlns:a16="http://schemas.microsoft.com/office/drawing/2014/main" id="{17D98E17-9010-90E2-2AD2-F8BC4D3D1F7E}"/>
                </a:ext>
              </a:extLst>
            </p:cNvPr>
            <p:cNvSpPr/>
            <p:nvPr/>
          </p:nvSpPr>
          <p:spPr>
            <a:xfrm>
              <a:off x="5271120" y="2721432"/>
              <a:ext cx="34153" cy="28108"/>
            </a:xfrm>
            <a:custGeom>
              <a:avLst/>
              <a:gdLst/>
              <a:ahLst/>
              <a:cxnLst/>
              <a:rect l="l" t="t" r="r" b="b"/>
              <a:pathLst>
                <a:path w="452" h="372" extrusionOk="0">
                  <a:moveTo>
                    <a:pt x="452" y="0"/>
                  </a:moveTo>
                  <a:lnTo>
                    <a:pt x="452" y="0"/>
                  </a:lnTo>
                  <a:cubicBezTo>
                    <a:pt x="452" y="0"/>
                    <a:pt x="356" y="126"/>
                    <a:pt x="244" y="208"/>
                  </a:cubicBezTo>
                  <a:cubicBezTo>
                    <a:pt x="102" y="308"/>
                    <a:pt x="39" y="323"/>
                    <a:pt x="14" y="323"/>
                  </a:cubicBezTo>
                  <a:cubicBezTo>
                    <a:pt x="4" y="323"/>
                    <a:pt x="0" y="320"/>
                    <a:pt x="0" y="320"/>
                  </a:cubicBezTo>
                  <a:lnTo>
                    <a:pt x="0" y="320"/>
                  </a:lnTo>
                  <a:lnTo>
                    <a:pt x="7" y="372"/>
                  </a:lnTo>
                  <a:cubicBezTo>
                    <a:pt x="7" y="372"/>
                    <a:pt x="8" y="372"/>
                    <a:pt x="8" y="372"/>
                  </a:cubicBezTo>
                  <a:cubicBezTo>
                    <a:pt x="22" y="372"/>
                    <a:pt x="224" y="365"/>
                    <a:pt x="452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40">
              <a:extLst>
                <a:ext uri="{FF2B5EF4-FFF2-40B4-BE49-F238E27FC236}">
                  <a16:creationId xmlns:a16="http://schemas.microsoft.com/office/drawing/2014/main" id="{1247E647-8800-EF07-EE10-21860B100694}"/>
                </a:ext>
              </a:extLst>
            </p:cNvPr>
            <p:cNvSpPr/>
            <p:nvPr/>
          </p:nvSpPr>
          <p:spPr>
            <a:xfrm>
              <a:off x="5243691" y="2701938"/>
              <a:ext cx="27504" cy="22366"/>
            </a:xfrm>
            <a:custGeom>
              <a:avLst/>
              <a:gdLst/>
              <a:ahLst/>
              <a:cxnLst/>
              <a:rect l="l" t="t" r="r" b="b"/>
              <a:pathLst>
                <a:path w="364" h="296" extrusionOk="0">
                  <a:moveTo>
                    <a:pt x="0" y="0"/>
                  </a:moveTo>
                  <a:cubicBezTo>
                    <a:pt x="184" y="289"/>
                    <a:pt x="348" y="295"/>
                    <a:pt x="362" y="295"/>
                  </a:cubicBezTo>
                  <a:cubicBezTo>
                    <a:pt x="363" y="295"/>
                    <a:pt x="363" y="295"/>
                    <a:pt x="363" y="295"/>
                  </a:cubicBezTo>
                  <a:lnTo>
                    <a:pt x="363" y="251"/>
                  </a:lnTo>
                  <a:cubicBezTo>
                    <a:pt x="363" y="251"/>
                    <a:pt x="359" y="254"/>
                    <a:pt x="347" y="254"/>
                  </a:cubicBezTo>
                  <a:cubicBezTo>
                    <a:pt x="325" y="254"/>
                    <a:pt x="274" y="241"/>
                    <a:pt x="171" y="162"/>
                  </a:cubicBezTo>
                  <a:cubicBezTo>
                    <a:pt x="73" y="9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40">
              <a:extLst>
                <a:ext uri="{FF2B5EF4-FFF2-40B4-BE49-F238E27FC236}">
                  <a16:creationId xmlns:a16="http://schemas.microsoft.com/office/drawing/2014/main" id="{5F0741AB-33C9-BE89-4BD3-71B9016D1FC0}"/>
                </a:ext>
              </a:extLst>
            </p:cNvPr>
            <p:cNvSpPr/>
            <p:nvPr/>
          </p:nvSpPr>
          <p:spPr>
            <a:xfrm>
              <a:off x="4939033" y="2777951"/>
              <a:ext cx="275038" cy="114322"/>
            </a:xfrm>
            <a:custGeom>
              <a:avLst/>
              <a:gdLst/>
              <a:ahLst/>
              <a:cxnLst/>
              <a:rect l="l" t="t" r="r" b="b"/>
              <a:pathLst>
                <a:path w="3640" h="1513" extrusionOk="0">
                  <a:moveTo>
                    <a:pt x="1215" y="1"/>
                  </a:moveTo>
                  <a:cubicBezTo>
                    <a:pt x="801" y="1"/>
                    <a:pt x="469" y="335"/>
                    <a:pt x="469" y="750"/>
                  </a:cubicBezTo>
                  <a:lnTo>
                    <a:pt x="469" y="764"/>
                  </a:lnTo>
                  <a:cubicBezTo>
                    <a:pt x="438" y="757"/>
                    <a:pt x="408" y="750"/>
                    <a:pt x="380" y="750"/>
                  </a:cubicBezTo>
                  <a:cubicBezTo>
                    <a:pt x="172" y="750"/>
                    <a:pt x="1" y="920"/>
                    <a:pt x="1" y="1128"/>
                  </a:cubicBezTo>
                  <a:cubicBezTo>
                    <a:pt x="1" y="1335"/>
                    <a:pt x="172" y="1498"/>
                    <a:pt x="380" y="1498"/>
                  </a:cubicBezTo>
                  <a:lnTo>
                    <a:pt x="380" y="1512"/>
                  </a:lnTo>
                  <a:lnTo>
                    <a:pt x="3403" y="1512"/>
                  </a:lnTo>
                  <a:lnTo>
                    <a:pt x="3403" y="1498"/>
                  </a:lnTo>
                  <a:cubicBezTo>
                    <a:pt x="3536" y="1475"/>
                    <a:pt x="3639" y="1365"/>
                    <a:pt x="3639" y="1217"/>
                  </a:cubicBezTo>
                  <a:cubicBezTo>
                    <a:pt x="3639" y="1061"/>
                    <a:pt x="3513" y="934"/>
                    <a:pt x="3358" y="934"/>
                  </a:cubicBezTo>
                  <a:cubicBezTo>
                    <a:pt x="3291" y="934"/>
                    <a:pt x="3232" y="965"/>
                    <a:pt x="3181" y="1002"/>
                  </a:cubicBezTo>
                  <a:lnTo>
                    <a:pt x="3181" y="965"/>
                  </a:lnTo>
                  <a:cubicBezTo>
                    <a:pt x="3181" y="668"/>
                    <a:pt x="2942" y="424"/>
                    <a:pt x="2647" y="424"/>
                  </a:cubicBezTo>
                  <a:cubicBezTo>
                    <a:pt x="2476" y="424"/>
                    <a:pt x="2327" y="497"/>
                    <a:pt x="2224" y="623"/>
                  </a:cubicBezTo>
                  <a:cubicBezTo>
                    <a:pt x="2186" y="609"/>
                    <a:pt x="2149" y="602"/>
                    <a:pt x="2114" y="602"/>
                  </a:cubicBezTo>
                  <a:cubicBezTo>
                    <a:pt x="2053" y="602"/>
                    <a:pt x="2001" y="616"/>
                    <a:pt x="1957" y="639"/>
                  </a:cubicBezTo>
                  <a:cubicBezTo>
                    <a:pt x="1898" y="275"/>
                    <a:pt x="1594" y="1"/>
                    <a:pt x="1215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40">
              <a:extLst>
                <a:ext uri="{FF2B5EF4-FFF2-40B4-BE49-F238E27FC236}">
                  <a16:creationId xmlns:a16="http://schemas.microsoft.com/office/drawing/2014/main" id="{1A436824-6E05-DD00-6F4E-936310056E0A}"/>
                </a:ext>
              </a:extLst>
            </p:cNvPr>
            <p:cNvSpPr/>
            <p:nvPr/>
          </p:nvSpPr>
          <p:spPr>
            <a:xfrm>
              <a:off x="4973187" y="2781351"/>
              <a:ext cx="37553" cy="54328"/>
            </a:xfrm>
            <a:custGeom>
              <a:avLst/>
              <a:gdLst/>
              <a:ahLst/>
              <a:cxnLst/>
              <a:rect l="l" t="t" r="r" b="b"/>
              <a:pathLst>
                <a:path w="497" h="719" extrusionOk="0">
                  <a:moveTo>
                    <a:pt x="497" y="0"/>
                  </a:moveTo>
                  <a:lnTo>
                    <a:pt x="497" y="0"/>
                  </a:lnTo>
                  <a:cubicBezTo>
                    <a:pt x="209" y="82"/>
                    <a:pt x="1" y="349"/>
                    <a:pt x="1" y="667"/>
                  </a:cubicBezTo>
                  <a:lnTo>
                    <a:pt x="1" y="712"/>
                  </a:lnTo>
                  <a:cubicBezTo>
                    <a:pt x="8" y="712"/>
                    <a:pt x="8" y="712"/>
                    <a:pt x="17" y="719"/>
                  </a:cubicBezTo>
                  <a:lnTo>
                    <a:pt x="17" y="705"/>
                  </a:lnTo>
                  <a:cubicBezTo>
                    <a:pt x="17" y="386"/>
                    <a:pt x="216" y="112"/>
                    <a:pt x="497" y="0"/>
                  </a:cubicBezTo>
                  <a:close/>
                </a:path>
              </a:pathLst>
            </a:custGeom>
            <a:solidFill>
              <a:srgbClr val="959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40">
              <a:extLst>
                <a:ext uri="{FF2B5EF4-FFF2-40B4-BE49-F238E27FC236}">
                  <a16:creationId xmlns:a16="http://schemas.microsoft.com/office/drawing/2014/main" id="{802ACD0B-1653-0D40-5959-1E102E0170A5}"/>
                </a:ext>
              </a:extLst>
            </p:cNvPr>
            <p:cNvSpPr/>
            <p:nvPr/>
          </p:nvSpPr>
          <p:spPr>
            <a:xfrm>
              <a:off x="4973187" y="2779689"/>
              <a:ext cx="51683" cy="103744"/>
            </a:xfrm>
            <a:custGeom>
              <a:avLst/>
              <a:gdLst/>
              <a:ahLst/>
              <a:cxnLst/>
              <a:rect l="l" t="t" r="r" b="b"/>
              <a:pathLst>
                <a:path w="684" h="1373" extrusionOk="0">
                  <a:moveTo>
                    <a:pt x="683" y="1"/>
                  </a:moveTo>
                  <a:cubicBezTo>
                    <a:pt x="623" y="1"/>
                    <a:pt x="557" y="8"/>
                    <a:pt x="497" y="22"/>
                  </a:cubicBezTo>
                  <a:cubicBezTo>
                    <a:pt x="216" y="134"/>
                    <a:pt x="17" y="408"/>
                    <a:pt x="17" y="727"/>
                  </a:cubicBezTo>
                  <a:lnTo>
                    <a:pt x="17" y="741"/>
                  </a:lnTo>
                  <a:cubicBezTo>
                    <a:pt x="8" y="734"/>
                    <a:pt x="8" y="734"/>
                    <a:pt x="1" y="734"/>
                  </a:cubicBezTo>
                  <a:cubicBezTo>
                    <a:pt x="24" y="1089"/>
                    <a:pt x="319" y="1372"/>
                    <a:pt x="683" y="1372"/>
                  </a:cubicBezTo>
                  <a:cubicBezTo>
                    <a:pt x="683" y="1372"/>
                    <a:pt x="290" y="1246"/>
                    <a:pt x="260" y="689"/>
                  </a:cubicBezTo>
                  <a:cubicBezTo>
                    <a:pt x="230" y="179"/>
                    <a:pt x="683" y="1"/>
                    <a:pt x="683" y="1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40">
              <a:extLst>
                <a:ext uri="{FF2B5EF4-FFF2-40B4-BE49-F238E27FC236}">
                  <a16:creationId xmlns:a16="http://schemas.microsoft.com/office/drawing/2014/main" id="{3A958464-8B48-D6CC-7865-87B354CA83C3}"/>
                </a:ext>
              </a:extLst>
            </p:cNvPr>
            <p:cNvSpPr/>
            <p:nvPr/>
          </p:nvSpPr>
          <p:spPr>
            <a:xfrm>
              <a:off x="5072321" y="2823967"/>
              <a:ext cx="54403" cy="27428"/>
            </a:xfrm>
            <a:custGeom>
              <a:avLst/>
              <a:gdLst/>
              <a:ahLst/>
              <a:cxnLst/>
              <a:rect l="l" t="t" r="r" b="b"/>
              <a:pathLst>
                <a:path w="720" h="363" extrusionOk="0">
                  <a:moveTo>
                    <a:pt x="357" y="0"/>
                  </a:moveTo>
                  <a:cubicBezTo>
                    <a:pt x="163" y="7"/>
                    <a:pt x="1" y="171"/>
                    <a:pt x="8" y="363"/>
                  </a:cubicBezTo>
                  <a:cubicBezTo>
                    <a:pt x="8" y="363"/>
                    <a:pt x="67" y="164"/>
                    <a:pt x="357" y="141"/>
                  </a:cubicBezTo>
                  <a:lnTo>
                    <a:pt x="385" y="141"/>
                  </a:lnTo>
                  <a:cubicBezTo>
                    <a:pt x="630" y="141"/>
                    <a:pt x="719" y="356"/>
                    <a:pt x="719" y="356"/>
                  </a:cubicBezTo>
                  <a:cubicBezTo>
                    <a:pt x="719" y="164"/>
                    <a:pt x="556" y="0"/>
                    <a:pt x="364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40">
              <a:extLst>
                <a:ext uri="{FF2B5EF4-FFF2-40B4-BE49-F238E27FC236}">
                  <a16:creationId xmlns:a16="http://schemas.microsoft.com/office/drawing/2014/main" id="{80C64EEE-E02B-3573-5460-9991709021F1}"/>
                </a:ext>
              </a:extLst>
            </p:cNvPr>
            <p:cNvSpPr/>
            <p:nvPr/>
          </p:nvSpPr>
          <p:spPr>
            <a:xfrm>
              <a:off x="5751436" y="1850082"/>
              <a:ext cx="141037" cy="61800"/>
            </a:xfrm>
            <a:custGeom>
              <a:avLst/>
              <a:gdLst/>
              <a:ahLst/>
              <a:cxnLst/>
              <a:rect l="l" t="t" r="r" b="b"/>
              <a:pathLst>
                <a:path w="1180" h="517" extrusionOk="0">
                  <a:moveTo>
                    <a:pt x="1026" y="0"/>
                  </a:moveTo>
                  <a:cubicBezTo>
                    <a:pt x="950" y="0"/>
                    <a:pt x="859" y="34"/>
                    <a:pt x="771" y="102"/>
                  </a:cubicBezTo>
                  <a:cubicBezTo>
                    <a:pt x="698" y="154"/>
                    <a:pt x="637" y="228"/>
                    <a:pt x="609" y="294"/>
                  </a:cubicBezTo>
                  <a:cubicBezTo>
                    <a:pt x="548" y="250"/>
                    <a:pt x="468" y="220"/>
                    <a:pt x="380" y="205"/>
                  </a:cubicBezTo>
                  <a:cubicBezTo>
                    <a:pt x="346" y="200"/>
                    <a:pt x="315" y="198"/>
                    <a:pt x="285" y="198"/>
                  </a:cubicBezTo>
                  <a:cubicBezTo>
                    <a:pt x="128" y="198"/>
                    <a:pt x="20" y="263"/>
                    <a:pt x="1" y="369"/>
                  </a:cubicBezTo>
                  <a:cubicBezTo>
                    <a:pt x="1" y="369"/>
                    <a:pt x="44" y="287"/>
                    <a:pt x="248" y="287"/>
                  </a:cubicBezTo>
                  <a:cubicBezTo>
                    <a:pt x="282" y="287"/>
                    <a:pt x="320" y="289"/>
                    <a:pt x="364" y="294"/>
                  </a:cubicBezTo>
                  <a:cubicBezTo>
                    <a:pt x="460" y="301"/>
                    <a:pt x="534" y="332"/>
                    <a:pt x="586" y="362"/>
                  </a:cubicBezTo>
                  <a:lnTo>
                    <a:pt x="579" y="517"/>
                  </a:lnTo>
                  <a:lnTo>
                    <a:pt x="653" y="502"/>
                  </a:lnTo>
                  <a:lnTo>
                    <a:pt x="742" y="479"/>
                  </a:lnTo>
                  <a:lnTo>
                    <a:pt x="661" y="346"/>
                  </a:lnTo>
                  <a:cubicBezTo>
                    <a:pt x="698" y="294"/>
                    <a:pt x="742" y="236"/>
                    <a:pt x="824" y="168"/>
                  </a:cubicBezTo>
                  <a:cubicBezTo>
                    <a:pt x="938" y="77"/>
                    <a:pt x="1032" y="56"/>
                    <a:pt x="1094" y="56"/>
                  </a:cubicBezTo>
                  <a:cubicBezTo>
                    <a:pt x="1149" y="56"/>
                    <a:pt x="1180" y="72"/>
                    <a:pt x="1180" y="72"/>
                  </a:cubicBezTo>
                  <a:cubicBezTo>
                    <a:pt x="1145" y="25"/>
                    <a:pt x="1091" y="0"/>
                    <a:pt x="1026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40">
              <a:extLst>
                <a:ext uri="{FF2B5EF4-FFF2-40B4-BE49-F238E27FC236}">
                  <a16:creationId xmlns:a16="http://schemas.microsoft.com/office/drawing/2014/main" id="{EA1ADF94-CE05-2EFC-48CA-C7181857B912}"/>
                </a:ext>
              </a:extLst>
            </p:cNvPr>
            <p:cNvSpPr/>
            <p:nvPr/>
          </p:nvSpPr>
          <p:spPr>
            <a:xfrm>
              <a:off x="5217723" y="1873467"/>
              <a:ext cx="219038" cy="106107"/>
            </a:xfrm>
            <a:custGeom>
              <a:avLst/>
              <a:gdLst/>
              <a:ahLst/>
              <a:cxnLst/>
              <a:rect l="l" t="t" r="r" b="b"/>
              <a:pathLst>
                <a:path w="993" h="481" extrusionOk="0">
                  <a:moveTo>
                    <a:pt x="851" y="0"/>
                  </a:moveTo>
                  <a:cubicBezTo>
                    <a:pt x="787" y="0"/>
                    <a:pt x="715" y="30"/>
                    <a:pt x="644" y="89"/>
                  </a:cubicBezTo>
                  <a:cubicBezTo>
                    <a:pt x="578" y="141"/>
                    <a:pt x="534" y="207"/>
                    <a:pt x="511" y="267"/>
                  </a:cubicBezTo>
                  <a:cubicBezTo>
                    <a:pt x="459" y="230"/>
                    <a:pt x="394" y="192"/>
                    <a:pt x="312" y="178"/>
                  </a:cubicBezTo>
                  <a:cubicBezTo>
                    <a:pt x="281" y="173"/>
                    <a:pt x="251" y="170"/>
                    <a:pt x="224" y="170"/>
                  </a:cubicBezTo>
                  <a:cubicBezTo>
                    <a:pt x="93" y="170"/>
                    <a:pt x="6" y="227"/>
                    <a:pt x="1" y="326"/>
                  </a:cubicBezTo>
                  <a:cubicBezTo>
                    <a:pt x="1" y="326"/>
                    <a:pt x="33" y="251"/>
                    <a:pt x="203" y="251"/>
                  </a:cubicBezTo>
                  <a:cubicBezTo>
                    <a:pt x="233" y="251"/>
                    <a:pt x="266" y="253"/>
                    <a:pt x="305" y="258"/>
                  </a:cubicBezTo>
                  <a:cubicBezTo>
                    <a:pt x="386" y="274"/>
                    <a:pt x="445" y="303"/>
                    <a:pt x="490" y="333"/>
                  </a:cubicBezTo>
                  <a:lnTo>
                    <a:pt x="490" y="480"/>
                  </a:lnTo>
                  <a:lnTo>
                    <a:pt x="555" y="466"/>
                  </a:lnTo>
                  <a:lnTo>
                    <a:pt x="630" y="452"/>
                  </a:lnTo>
                  <a:lnTo>
                    <a:pt x="555" y="319"/>
                  </a:lnTo>
                  <a:cubicBezTo>
                    <a:pt x="586" y="274"/>
                    <a:pt x="623" y="214"/>
                    <a:pt x="689" y="162"/>
                  </a:cubicBezTo>
                  <a:cubicBezTo>
                    <a:pt x="782" y="77"/>
                    <a:pt x="862" y="57"/>
                    <a:pt x="916" y="57"/>
                  </a:cubicBezTo>
                  <a:cubicBezTo>
                    <a:pt x="964" y="57"/>
                    <a:pt x="993" y="73"/>
                    <a:pt x="993" y="73"/>
                  </a:cubicBezTo>
                  <a:cubicBezTo>
                    <a:pt x="958" y="24"/>
                    <a:pt x="908" y="0"/>
                    <a:pt x="851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40">
              <a:extLst>
                <a:ext uri="{FF2B5EF4-FFF2-40B4-BE49-F238E27FC236}">
                  <a16:creationId xmlns:a16="http://schemas.microsoft.com/office/drawing/2014/main" id="{9B833A59-5F54-F2FC-A089-4B30F9A8A0E8}"/>
                </a:ext>
              </a:extLst>
            </p:cNvPr>
            <p:cNvSpPr/>
            <p:nvPr/>
          </p:nvSpPr>
          <p:spPr>
            <a:xfrm>
              <a:off x="5221912" y="2206840"/>
              <a:ext cx="83808" cy="35976"/>
            </a:xfrm>
            <a:custGeom>
              <a:avLst/>
              <a:gdLst/>
              <a:ahLst/>
              <a:cxnLst/>
              <a:rect l="l" t="t" r="r" b="b"/>
              <a:pathLst>
                <a:path w="601" h="258" extrusionOk="0">
                  <a:moveTo>
                    <a:pt x="520" y="1"/>
                  </a:moveTo>
                  <a:cubicBezTo>
                    <a:pt x="482" y="1"/>
                    <a:pt x="437" y="17"/>
                    <a:pt x="392" y="50"/>
                  </a:cubicBezTo>
                  <a:cubicBezTo>
                    <a:pt x="348" y="80"/>
                    <a:pt x="326" y="110"/>
                    <a:pt x="303" y="146"/>
                  </a:cubicBezTo>
                  <a:cubicBezTo>
                    <a:pt x="275" y="124"/>
                    <a:pt x="237" y="110"/>
                    <a:pt x="193" y="101"/>
                  </a:cubicBezTo>
                  <a:cubicBezTo>
                    <a:pt x="178" y="99"/>
                    <a:pt x="164" y="98"/>
                    <a:pt x="150" y="98"/>
                  </a:cubicBezTo>
                  <a:cubicBezTo>
                    <a:pt x="68" y="98"/>
                    <a:pt x="7" y="133"/>
                    <a:pt x="1" y="183"/>
                  </a:cubicBezTo>
                  <a:cubicBezTo>
                    <a:pt x="1" y="183"/>
                    <a:pt x="23" y="143"/>
                    <a:pt x="134" y="143"/>
                  </a:cubicBezTo>
                  <a:cubicBezTo>
                    <a:pt x="150" y="143"/>
                    <a:pt x="167" y="144"/>
                    <a:pt x="186" y="146"/>
                  </a:cubicBezTo>
                  <a:cubicBezTo>
                    <a:pt x="230" y="146"/>
                    <a:pt x="268" y="162"/>
                    <a:pt x="296" y="176"/>
                  </a:cubicBezTo>
                  <a:lnTo>
                    <a:pt x="289" y="258"/>
                  </a:lnTo>
                  <a:lnTo>
                    <a:pt x="333" y="243"/>
                  </a:lnTo>
                  <a:lnTo>
                    <a:pt x="378" y="234"/>
                  </a:lnTo>
                  <a:lnTo>
                    <a:pt x="333" y="169"/>
                  </a:lnTo>
                  <a:cubicBezTo>
                    <a:pt x="348" y="146"/>
                    <a:pt x="378" y="117"/>
                    <a:pt x="415" y="87"/>
                  </a:cubicBezTo>
                  <a:cubicBezTo>
                    <a:pt x="475" y="39"/>
                    <a:pt x="524" y="28"/>
                    <a:pt x="557" y="28"/>
                  </a:cubicBezTo>
                  <a:cubicBezTo>
                    <a:pt x="585" y="28"/>
                    <a:pt x="600" y="35"/>
                    <a:pt x="600" y="35"/>
                  </a:cubicBezTo>
                  <a:cubicBezTo>
                    <a:pt x="580" y="12"/>
                    <a:pt x="552" y="1"/>
                    <a:pt x="520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40">
              <a:extLst>
                <a:ext uri="{FF2B5EF4-FFF2-40B4-BE49-F238E27FC236}">
                  <a16:creationId xmlns:a16="http://schemas.microsoft.com/office/drawing/2014/main" id="{4032425D-479E-7D36-CDF2-715903E9C791}"/>
                </a:ext>
              </a:extLst>
            </p:cNvPr>
            <p:cNvSpPr/>
            <p:nvPr/>
          </p:nvSpPr>
          <p:spPr>
            <a:xfrm>
              <a:off x="4973175" y="2065234"/>
              <a:ext cx="113650" cy="48665"/>
            </a:xfrm>
            <a:custGeom>
              <a:avLst/>
              <a:gdLst/>
              <a:ahLst/>
              <a:cxnLst/>
              <a:rect l="l" t="t" r="r" b="b"/>
              <a:pathLst>
                <a:path w="815" h="349" extrusionOk="0">
                  <a:moveTo>
                    <a:pt x="712" y="1"/>
                  </a:moveTo>
                  <a:cubicBezTo>
                    <a:pt x="659" y="1"/>
                    <a:pt x="596" y="23"/>
                    <a:pt x="534" y="68"/>
                  </a:cubicBezTo>
                  <a:cubicBezTo>
                    <a:pt x="482" y="105"/>
                    <a:pt x="445" y="157"/>
                    <a:pt x="424" y="201"/>
                  </a:cubicBezTo>
                  <a:cubicBezTo>
                    <a:pt x="379" y="171"/>
                    <a:pt x="326" y="150"/>
                    <a:pt x="260" y="143"/>
                  </a:cubicBezTo>
                  <a:cubicBezTo>
                    <a:pt x="237" y="139"/>
                    <a:pt x="215" y="137"/>
                    <a:pt x="194" y="137"/>
                  </a:cubicBezTo>
                  <a:cubicBezTo>
                    <a:pt x="88" y="137"/>
                    <a:pt x="12" y="184"/>
                    <a:pt x="0" y="253"/>
                  </a:cubicBezTo>
                  <a:cubicBezTo>
                    <a:pt x="0" y="253"/>
                    <a:pt x="28" y="197"/>
                    <a:pt x="176" y="197"/>
                  </a:cubicBezTo>
                  <a:cubicBezTo>
                    <a:pt x="198" y="197"/>
                    <a:pt x="224" y="198"/>
                    <a:pt x="253" y="201"/>
                  </a:cubicBezTo>
                  <a:cubicBezTo>
                    <a:pt x="319" y="209"/>
                    <a:pt x="370" y="223"/>
                    <a:pt x="400" y="246"/>
                  </a:cubicBezTo>
                  <a:lnTo>
                    <a:pt x="400" y="349"/>
                  </a:lnTo>
                  <a:lnTo>
                    <a:pt x="452" y="342"/>
                  </a:lnTo>
                  <a:lnTo>
                    <a:pt x="512" y="328"/>
                  </a:lnTo>
                  <a:lnTo>
                    <a:pt x="459" y="232"/>
                  </a:lnTo>
                  <a:cubicBezTo>
                    <a:pt x="482" y="201"/>
                    <a:pt x="512" y="157"/>
                    <a:pt x="571" y="120"/>
                  </a:cubicBezTo>
                  <a:cubicBezTo>
                    <a:pt x="656" y="51"/>
                    <a:pt x="723" y="37"/>
                    <a:pt x="766" y="37"/>
                  </a:cubicBezTo>
                  <a:cubicBezTo>
                    <a:pt x="797" y="37"/>
                    <a:pt x="815" y="45"/>
                    <a:pt x="815" y="45"/>
                  </a:cubicBezTo>
                  <a:cubicBezTo>
                    <a:pt x="792" y="15"/>
                    <a:pt x="755" y="1"/>
                    <a:pt x="712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40">
              <a:extLst>
                <a:ext uri="{FF2B5EF4-FFF2-40B4-BE49-F238E27FC236}">
                  <a16:creationId xmlns:a16="http://schemas.microsoft.com/office/drawing/2014/main" id="{2CD54B8F-C4D2-F0BC-FB17-BD35F856CEE3}"/>
                </a:ext>
              </a:extLst>
            </p:cNvPr>
            <p:cNvSpPr/>
            <p:nvPr/>
          </p:nvSpPr>
          <p:spPr>
            <a:xfrm>
              <a:off x="5632066" y="2074209"/>
              <a:ext cx="52351" cy="22473"/>
            </a:xfrm>
            <a:custGeom>
              <a:avLst/>
              <a:gdLst/>
              <a:ahLst/>
              <a:cxnLst/>
              <a:rect l="l" t="t" r="r" b="b"/>
              <a:pathLst>
                <a:path w="438" h="188" extrusionOk="0">
                  <a:moveTo>
                    <a:pt x="385" y="1"/>
                  </a:moveTo>
                  <a:cubicBezTo>
                    <a:pt x="357" y="1"/>
                    <a:pt x="324" y="14"/>
                    <a:pt x="290" y="40"/>
                  </a:cubicBezTo>
                  <a:cubicBezTo>
                    <a:pt x="260" y="54"/>
                    <a:pt x="237" y="84"/>
                    <a:pt x="230" y="105"/>
                  </a:cubicBezTo>
                  <a:cubicBezTo>
                    <a:pt x="208" y="91"/>
                    <a:pt x="178" y="77"/>
                    <a:pt x="141" y="77"/>
                  </a:cubicBezTo>
                  <a:cubicBezTo>
                    <a:pt x="127" y="74"/>
                    <a:pt x="114" y="73"/>
                    <a:pt x="102" y="73"/>
                  </a:cubicBezTo>
                  <a:cubicBezTo>
                    <a:pt x="47" y="73"/>
                    <a:pt x="6" y="99"/>
                    <a:pt x="0" y="136"/>
                  </a:cubicBezTo>
                  <a:cubicBezTo>
                    <a:pt x="0" y="136"/>
                    <a:pt x="17" y="103"/>
                    <a:pt x="93" y="103"/>
                  </a:cubicBezTo>
                  <a:cubicBezTo>
                    <a:pt x="105" y="103"/>
                    <a:pt x="118" y="103"/>
                    <a:pt x="134" y="105"/>
                  </a:cubicBezTo>
                  <a:cubicBezTo>
                    <a:pt x="171" y="105"/>
                    <a:pt x="201" y="121"/>
                    <a:pt x="215" y="128"/>
                  </a:cubicBezTo>
                  <a:lnTo>
                    <a:pt x="215" y="187"/>
                  </a:lnTo>
                  <a:lnTo>
                    <a:pt x="246" y="180"/>
                  </a:lnTo>
                  <a:lnTo>
                    <a:pt x="274" y="173"/>
                  </a:lnTo>
                  <a:lnTo>
                    <a:pt x="246" y="121"/>
                  </a:lnTo>
                  <a:cubicBezTo>
                    <a:pt x="260" y="105"/>
                    <a:pt x="274" y="84"/>
                    <a:pt x="304" y="61"/>
                  </a:cubicBezTo>
                  <a:cubicBezTo>
                    <a:pt x="348" y="26"/>
                    <a:pt x="383" y="17"/>
                    <a:pt x="406" y="17"/>
                  </a:cubicBezTo>
                  <a:cubicBezTo>
                    <a:pt x="427" y="17"/>
                    <a:pt x="438" y="24"/>
                    <a:pt x="438" y="24"/>
                  </a:cubicBezTo>
                  <a:cubicBezTo>
                    <a:pt x="425" y="8"/>
                    <a:pt x="407" y="1"/>
                    <a:pt x="385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40">
              <a:extLst>
                <a:ext uri="{FF2B5EF4-FFF2-40B4-BE49-F238E27FC236}">
                  <a16:creationId xmlns:a16="http://schemas.microsoft.com/office/drawing/2014/main" id="{F9EF80B6-6B89-147E-3ED6-2124A7F8AF41}"/>
                </a:ext>
              </a:extLst>
            </p:cNvPr>
            <p:cNvSpPr/>
            <p:nvPr/>
          </p:nvSpPr>
          <p:spPr>
            <a:xfrm>
              <a:off x="6500632" y="2823363"/>
              <a:ext cx="176357" cy="73444"/>
            </a:xfrm>
            <a:custGeom>
              <a:avLst/>
              <a:gdLst/>
              <a:ahLst/>
              <a:cxnLst/>
              <a:rect l="l" t="t" r="r" b="b"/>
              <a:pathLst>
                <a:path w="2334" h="972" extrusionOk="0">
                  <a:moveTo>
                    <a:pt x="777" y="1"/>
                  </a:moveTo>
                  <a:cubicBezTo>
                    <a:pt x="511" y="1"/>
                    <a:pt x="297" y="216"/>
                    <a:pt x="297" y="474"/>
                  </a:cubicBezTo>
                  <a:lnTo>
                    <a:pt x="297" y="483"/>
                  </a:lnTo>
                  <a:cubicBezTo>
                    <a:pt x="281" y="483"/>
                    <a:pt x="260" y="474"/>
                    <a:pt x="244" y="474"/>
                  </a:cubicBezTo>
                  <a:cubicBezTo>
                    <a:pt x="110" y="474"/>
                    <a:pt x="0" y="586"/>
                    <a:pt x="0" y="719"/>
                  </a:cubicBezTo>
                  <a:cubicBezTo>
                    <a:pt x="0" y="853"/>
                    <a:pt x="110" y="956"/>
                    <a:pt x="244" y="956"/>
                  </a:cubicBezTo>
                  <a:lnTo>
                    <a:pt x="244" y="972"/>
                  </a:lnTo>
                  <a:lnTo>
                    <a:pt x="2179" y="972"/>
                  </a:lnTo>
                  <a:lnTo>
                    <a:pt x="2179" y="956"/>
                  </a:lnTo>
                  <a:cubicBezTo>
                    <a:pt x="2268" y="949"/>
                    <a:pt x="2333" y="867"/>
                    <a:pt x="2333" y="778"/>
                  </a:cubicBezTo>
                  <a:cubicBezTo>
                    <a:pt x="2333" y="682"/>
                    <a:pt x="2253" y="600"/>
                    <a:pt x="2156" y="600"/>
                  </a:cubicBezTo>
                  <a:cubicBezTo>
                    <a:pt x="2111" y="600"/>
                    <a:pt x="2076" y="616"/>
                    <a:pt x="2038" y="638"/>
                  </a:cubicBezTo>
                  <a:lnTo>
                    <a:pt x="2038" y="616"/>
                  </a:lnTo>
                  <a:cubicBezTo>
                    <a:pt x="2038" y="422"/>
                    <a:pt x="1889" y="268"/>
                    <a:pt x="1697" y="268"/>
                  </a:cubicBezTo>
                  <a:cubicBezTo>
                    <a:pt x="1587" y="268"/>
                    <a:pt x="1489" y="319"/>
                    <a:pt x="1430" y="394"/>
                  </a:cubicBezTo>
                  <a:cubicBezTo>
                    <a:pt x="1409" y="385"/>
                    <a:pt x="1378" y="385"/>
                    <a:pt x="1355" y="385"/>
                  </a:cubicBezTo>
                  <a:cubicBezTo>
                    <a:pt x="1320" y="385"/>
                    <a:pt x="1282" y="394"/>
                    <a:pt x="1252" y="408"/>
                  </a:cubicBezTo>
                  <a:cubicBezTo>
                    <a:pt x="1222" y="172"/>
                    <a:pt x="1023" y="1"/>
                    <a:pt x="77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40">
              <a:extLst>
                <a:ext uri="{FF2B5EF4-FFF2-40B4-BE49-F238E27FC236}">
                  <a16:creationId xmlns:a16="http://schemas.microsoft.com/office/drawing/2014/main" id="{8EE4AE3D-5105-DD0D-C3E8-F9F54CB8D243}"/>
                </a:ext>
              </a:extLst>
            </p:cNvPr>
            <p:cNvSpPr/>
            <p:nvPr/>
          </p:nvSpPr>
          <p:spPr>
            <a:xfrm>
              <a:off x="6522393" y="2823967"/>
              <a:ext cx="33095" cy="66719"/>
            </a:xfrm>
            <a:custGeom>
              <a:avLst/>
              <a:gdLst/>
              <a:ahLst/>
              <a:cxnLst/>
              <a:rect l="l" t="t" r="r" b="b"/>
              <a:pathLst>
                <a:path w="438" h="883" extrusionOk="0">
                  <a:moveTo>
                    <a:pt x="438" y="0"/>
                  </a:moveTo>
                  <a:cubicBezTo>
                    <a:pt x="201" y="0"/>
                    <a:pt x="0" y="199"/>
                    <a:pt x="0" y="445"/>
                  </a:cubicBezTo>
                  <a:cubicBezTo>
                    <a:pt x="0" y="688"/>
                    <a:pt x="201" y="882"/>
                    <a:pt x="438" y="882"/>
                  </a:cubicBezTo>
                  <a:cubicBezTo>
                    <a:pt x="438" y="882"/>
                    <a:pt x="187" y="800"/>
                    <a:pt x="171" y="445"/>
                  </a:cubicBezTo>
                  <a:cubicBezTo>
                    <a:pt x="150" y="119"/>
                    <a:pt x="438" y="0"/>
                    <a:pt x="438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40">
              <a:extLst>
                <a:ext uri="{FF2B5EF4-FFF2-40B4-BE49-F238E27FC236}">
                  <a16:creationId xmlns:a16="http://schemas.microsoft.com/office/drawing/2014/main" id="{5D995C05-6457-11F8-F14F-98A40FC63EC9}"/>
                </a:ext>
              </a:extLst>
            </p:cNvPr>
            <p:cNvSpPr/>
            <p:nvPr/>
          </p:nvSpPr>
          <p:spPr>
            <a:xfrm>
              <a:off x="6586241" y="2852453"/>
              <a:ext cx="34833" cy="18059"/>
            </a:xfrm>
            <a:custGeom>
              <a:avLst/>
              <a:gdLst/>
              <a:ahLst/>
              <a:cxnLst/>
              <a:rect l="l" t="t" r="r" b="b"/>
              <a:pathLst>
                <a:path w="461" h="239" extrusionOk="0">
                  <a:moveTo>
                    <a:pt x="231" y="0"/>
                  </a:moveTo>
                  <a:cubicBezTo>
                    <a:pt x="105" y="9"/>
                    <a:pt x="0" y="112"/>
                    <a:pt x="0" y="238"/>
                  </a:cubicBezTo>
                  <a:cubicBezTo>
                    <a:pt x="0" y="238"/>
                    <a:pt x="37" y="105"/>
                    <a:pt x="231" y="89"/>
                  </a:cubicBezTo>
                  <a:cubicBezTo>
                    <a:pt x="235" y="89"/>
                    <a:pt x="239" y="89"/>
                    <a:pt x="243" y="89"/>
                  </a:cubicBezTo>
                  <a:cubicBezTo>
                    <a:pt x="403" y="89"/>
                    <a:pt x="461" y="231"/>
                    <a:pt x="461" y="231"/>
                  </a:cubicBezTo>
                  <a:cubicBezTo>
                    <a:pt x="461" y="105"/>
                    <a:pt x="356" y="0"/>
                    <a:pt x="231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40">
              <a:extLst>
                <a:ext uri="{FF2B5EF4-FFF2-40B4-BE49-F238E27FC236}">
                  <a16:creationId xmlns:a16="http://schemas.microsoft.com/office/drawing/2014/main" id="{3AFAA669-C066-218D-FF33-BD47A373CAF2}"/>
                </a:ext>
              </a:extLst>
            </p:cNvPr>
            <p:cNvSpPr/>
            <p:nvPr/>
          </p:nvSpPr>
          <p:spPr>
            <a:xfrm>
              <a:off x="5399269" y="2816638"/>
              <a:ext cx="182024" cy="75636"/>
            </a:xfrm>
            <a:custGeom>
              <a:avLst/>
              <a:gdLst/>
              <a:ahLst/>
              <a:cxnLst/>
              <a:rect l="l" t="t" r="r" b="b"/>
              <a:pathLst>
                <a:path w="2409" h="1001" extrusionOk="0">
                  <a:moveTo>
                    <a:pt x="1608" y="1"/>
                  </a:moveTo>
                  <a:cubicBezTo>
                    <a:pt x="1358" y="1"/>
                    <a:pt x="1150" y="186"/>
                    <a:pt x="1119" y="422"/>
                  </a:cubicBezTo>
                  <a:cubicBezTo>
                    <a:pt x="1082" y="408"/>
                    <a:pt x="1054" y="401"/>
                    <a:pt x="1016" y="401"/>
                  </a:cubicBezTo>
                  <a:cubicBezTo>
                    <a:pt x="986" y="401"/>
                    <a:pt x="965" y="401"/>
                    <a:pt x="934" y="408"/>
                  </a:cubicBezTo>
                  <a:cubicBezTo>
                    <a:pt x="876" y="334"/>
                    <a:pt x="771" y="282"/>
                    <a:pt x="660" y="282"/>
                  </a:cubicBezTo>
                  <a:cubicBezTo>
                    <a:pt x="468" y="282"/>
                    <a:pt x="305" y="438"/>
                    <a:pt x="305" y="638"/>
                  </a:cubicBezTo>
                  <a:lnTo>
                    <a:pt x="305" y="661"/>
                  </a:lnTo>
                  <a:cubicBezTo>
                    <a:pt x="275" y="638"/>
                    <a:pt x="230" y="623"/>
                    <a:pt x="186" y="623"/>
                  </a:cubicBezTo>
                  <a:cubicBezTo>
                    <a:pt x="83" y="623"/>
                    <a:pt x="1" y="705"/>
                    <a:pt x="1" y="808"/>
                  </a:cubicBezTo>
                  <a:cubicBezTo>
                    <a:pt x="1" y="904"/>
                    <a:pt x="68" y="979"/>
                    <a:pt x="164" y="993"/>
                  </a:cubicBezTo>
                  <a:lnTo>
                    <a:pt x="164" y="1000"/>
                  </a:lnTo>
                  <a:lnTo>
                    <a:pt x="2165" y="1000"/>
                  </a:lnTo>
                  <a:lnTo>
                    <a:pt x="2165" y="993"/>
                  </a:lnTo>
                  <a:cubicBezTo>
                    <a:pt x="2298" y="993"/>
                    <a:pt x="2409" y="883"/>
                    <a:pt x="2409" y="750"/>
                  </a:cubicBezTo>
                  <a:cubicBezTo>
                    <a:pt x="2409" y="607"/>
                    <a:pt x="2298" y="497"/>
                    <a:pt x="2165" y="497"/>
                  </a:cubicBezTo>
                  <a:cubicBezTo>
                    <a:pt x="2142" y="497"/>
                    <a:pt x="2121" y="497"/>
                    <a:pt x="2105" y="504"/>
                  </a:cubicBezTo>
                  <a:lnTo>
                    <a:pt x="2105" y="497"/>
                  </a:lnTo>
                  <a:cubicBezTo>
                    <a:pt x="2105" y="223"/>
                    <a:pt x="1882" y="1"/>
                    <a:pt x="1608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40">
              <a:extLst>
                <a:ext uri="{FF2B5EF4-FFF2-40B4-BE49-F238E27FC236}">
                  <a16:creationId xmlns:a16="http://schemas.microsoft.com/office/drawing/2014/main" id="{6CA14E75-3064-16ED-9377-FF0EB0EC67FF}"/>
                </a:ext>
              </a:extLst>
            </p:cNvPr>
            <p:cNvSpPr/>
            <p:nvPr/>
          </p:nvSpPr>
          <p:spPr>
            <a:xfrm>
              <a:off x="5533691" y="2818829"/>
              <a:ext cx="25313" cy="35967"/>
            </a:xfrm>
            <a:custGeom>
              <a:avLst/>
              <a:gdLst/>
              <a:ahLst/>
              <a:cxnLst/>
              <a:rect l="l" t="t" r="r" b="b"/>
              <a:pathLst>
                <a:path w="335" h="476" extrusionOk="0">
                  <a:moveTo>
                    <a:pt x="0" y="0"/>
                  </a:moveTo>
                  <a:lnTo>
                    <a:pt x="0" y="0"/>
                  </a:lnTo>
                  <a:cubicBezTo>
                    <a:pt x="192" y="75"/>
                    <a:pt x="326" y="253"/>
                    <a:pt x="326" y="468"/>
                  </a:cubicBezTo>
                  <a:lnTo>
                    <a:pt x="326" y="475"/>
                  </a:lnTo>
                  <a:lnTo>
                    <a:pt x="334" y="475"/>
                  </a:lnTo>
                  <a:lnTo>
                    <a:pt x="334" y="438"/>
                  </a:lnTo>
                  <a:cubicBezTo>
                    <a:pt x="334" y="232"/>
                    <a:pt x="192" y="61"/>
                    <a:pt x="0" y="0"/>
                  </a:cubicBezTo>
                  <a:close/>
                </a:path>
              </a:pathLst>
            </a:custGeom>
            <a:solidFill>
              <a:srgbClr val="EDE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40">
              <a:extLst>
                <a:ext uri="{FF2B5EF4-FFF2-40B4-BE49-F238E27FC236}">
                  <a16:creationId xmlns:a16="http://schemas.microsoft.com/office/drawing/2014/main" id="{F9990BC8-B32A-8424-36FB-CB53D5C61DDF}"/>
                </a:ext>
              </a:extLst>
            </p:cNvPr>
            <p:cNvSpPr/>
            <p:nvPr/>
          </p:nvSpPr>
          <p:spPr>
            <a:xfrm>
              <a:off x="5524623" y="2817771"/>
              <a:ext cx="34380" cy="68986"/>
            </a:xfrm>
            <a:custGeom>
              <a:avLst/>
              <a:gdLst/>
              <a:ahLst/>
              <a:cxnLst/>
              <a:rect l="l" t="t" r="r" b="b"/>
              <a:pathLst>
                <a:path w="455" h="913" extrusionOk="0">
                  <a:moveTo>
                    <a:pt x="1" y="0"/>
                  </a:moveTo>
                  <a:cubicBezTo>
                    <a:pt x="1" y="0"/>
                    <a:pt x="298" y="119"/>
                    <a:pt x="284" y="452"/>
                  </a:cubicBezTo>
                  <a:cubicBezTo>
                    <a:pt x="261" y="824"/>
                    <a:pt x="1" y="913"/>
                    <a:pt x="1" y="913"/>
                  </a:cubicBezTo>
                  <a:cubicBezTo>
                    <a:pt x="239" y="913"/>
                    <a:pt x="438" y="719"/>
                    <a:pt x="454" y="489"/>
                  </a:cubicBezTo>
                  <a:lnTo>
                    <a:pt x="446" y="489"/>
                  </a:lnTo>
                  <a:lnTo>
                    <a:pt x="446" y="482"/>
                  </a:lnTo>
                  <a:cubicBezTo>
                    <a:pt x="446" y="267"/>
                    <a:pt x="312" y="89"/>
                    <a:pt x="120" y="14"/>
                  </a:cubicBezTo>
                  <a:cubicBezTo>
                    <a:pt x="83" y="7"/>
                    <a:pt x="45" y="0"/>
                    <a:pt x="1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40">
              <a:extLst>
                <a:ext uri="{FF2B5EF4-FFF2-40B4-BE49-F238E27FC236}">
                  <a16:creationId xmlns:a16="http://schemas.microsoft.com/office/drawing/2014/main" id="{29191BB9-DDAC-ABBB-92D5-9A02713E8B22}"/>
                </a:ext>
              </a:extLst>
            </p:cNvPr>
            <p:cNvSpPr/>
            <p:nvPr/>
          </p:nvSpPr>
          <p:spPr>
            <a:xfrm>
              <a:off x="5456922" y="2847466"/>
              <a:ext cx="35967" cy="17908"/>
            </a:xfrm>
            <a:custGeom>
              <a:avLst/>
              <a:gdLst/>
              <a:ahLst/>
              <a:cxnLst/>
              <a:rect l="l" t="t" r="r" b="b"/>
              <a:pathLst>
                <a:path w="476" h="237" extrusionOk="0">
                  <a:moveTo>
                    <a:pt x="239" y="0"/>
                  </a:moveTo>
                  <a:cubicBezTo>
                    <a:pt x="113" y="0"/>
                    <a:pt x="8" y="103"/>
                    <a:pt x="1" y="230"/>
                  </a:cubicBezTo>
                  <a:cubicBezTo>
                    <a:pt x="1" y="230"/>
                    <a:pt x="61" y="89"/>
                    <a:pt x="223" y="89"/>
                  </a:cubicBezTo>
                  <a:lnTo>
                    <a:pt x="246" y="89"/>
                  </a:lnTo>
                  <a:cubicBezTo>
                    <a:pt x="438" y="103"/>
                    <a:pt x="475" y="237"/>
                    <a:pt x="475" y="237"/>
                  </a:cubicBezTo>
                  <a:cubicBezTo>
                    <a:pt x="475" y="103"/>
                    <a:pt x="372" y="0"/>
                    <a:pt x="246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40">
              <a:extLst>
                <a:ext uri="{FF2B5EF4-FFF2-40B4-BE49-F238E27FC236}">
                  <a16:creationId xmlns:a16="http://schemas.microsoft.com/office/drawing/2014/main" id="{B37C96B2-E9DD-93FE-9731-0668F433B207}"/>
                </a:ext>
              </a:extLst>
            </p:cNvPr>
            <p:cNvSpPr/>
            <p:nvPr/>
          </p:nvSpPr>
          <p:spPr>
            <a:xfrm>
              <a:off x="5269986" y="2551271"/>
              <a:ext cx="179757" cy="226227"/>
            </a:xfrm>
            <a:custGeom>
              <a:avLst/>
              <a:gdLst/>
              <a:ahLst/>
              <a:cxnLst/>
              <a:rect l="l" t="t" r="r" b="b"/>
              <a:pathLst>
                <a:path w="2379" h="2994" extrusionOk="0">
                  <a:moveTo>
                    <a:pt x="1185" y="1"/>
                  </a:moveTo>
                  <a:cubicBezTo>
                    <a:pt x="675" y="1"/>
                    <a:pt x="252" y="415"/>
                    <a:pt x="252" y="934"/>
                  </a:cubicBezTo>
                  <a:cubicBezTo>
                    <a:pt x="252" y="979"/>
                    <a:pt x="259" y="1023"/>
                    <a:pt x="268" y="1068"/>
                  </a:cubicBezTo>
                  <a:cubicBezTo>
                    <a:pt x="104" y="1267"/>
                    <a:pt x="1" y="1527"/>
                    <a:pt x="1" y="1808"/>
                  </a:cubicBezTo>
                  <a:cubicBezTo>
                    <a:pt x="1" y="2467"/>
                    <a:pt x="534" y="2994"/>
                    <a:pt x="1185" y="2994"/>
                  </a:cubicBezTo>
                  <a:cubicBezTo>
                    <a:pt x="1845" y="2994"/>
                    <a:pt x="2379" y="2467"/>
                    <a:pt x="2379" y="1808"/>
                  </a:cubicBezTo>
                  <a:cubicBezTo>
                    <a:pt x="2379" y="1527"/>
                    <a:pt x="2275" y="1267"/>
                    <a:pt x="2112" y="1068"/>
                  </a:cubicBezTo>
                  <a:cubicBezTo>
                    <a:pt x="2119" y="1023"/>
                    <a:pt x="2126" y="979"/>
                    <a:pt x="2126" y="934"/>
                  </a:cubicBezTo>
                  <a:cubicBezTo>
                    <a:pt x="2126" y="415"/>
                    <a:pt x="1705" y="1"/>
                    <a:pt x="1185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40">
              <a:extLst>
                <a:ext uri="{FF2B5EF4-FFF2-40B4-BE49-F238E27FC236}">
                  <a16:creationId xmlns:a16="http://schemas.microsoft.com/office/drawing/2014/main" id="{C60B832E-8069-A807-6026-9E58EF4E0D8B}"/>
                </a:ext>
              </a:extLst>
            </p:cNvPr>
            <p:cNvSpPr/>
            <p:nvPr/>
          </p:nvSpPr>
          <p:spPr>
            <a:xfrm>
              <a:off x="5359525" y="2620786"/>
              <a:ext cx="8538" cy="269296"/>
            </a:xfrm>
            <a:custGeom>
              <a:avLst/>
              <a:gdLst/>
              <a:ahLst/>
              <a:cxnLst/>
              <a:rect l="l" t="t" r="r" b="b"/>
              <a:pathLst>
                <a:path w="113" h="3564" extrusionOk="0">
                  <a:moveTo>
                    <a:pt x="54" y="1"/>
                  </a:moveTo>
                  <a:cubicBezTo>
                    <a:pt x="53" y="1"/>
                    <a:pt x="52" y="4"/>
                    <a:pt x="52" y="14"/>
                  </a:cubicBezTo>
                  <a:lnTo>
                    <a:pt x="0" y="3511"/>
                  </a:lnTo>
                  <a:cubicBezTo>
                    <a:pt x="0" y="3534"/>
                    <a:pt x="23" y="3564"/>
                    <a:pt x="52" y="3564"/>
                  </a:cubicBezTo>
                  <a:lnTo>
                    <a:pt x="61" y="3564"/>
                  </a:lnTo>
                  <a:cubicBezTo>
                    <a:pt x="89" y="3564"/>
                    <a:pt x="112" y="3534"/>
                    <a:pt x="112" y="3511"/>
                  </a:cubicBezTo>
                  <a:cubicBezTo>
                    <a:pt x="112" y="3511"/>
                    <a:pt x="89" y="14"/>
                    <a:pt x="61" y="14"/>
                  </a:cubicBezTo>
                  <a:cubicBezTo>
                    <a:pt x="61" y="14"/>
                    <a:pt x="57" y="1"/>
                    <a:pt x="54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40">
              <a:extLst>
                <a:ext uri="{FF2B5EF4-FFF2-40B4-BE49-F238E27FC236}">
                  <a16:creationId xmlns:a16="http://schemas.microsoft.com/office/drawing/2014/main" id="{1E6E4998-D1C1-DD32-2157-6F1FCAA6BB1E}"/>
                </a:ext>
              </a:extLst>
            </p:cNvPr>
            <p:cNvSpPr/>
            <p:nvPr/>
          </p:nvSpPr>
          <p:spPr>
            <a:xfrm>
              <a:off x="5312451" y="2685692"/>
              <a:ext cx="51003" cy="41936"/>
            </a:xfrm>
            <a:custGeom>
              <a:avLst/>
              <a:gdLst/>
              <a:ahLst/>
              <a:cxnLst/>
              <a:rect l="l" t="t" r="r" b="b"/>
              <a:pathLst>
                <a:path w="675" h="555" extrusionOk="0">
                  <a:moveTo>
                    <a:pt x="1" y="0"/>
                  </a:moveTo>
                  <a:lnTo>
                    <a:pt x="1" y="0"/>
                  </a:lnTo>
                  <a:cubicBezTo>
                    <a:pt x="331" y="541"/>
                    <a:pt x="634" y="555"/>
                    <a:pt x="665" y="555"/>
                  </a:cubicBezTo>
                  <a:cubicBezTo>
                    <a:pt x="667" y="555"/>
                    <a:pt x="668" y="555"/>
                    <a:pt x="668" y="555"/>
                  </a:cubicBezTo>
                  <a:lnTo>
                    <a:pt x="675" y="473"/>
                  </a:lnTo>
                  <a:lnTo>
                    <a:pt x="675" y="473"/>
                  </a:lnTo>
                  <a:cubicBezTo>
                    <a:pt x="675" y="473"/>
                    <a:pt x="668" y="479"/>
                    <a:pt x="647" y="479"/>
                  </a:cubicBezTo>
                  <a:cubicBezTo>
                    <a:pt x="606" y="479"/>
                    <a:pt x="511" y="455"/>
                    <a:pt x="312" y="311"/>
                  </a:cubicBezTo>
                  <a:cubicBezTo>
                    <a:pt x="134" y="185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40">
              <a:extLst>
                <a:ext uri="{FF2B5EF4-FFF2-40B4-BE49-F238E27FC236}">
                  <a16:creationId xmlns:a16="http://schemas.microsoft.com/office/drawing/2014/main" id="{30E9502E-E116-665E-91F6-9B86B1DB9914}"/>
                </a:ext>
              </a:extLst>
            </p:cNvPr>
            <p:cNvSpPr/>
            <p:nvPr/>
          </p:nvSpPr>
          <p:spPr>
            <a:xfrm>
              <a:off x="5363378" y="2673830"/>
              <a:ext cx="43749" cy="35967"/>
            </a:xfrm>
            <a:custGeom>
              <a:avLst/>
              <a:gdLst/>
              <a:ahLst/>
              <a:cxnLst/>
              <a:rect l="l" t="t" r="r" b="b"/>
              <a:pathLst>
                <a:path w="579" h="476" extrusionOk="0">
                  <a:moveTo>
                    <a:pt x="579" y="1"/>
                  </a:moveTo>
                  <a:cubicBezTo>
                    <a:pt x="579" y="1"/>
                    <a:pt x="461" y="164"/>
                    <a:pt x="312" y="267"/>
                  </a:cubicBezTo>
                  <a:cubicBezTo>
                    <a:pt x="143" y="392"/>
                    <a:pt x="60" y="413"/>
                    <a:pt x="24" y="413"/>
                  </a:cubicBezTo>
                  <a:cubicBezTo>
                    <a:pt x="7" y="413"/>
                    <a:pt x="1" y="408"/>
                    <a:pt x="1" y="408"/>
                  </a:cubicBezTo>
                  <a:lnTo>
                    <a:pt x="1" y="408"/>
                  </a:lnTo>
                  <a:lnTo>
                    <a:pt x="10" y="475"/>
                  </a:lnTo>
                  <a:cubicBezTo>
                    <a:pt x="10" y="475"/>
                    <a:pt x="11" y="475"/>
                    <a:pt x="12" y="475"/>
                  </a:cubicBezTo>
                  <a:cubicBezTo>
                    <a:pt x="40" y="475"/>
                    <a:pt x="300" y="463"/>
                    <a:pt x="57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40">
              <a:extLst>
                <a:ext uri="{FF2B5EF4-FFF2-40B4-BE49-F238E27FC236}">
                  <a16:creationId xmlns:a16="http://schemas.microsoft.com/office/drawing/2014/main" id="{D0F511AC-1F05-30FE-FD69-3DC00EC20984}"/>
                </a:ext>
              </a:extLst>
            </p:cNvPr>
            <p:cNvSpPr/>
            <p:nvPr/>
          </p:nvSpPr>
          <p:spPr>
            <a:xfrm>
              <a:off x="5328772" y="2648744"/>
              <a:ext cx="34682" cy="28562"/>
            </a:xfrm>
            <a:custGeom>
              <a:avLst/>
              <a:gdLst/>
              <a:ahLst/>
              <a:cxnLst/>
              <a:rect l="l" t="t" r="r" b="b"/>
              <a:pathLst>
                <a:path w="459" h="378" extrusionOk="0">
                  <a:moveTo>
                    <a:pt x="0" y="0"/>
                  </a:moveTo>
                  <a:cubicBezTo>
                    <a:pt x="228" y="370"/>
                    <a:pt x="443" y="377"/>
                    <a:pt x="458" y="377"/>
                  </a:cubicBezTo>
                  <a:cubicBezTo>
                    <a:pt x="459" y="377"/>
                    <a:pt x="459" y="377"/>
                    <a:pt x="459" y="377"/>
                  </a:cubicBezTo>
                  <a:lnTo>
                    <a:pt x="459" y="325"/>
                  </a:lnTo>
                  <a:cubicBezTo>
                    <a:pt x="459" y="325"/>
                    <a:pt x="455" y="328"/>
                    <a:pt x="444" y="328"/>
                  </a:cubicBezTo>
                  <a:cubicBezTo>
                    <a:pt x="417" y="328"/>
                    <a:pt x="352" y="313"/>
                    <a:pt x="208" y="215"/>
                  </a:cubicBezTo>
                  <a:cubicBezTo>
                    <a:pt x="89" y="12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40">
              <a:extLst>
                <a:ext uri="{FF2B5EF4-FFF2-40B4-BE49-F238E27FC236}">
                  <a16:creationId xmlns:a16="http://schemas.microsoft.com/office/drawing/2014/main" id="{076CF011-980F-4EBB-98BC-9B683BC22AE9}"/>
                </a:ext>
              </a:extLst>
            </p:cNvPr>
            <p:cNvSpPr/>
            <p:nvPr/>
          </p:nvSpPr>
          <p:spPr>
            <a:xfrm>
              <a:off x="7538675" y="1841914"/>
              <a:ext cx="105784" cy="106388"/>
            </a:xfrm>
            <a:custGeom>
              <a:avLst/>
              <a:gdLst/>
              <a:ahLst/>
              <a:cxnLst/>
              <a:rect l="l" t="t" r="r" b="b"/>
              <a:pathLst>
                <a:path w="1400" h="1408" extrusionOk="0">
                  <a:moveTo>
                    <a:pt x="697" y="1"/>
                  </a:moveTo>
                  <a:cubicBezTo>
                    <a:pt x="311" y="1"/>
                    <a:pt x="0" y="319"/>
                    <a:pt x="0" y="703"/>
                  </a:cubicBezTo>
                  <a:cubicBezTo>
                    <a:pt x="0" y="1089"/>
                    <a:pt x="311" y="1407"/>
                    <a:pt x="697" y="1407"/>
                  </a:cubicBezTo>
                  <a:cubicBezTo>
                    <a:pt x="1088" y="1407"/>
                    <a:pt x="1400" y="1089"/>
                    <a:pt x="1400" y="703"/>
                  </a:cubicBezTo>
                  <a:cubicBezTo>
                    <a:pt x="1400" y="319"/>
                    <a:pt x="1088" y="1"/>
                    <a:pt x="697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40">
              <a:extLst>
                <a:ext uri="{FF2B5EF4-FFF2-40B4-BE49-F238E27FC236}">
                  <a16:creationId xmlns:a16="http://schemas.microsoft.com/office/drawing/2014/main" id="{4F55597A-02FD-3FF0-7051-218080132060}"/>
                </a:ext>
              </a:extLst>
            </p:cNvPr>
            <p:cNvSpPr/>
            <p:nvPr/>
          </p:nvSpPr>
          <p:spPr>
            <a:xfrm>
              <a:off x="7105263" y="1836851"/>
              <a:ext cx="67324" cy="67248"/>
            </a:xfrm>
            <a:custGeom>
              <a:avLst/>
              <a:gdLst/>
              <a:ahLst/>
              <a:cxnLst/>
              <a:rect l="l" t="t" r="r" b="b"/>
              <a:pathLst>
                <a:path w="891" h="890" extrusionOk="0">
                  <a:moveTo>
                    <a:pt x="445" y="0"/>
                  </a:moveTo>
                  <a:cubicBezTo>
                    <a:pt x="200" y="0"/>
                    <a:pt x="1" y="201"/>
                    <a:pt x="1" y="445"/>
                  </a:cubicBezTo>
                  <a:cubicBezTo>
                    <a:pt x="1" y="697"/>
                    <a:pt x="200" y="889"/>
                    <a:pt x="445" y="889"/>
                  </a:cubicBezTo>
                  <a:cubicBezTo>
                    <a:pt x="689" y="889"/>
                    <a:pt x="890" y="697"/>
                    <a:pt x="890" y="445"/>
                  </a:cubicBezTo>
                  <a:cubicBezTo>
                    <a:pt x="890" y="201"/>
                    <a:pt x="689" y="0"/>
                    <a:pt x="445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40">
              <a:extLst>
                <a:ext uri="{FF2B5EF4-FFF2-40B4-BE49-F238E27FC236}">
                  <a16:creationId xmlns:a16="http://schemas.microsoft.com/office/drawing/2014/main" id="{C256AE06-0A6D-3378-DCAD-65E1198DC425}"/>
                </a:ext>
              </a:extLst>
            </p:cNvPr>
            <p:cNvSpPr/>
            <p:nvPr/>
          </p:nvSpPr>
          <p:spPr>
            <a:xfrm>
              <a:off x="7151279" y="1709684"/>
              <a:ext cx="130417" cy="130039"/>
            </a:xfrm>
            <a:custGeom>
              <a:avLst/>
              <a:gdLst/>
              <a:ahLst/>
              <a:cxnLst/>
              <a:rect l="l" t="t" r="r" b="b"/>
              <a:pathLst>
                <a:path w="1726" h="1721" extrusionOk="0">
                  <a:moveTo>
                    <a:pt x="866" y="1"/>
                  </a:moveTo>
                  <a:cubicBezTo>
                    <a:pt x="391" y="1"/>
                    <a:pt x="0" y="387"/>
                    <a:pt x="0" y="862"/>
                  </a:cubicBezTo>
                  <a:cubicBezTo>
                    <a:pt x="0" y="1335"/>
                    <a:pt x="391" y="1720"/>
                    <a:pt x="866" y="1720"/>
                  </a:cubicBezTo>
                  <a:cubicBezTo>
                    <a:pt x="1341" y="1720"/>
                    <a:pt x="1725" y="1335"/>
                    <a:pt x="1725" y="862"/>
                  </a:cubicBezTo>
                  <a:cubicBezTo>
                    <a:pt x="1725" y="387"/>
                    <a:pt x="1341" y="1"/>
                    <a:pt x="866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40">
              <a:extLst>
                <a:ext uri="{FF2B5EF4-FFF2-40B4-BE49-F238E27FC236}">
                  <a16:creationId xmlns:a16="http://schemas.microsoft.com/office/drawing/2014/main" id="{CAF88A28-E00E-9FA2-9807-17B43CDC54AC}"/>
                </a:ext>
              </a:extLst>
            </p:cNvPr>
            <p:cNvSpPr/>
            <p:nvPr/>
          </p:nvSpPr>
          <p:spPr>
            <a:xfrm>
              <a:off x="7489335" y="1954423"/>
              <a:ext cx="44958" cy="44278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7" y="0"/>
                  </a:moveTo>
                  <a:cubicBezTo>
                    <a:pt x="134" y="0"/>
                    <a:pt x="0" y="134"/>
                    <a:pt x="0" y="297"/>
                  </a:cubicBezTo>
                  <a:cubicBezTo>
                    <a:pt x="0" y="455"/>
                    <a:pt x="127" y="586"/>
                    <a:pt x="285" y="586"/>
                  </a:cubicBezTo>
                  <a:cubicBezTo>
                    <a:pt x="289" y="586"/>
                    <a:pt x="293" y="585"/>
                    <a:pt x="297" y="585"/>
                  </a:cubicBezTo>
                  <a:cubicBezTo>
                    <a:pt x="461" y="585"/>
                    <a:pt x="594" y="452"/>
                    <a:pt x="594" y="290"/>
                  </a:cubicBezTo>
                  <a:cubicBezTo>
                    <a:pt x="594" y="126"/>
                    <a:pt x="461" y="0"/>
                    <a:pt x="29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40">
              <a:extLst>
                <a:ext uri="{FF2B5EF4-FFF2-40B4-BE49-F238E27FC236}">
                  <a16:creationId xmlns:a16="http://schemas.microsoft.com/office/drawing/2014/main" id="{C24E0629-167D-1F19-89A0-FAAD514EFB00}"/>
                </a:ext>
              </a:extLst>
            </p:cNvPr>
            <p:cNvSpPr/>
            <p:nvPr/>
          </p:nvSpPr>
          <p:spPr>
            <a:xfrm>
              <a:off x="7954294" y="1977093"/>
              <a:ext cx="496731" cy="216177"/>
            </a:xfrm>
            <a:custGeom>
              <a:avLst/>
              <a:gdLst/>
              <a:ahLst/>
              <a:cxnLst/>
              <a:rect l="l" t="t" r="r" b="b"/>
              <a:pathLst>
                <a:path w="6574" h="2861" extrusionOk="0">
                  <a:moveTo>
                    <a:pt x="3078" y="1"/>
                  </a:moveTo>
                  <a:cubicBezTo>
                    <a:pt x="3067" y="1"/>
                    <a:pt x="3056" y="1"/>
                    <a:pt x="3045" y="1"/>
                  </a:cubicBezTo>
                  <a:cubicBezTo>
                    <a:pt x="2512" y="8"/>
                    <a:pt x="2083" y="401"/>
                    <a:pt x="2001" y="904"/>
                  </a:cubicBezTo>
                  <a:cubicBezTo>
                    <a:pt x="1964" y="904"/>
                    <a:pt x="1927" y="897"/>
                    <a:pt x="1889" y="897"/>
                  </a:cubicBezTo>
                  <a:cubicBezTo>
                    <a:pt x="1431" y="913"/>
                    <a:pt x="1068" y="1283"/>
                    <a:pt x="1061" y="1735"/>
                  </a:cubicBezTo>
                  <a:cubicBezTo>
                    <a:pt x="534" y="1891"/>
                    <a:pt x="127" y="2327"/>
                    <a:pt x="1" y="2861"/>
                  </a:cubicBezTo>
                  <a:lnTo>
                    <a:pt x="6574" y="2743"/>
                  </a:lnTo>
                  <a:cubicBezTo>
                    <a:pt x="6390" y="2086"/>
                    <a:pt x="6007" y="1601"/>
                    <a:pt x="5306" y="1601"/>
                  </a:cubicBezTo>
                  <a:cubicBezTo>
                    <a:pt x="5296" y="1601"/>
                    <a:pt x="5286" y="1601"/>
                    <a:pt x="5275" y="1602"/>
                  </a:cubicBezTo>
                  <a:lnTo>
                    <a:pt x="5217" y="1602"/>
                  </a:lnTo>
                  <a:cubicBezTo>
                    <a:pt x="5210" y="1101"/>
                    <a:pt x="4802" y="698"/>
                    <a:pt x="4305" y="698"/>
                  </a:cubicBezTo>
                  <a:cubicBezTo>
                    <a:pt x="4295" y="698"/>
                    <a:pt x="4286" y="698"/>
                    <a:pt x="4276" y="698"/>
                  </a:cubicBezTo>
                  <a:cubicBezTo>
                    <a:pt x="4208" y="698"/>
                    <a:pt x="4150" y="705"/>
                    <a:pt x="4084" y="719"/>
                  </a:cubicBezTo>
                  <a:cubicBezTo>
                    <a:pt x="3938" y="301"/>
                    <a:pt x="3545" y="1"/>
                    <a:pt x="30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40">
              <a:extLst>
                <a:ext uri="{FF2B5EF4-FFF2-40B4-BE49-F238E27FC236}">
                  <a16:creationId xmlns:a16="http://schemas.microsoft.com/office/drawing/2014/main" id="{648CC63B-7AC1-D459-22E9-A9B3A9670DD1}"/>
                </a:ext>
              </a:extLst>
            </p:cNvPr>
            <p:cNvSpPr/>
            <p:nvPr/>
          </p:nvSpPr>
          <p:spPr>
            <a:xfrm>
              <a:off x="8098236" y="2043208"/>
              <a:ext cx="54857" cy="109184"/>
            </a:xfrm>
            <a:custGeom>
              <a:avLst/>
              <a:gdLst/>
              <a:ahLst/>
              <a:cxnLst/>
              <a:rect l="l" t="t" r="r" b="b"/>
              <a:pathLst>
                <a:path w="726" h="1445" extrusionOk="0">
                  <a:moveTo>
                    <a:pt x="0" y="1"/>
                  </a:moveTo>
                  <a:cubicBezTo>
                    <a:pt x="0" y="1"/>
                    <a:pt x="578" y="186"/>
                    <a:pt x="548" y="719"/>
                  </a:cubicBezTo>
                  <a:cubicBezTo>
                    <a:pt x="518" y="1312"/>
                    <a:pt x="0" y="1445"/>
                    <a:pt x="0" y="1445"/>
                  </a:cubicBezTo>
                  <a:cubicBezTo>
                    <a:pt x="401" y="1445"/>
                    <a:pt x="726" y="1120"/>
                    <a:pt x="726" y="719"/>
                  </a:cubicBezTo>
                  <a:cubicBezTo>
                    <a:pt x="726" y="326"/>
                    <a:pt x="401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40">
              <a:extLst>
                <a:ext uri="{FF2B5EF4-FFF2-40B4-BE49-F238E27FC236}">
                  <a16:creationId xmlns:a16="http://schemas.microsoft.com/office/drawing/2014/main" id="{391AF548-AA01-4B23-07B4-035383DB77F8}"/>
                </a:ext>
              </a:extLst>
            </p:cNvPr>
            <p:cNvSpPr/>
            <p:nvPr/>
          </p:nvSpPr>
          <p:spPr>
            <a:xfrm>
              <a:off x="8286380" y="2097536"/>
              <a:ext cx="161850" cy="81756"/>
            </a:xfrm>
            <a:custGeom>
              <a:avLst/>
              <a:gdLst/>
              <a:ahLst/>
              <a:cxnLst/>
              <a:rect l="l" t="t" r="r" b="b"/>
              <a:pathLst>
                <a:path w="2142" h="1082" extrusionOk="0">
                  <a:moveTo>
                    <a:pt x="1068" y="0"/>
                  </a:moveTo>
                  <a:cubicBezTo>
                    <a:pt x="489" y="0"/>
                    <a:pt x="7" y="471"/>
                    <a:pt x="0" y="1053"/>
                  </a:cubicBezTo>
                  <a:cubicBezTo>
                    <a:pt x="0" y="1053"/>
                    <a:pt x="272" y="206"/>
                    <a:pt x="1007" y="206"/>
                  </a:cubicBezTo>
                  <a:cubicBezTo>
                    <a:pt x="1029" y="206"/>
                    <a:pt x="1052" y="207"/>
                    <a:pt x="1074" y="208"/>
                  </a:cubicBezTo>
                  <a:cubicBezTo>
                    <a:pt x="1947" y="274"/>
                    <a:pt x="2134" y="1082"/>
                    <a:pt x="2134" y="1082"/>
                  </a:cubicBezTo>
                  <a:cubicBezTo>
                    <a:pt x="2141" y="497"/>
                    <a:pt x="1674" y="15"/>
                    <a:pt x="1081" y="0"/>
                  </a:cubicBezTo>
                  <a:cubicBezTo>
                    <a:pt x="1077" y="0"/>
                    <a:pt x="1073" y="0"/>
                    <a:pt x="10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40">
              <a:extLst>
                <a:ext uri="{FF2B5EF4-FFF2-40B4-BE49-F238E27FC236}">
                  <a16:creationId xmlns:a16="http://schemas.microsoft.com/office/drawing/2014/main" id="{413E4769-2561-6E7A-3074-C36780047AE1}"/>
                </a:ext>
              </a:extLst>
            </p:cNvPr>
            <p:cNvSpPr/>
            <p:nvPr/>
          </p:nvSpPr>
          <p:spPr>
            <a:xfrm>
              <a:off x="5828093" y="1513644"/>
              <a:ext cx="48118" cy="47927"/>
            </a:xfrm>
            <a:custGeom>
              <a:avLst/>
              <a:gdLst/>
              <a:ahLst/>
              <a:cxnLst/>
              <a:rect l="l" t="t" r="r" b="b"/>
              <a:pathLst>
                <a:path w="506" h="504" extrusionOk="0">
                  <a:moveTo>
                    <a:pt x="253" y="1"/>
                  </a:moveTo>
                  <a:cubicBezTo>
                    <a:pt x="113" y="1"/>
                    <a:pt x="0" y="113"/>
                    <a:pt x="0" y="253"/>
                  </a:cubicBezTo>
                  <a:cubicBezTo>
                    <a:pt x="0" y="394"/>
                    <a:pt x="113" y="504"/>
                    <a:pt x="253" y="504"/>
                  </a:cubicBezTo>
                  <a:cubicBezTo>
                    <a:pt x="394" y="504"/>
                    <a:pt x="506" y="394"/>
                    <a:pt x="506" y="253"/>
                  </a:cubicBezTo>
                  <a:cubicBezTo>
                    <a:pt x="506" y="113"/>
                    <a:pt x="394" y="1"/>
                    <a:pt x="253" y="1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08" name="Google Shape;3008;p40">
              <a:extLst>
                <a:ext uri="{FF2B5EF4-FFF2-40B4-BE49-F238E27FC236}">
                  <a16:creationId xmlns:a16="http://schemas.microsoft.com/office/drawing/2014/main" id="{89400DBB-CE25-7B91-2C04-7607ECA4A67C}"/>
                </a:ext>
              </a:extLst>
            </p:cNvPr>
            <p:cNvGrpSpPr/>
            <p:nvPr/>
          </p:nvGrpSpPr>
          <p:grpSpPr>
            <a:xfrm>
              <a:off x="4884685" y="770013"/>
              <a:ext cx="661361" cy="663680"/>
              <a:chOff x="5281365" y="1361550"/>
              <a:chExt cx="373502" cy="374812"/>
            </a:xfrm>
          </p:grpSpPr>
          <p:sp>
            <p:nvSpPr>
              <p:cNvPr id="3009" name="Google Shape;3009;p40">
                <a:extLst>
                  <a:ext uri="{FF2B5EF4-FFF2-40B4-BE49-F238E27FC236}">
                    <a16:creationId xmlns:a16="http://schemas.microsoft.com/office/drawing/2014/main" id="{4CBC99E1-22C0-9992-5131-5D635FE2301F}"/>
                  </a:ext>
                </a:extLst>
              </p:cNvPr>
              <p:cNvSpPr/>
              <p:nvPr/>
            </p:nvSpPr>
            <p:spPr>
              <a:xfrm>
                <a:off x="5281365" y="1361550"/>
                <a:ext cx="373502" cy="374812"/>
              </a:xfrm>
              <a:custGeom>
                <a:avLst/>
                <a:gdLst/>
                <a:ahLst/>
                <a:cxnLst/>
                <a:rect l="l" t="t" r="r" b="b"/>
                <a:pathLst>
                  <a:path w="2542" h="2551" extrusionOk="0">
                    <a:moveTo>
                      <a:pt x="1275" y="1"/>
                    </a:moveTo>
                    <a:cubicBezTo>
                      <a:pt x="571" y="1"/>
                      <a:pt x="0" y="572"/>
                      <a:pt x="0" y="1276"/>
                    </a:cubicBezTo>
                    <a:cubicBezTo>
                      <a:pt x="0" y="1980"/>
                      <a:pt x="571" y="2551"/>
                      <a:pt x="1275" y="2551"/>
                    </a:cubicBezTo>
                    <a:cubicBezTo>
                      <a:pt x="1972" y="2551"/>
                      <a:pt x="2541" y="1980"/>
                      <a:pt x="2541" y="1276"/>
                    </a:cubicBezTo>
                    <a:cubicBezTo>
                      <a:pt x="2541" y="572"/>
                      <a:pt x="1972" y="1"/>
                      <a:pt x="1275" y="1"/>
                    </a:cubicBezTo>
                    <a:close/>
                  </a:path>
                </a:pathLst>
              </a:custGeom>
              <a:solidFill>
                <a:srgbClr val="FFD65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40">
                <a:extLst>
                  <a:ext uri="{FF2B5EF4-FFF2-40B4-BE49-F238E27FC236}">
                    <a16:creationId xmlns:a16="http://schemas.microsoft.com/office/drawing/2014/main" id="{7F0958B5-0151-E7E0-F35C-3B9AF0128C0F}"/>
                  </a:ext>
                </a:extLst>
              </p:cNvPr>
              <p:cNvSpPr/>
              <p:nvPr/>
            </p:nvSpPr>
            <p:spPr>
              <a:xfrm>
                <a:off x="5281365" y="1361550"/>
                <a:ext cx="186457" cy="374812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2551" extrusionOk="0">
                    <a:moveTo>
                      <a:pt x="1268" y="1"/>
                    </a:moveTo>
                    <a:cubicBezTo>
                      <a:pt x="564" y="8"/>
                      <a:pt x="0" y="572"/>
                      <a:pt x="0" y="1276"/>
                    </a:cubicBezTo>
                    <a:cubicBezTo>
                      <a:pt x="0" y="1980"/>
                      <a:pt x="564" y="2542"/>
                      <a:pt x="1268" y="2551"/>
                    </a:cubicBezTo>
                    <a:cubicBezTo>
                      <a:pt x="1268" y="2542"/>
                      <a:pt x="578" y="1913"/>
                      <a:pt x="578" y="1276"/>
                    </a:cubicBezTo>
                    <a:cubicBezTo>
                      <a:pt x="578" y="639"/>
                      <a:pt x="1268" y="8"/>
                      <a:pt x="1268" y="1"/>
                    </a:cubicBezTo>
                    <a:close/>
                  </a:path>
                </a:pathLst>
              </a:custGeom>
              <a:solidFill>
                <a:srgbClr val="FFE9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11" name="Google Shape;3011;p40">
              <a:extLst>
                <a:ext uri="{FF2B5EF4-FFF2-40B4-BE49-F238E27FC236}">
                  <a16:creationId xmlns:a16="http://schemas.microsoft.com/office/drawing/2014/main" id="{6A08C39A-E377-CD3D-1CFA-F9114A29F8DE}"/>
                </a:ext>
              </a:extLst>
            </p:cNvPr>
            <p:cNvSpPr/>
            <p:nvPr/>
          </p:nvSpPr>
          <p:spPr>
            <a:xfrm>
              <a:off x="7223439" y="1556373"/>
              <a:ext cx="233556" cy="122634"/>
            </a:xfrm>
            <a:custGeom>
              <a:avLst/>
              <a:gdLst/>
              <a:ahLst/>
              <a:cxnLst/>
              <a:rect l="l" t="t" r="r" b="b"/>
              <a:pathLst>
                <a:path w="3091" h="1623" extrusionOk="0">
                  <a:moveTo>
                    <a:pt x="807" y="1"/>
                  </a:moveTo>
                  <a:cubicBezTo>
                    <a:pt x="363" y="1"/>
                    <a:pt x="0" y="363"/>
                    <a:pt x="0" y="815"/>
                  </a:cubicBezTo>
                  <a:cubicBezTo>
                    <a:pt x="0" y="1260"/>
                    <a:pt x="363" y="1623"/>
                    <a:pt x="807" y="1623"/>
                  </a:cubicBezTo>
                  <a:lnTo>
                    <a:pt x="2275" y="1623"/>
                  </a:lnTo>
                  <a:cubicBezTo>
                    <a:pt x="2726" y="1623"/>
                    <a:pt x="3091" y="1260"/>
                    <a:pt x="3091" y="815"/>
                  </a:cubicBezTo>
                  <a:cubicBezTo>
                    <a:pt x="3091" y="363"/>
                    <a:pt x="2726" y="1"/>
                    <a:pt x="2275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40">
              <a:extLst>
                <a:ext uri="{FF2B5EF4-FFF2-40B4-BE49-F238E27FC236}">
                  <a16:creationId xmlns:a16="http://schemas.microsoft.com/office/drawing/2014/main" id="{45A7BFF7-1193-D83D-6383-30A89F3526A3}"/>
                </a:ext>
              </a:extLst>
            </p:cNvPr>
            <p:cNvSpPr/>
            <p:nvPr/>
          </p:nvSpPr>
          <p:spPr>
            <a:xfrm>
              <a:off x="6734717" y="1713613"/>
              <a:ext cx="114776" cy="122785"/>
            </a:xfrm>
            <a:custGeom>
              <a:avLst/>
              <a:gdLst/>
              <a:ahLst/>
              <a:cxnLst/>
              <a:rect l="l" t="t" r="r" b="b"/>
              <a:pathLst>
                <a:path w="1519" h="1625" extrusionOk="0">
                  <a:moveTo>
                    <a:pt x="0" y="0"/>
                  </a:moveTo>
                  <a:lnTo>
                    <a:pt x="0" y="1624"/>
                  </a:lnTo>
                  <a:lnTo>
                    <a:pt x="703" y="1624"/>
                  </a:lnTo>
                  <a:cubicBezTo>
                    <a:pt x="1156" y="1624"/>
                    <a:pt x="1519" y="1254"/>
                    <a:pt x="1519" y="810"/>
                  </a:cubicBezTo>
                  <a:cubicBezTo>
                    <a:pt x="1519" y="365"/>
                    <a:pt x="1156" y="0"/>
                    <a:pt x="703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40">
              <a:extLst>
                <a:ext uri="{FF2B5EF4-FFF2-40B4-BE49-F238E27FC236}">
                  <a16:creationId xmlns:a16="http://schemas.microsoft.com/office/drawing/2014/main" id="{763701F9-E62A-54B9-14BF-59C9761847F1}"/>
                </a:ext>
              </a:extLst>
            </p:cNvPr>
            <p:cNvSpPr/>
            <p:nvPr/>
          </p:nvSpPr>
          <p:spPr>
            <a:xfrm>
              <a:off x="7404783" y="1349187"/>
              <a:ext cx="373493" cy="196003"/>
            </a:xfrm>
            <a:custGeom>
              <a:avLst/>
              <a:gdLst/>
              <a:ahLst/>
              <a:cxnLst/>
              <a:rect l="l" t="t" r="r" b="b"/>
              <a:pathLst>
                <a:path w="4943" h="2594" extrusionOk="0">
                  <a:moveTo>
                    <a:pt x="1297" y="0"/>
                  </a:moveTo>
                  <a:cubicBezTo>
                    <a:pt x="586" y="0"/>
                    <a:pt x="1" y="578"/>
                    <a:pt x="1" y="1297"/>
                  </a:cubicBezTo>
                  <a:cubicBezTo>
                    <a:pt x="1" y="2008"/>
                    <a:pt x="586" y="2593"/>
                    <a:pt x="1297" y="2593"/>
                  </a:cubicBezTo>
                  <a:lnTo>
                    <a:pt x="3647" y="2593"/>
                  </a:lnTo>
                  <a:cubicBezTo>
                    <a:pt x="4358" y="2593"/>
                    <a:pt x="4943" y="2008"/>
                    <a:pt x="4943" y="1297"/>
                  </a:cubicBezTo>
                  <a:cubicBezTo>
                    <a:pt x="4943" y="578"/>
                    <a:pt x="4358" y="0"/>
                    <a:pt x="364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40">
              <a:extLst>
                <a:ext uri="{FF2B5EF4-FFF2-40B4-BE49-F238E27FC236}">
                  <a16:creationId xmlns:a16="http://schemas.microsoft.com/office/drawing/2014/main" id="{4E63B591-B03F-4C4C-32AB-939AA80675CB}"/>
                </a:ext>
              </a:extLst>
            </p:cNvPr>
            <p:cNvSpPr/>
            <p:nvPr/>
          </p:nvSpPr>
          <p:spPr>
            <a:xfrm>
              <a:off x="7551520" y="1664424"/>
              <a:ext cx="438928" cy="124901"/>
            </a:xfrm>
            <a:custGeom>
              <a:avLst/>
              <a:gdLst/>
              <a:ahLst/>
              <a:cxnLst/>
              <a:rect l="l" t="t" r="r" b="b"/>
              <a:pathLst>
                <a:path w="5809" h="1653" extrusionOk="0">
                  <a:moveTo>
                    <a:pt x="822" y="0"/>
                  </a:moveTo>
                  <a:cubicBezTo>
                    <a:pt x="371" y="0"/>
                    <a:pt x="1" y="370"/>
                    <a:pt x="1" y="822"/>
                  </a:cubicBezTo>
                  <a:cubicBezTo>
                    <a:pt x="1" y="1283"/>
                    <a:pt x="371" y="1653"/>
                    <a:pt x="822" y="1653"/>
                  </a:cubicBezTo>
                  <a:lnTo>
                    <a:pt x="4987" y="1653"/>
                  </a:lnTo>
                  <a:cubicBezTo>
                    <a:pt x="5439" y="1653"/>
                    <a:pt x="5809" y="1283"/>
                    <a:pt x="5809" y="822"/>
                  </a:cubicBezTo>
                  <a:cubicBezTo>
                    <a:pt x="5809" y="370"/>
                    <a:pt x="5439" y="0"/>
                    <a:pt x="498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40">
              <a:extLst>
                <a:ext uri="{FF2B5EF4-FFF2-40B4-BE49-F238E27FC236}">
                  <a16:creationId xmlns:a16="http://schemas.microsoft.com/office/drawing/2014/main" id="{2FC1D403-2B50-FB55-F4BC-C128179CF22C}"/>
                </a:ext>
              </a:extLst>
            </p:cNvPr>
            <p:cNvSpPr/>
            <p:nvPr/>
          </p:nvSpPr>
          <p:spPr>
            <a:xfrm>
              <a:off x="6211690" y="3791438"/>
              <a:ext cx="214515" cy="61052"/>
            </a:xfrm>
            <a:custGeom>
              <a:avLst/>
              <a:gdLst/>
              <a:ahLst/>
              <a:cxnLst/>
              <a:rect l="l" t="t" r="r" b="b"/>
              <a:pathLst>
                <a:path w="2839" h="808" extrusionOk="0">
                  <a:moveTo>
                    <a:pt x="408" y="0"/>
                  </a:moveTo>
                  <a:cubicBezTo>
                    <a:pt x="186" y="0"/>
                    <a:pt x="1" y="185"/>
                    <a:pt x="1" y="408"/>
                  </a:cubicBezTo>
                  <a:cubicBezTo>
                    <a:pt x="1" y="630"/>
                    <a:pt x="186" y="808"/>
                    <a:pt x="408" y="808"/>
                  </a:cubicBezTo>
                  <a:lnTo>
                    <a:pt x="2439" y="808"/>
                  </a:lnTo>
                  <a:cubicBezTo>
                    <a:pt x="2661" y="808"/>
                    <a:pt x="2839" y="630"/>
                    <a:pt x="2839" y="408"/>
                  </a:cubicBezTo>
                  <a:cubicBezTo>
                    <a:pt x="2839" y="185"/>
                    <a:pt x="2661" y="0"/>
                    <a:pt x="2439" y="0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40">
              <a:extLst>
                <a:ext uri="{FF2B5EF4-FFF2-40B4-BE49-F238E27FC236}">
                  <a16:creationId xmlns:a16="http://schemas.microsoft.com/office/drawing/2014/main" id="{B9C867A7-2B4C-43AC-14EC-ADC89553CD3B}"/>
                </a:ext>
              </a:extLst>
            </p:cNvPr>
            <p:cNvSpPr/>
            <p:nvPr/>
          </p:nvSpPr>
          <p:spPr>
            <a:xfrm>
              <a:off x="7496588" y="3335055"/>
              <a:ext cx="254864" cy="72915"/>
            </a:xfrm>
            <a:custGeom>
              <a:avLst/>
              <a:gdLst/>
              <a:ahLst/>
              <a:cxnLst/>
              <a:rect l="l" t="t" r="r" b="b"/>
              <a:pathLst>
                <a:path w="3373" h="965" extrusionOk="0">
                  <a:moveTo>
                    <a:pt x="482" y="1"/>
                  </a:moveTo>
                  <a:cubicBezTo>
                    <a:pt x="216" y="1"/>
                    <a:pt x="0" y="216"/>
                    <a:pt x="0" y="483"/>
                  </a:cubicBezTo>
                  <a:cubicBezTo>
                    <a:pt x="0" y="743"/>
                    <a:pt x="216" y="965"/>
                    <a:pt x="482" y="965"/>
                  </a:cubicBezTo>
                  <a:lnTo>
                    <a:pt x="2890" y="965"/>
                  </a:lnTo>
                  <a:cubicBezTo>
                    <a:pt x="3157" y="965"/>
                    <a:pt x="3372" y="743"/>
                    <a:pt x="3372" y="483"/>
                  </a:cubicBezTo>
                  <a:cubicBezTo>
                    <a:pt x="3372" y="216"/>
                    <a:pt x="3157" y="1"/>
                    <a:pt x="2890" y="1"/>
                  </a:cubicBez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40">
              <a:extLst>
                <a:ext uri="{FF2B5EF4-FFF2-40B4-BE49-F238E27FC236}">
                  <a16:creationId xmlns:a16="http://schemas.microsoft.com/office/drawing/2014/main" id="{F0154BEE-704D-F6B8-A2C5-7867554EE547}"/>
                </a:ext>
              </a:extLst>
            </p:cNvPr>
            <p:cNvSpPr/>
            <p:nvPr/>
          </p:nvSpPr>
          <p:spPr>
            <a:xfrm>
              <a:off x="7230693" y="3456027"/>
              <a:ext cx="416033" cy="118705"/>
            </a:xfrm>
            <a:custGeom>
              <a:avLst/>
              <a:gdLst/>
              <a:ahLst/>
              <a:cxnLst/>
              <a:rect l="l" t="t" r="r" b="b"/>
              <a:pathLst>
                <a:path w="5506" h="1571" extrusionOk="0">
                  <a:moveTo>
                    <a:pt x="786" y="0"/>
                  </a:moveTo>
                  <a:cubicBezTo>
                    <a:pt x="356" y="0"/>
                    <a:pt x="0" y="356"/>
                    <a:pt x="0" y="787"/>
                  </a:cubicBezTo>
                  <a:cubicBezTo>
                    <a:pt x="0" y="1215"/>
                    <a:pt x="356" y="1571"/>
                    <a:pt x="786" y="1571"/>
                  </a:cubicBezTo>
                  <a:lnTo>
                    <a:pt x="4720" y="1571"/>
                  </a:lnTo>
                  <a:cubicBezTo>
                    <a:pt x="5157" y="1571"/>
                    <a:pt x="5506" y="1215"/>
                    <a:pt x="5506" y="787"/>
                  </a:cubicBezTo>
                  <a:cubicBezTo>
                    <a:pt x="5506" y="356"/>
                    <a:pt x="5157" y="0"/>
                    <a:pt x="4720" y="0"/>
                  </a:cubicBez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40">
              <a:extLst>
                <a:ext uri="{FF2B5EF4-FFF2-40B4-BE49-F238E27FC236}">
                  <a16:creationId xmlns:a16="http://schemas.microsoft.com/office/drawing/2014/main" id="{0117DB0A-F725-4566-DFF4-9B2D87B22511}"/>
                </a:ext>
              </a:extLst>
            </p:cNvPr>
            <p:cNvSpPr/>
            <p:nvPr/>
          </p:nvSpPr>
          <p:spPr>
            <a:xfrm>
              <a:off x="5918895" y="3643038"/>
              <a:ext cx="416109" cy="118251"/>
            </a:xfrm>
            <a:custGeom>
              <a:avLst/>
              <a:gdLst/>
              <a:ahLst/>
              <a:cxnLst/>
              <a:rect l="l" t="t" r="r" b="b"/>
              <a:pathLst>
                <a:path w="5507" h="1565" extrusionOk="0">
                  <a:moveTo>
                    <a:pt x="785" y="1"/>
                  </a:moveTo>
                  <a:cubicBezTo>
                    <a:pt x="356" y="1"/>
                    <a:pt x="1" y="350"/>
                    <a:pt x="1" y="778"/>
                  </a:cubicBezTo>
                  <a:cubicBezTo>
                    <a:pt x="1" y="1216"/>
                    <a:pt x="356" y="1564"/>
                    <a:pt x="785" y="1564"/>
                  </a:cubicBezTo>
                  <a:lnTo>
                    <a:pt x="4720" y="1564"/>
                  </a:lnTo>
                  <a:cubicBezTo>
                    <a:pt x="5151" y="1564"/>
                    <a:pt x="5506" y="1216"/>
                    <a:pt x="5506" y="778"/>
                  </a:cubicBezTo>
                  <a:cubicBezTo>
                    <a:pt x="5506" y="350"/>
                    <a:pt x="5151" y="1"/>
                    <a:pt x="4720" y="1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40">
              <a:extLst>
                <a:ext uri="{FF2B5EF4-FFF2-40B4-BE49-F238E27FC236}">
                  <a16:creationId xmlns:a16="http://schemas.microsoft.com/office/drawing/2014/main" id="{B1A7FE8A-450B-0905-20FE-366359556AD8}"/>
                </a:ext>
              </a:extLst>
            </p:cNvPr>
            <p:cNvSpPr/>
            <p:nvPr/>
          </p:nvSpPr>
          <p:spPr>
            <a:xfrm>
              <a:off x="4781189" y="2888269"/>
              <a:ext cx="1946879" cy="120518"/>
            </a:xfrm>
            <a:custGeom>
              <a:avLst/>
              <a:gdLst/>
              <a:ahLst/>
              <a:cxnLst/>
              <a:rect l="l" t="t" r="r" b="b"/>
              <a:pathLst>
                <a:path w="25766" h="1595" extrusionOk="0">
                  <a:moveTo>
                    <a:pt x="1615" y="1"/>
                  </a:moveTo>
                  <a:cubicBezTo>
                    <a:pt x="0" y="1"/>
                    <a:pt x="141" y="1594"/>
                    <a:pt x="1615" y="1594"/>
                  </a:cubicBezTo>
                  <a:lnTo>
                    <a:pt x="25765" y="1594"/>
                  </a:lnTo>
                  <a:lnTo>
                    <a:pt x="25765" y="1"/>
                  </a:ln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40">
              <a:extLst>
                <a:ext uri="{FF2B5EF4-FFF2-40B4-BE49-F238E27FC236}">
                  <a16:creationId xmlns:a16="http://schemas.microsoft.com/office/drawing/2014/main" id="{AF2C5682-EB3C-7640-B72D-FA56AB219DC2}"/>
                </a:ext>
              </a:extLst>
            </p:cNvPr>
            <p:cNvSpPr/>
            <p:nvPr/>
          </p:nvSpPr>
          <p:spPr>
            <a:xfrm>
              <a:off x="4621681" y="3008711"/>
              <a:ext cx="2106386" cy="120443"/>
            </a:xfrm>
            <a:custGeom>
              <a:avLst/>
              <a:gdLst/>
              <a:ahLst/>
              <a:cxnLst/>
              <a:rect l="l" t="t" r="r" b="b"/>
              <a:pathLst>
                <a:path w="27877" h="1594" extrusionOk="0">
                  <a:moveTo>
                    <a:pt x="1615" y="0"/>
                  </a:moveTo>
                  <a:cubicBezTo>
                    <a:pt x="45" y="0"/>
                    <a:pt x="0" y="1594"/>
                    <a:pt x="1615" y="1594"/>
                  </a:cubicBezTo>
                  <a:lnTo>
                    <a:pt x="27876" y="1594"/>
                  </a:lnTo>
                  <a:lnTo>
                    <a:pt x="27876" y="0"/>
                  </a:ln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40">
              <a:extLst>
                <a:ext uri="{FF2B5EF4-FFF2-40B4-BE49-F238E27FC236}">
                  <a16:creationId xmlns:a16="http://schemas.microsoft.com/office/drawing/2014/main" id="{F8A1A314-2EF0-F4F0-AFEE-1869F09F0831}"/>
                </a:ext>
              </a:extLst>
            </p:cNvPr>
            <p:cNvSpPr/>
            <p:nvPr/>
          </p:nvSpPr>
          <p:spPr>
            <a:xfrm>
              <a:off x="6727312" y="2888269"/>
              <a:ext cx="1941741" cy="120518"/>
            </a:xfrm>
            <a:custGeom>
              <a:avLst/>
              <a:gdLst/>
              <a:ahLst/>
              <a:cxnLst/>
              <a:rect l="l" t="t" r="r" b="b"/>
              <a:pathLst>
                <a:path w="25698" h="1595" extrusionOk="0">
                  <a:moveTo>
                    <a:pt x="0" y="1"/>
                  </a:moveTo>
                  <a:lnTo>
                    <a:pt x="0" y="1594"/>
                  </a:lnTo>
                  <a:lnTo>
                    <a:pt x="24350" y="1594"/>
                  </a:lnTo>
                  <a:cubicBezTo>
                    <a:pt x="25698" y="1594"/>
                    <a:pt x="25557" y="1"/>
                    <a:pt x="2435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40">
              <a:extLst>
                <a:ext uri="{FF2B5EF4-FFF2-40B4-BE49-F238E27FC236}">
                  <a16:creationId xmlns:a16="http://schemas.microsoft.com/office/drawing/2014/main" id="{A71AD6D7-7864-C185-E100-E19B3D32A981}"/>
                </a:ext>
              </a:extLst>
            </p:cNvPr>
            <p:cNvSpPr/>
            <p:nvPr/>
          </p:nvSpPr>
          <p:spPr>
            <a:xfrm>
              <a:off x="6727312" y="3008711"/>
              <a:ext cx="2094674" cy="120443"/>
            </a:xfrm>
            <a:custGeom>
              <a:avLst/>
              <a:gdLst/>
              <a:ahLst/>
              <a:cxnLst/>
              <a:rect l="l" t="t" r="r" b="b"/>
              <a:pathLst>
                <a:path w="27722" h="1594" extrusionOk="0">
                  <a:moveTo>
                    <a:pt x="0" y="0"/>
                  </a:moveTo>
                  <a:lnTo>
                    <a:pt x="0" y="1578"/>
                  </a:lnTo>
                  <a:lnTo>
                    <a:pt x="20763" y="1578"/>
                  </a:lnTo>
                  <a:cubicBezTo>
                    <a:pt x="20807" y="1578"/>
                    <a:pt x="20861" y="1587"/>
                    <a:pt x="20905" y="1594"/>
                  </a:cubicBezTo>
                  <a:lnTo>
                    <a:pt x="26692" y="1594"/>
                  </a:lnTo>
                  <a:cubicBezTo>
                    <a:pt x="27670" y="1594"/>
                    <a:pt x="27722" y="164"/>
                    <a:pt x="26774" y="15"/>
                  </a:cubicBezTo>
                  <a:cubicBezTo>
                    <a:pt x="26720" y="7"/>
                    <a:pt x="26662" y="0"/>
                    <a:pt x="26610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40">
              <a:extLst>
                <a:ext uri="{FF2B5EF4-FFF2-40B4-BE49-F238E27FC236}">
                  <a16:creationId xmlns:a16="http://schemas.microsoft.com/office/drawing/2014/main" id="{8AC98BC7-3B51-284B-7501-411410A340AA}"/>
                </a:ext>
              </a:extLst>
            </p:cNvPr>
            <p:cNvSpPr/>
            <p:nvPr/>
          </p:nvSpPr>
          <p:spPr>
            <a:xfrm>
              <a:off x="6727312" y="3127870"/>
              <a:ext cx="1579657" cy="1285"/>
            </a:xfrm>
            <a:custGeom>
              <a:avLst/>
              <a:gdLst/>
              <a:ahLst/>
              <a:cxnLst/>
              <a:rect l="l" t="t" r="r" b="b"/>
              <a:pathLst>
                <a:path w="20906" h="17" extrusionOk="0">
                  <a:moveTo>
                    <a:pt x="0" y="1"/>
                  </a:moveTo>
                  <a:lnTo>
                    <a:pt x="0" y="17"/>
                  </a:lnTo>
                  <a:lnTo>
                    <a:pt x="20905" y="17"/>
                  </a:lnTo>
                  <a:cubicBezTo>
                    <a:pt x="20861" y="10"/>
                    <a:pt x="20807" y="1"/>
                    <a:pt x="20763" y="1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40">
              <a:extLst>
                <a:ext uri="{FF2B5EF4-FFF2-40B4-BE49-F238E27FC236}">
                  <a16:creationId xmlns:a16="http://schemas.microsoft.com/office/drawing/2014/main" id="{ECAC1303-133F-4634-1AF6-404F0B2AA8F7}"/>
                </a:ext>
              </a:extLst>
            </p:cNvPr>
            <p:cNvSpPr/>
            <p:nvPr/>
          </p:nvSpPr>
          <p:spPr>
            <a:xfrm>
              <a:off x="7366247" y="2060282"/>
              <a:ext cx="138879" cy="837129"/>
            </a:xfrm>
            <a:custGeom>
              <a:avLst/>
              <a:gdLst/>
              <a:ahLst/>
              <a:cxnLst/>
              <a:rect l="l" t="t" r="r" b="b"/>
              <a:pathLst>
                <a:path w="1838" h="11079" extrusionOk="0">
                  <a:moveTo>
                    <a:pt x="497" y="1"/>
                  </a:moveTo>
                  <a:lnTo>
                    <a:pt x="0" y="11055"/>
                  </a:lnTo>
                  <a:lnTo>
                    <a:pt x="1838" y="11078"/>
                  </a:lnTo>
                  <a:lnTo>
                    <a:pt x="1838" y="11078"/>
                  </a:lnTo>
                  <a:lnTo>
                    <a:pt x="1601" y="15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40">
              <a:extLst>
                <a:ext uri="{FF2B5EF4-FFF2-40B4-BE49-F238E27FC236}">
                  <a16:creationId xmlns:a16="http://schemas.microsoft.com/office/drawing/2014/main" id="{9700CB36-7BC0-E554-2BE3-626C34CD100C}"/>
                </a:ext>
              </a:extLst>
            </p:cNvPr>
            <p:cNvSpPr/>
            <p:nvPr/>
          </p:nvSpPr>
          <p:spPr>
            <a:xfrm>
              <a:off x="7366247" y="2060282"/>
              <a:ext cx="79489" cy="835845"/>
            </a:xfrm>
            <a:custGeom>
              <a:avLst/>
              <a:gdLst/>
              <a:ahLst/>
              <a:cxnLst/>
              <a:rect l="l" t="t" r="r" b="b"/>
              <a:pathLst>
                <a:path w="1052" h="11062" extrusionOk="0">
                  <a:moveTo>
                    <a:pt x="497" y="1"/>
                  </a:moveTo>
                  <a:lnTo>
                    <a:pt x="363" y="2994"/>
                  </a:lnTo>
                  <a:lnTo>
                    <a:pt x="0" y="11055"/>
                  </a:lnTo>
                  <a:lnTo>
                    <a:pt x="918" y="11062"/>
                  </a:lnTo>
                  <a:lnTo>
                    <a:pt x="1051" y="8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9293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40">
              <a:extLst>
                <a:ext uri="{FF2B5EF4-FFF2-40B4-BE49-F238E27FC236}">
                  <a16:creationId xmlns:a16="http://schemas.microsoft.com/office/drawing/2014/main" id="{9BCE8247-BE5A-5827-2056-71C33BBE76DF}"/>
                </a:ext>
              </a:extLst>
            </p:cNvPr>
            <p:cNvSpPr/>
            <p:nvPr/>
          </p:nvSpPr>
          <p:spPr>
            <a:xfrm>
              <a:off x="7393147" y="2261876"/>
              <a:ext cx="99059" cy="49794"/>
            </a:xfrm>
            <a:custGeom>
              <a:avLst/>
              <a:gdLst/>
              <a:ahLst/>
              <a:cxnLst/>
              <a:rect l="l" t="t" r="r" b="b"/>
              <a:pathLst>
                <a:path w="1311" h="659" extrusionOk="0">
                  <a:moveTo>
                    <a:pt x="29" y="0"/>
                  </a:moveTo>
                  <a:lnTo>
                    <a:pt x="0" y="637"/>
                  </a:lnTo>
                  <a:lnTo>
                    <a:pt x="651" y="651"/>
                  </a:lnTo>
                  <a:lnTo>
                    <a:pt x="1311" y="658"/>
                  </a:lnTo>
                  <a:lnTo>
                    <a:pt x="1297" y="14"/>
                  </a:lnTo>
                  <a:lnTo>
                    <a:pt x="667" y="7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40">
              <a:extLst>
                <a:ext uri="{FF2B5EF4-FFF2-40B4-BE49-F238E27FC236}">
                  <a16:creationId xmlns:a16="http://schemas.microsoft.com/office/drawing/2014/main" id="{02719FEF-1A60-3549-70B5-DD20123CB351}"/>
                </a:ext>
              </a:extLst>
            </p:cNvPr>
            <p:cNvSpPr/>
            <p:nvPr/>
          </p:nvSpPr>
          <p:spPr>
            <a:xfrm>
              <a:off x="7386951" y="2374839"/>
              <a:ext cx="108126" cy="72386"/>
            </a:xfrm>
            <a:custGeom>
              <a:avLst/>
              <a:gdLst/>
              <a:ahLst/>
              <a:cxnLst/>
              <a:rect l="l" t="t" r="r" b="b"/>
              <a:pathLst>
                <a:path w="1431" h="958" extrusionOk="0">
                  <a:moveTo>
                    <a:pt x="45" y="1"/>
                  </a:moveTo>
                  <a:lnTo>
                    <a:pt x="0" y="941"/>
                  </a:lnTo>
                  <a:lnTo>
                    <a:pt x="719" y="950"/>
                  </a:lnTo>
                  <a:lnTo>
                    <a:pt x="1430" y="957"/>
                  </a:lnTo>
                  <a:lnTo>
                    <a:pt x="1416" y="24"/>
                  </a:lnTo>
                  <a:lnTo>
                    <a:pt x="726" y="8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8" name="Google Shape;3028;p40">
            <a:extLst>
              <a:ext uri="{FF2B5EF4-FFF2-40B4-BE49-F238E27FC236}">
                <a16:creationId xmlns:a16="http://schemas.microsoft.com/office/drawing/2014/main" id="{ED8A989A-931A-1DD9-F787-9BBAAABE5654}"/>
              </a:ext>
            </a:extLst>
          </p:cNvPr>
          <p:cNvGrpSpPr/>
          <p:nvPr/>
        </p:nvGrpSpPr>
        <p:grpSpPr>
          <a:xfrm>
            <a:off x="5294399" y="4481088"/>
            <a:ext cx="2749703" cy="122913"/>
            <a:chOff x="5024149" y="4918613"/>
            <a:chExt cx="2749703" cy="122913"/>
          </a:xfrm>
        </p:grpSpPr>
        <p:sp>
          <p:nvSpPr>
            <p:cNvPr id="3029" name="Google Shape;3029;p40">
              <a:extLst>
                <a:ext uri="{FF2B5EF4-FFF2-40B4-BE49-F238E27FC236}">
                  <a16:creationId xmlns:a16="http://schemas.microsoft.com/office/drawing/2014/main" id="{65708ABC-2CD3-09E6-ED1C-A3D021B494E1}"/>
                </a:ext>
              </a:extLst>
            </p:cNvPr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40">
              <a:extLst>
                <a:ext uri="{FF2B5EF4-FFF2-40B4-BE49-F238E27FC236}">
                  <a16:creationId xmlns:a16="http://schemas.microsoft.com/office/drawing/2014/main" id="{50CBE25F-6B23-46B0-E4EB-309648894AAC}"/>
                </a:ext>
              </a:extLst>
            </p:cNvPr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40">
              <a:extLst>
                <a:ext uri="{FF2B5EF4-FFF2-40B4-BE49-F238E27FC236}">
                  <a16:creationId xmlns:a16="http://schemas.microsoft.com/office/drawing/2014/main" id="{E3BC3D27-486F-19EF-944D-24CB97D9EB93}"/>
                </a:ext>
              </a:extLst>
            </p:cNvPr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40">
              <a:extLst>
                <a:ext uri="{FF2B5EF4-FFF2-40B4-BE49-F238E27FC236}">
                  <a16:creationId xmlns:a16="http://schemas.microsoft.com/office/drawing/2014/main" id="{3FAA534C-3555-A646-7162-42512CA7BD48}"/>
                </a:ext>
              </a:extLst>
            </p:cNvPr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40">
              <a:extLst>
                <a:ext uri="{FF2B5EF4-FFF2-40B4-BE49-F238E27FC236}">
                  <a16:creationId xmlns:a16="http://schemas.microsoft.com/office/drawing/2014/main" id="{37F3AB5D-9E1E-1187-E6CD-31E98F6FAF99}"/>
                </a:ext>
              </a:extLst>
            </p:cNvPr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40">
              <a:extLst>
                <a:ext uri="{FF2B5EF4-FFF2-40B4-BE49-F238E27FC236}">
                  <a16:creationId xmlns:a16="http://schemas.microsoft.com/office/drawing/2014/main" id="{DB09128C-EF0A-CB4E-5D7F-2738A0656F00}"/>
                </a:ext>
              </a:extLst>
            </p:cNvPr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40">
              <a:extLst>
                <a:ext uri="{FF2B5EF4-FFF2-40B4-BE49-F238E27FC236}">
                  <a16:creationId xmlns:a16="http://schemas.microsoft.com/office/drawing/2014/main" id="{7D2D3CB6-D58F-4352-F6C0-1EEB60D044BD}"/>
                </a:ext>
              </a:extLst>
            </p:cNvPr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40">
              <a:extLst>
                <a:ext uri="{FF2B5EF4-FFF2-40B4-BE49-F238E27FC236}">
                  <a16:creationId xmlns:a16="http://schemas.microsoft.com/office/drawing/2014/main" id="{00343C29-BEE5-4EA0-0942-B2F7783D28DE}"/>
                </a:ext>
              </a:extLst>
            </p:cNvPr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40">
              <a:extLst>
                <a:ext uri="{FF2B5EF4-FFF2-40B4-BE49-F238E27FC236}">
                  <a16:creationId xmlns:a16="http://schemas.microsoft.com/office/drawing/2014/main" id="{A15432EE-F113-F239-ADB7-5FBD0748CC0B}"/>
                </a:ext>
              </a:extLst>
            </p:cNvPr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40">
              <a:extLst>
                <a:ext uri="{FF2B5EF4-FFF2-40B4-BE49-F238E27FC236}">
                  <a16:creationId xmlns:a16="http://schemas.microsoft.com/office/drawing/2014/main" id="{F9FF6A4E-7862-395B-2DDC-17D212A1C3C6}"/>
                </a:ext>
              </a:extLst>
            </p:cNvPr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40">
              <a:extLst>
                <a:ext uri="{FF2B5EF4-FFF2-40B4-BE49-F238E27FC236}">
                  <a16:creationId xmlns:a16="http://schemas.microsoft.com/office/drawing/2014/main" id="{C1BD4B8A-FC3B-FD87-E241-17C124BD6AD0}"/>
                </a:ext>
              </a:extLst>
            </p:cNvPr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40">
              <a:extLst>
                <a:ext uri="{FF2B5EF4-FFF2-40B4-BE49-F238E27FC236}">
                  <a16:creationId xmlns:a16="http://schemas.microsoft.com/office/drawing/2014/main" id="{3F7065C6-B127-8808-5ADA-60E3956EC380}"/>
                </a:ext>
              </a:extLst>
            </p:cNvPr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40">
              <a:extLst>
                <a:ext uri="{FF2B5EF4-FFF2-40B4-BE49-F238E27FC236}">
                  <a16:creationId xmlns:a16="http://schemas.microsoft.com/office/drawing/2014/main" id="{AB2A2739-0C5D-9B24-2DF7-B2D3964C89FF}"/>
                </a:ext>
              </a:extLst>
            </p:cNvPr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40">
              <a:extLst>
                <a:ext uri="{FF2B5EF4-FFF2-40B4-BE49-F238E27FC236}">
                  <a16:creationId xmlns:a16="http://schemas.microsoft.com/office/drawing/2014/main" id="{352BECF7-2A19-CAB4-62C9-61E5CCBD720D}"/>
                </a:ext>
              </a:extLst>
            </p:cNvPr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40">
              <a:extLst>
                <a:ext uri="{FF2B5EF4-FFF2-40B4-BE49-F238E27FC236}">
                  <a16:creationId xmlns:a16="http://schemas.microsoft.com/office/drawing/2014/main" id="{33A9985F-DD63-6AFC-B8C9-3B726B50CD09}"/>
                </a:ext>
              </a:extLst>
            </p:cNvPr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40">
              <a:extLst>
                <a:ext uri="{FF2B5EF4-FFF2-40B4-BE49-F238E27FC236}">
                  <a16:creationId xmlns:a16="http://schemas.microsoft.com/office/drawing/2014/main" id="{A9A86144-1765-2F66-F218-83D40B6E1EC1}"/>
                </a:ext>
              </a:extLst>
            </p:cNvPr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40">
              <a:extLst>
                <a:ext uri="{FF2B5EF4-FFF2-40B4-BE49-F238E27FC236}">
                  <a16:creationId xmlns:a16="http://schemas.microsoft.com/office/drawing/2014/main" id="{DAF8613B-C400-6143-0187-F3C9F054CA90}"/>
                </a:ext>
              </a:extLst>
            </p:cNvPr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40">
              <a:extLst>
                <a:ext uri="{FF2B5EF4-FFF2-40B4-BE49-F238E27FC236}">
                  <a16:creationId xmlns:a16="http://schemas.microsoft.com/office/drawing/2014/main" id="{01158E7D-3278-53F8-B327-4D97B368E39D}"/>
                </a:ext>
              </a:extLst>
            </p:cNvPr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40">
              <a:extLst>
                <a:ext uri="{FF2B5EF4-FFF2-40B4-BE49-F238E27FC236}">
                  <a16:creationId xmlns:a16="http://schemas.microsoft.com/office/drawing/2014/main" id="{4ABCE8CE-1B2B-D11D-A5C4-18A4ECBF4994}"/>
                </a:ext>
              </a:extLst>
            </p:cNvPr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40">
              <a:extLst>
                <a:ext uri="{FF2B5EF4-FFF2-40B4-BE49-F238E27FC236}">
                  <a16:creationId xmlns:a16="http://schemas.microsoft.com/office/drawing/2014/main" id="{5AA98858-99B2-8718-8ADD-5520BD01D1DF}"/>
                </a:ext>
              </a:extLst>
            </p:cNvPr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40">
              <a:extLst>
                <a:ext uri="{FF2B5EF4-FFF2-40B4-BE49-F238E27FC236}">
                  <a16:creationId xmlns:a16="http://schemas.microsoft.com/office/drawing/2014/main" id="{46A38E88-9562-CC25-BD27-76A01A061819}"/>
                </a:ext>
              </a:extLst>
            </p:cNvPr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40">
              <a:extLst>
                <a:ext uri="{FF2B5EF4-FFF2-40B4-BE49-F238E27FC236}">
                  <a16:creationId xmlns:a16="http://schemas.microsoft.com/office/drawing/2014/main" id="{A236C742-AE33-AB3C-6EA1-E9E9EF003A94}"/>
                </a:ext>
              </a:extLst>
            </p:cNvPr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40">
              <a:extLst>
                <a:ext uri="{FF2B5EF4-FFF2-40B4-BE49-F238E27FC236}">
                  <a16:creationId xmlns:a16="http://schemas.microsoft.com/office/drawing/2014/main" id="{FB004459-A599-06F2-BC61-39DA47C6ADA4}"/>
                </a:ext>
              </a:extLst>
            </p:cNvPr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40">
              <a:extLst>
                <a:ext uri="{FF2B5EF4-FFF2-40B4-BE49-F238E27FC236}">
                  <a16:creationId xmlns:a16="http://schemas.microsoft.com/office/drawing/2014/main" id="{53677901-474F-9079-3104-BAB579DD7BBC}"/>
                </a:ext>
              </a:extLst>
            </p:cNvPr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40">
              <a:extLst>
                <a:ext uri="{FF2B5EF4-FFF2-40B4-BE49-F238E27FC236}">
                  <a16:creationId xmlns:a16="http://schemas.microsoft.com/office/drawing/2014/main" id="{9B35B4E8-D6D6-0EED-AB9D-0982976BFB78}"/>
                </a:ext>
              </a:extLst>
            </p:cNvPr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40">
              <a:extLst>
                <a:ext uri="{FF2B5EF4-FFF2-40B4-BE49-F238E27FC236}">
                  <a16:creationId xmlns:a16="http://schemas.microsoft.com/office/drawing/2014/main" id="{B49DC77D-488B-4AC5-CBA8-29C635A9ED51}"/>
                </a:ext>
              </a:extLst>
            </p:cNvPr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40">
              <a:extLst>
                <a:ext uri="{FF2B5EF4-FFF2-40B4-BE49-F238E27FC236}">
                  <a16:creationId xmlns:a16="http://schemas.microsoft.com/office/drawing/2014/main" id="{C01CF52A-1AB0-4BE2-4329-E63E5029FB3E}"/>
                </a:ext>
              </a:extLst>
            </p:cNvPr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40">
              <a:extLst>
                <a:ext uri="{FF2B5EF4-FFF2-40B4-BE49-F238E27FC236}">
                  <a16:creationId xmlns:a16="http://schemas.microsoft.com/office/drawing/2014/main" id="{8E10C7AE-959C-BEDC-B5B6-B84E0D17744D}"/>
                </a:ext>
              </a:extLst>
            </p:cNvPr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40">
              <a:extLst>
                <a:ext uri="{FF2B5EF4-FFF2-40B4-BE49-F238E27FC236}">
                  <a16:creationId xmlns:a16="http://schemas.microsoft.com/office/drawing/2014/main" id="{F19635B1-81A5-6023-713D-E46E6B92E23C}"/>
                </a:ext>
              </a:extLst>
            </p:cNvPr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40">
              <a:extLst>
                <a:ext uri="{FF2B5EF4-FFF2-40B4-BE49-F238E27FC236}">
                  <a16:creationId xmlns:a16="http://schemas.microsoft.com/office/drawing/2014/main" id="{BC9AD7C5-7525-F849-FD95-290B95320FD3}"/>
                </a:ext>
              </a:extLst>
            </p:cNvPr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43474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1">
          <a:extLst>
            <a:ext uri="{FF2B5EF4-FFF2-40B4-BE49-F238E27FC236}">
              <a16:creationId xmlns:a16="http://schemas.microsoft.com/office/drawing/2014/main" id="{68D96A64-7DDF-DB45-E725-2CA0EE38B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6" name="Google Shape;3356;p44">
            <a:extLst>
              <a:ext uri="{FF2B5EF4-FFF2-40B4-BE49-F238E27FC236}">
                <a16:creationId xmlns:a16="http://schemas.microsoft.com/office/drawing/2014/main" id="{CE061EA7-1CAA-9239-E746-A5298A27D4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Simulation des capteurs</a:t>
            </a:r>
            <a:endParaRPr dirty="0"/>
          </a:p>
        </p:txBody>
      </p:sp>
      <p:sp>
        <p:nvSpPr>
          <p:cNvPr id="4196" name="Google Shape;4196;p46"/>
          <p:cNvSpPr/>
          <p:nvPr/>
        </p:nvSpPr>
        <p:spPr>
          <a:xfrm>
            <a:off x="1645951" y="1667425"/>
            <a:ext cx="781500" cy="7815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1" name="Google Shape;4201;p46"/>
          <p:cNvSpPr txBox="1">
            <a:spLocks/>
          </p:cNvSpPr>
          <p:nvPr/>
        </p:nvSpPr>
        <p:spPr>
          <a:xfrm>
            <a:off x="893701" y="2851952"/>
            <a:ext cx="2286000" cy="8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fr-FR"/>
              <a:t>Simulation capteurs: profils de pieces (bureau, reunion, serveur) avec generation aleatoire realiste.</a:t>
            </a:r>
            <a:endParaRPr lang="fr-FR" dirty="0"/>
          </a:p>
        </p:txBody>
      </p:sp>
      <p:sp>
        <p:nvSpPr>
          <p:cNvPr id="4204" name="Google Shape;4204;p46"/>
          <p:cNvSpPr txBox="1">
            <a:spLocks/>
          </p:cNvSpPr>
          <p:nvPr/>
        </p:nvSpPr>
        <p:spPr>
          <a:xfrm>
            <a:off x="893701" y="2571750"/>
            <a:ext cx="2286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0" i="0" u="none" strike="noStrike" cap="none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/>
              <a:t>Simulation</a:t>
            </a:r>
          </a:p>
        </p:txBody>
      </p:sp>
      <p:grpSp>
        <p:nvGrpSpPr>
          <p:cNvPr id="4220" name="Google Shape;4220;p46"/>
          <p:cNvGrpSpPr/>
          <p:nvPr/>
        </p:nvGrpSpPr>
        <p:grpSpPr>
          <a:xfrm>
            <a:off x="1808093" y="1810534"/>
            <a:ext cx="457216" cy="495283"/>
            <a:chOff x="7247441" y="3455838"/>
            <a:chExt cx="353254" cy="382163"/>
          </a:xfrm>
        </p:grpSpPr>
        <p:sp>
          <p:nvSpPr>
            <p:cNvPr id="4221" name="Google Shape;4221;p46"/>
            <p:cNvSpPr/>
            <p:nvPr/>
          </p:nvSpPr>
          <p:spPr>
            <a:xfrm>
              <a:off x="7535285" y="3561665"/>
              <a:ext cx="65409" cy="77729"/>
            </a:xfrm>
            <a:custGeom>
              <a:avLst/>
              <a:gdLst/>
              <a:ahLst/>
              <a:cxnLst/>
              <a:rect l="l" t="t" r="r" b="b"/>
              <a:pathLst>
                <a:path w="2421" h="2877" extrusionOk="0">
                  <a:moveTo>
                    <a:pt x="356" y="1"/>
                  </a:moveTo>
                  <a:cubicBezTo>
                    <a:pt x="254" y="1"/>
                    <a:pt x="162" y="46"/>
                    <a:pt x="94" y="155"/>
                  </a:cubicBezTo>
                  <a:cubicBezTo>
                    <a:pt x="1" y="248"/>
                    <a:pt x="1" y="341"/>
                    <a:pt x="1" y="434"/>
                  </a:cubicBezTo>
                  <a:lnTo>
                    <a:pt x="1" y="2388"/>
                  </a:lnTo>
                  <a:cubicBezTo>
                    <a:pt x="1" y="2667"/>
                    <a:pt x="94" y="2877"/>
                    <a:pt x="396" y="2877"/>
                  </a:cubicBezTo>
                  <a:lnTo>
                    <a:pt x="1653" y="2877"/>
                  </a:lnTo>
                  <a:cubicBezTo>
                    <a:pt x="1839" y="2877"/>
                    <a:pt x="2048" y="2667"/>
                    <a:pt x="2048" y="2481"/>
                  </a:cubicBezTo>
                  <a:lnTo>
                    <a:pt x="2327" y="1318"/>
                  </a:lnTo>
                  <a:cubicBezTo>
                    <a:pt x="2420" y="1225"/>
                    <a:pt x="2327" y="1015"/>
                    <a:pt x="2141" y="922"/>
                  </a:cubicBezTo>
                  <a:lnTo>
                    <a:pt x="583" y="62"/>
                  </a:lnTo>
                  <a:cubicBezTo>
                    <a:pt x="505" y="23"/>
                    <a:pt x="428" y="1"/>
                    <a:pt x="356" y="1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46"/>
            <p:cNvSpPr/>
            <p:nvPr/>
          </p:nvSpPr>
          <p:spPr>
            <a:xfrm>
              <a:off x="7488167" y="3530892"/>
              <a:ext cx="112528" cy="241753"/>
            </a:xfrm>
            <a:custGeom>
              <a:avLst/>
              <a:gdLst/>
              <a:ahLst/>
              <a:cxnLst/>
              <a:rect l="l" t="t" r="r" b="b"/>
              <a:pathLst>
                <a:path w="4165" h="8948" extrusionOk="0">
                  <a:moveTo>
                    <a:pt x="510" y="1"/>
                  </a:moveTo>
                  <a:cubicBezTo>
                    <a:pt x="351" y="1"/>
                    <a:pt x="178" y="87"/>
                    <a:pt x="93" y="224"/>
                  </a:cubicBezTo>
                  <a:cubicBezTo>
                    <a:pt x="0" y="410"/>
                    <a:pt x="93" y="712"/>
                    <a:pt x="303" y="805"/>
                  </a:cubicBezTo>
                  <a:lnTo>
                    <a:pt x="3397" y="2550"/>
                  </a:lnTo>
                  <a:lnTo>
                    <a:pt x="3397" y="8087"/>
                  </a:lnTo>
                  <a:lnTo>
                    <a:pt x="1373" y="8087"/>
                  </a:lnTo>
                  <a:cubicBezTo>
                    <a:pt x="1163" y="8087"/>
                    <a:pt x="977" y="8273"/>
                    <a:pt x="977" y="8552"/>
                  </a:cubicBezTo>
                  <a:cubicBezTo>
                    <a:pt x="977" y="8761"/>
                    <a:pt x="1163" y="8947"/>
                    <a:pt x="1373" y="8947"/>
                  </a:cubicBezTo>
                  <a:lnTo>
                    <a:pt x="3792" y="8947"/>
                  </a:lnTo>
                  <a:cubicBezTo>
                    <a:pt x="3978" y="8947"/>
                    <a:pt x="4164" y="8761"/>
                    <a:pt x="4164" y="8459"/>
                  </a:cubicBezTo>
                  <a:lnTo>
                    <a:pt x="4164" y="2364"/>
                  </a:lnTo>
                  <a:cubicBezTo>
                    <a:pt x="4164" y="2154"/>
                    <a:pt x="4071" y="2061"/>
                    <a:pt x="3978" y="1968"/>
                  </a:cubicBezTo>
                  <a:lnTo>
                    <a:pt x="675" y="37"/>
                  </a:lnTo>
                  <a:cubicBezTo>
                    <a:pt x="625" y="13"/>
                    <a:pt x="568" y="1"/>
                    <a:pt x="510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46"/>
            <p:cNvSpPr/>
            <p:nvPr/>
          </p:nvSpPr>
          <p:spPr>
            <a:xfrm>
              <a:off x="7472442" y="3730498"/>
              <a:ext cx="57844" cy="57844"/>
            </a:xfrm>
            <a:custGeom>
              <a:avLst/>
              <a:gdLst/>
              <a:ahLst/>
              <a:cxnLst/>
              <a:rect l="l" t="t" r="r" b="b"/>
              <a:pathLst>
                <a:path w="2141" h="2141" extrusionOk="0">
                  <a:moveTo>
                    <a:pt x="210" y="1"/>
                  </a:moveTo>
                  <a:cubicBezTo>
                    <a:pt x="94" y="1"/>
                    <a:pt x="1" y="117"/>
                    <a:pt x="1" y="210"/>
                  </a:cubicBezTo>
                  <a:lnTo>
                    <a:pt x="1" y="1955"/>
                  </a:lnTo>
                  <a:cubicBezTo>
                    <a:pt x="1" y="2048"/>
                    <a:pt x="94" y="2141"/>
                    <a:pt x="210" y="2141"/>
                  </a:cubicBezTo>
                  <a:lnTo>
                    <a:pt x="1071" y="2141"/>
                  </a:lnTo>
                  <a:cubicBezTo>
                    <a:pt x="1652" y="2141"/>
                    <a:pt x="2141" y="1559"/>
                    <a:pt x="2048" y="978"/>
                  </a:cubicBezTo>
                  <a:cubicBezTo>
                    <a:pt x="2048" y="489"/>
                    <a:pt x="1559" y="1"/>
                    <a:pt x="9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46"/>
            <p:cNvSpPr/>
            <p:nvPr/>
          </p:nvSpPr>
          <p:spPr>
            <a:xfrm>
              <a:off x="7265651" y="3597247"/>
              <a:ext cx="220031" cy="222543"/>
            </a:xfrm>
            <a:custGeom>
              <a:avLst/>
              <a:gdLst/>
              <a:ahLst/>
              <a:cxnLst/>
              <a:rect l="l" t="t" r="r" b="b"/>
              <a:pathLst>
                <a:path w="8144" h="8237" extrusionOk="0">
                  <a:moveTo>
                    <a:pt x="396" y="1"/>
                  </a:moveTo>
                  <a:cubicBezTo>
                    <a:pt x="187" y="1"/>
                    <a:pt x="1" y="187"/>
                    <a:pt x="1" y="489"/>
                  </a:cubicBezTo>
                  <a:lnTo>
                    <a:pt x="1" y="8236"/>
                  </a:lnTo>
                  <a:lnTo>
                    <a:pt x="8143" y="8236"/>
                  </a:lnTo>
                  <a:lnTo>
                    <a:pt x="8143" y="489"/>
                  </a:lnTo>
                  <a:cubicBezTo>
                    <a:pt x="8143" y="187"/>
                    <a:pt x="7957" y="1"/>
                    <a:pt x="7748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46"/>
            <p:cNvSpPr/>
            <p:nvPr/>
          </p:nvSpPr>
          <p:spPr>
            <a:xfrm>
              <a:off x="7247441" y="3814738"/>
              <a:ext cx="258963" cy="23262"/>
            </a:xfrm>
            <a:custGeom>
              <a:avLst/>
              <a:gdLst/>
              <a:ahLst/>
              <a:cxnLst/>
              <a:rect l="l" t="t" r="r" b="b"/>
              <a:pathLst>
                <a:path w="9585" h="861" extrusionOk="0">
                  <a:moveTo>
                    <a:pt x="489" y="0"/>
                  </a:moveTo>
                  <a:cubicBezTo>
                    <a:pt x="186" y="0"/>
                    <a:pt x="0" y="279"/>
                    <a:pt x="0" y="489"/>
                  </a:cubicBezTo>
                  <a:cubicBezTo>
                    <a:pt x="93" y="675"/>
                    <a:pt x="279" y="861"/>
                    <a:pt x="489" y="861"/>
                  </a:cubicBezTo>
                  <a:lnTo>
                    <a:pt x="9120" y="861"/>
                  </a:lnTo>
                  <a:cubicBezTo>
                    <a:pt x="9399" y="861"/>
                    <a:pt x="9585" y="675"/>
                    <a:pt x="9492" y="372"/>
                  </a:cubicBezTo>
                  <a:cubicBezTo>
                    <a:pt x="9492" y="186"/>
                    <a:pt x="9306" y="0"/>
                    <a:pt x="91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46"/>
            <p:cNvSpPr/>
            <p:nvPr/>
          </p:nvSpPr>
          <p:spPr>
            <a:xfrm>
              <a:off x="7375639" y="3597247"/>
              <a:ext cx="110042" cy="222543"/>
            </a:xfrm>
            <a:custGeom>
              <a:avLst/>
              <a:gdLst/>
              <a:ahLst/>
              <a:cxnLst/>
              <a:rect l="l" t="t" r="r" b="b"/>
              <a:pathLst>
                <a:path w="4073" h="8237" extrusionOk="0">
                  <a:moveTo>
                    <a:pt x="1" y="1"/>
                  </a:moveTo>
                  <a:lnTo>
                    <a:pt x="1" y="8236"/>
                  </a:lnTo>
                  <a:lnTo>
                    <a:pt x="4072" y="8236"/>
                  </a:lnTo>
                  <a:lnTo>
                    <a:pt x="4072" y="489"/>
                  </a:lnTo>
                  <a:cubicBezTo>
                    <a:pt x="4072" y="187"/>
                    <a:pt x="3886" y="1"/>
                    <a:pt x="3677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46"/>
            <p:cNvSpPr/>
            <p:nvPr/>
          </p:nvSpPr>
          <p:spPr>
            <a:xfrm>
              <a:off x="7364967" y="3735496"/>
              <a:ext cx="23910" cy="55386"/>
            </a:xfrm>
            <a:custGeom>
              <a:avLst/>
              <a:gdLst/>
              <a:ahLst/>
              <a:cxnLst/>
              <a:rect l="l" t="t" r="r" b="b"/>
              <a:pathLst>
                <a:path w="885" h="2050" extrusionOk="0">
                  <a:moveTo>
                    <a:pt x="503" y="1"/>
                  </a:moveTo>
                  <a:cubicBezTo>
                    <a:pt x="466" y="1"/>
                    <a:pt x="429" y="9"/>
                    <a:pt x="396" y="25"/>
                  </a:cubicBezTo>
                  <a:cubicBezTo>
                    <a:pt x="210" y="25"/>
                    <a:pt x="0" y="211"/>
                    <a:pt x="0" y="397"/>
                  </a:cubicBezTo>
                  <a:lnTo>
                    <a:pt x="0" y="1561"/>
                  </a:lnTo>
                  <a:cubicBezTo>
                    <a:pt x="0" y="1770"/>
                    <a:pt x="210" y="1956"/>
                    <a:pt x="396" y="2049"/>
                  </a:cubicBezTo>
                  <a:cubicBezTo>
                    <a:pt x="582" y="2049"/>
                    <a:pt x="884" y="1863"/>
                    <a:pt x="884" y="1561"/>
                  </a:cubicBezTo>
                  <a:lnTo>
                    <a:pt x="884" y="397"/>
                  </a:lnTo>
                  <a:cubicBezTo>
                    <a:pt x="884" y="168"/>
                    <a:pt x="680" y="1"/>
                    <a:pt x="503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46"/>
            <p:cNvSpPr/>
            <p:nvPr/>
          </p:nvSpPr>
          <p:spPr>
            <a:xfrm>
              <a:off x="7375639" y="3736171"/>
              <a:ext cx="13239" cy="54710"/>
            </a:xfrm>
            <a:custGeom>
              <a:avLst/>
              <a:gdLst/>
              <a:ahLst/>
              <a:cxnLst/>
              <a:rect l="l" t="t" r="r" b="b"/>
              <a:pathLst>
                <a:path w="490" h="2025" extrusionOk="0">
                  <a:moveTo>
                    <a:pt x="1" y="0"/>
                  </a:moveTo>
                  <a:lnTo>
                    <a:pt x="1" y="2024"/>
                  </a:lnTo>
                  <a:cubicBezTo>
                    <a:pt x="303" y="2024"/>
                    <a:pt x="489" y="1838"/>
                    <a:pt x="489" y="1536"/>
                  </a:cubicBezTo>
                  <a:lnTo>
                    <a:pt x="489" y="372"/>
                  </a:lnTo>
                  <a:cubicBezTo>
                    <a:pt x="489" y="93"/>
                    <a:pt x="303" y="0"/>
                    <a:pt x="1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46"/>
            <p:cNvSpPr/>
            <p:nvPr/>
          </p:nvSpPr>
          <p:spPr>
            <a:xfrm>
              <a:off x="7305258" y="3673950"/>
              <a:ext cx="141437" cy="91157"/>
            </a:xfrm>
            <a:custGeom>
              <a:avLst/>
              <a:gdLst/>
              <a:ahLst/>
              <a:cxnLst/>
              <a:rect l="l" t="t" r="r" b="b"/>
              <a:pathLst>
                <a:path w="5235" h="3374" extrusionOk="0">
                  <a:moveTo>
                    <a:pt x="4595" y="0"/>
                  </a:moveTo>
                  <a:cubicBezTo>
                    <a:pt x="4543" y="0"/>
                    <a:pt x="4490" y="23"/>
                    <a:pt x="4444" y="70"/>
                  </a:cubicBezTo>
                  <a:lnTo>
                    <a:pt x="3955" y="163"/>
                  </a:lnTo>
                  <a:cubicBezTo>
                    <a:pt x="3490" y="256"/>
                    <a:pt x="3001" y="558"/>
                    <a:pt x="2606" y="1047"/>
                  </a:cubicBezTo>
                  <a:cubicBezTo>
                    <a:pt x="2327" y="558"/>
                    <a:pt x="1838" y="256"/>
                    <a:pt x="1257" y="163"/>
                  </a:cubicBezTo>
                  <a:lnTo>
                    <a:pt x="861" y="70"/>
                  </a:lnTo>
                  <a:cubicBezTo>
                    <a:pt x="791" y="47"/>
                    <a:pt x="726" y="35"/>
                    <a:pt x="667" y="35"/>
                  </a:cubicBezTo>
                  <a:cubicBezTo>
                    <a:pt x="490" y="35"/>
                    <a:pt x="373" y="140"/>
                    <a:pt x="373" y="349"/>
                  </a:cubicBezTo>
                  <a:cubicBezTo>
                    <a:pt x="0" y="1628"/>
                    <a:pt x="768" y="2885"/>
                    <a:pt x="2117" y="3257"/>
                  </a:cubicBezTo>
                  <a:lnTo>
                    <a:pt x="2513" y="3373"/>
                  </a:lnTo>
                  <a:lnTo>
                    <a:pt x="2699" y="3373"/>
                  </a:lnTo>
                  <a:lnTo>
                    <a:pt x="3188" y="3257"/>
                  </a:lnTo>
                  <a:cubicBezTo>
                    <a:pt x="4444" y="2885"/>
                    <a:pt x="5235" y="1628"/>
                    <a:pt x="4932" y="349"/>
                  </a:cubicBezTo>
                  <a:cubicBezTo>
                    <a:pt x="4932" y="256"/>
                    <a:pt x="4839" y="163"/>
                    <a:pt x="4746" y="70"/>
                  </a:cubicBezTo>
                  <a:cubicBezTo>
                    <a:pt x="4700" y="23"/>
                    <a:pt x="4647" y="0"/>
                    <a:pt x="4595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46"/>
            <p:cNvSpPr/>
            <p:nvPr/>
          </p:nvSpPr>
          <p:spPr>
            <a:xfrm>
              <a:off x="7254979" y="3455838"/>
              <a:ext cx="243887" cy="175398"/>
            </a:xfrm>
            <a:custGeom>
              <a:avLst/>
              <a:gdLst/>
              <a:ahLst/>
              <a:cxnLst/>
              <a:rect l="l" t="t" r="r" b="b"/>
              <a:pathLst>
                <a:path w="9027" h="6492" extrusionOk="0">
                  <a:moveTo>
                    <a:pt x="791" y="1"/>
                  </a:moveTo>
                  <a:cubicBezTo>
                    <a:pt x="303" y="1"/>
                    <a:pt x="0" y="396"/>
                    <a:pt x="0" y="861"/>
                  </a:cubicBezTo>
                  <a:lnTo>
                    <a:pt x="0" y="5723"/>
                  </a:lnTo>
                  <a:cubicBezTo>
                    <a:pt x="0" y="6212"/>
                    <a:pt x="303" y="6491"/>
                    <a:pt x="791" y="6491"/>
                  </a:cubicBezTo>
                  <a:lnTo>
                    <a:pt x="8259" y="6491"/>
                  </a:lnTo>
                  <a:cubicBezTo>
                    <a:pt x="8631" y="6491"/>
                    <a:pt x="9027" y="6212"/>
                    <a:pt x="9027" y="5723"/>
                  </a:cubicBezTo>
                  <a:lnTo>
                    <a:pt x="9027" y="861"/>
                  </a:lnTo>
                  <a:cubicBezTo>
                    <a:pt x="9027" y="396"/>
                    <a:pt x="8631" y="1"/>
                    <a:pt x="82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46"/>
            <p:cNvSpPr/>
            <p:nvPr/>
          </p:nvSpPr>
          <p:spPr>
            <a:xfrm>
              <a:off x="7375639" y="3455838"/>
              <a:ext cx="123227" cy="175398"/>
            </a:xfrm>
            <a:custGeom>
              <a:avLst/>
              <a:gdLst/>
              <a:ahLst/>
              <a:cxnLst/>
              <a:rect l="l" t="t" r="r" b="b"/>
              <a:pathLst>
                <a:path w="4561" h="6492" extrusionOk="0">
                  <a:moveTo>
                    <a:pt x="1" y="1"/>
                  </a:moveTo>
                  <a:lnTo>
                    <a:pt x="1" y="6491"/>
                  </a:lnTo>
                  <a:lnTo>
                    <a:pt x="3793" y="6491"/>
                  </a:lnTo>
                  <a:cubicBezTo>
                    <a:pt x="4165" y="6491"/>
                    <a:pt x="4561" y="6212"/>
                    <a:pt x="4561" y="5723"/>
                  </a:cubicBezTo>
                  <a:lnTo>
                    <a:pt x="4561" y="861"/>
                  </a:lnTo>
                  <a:cubicBezTo>
                    <a:pt x="4561" y="396"/>
                    <a:pt x="4165" y="1"/>
                    <a:pt x="3793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46"/>
            <p:cNvSpPr/>
            <p:nvPr/>
          </p:nvSpPr>
          <p:spPr>
            <a:xfrm>
              <a:off x="7297072" y="3494797"/>
              <a:ext cx="157161" cy="97452"/>
            </a:xfrm>
            <a:custGeom>
              <a:avLst/>
              <a:gdLst/>
              <a:ahLst/>
              <a:cxnLst/>
              <a:rect l="l" t="t" r="r" b="b"/>
              <a:pathLst>
                <a:path w="5817" h="3607" extrusionOk="0">
                  <a:moveTo>
                    <a:pt x="885" y="1"/>
                  </a:moveTo>
                  <a:cubicBezTo>
                    <a:pt x="396" y="1"/>
                    <a:pt x="1" y="396"/>
                    <a:pt x="1" y="885"/>
                  </a:cubicBezTo>
                  <a:lnTo>
                    <a:pt x="1" y="2816"/>
                  </a:lnTo>
                  <a:cubicBezTo>
                    <a:pt x="1" y="3304"/>
                    <a:pt x="396" y="3607"/>
                    <a:pt x="885" y="3607"/>
                  </a:cubicBezTo>
                  <a:lnTo>
                    <a:pt x="5049" y="3607"/>
                  </a:lnTo>
                  <a:cubicBezTo>
                    <a:pt x="5538" y="3607"/>
                    <a:pt x="5817" y="3304"/>
                    <a:pt x="5817" y="2816"/>
                  </a:cubicBezTo>
                  <a:lnTo>
                    <a:pt x="5817" y="885"/>
                  </a:lnTo>
                  <a:cubicBezTo>
                    <a:pt x="5817" y="396"/>
                    <a:pt x="5538" y="1"/>
                    <a:pt x="504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46"/>
            <p:cNvSpPr/>
            <p:nvPr/>
          </p:nvSpPr>
          <p:spPr>
            <a:xfrm>
              <a:off x="7375639" y="3494797"/>
              <a:ext cx="78594" cy="97452"/>
            </a:xfrm>
            <a:custGeom>
              <a:avLst/>
              <a:gdLst/>
              <a:ahLst/>
              <a:cxnLst/>
              <a:rect l="l" t="t" r="r" b="b"/>
              <a:pathLst>
                <a:path w="2909" h="3607" extrusionOk="0">
                  <a:moveTo>
                    <a:pt x="1" y="1"/>
                  </a:moveTo>
                  <a:lnTo>
                    <a:pt x="1" y="3607"/>
                  </a:lnTo>
                  <a:lnTo>
                    <a:pt x="2141" y="3607"/>
                  </a:lnTo>
                  <a:cubicBezTo>
                    <a:pt x="2630" y="3607"/>
                    <a:pt x="2909" y="3304"/>
                    <a:pt x="2909" y="2816"/>
                  </a:cubicBezTo>
                  <a:lnTo>
                    <a:pt x="2909" y="885"/>
                  </a:lnTo>
                  <a:cubicBezTo>
                    <a:pt x="2909" y="396"/>
                    <a:pt x="2630" y="1"/>
                    <a:pt x="2141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46"/>
            <p:cNvSpPr/>
            <p:nvPr/>
          </p:nvSpPr>
          <p:spPr>
            <a:xfrm>
              <a:off x="7375639" y="3674788"/>
              <a:ext cx="71056" cy="90320"/>
            </a:xfrm>
            <a:custGeom>
              <a:avLst/>
              <a:gdLst/>
              <a:ahLst/>
              <a:cxnLst/>
              <a:rect l="l" t="t" r="r" b="b"/>
              <a:pathLst>
                <a:path w="2630" h="3343" extrusionOk="0">
                  <a:moveTo>
                    <a:pt x="1945" y="0"/>
                  </a:moveTo>
                  <a:cubicBezTo>
                    <a:pt x="1903" y="0"/>
                    <a:pt x="1866" y="12"/>
                    <a:pt x="1839" y="39"/>
                  </a:cubicBezTo>
                  <a:lnTo>
                    <a:pt x="1350" y="132"/>
                  </a:lnTo>
                  <a:cubicBezTo>
                    <a:pt x="885" y="225"/>
                    <a:pt x="396" y="527"/>
                    <a:pt x="1" y="1016"/>
                  </a:cubicBezTo>
                  <a:lnTo>
                    <a:pt x="1" y="3342"/>
                  </a:lnTo>
                  <a:lnTo>
                    <a:pt x="94" y="3342"/>
                  </a:lnTo>
                  <a:lnTo>
                    <a:pt x="583" y="3226"/>
                  </a:lnTo>
                  <a:cubicBezTo>
                    <a:pt x="1839" y="2854"/>
                    <a:pt x="2630" y="1597"/>
                    <a:pt x="2327" y="318"/>
                  </a:cubicBezTo>
                  <a:cubicBezTo>
                    <a:pt x="2327" y="225"/>
                    <a:pt x="2327" y="225"/>
                    <a:pt x="2234" y="132"/>
                  </a:cubicBezTo>
                  <a:cubicBezTo>
                    <a:pt x="2168" y="66"/>
                    <a:pt x="2045" y="0"/>
                    <a:pt x="1945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46"/>
            <p:cNvSpPr/>
            <p:nvPr/>
          </p:nvSpPr>
          <p:spPr>
            <a:xfrm>
              <a:off x="7375639" y="3814738"/>
              <a:ext cx="128252" cy="23262"/>
            </a:xfrm>
            <a:custGeom>
              <a:avLst/>
              <a:gdLst/>
              <a:ahLst/>
              <a:cxnLst/>
              <a:rect l="l" t="t" r="r" b="b"/>
              <a:pathLst>
                <a:path w="4747" h="861" extrusionOk="0">
                  <a:moveTo>
                    <a:pt x="1" y="0"/>
                  </a:moveTo>
                  <a:lnTo>
                    <a:pt x="1" y="861"/>
                  </a:lnTo>
                  <a:lnTo>
                    <a:pt x="4375" y="861"/>
                  </a:lnTo>
                  <a:cubicBezTo>
                    <a:pt x="4561" y="861"/>
                    <a:pt x="4747" y="675"/>
                    <a:pt x="4747" y="372"/>
                  </a:cubicBezTo>
                  <a:cubicBezTo>
                    <a:pt x="4747" y="186"/>
                    <a:pt x="4561" y="0"/>
                    <a:pt x="43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48288E5D-13C9-3385-06CC-DF74AD044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160" y="1483443"/>
            <a:ext cx="6175636" cy="273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986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5" name="Google Shape;2825;p40"/>
          <p:cNvSpPr/>
          <p:nvPr/>
        </p:nvSpPr>
        <p:spPr>
          <a:xfrm>
            <a:off x="6715600" y="739628"/>
            <a:ext cx="3611700" cy="44178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6" name="Google Shape;2826;p40"/>
          <p:cNvSpPr txBox="1">
            <a:spLocks noGrp="1"/>
          </p:cNvSpPr>
          <p:nvPr>
            <p:ph type="title"/>
          </p:nvPr>
        </p:nvSpPr>
        <p:spPr>
          <a:xfrm>
            <a:off x="670381" y="2233664"/>
            <a:ext cx="4098000" cy="16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IA &amp; Mistral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7" name="Google Shape;2827;p40"/>
          <p:cNvSpPr txBox="1">
            <a:spLocks noGrp="1"/>
          </p:cNvSpPr>
          <p:nvPr>
            <p:ph type="title" idx="2"/>
          </p:nvPr>
        </p:nvSpPr>
        <p:spPr>
          <a:xfrm>
            <a:off x="670380" y="1391864"/>
            <a:ext cx="1654605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c.</a:t>
            </a:r>
            <a:endParaRPr dirty="0"/>
          </a:p>
        </p:txBody>
      </p:sp>
      <p:grpSp>
        <p:nvGrpSpPr>
          <p:cNvPr id="2829" name="Google Shape;2829;p40"/>
          <p:cNvGrpSpPr/>
          <p:nvPr/>
        </p:nvGrpSpPr>
        <p:grpSpPr>
          <a:xfrm>
            <a:off x="4815809" y="1231579"/>
            <a:ext cx="3760350" cy="2993849"/>
            <a:chOff x="4570602" y="770013"/>
            <a:chExt cx="4251385" cy="3384793"/>
          </a:xfrm>
        </p:grpSpPr>
        <p:sp>
          <p:nvSpPr>
            <p:cNvPr id="2830" name="Google Shape;2830;p40"/>
            <p:cNvSpPr/>
            <p:nvPr/>
          </p:nvSpPr>
          <p:spPr>
            <a:xfrm>
              <a:off x="6729050" y="3130136"/>
              <a:ext cx="1375116" cy="1024669"/>
            </a:xfrm>
            <a:custGeom>
              <a:avLst/>
              <a:gdLst/>
              <a:ahLst/>
              <a:cxnLst/>
              <a:rect l="l" t="t" r="r" b="b"/>
              <a:pathLst>
                <a:path w="18199" h="13561" extrusionOk="0">
                  <a:moveTo>
                    <a:pt x="0" y="1"/>
                  </a:moveTo>
                  <a:lnTo>
                    <a:pt x="0" y="13554"/>
                  </a:lnTo>
                  <a:cubicBezTo>
                    <a:pt x="52" y="13554"/>
                    <a:pt x="104" y="13561"/>
                    <a:pt x="148" y="13561"/>
                  </a:cubicBezTo>
                  <a:cubicBezTo>
                    <a:pt x="5640" y="13561"/>
                    <a:pt x="10582" y="11219"/>
                    <a:pt x="14035" y="7484"/>
                  </a:cubicBezTo>
                  <a:lnTo>
                    <a:pt x="14042" y="7484"/>
                  </a:lnTo>
                  <a:cubicBezTo>
                    <a:pt x="14050" y="7470"/>
                    <a:pt x="14064" y="7456"/>
                    <a:pt x="14071" y="7440"/>
                  </a:cubicBezTo>
                  <a:cubicBezTo>
                    <a:pt x="14108" y="7404"/>
                    <a:pt x="14138" y="7374"/>
                    <a:pt x="14169" y="7337"/>
                  </a:cubicBezTo>
                  <a:lnTo>
                    <a:pt x="14160" y="7337"/>
                  </a:lnTo>
                  <a:cubicBezTo>
                    <a:pt x="16013" y="5254"/>
                    <a:pt x="17414" y="2757"/>
                    <a:pt x="18198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40"/>
            <p:cNvSpPr/>
            <p:nvPr/>
          </p:nvSpPr>
          <p:spPr>
            <a:xfrm>
              <a:off x="5381966" y="3130136"/>
              <a:ext cx="1347688" cy="1024140"/>
            </a:xfrm>
            <a:custGeom>
              <a:avLst/>
              <a:gdLst/>
              <a:ahLst/>
              <a:cxnLst/>
              <a:rect l="l" t="t" r="r" b="b"/>
              <a:pathLst>
                <a:path w="17836" h="13554" extrusionOk="0">
                  <a:moveTo>
                    <a:pt x="0" y="1"/>
                  </a:moveTo>
                  <a:cubicBezTo>
                    <a:pt x="801" y="2816"/>
                    <a:pt x="2245" y="5366"/>
                    <a:pt x="4165" y="7484"/>
                  </a:cubicBezTo>
                  <a:lnTo>
                    <a:pt x="4172" y="7484"/>
                  </a:lnTo>
                  <a:cubicBezTo>
                    <a:pt x="7580" y="11167"/>
                    <a:pt x="12435" y="13495"/>
                    <a:pt x="17836" y="13554"/>
                  </a:cubicBezTo>
                  <a:lnTo>
                    <a:pt x="17836" y="1"/>
                  </a:ln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40"/>
            <p:cNvSpPr/>
            <p:nvPr/>
          </p:nvSpPr>
          <p:spPr>
            <a:xfrm>
              <a:off x="5198280" y="2452665"/>
              <a:ext cx="34153" cy="21459"/>
            </a:xfrm>
            <a:custGeom>
              <a:avLst/>
              <a:gdLst/>
              <a:ahLst/>
              <a:cxnLst/>
              <a:rect l="l" t="t" r="r" b="b"/>
              <a:pathLst>
                <a:path w="452" h="284" extrusionOk="0">
                  <a:moveTo>
                    <a:pt x="0" y="0"/>
                  </a:moveTo>
                  <a:lnTo>
                    <a:pt x="0" y="0"/>
                  </a:lnTo>
                  <a:cubicBezTo>
                    <a:pt x="164" y="61"/>
                    <a:pt x="297" y="157"/>
                    <a:pt x="416" y="283"/>
                  </a:cubicBezTo>
                  <a:lnTo>
                    <a:pt x="452" y="232"/>
                  </a:lnTo>
                  <a:cubicBezTo>
                    <a:pt x="319" y="120"/>
                    <a:pt x="171" y="38"/>
                    <a:pt x="0" y="0"/>
                  </a:cubicBezTo>
                  <a:close/>
                </a:path>
              </a:pathLst>
            </a:custGeom>
            <a:solidFill>
              <a:srgbClr val="959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33" name="Google Shape;2833;p40"/>
            <p:cNvGrpSpPr/>
            <p:nvPr/>
          </p:nvGrpSpPr>
          <p:grpSpPr>
            <a:xfrm>
              <a:off x="4570602" y="2237589"/>
              <a:ext cx="690475" cy="300836"/>
              <a:chOff x="4570602" y="2237589"/>
              <a:chExt cx="690475" cy="300836"/>
            </a:xfrm>
          </p:grpSpPr>
          <p:sp>
            <p:nvSpPr>
              <p:cNvPr id="2834" name="Google Shape;2834;p40"/>
              <p:cNvSpPr/>
              <p:nvPr/>
            </p:nvSpPr>
            <p:spPr>
              <a:xfrm>
                <a:off x="4570602" y="2237589"/>
                <a:ext cx="690475" cy="300836"/>
              </a:xfrm>
              <a:custGeom>
                <a:avLst/>
                <a:gdLst/>
                <a:ahLst/>
                <a:cxnLst/>
                <a:rect l="l" t="t" r="r" b="b"/>
                <a:pathLst>
                  <a:path w="6789" h="2958" extrusionOk="0">
                    <a:moveTo>
                      <a:pt x="3232" y="0"/>
                    </a:moveTo>
                    <a:cubicBezTo>
                      <a:pt x="2690" y="0"/>
                      <a:pt x="2239" y="391"/>
                      <a:pt x="2135" y="906"/>
                    </a:cubicBezTo>
                    <a:cubicBezTo>
                      <a:pt x="2097" y="899"/>
                      <a:pt x="2062" y="899"/>
                      <a:pt x="2017" y="890"/>
                    </a:cubicBezTo>
                    <a:cubicBezTo>
                      <a:pt x="1550" y="890"/>
                      <a:pt x="1157" y="1261"/>
                      <a:pt x="1135" y="1727"/>
                    </a:cubicBezTo>
                    <a:cubicBezTo>
                      <a:pt x="586" y="1868"/>
                      <a:pt x="150" y="2305"/>
                      <a:pt x="1" y="2855"/>
                    </a:cubicBezTo>
                    <a:lnTo>
                      <a:pt x="6789" y="2958"/>
                    </a:lnTo>
                    <a:cubicBezTo>
                      <a:pt x="6625" y="2268"/>
                      <a:pt x="6241" y="1743"/>
                      <a:pt x="5499" y="1734"/>
                    </a:cubicBezTo>
                    <a:lnTo>
                      <a:pt x="5432" y="1734"/>
                    </a:lnTo>
                    <a:cubicBezTo>
                      <a:pt x="5441" y="1210"/>
                      <a:pt x="5025" y="772"/>
                      <a:pt x="4498" y="765"/>
                    </a:cubicBezTo>
                    <a:cubicBezTo>
                      <a:pt x="4425" y="765"/>
                      <a:pt x="4358" y="772"/>
                      <a:pt x="4292" y="787"/>
                    </a:cubicBezTo>
                    <a:cubicBezTo>
                      <a:pt x="4159" y="335"/>
                      <a:pt x="3742" y="9"/>
                      <a:pt x="3246" y="1"/>
                    </a:cubicBezTo>
                    <a:cubicBezTo>
                      <a:pt x="3241" y="1"/>
                      <a:pt x="3237" y="0"/>
                      <a:pt x="3232" y="0"/>
                    </a:cubicBezTo>
                    <a:close/>
                  </a:path>
                </a:pathLst>
              </a:custGeom>
              <a:solidFill>
                <a:srgbClr val="A1E1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40"/>
              <p:cNvSpPr/>
              <p:nvPr/>
            </p:nvSpPr>
            <p:spPr>
              <a:xfrm>
                <a:off x="4789267" y="2330342"/>
                <a:ext cx="76075" cy="152452"/>
              </a:xfrm>
              <a:custGeom>
                <a:avLst/>
                <a:gdLst/>
                <a:ahLst/>
                <a:cxnLst/>
                <a:rect l="l" t="t" r="r" b="b"/>
                <a:pathLst>
                  <a:path w="748" h="1499" extrusionOk="0">
                    <a:moveTo>
                      <a:pt x="1" y="1"/>
                    </a:moveTo>
                    <a:cubicBezTo>
                      <a:pt x="1" y="1"/>
                      <a:pt x="593" y="193"/>
                      <a:pt x="563" y="750"/>
                    </a:cubicBezTo>
                    <a:cubicBezTo>
                      <a:pt x="534" y="1365"/>
                      <a:pt x="1" y="1498"/>
                      <a:pt x="1" y="1498"/>
                    </a:cubicBezTo>
                    <a:cubicBezTo>
                      <a:pt x="415" y="1498"/>
                      <a:pt x="748" y="1164"/>
                      <a:pt x="748" y="750"/>
                    </a:cubicBezTo>
                    <a:cubicBezTo>
                      <a:pt x="748" y="333"/>
                      <a:pt x="415" y="1"/>
                      <a:pt x="1" y="1"/>
                    </a:cubicBezTo>
                    <a:close/>
                  </a:path>
                </a:pathLst>
              </a:custGeom>
              <a:solidFill>
                <a:srgbClr val="CBEF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40"/>
              <p:cNvSpPr/>
              <p:nvPr/>
            </p:nvSpPr>
            <p:spPr>
              <a:xfrm>
                <a:off x="5037122" y="2419331"/>
                <a:ext cx="181849" cy="110856"/>
              </a:xfrm>
              <a:custGeom>
                <a:avLst/>
                <a:gdLst/>
                <a:ahLst/>
                <a:cxnLst/>
                <a:rect l="l" t="t" r="r" b="b"/>
                <a:pathLst>
                  <a:path w="1788" h="1090" extrusionOk="0">
                    <a:moveTo>
                      <a:pt x="1105" y="1"/>
                    </a:moveTo>
                    <a:cubicBezTo>
                      <a:pt x="505" y="1"/>
                      <a:pt x="16" y="481"/>
                      <a:pt x="0" y="1089"/>
                    </a:cubicBezTo>
                    <a:cubicBezTo>
                      <a:pt x="0" y="1089"/>
                      <a:pt x="283" y="214"/>
                      <a:pt x="1046" y="214"/>
                    </a:cubicBezTo>
                    <a:lnTo>
                      <a:pt x="1121" y="214"/>
                    </a:lnTo>
                    <a:cubicBezTo>
                      <a:pt x="1364" y="237"/>
                      <a:pt x="1565" y="312"/>
                      <a:pt x="1713" y="415"/>
                    </a:cubicBezTo>
                    <a:lnTo>
                      <a:pt x="1787" y="319"/>
                    </a:lnTo>
                    <a:cubicBezTo>
                      <a:pt x="1668" y="193"/>
                      <a:pt x="1535" y="97"/>
                      <a:pt x="1371" y="36"/>
                    </a:cubicBezTo>
                    <a:cubicBezTo>
                      <a:pt x="1298" y="15"/>
                      <a:pt x="1209" y="1"/>
                      <a:pt x="1121" y="1"/>
                    </a:cubicBezTo>
                    <a:close/>
                  </a:path>
                </a:pathLst>
              </a:custGeom>
              <a:solidFill>
                <a:srgbClr val="CBEF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37" name="Google Shape;2837;p40"/>
            <p:cNvSpPr/>
            <p:nvPr/>
          </p:nvSpPr>
          <p:spPr>
            <a:xfrm>
              <a:off x="5516525" y="1327946"/>
              <a:ext cx="814774" cy="354600"/>
            </a:xfrm>
            <a:custGeom>
              <a:avLst/>
              <a:gdLst/>
              <a:ahLst/>
              <a:cxnLst/>
              <a:rect l="l" t="t" r="r" b="b"/>
              <a:pathLst>
                <a:path w="8568" h="3729" extrusionOk="0">
                  <a:moveTo>
                    <a:pt x="4485" y="1"/>
                  </a:moveTo>
                  <a:cubicBezTo>
                    <a:pt x="4480" y="1"/>
                    <a:pt x="4475" y="1"/>
                    <a:pt x="4470" y="1"/>
                  </a:cubicBezTo>
                  <a:cubicBezTo>
                    <a:pt x="3848" y="17"/>
                    <a:pt x="3328" y="424"/>
                    <a:pt x="3150" y="995"/>
                  </a:cubicBezTo>
                  <a:cubicBezTo>
                    <a:pt x="3069" y="972"/>
                    <a:pt x="2987" y="965"/>
                    <a:pt x="2898" y="965"/>
                  </a:cubicBezTo>
                  <a:cubicBezTo>
                    <a:pt x="2231" y="979"/>
                    <a:pt x="1706" y="1521"/>
                    <a:pt x="1714" y="2188"/>
                  </a:cubicBezTo>
                  <a:lnTo>
                    <a:pt x="1632" y="2188"/>
                  </a:lnTo>
                  <a:cubicBezTo>
                    <a:pt x="698" y="2202"/>
                    <a:pt x="209" y="2862"/>
                    <a:pt x="1" y="3728"/>
                  </a:cubicBezTo>
                  <a:lnTo>
                    <a:pt x="8567" y="3602"/>
                  </a:lnTo>
                  <a:cubicBezTo>
                    <a:pt x="8382" y="2907"/>
                    <a:pt x="7826" y="2357"/>
                    <a:pt x="7130" y="2179"/>
                  </a:cubicBezTo>
                  <a:cubicBezTo>
                    <a:pt x="7108" y="1592"/>
                    <a:pt x="6626" y="1128"/>
                    <a:pt x="6033" y="1128"/>
                  </a:cubicBezTo>
                  <a:cubicBezTo>
                    <a:pt x="6028" y="1128"/>
                    <a:pt x="6024" y="1128"/>
                    <a:pt x="6019" y="1128"/>
                  </a:cubicBezTo>
                  <a:cubicBezTo>
                    <a:pt x="5975" y="1128"/>
                    <a:pt x="5921" y="1135"/>
                    <a:pt x="5877" y="1143"/>
                  </a:cubicBezTo>
                  <a:cubicBezTo>
                    <a:pt x="5744" y="488"/>
                    <a:pt x="5174" y="1"/>
                    <a:pt x="4485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40"/>
            <p:cNvSpPr/>
            <p:nvPr/>
          </p:nvSpPr>
          <p:spPr>
            <a:xfrm>
              <a:off x="5983828" y="1437873"/>
              <a:ext cx="89579" cy="179249"/>
            </a:xfrm>
            <a:custGeom>
              <a:avLst/>
              <a:gdLst/>
              <a:ahLst/>
              <a:cxnLst/>
              <a:rect l="l" t="t" r="r" b="b"/>
              <a:pathLst>
                <a:path w="942" h="1885" extrusionOk="0">
                  <a:moveTo>
                    <a:pt x="941" y="1"/>
                  </a:moveTo>
                  <a:cubicBezTo>
                    <a:pt x="422" y="1"/>
                    <a:pt x="1" y="424"/>
                    <a:pt x="1" y="943"/>
                  </a:cubicBezTo>
                  <a:cubicBezTo>
                    <a:pt x="1" y="1461"/>
                    <a:pt x="422" y="1884"/>
                    <a:pt x="941" y="1884"/>
                  </a:cubicBezTo>
                  <a:cubicBezTo>
                    <a:pt x="941" y="1884"/>
                    <a:pt x="274" y="1713"/>
                    <a:pt x="230" y="943"/>
                  </a:cubicBezTo>
                  <a:cubicBezTo>
                    <a:pt x="193" y="246"/>
                    <a:pt x="941" y="1"/>
                    <a:pt x="941" y="1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40"/>
            <p:cNvSpPr/>
            <p:nvPr/>
          </p:nvSpPr>
          <p:spPr>
            <a:xfrm>
              <a:off x="5526511" y="1542950"/>
              <a:ext cx="254474" cy="129801"/>
            </a:xfrm>
            <a:custGeom>
              <a:avLst/>
              <a:gdLst/>
              <a:ahLst/>
              <a:cxnLst/>
              <a:rect l="l" t="t" r="r" b="b"/>
              <a:pathLst>
                <a:path w="2676" h="1365" extrusionOk="0">
                  <a:moveTo>
                    <a:pt x="1260" y="0"/>
                  </a:moveTo>
                  <a:cubicBezTo>
                    <a:pt x="1148" y="0"/>
                    <a:pt x="1045" y="16"/>
                    <a:pt x="942" y="38"/>
                  </a:cubicBezTo>
                  <a:cubicBezTo>
                    <a:pt x="481" y="222"/>
                    <a:pt x="186" y="616"/>
                    <a:pt x="1" y="1119"/>
                  </a:cubicBezTo>
                  <a:cubicBezTo>
                    <a:pt x="163" y="800"/>
                    <a:pt x="518" y="319"/>
                    <a:pt x="1267" y="267"/>
                  </a:cubicBezTo>
                  <a:lnTo>
                    <a:pt x="1356" y="267"/>
                  </a:lnTo>
                  <a:cubicBezTo>
                    <a:pt x="2320" y="267"/>
                    <a:pt x="2676" y="1364"/>
                    <a:pt x="2676" y="1364"/>
                  </a:cubicBezTo>
                  <a:cubicBezTo>
                    <a:pt x="2660" y="608"/>
                    <a:pt x="2037" y="0"/>
                    <a:pt x="1281" y="0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40"/>
            <p:cNvSpPr/>
            <p:nvPr/>
          </p:nvSpPr>
          <p:spPr>
            <a:xfrm>
              <a:off x="6729579" y="3391121"/>
              <a:ext cx="413313" cy="43749"/>
            </a:xfrm>
            <a:custGeom>
              <a:avLst/>
              <a:gdLst/>
              <a:ahLst/>
              <a:cxnLst/>
              <a:rect l="l" t="t" r="r" b="b"/>
              <a:pathLst>
                <a:path w="5470" h="579" extrusionOk="0">
                  <a:moveTo>
                    <a:pt x="794" y="1"/>
                  </a:moveTo>
                  <a:lnTo>
                    <a:pt x="779" y="22"/>
                  </a:lnTo>
                  <a:cubicBezTo>
                    <a:pt x="534" y="296"/>
                    <a:pt x="274" y="459"/>
                    <a:pt x="8" y="511"/>
                  </a:cubicBezTo>
                  <a:lnTo>
                    <a:pt x="1" y="511"/>
                  </a:lnTo>
                  <a:lnTo>
                    <a:pt x="1" y="534"/>
                  </a:lnTo>
                  <a:lnTo>
                    <a:pt x="1" y="562"/>
                  </a:lnTo>
                  <a:lnTo>
                    <a:pt x="15" y="555"/>
                  </a:lnTo>
                  <a:cubicBezTo>
                    <a:pt x="290" y="504"/>
                    <a:pt x="548" y="349"/>
                    <a:pt x="794" y="82"/>
                  </a:cubicBezTo>
                  <a:cubicBezTo>
                    <a:pt x="1046" y="385"/>
                    <a:pt x="1402" y="571"/>
                    <a:pt x="1749" y="578"/>
                  </a:cubicBezTo>
                  <a:cubicBezTo>
                    <a:pt x="2193" y="578"/>
                    <a:pt x="2542" y="274"/>
                    <a:pt x="2713" y="73"/>
                  </a:cubicBezTo>
                  <a:cubicBezTo>
                    <a:pt x="2972" y="385"/>
                    <a:pt x="3328" y="571"/>
                    <a:pt x="3676" y="571"/>
                  </a:cubicBezTo>
                  <a:lnTo>
                    <a:pt x="3684" y="571"/>
                  </a:lnTo>
                  <a:cubicBezTo>
                    <a:pt x="4009" y="571"/>
                    <a:pt x="4350" y="394"/>
                    <a:pt x="4639" y="82"/>
                  </a:cubicBezTo>
                  <a:cubicBezTo>
                    <a:pt x="4898" y="356"/>
                    <a:pt x="5165" y="511"/>
                    <a:pt x="5448" y="555"/>
                  </a:cubicBezTo>
                  <a:lnTo>
                    <a:pt x="5462" y="562"/>
                  </a:lnTo>
                  <a:lnTo>
                    <a:pt x="5469" y="511"/>
                  </a:lnTo>
                  <a:lnTo>
                    <a:pt x="5455" y="511"/>
                  </a:lnTo>
                  <a:cubicBezTo>
                    <a:pt x="5181" y="459"/>
                    <a:pt x="4914" y="305"/>
                    <a:pt x="4662" y="22"/>
                  </a:cubicBezTo>
                  <a:lnTo>
                    <a:pt x="4639" y="8"/>
                  </a:lnTo>
                  <a:lnTo>
                    <a:pt x="4624" y="22"/>
                  </a:lnTo>
                  <a:cubicBezTo>
                    <a:pt x="4454" y="207"/>
                    <a:pt x="4114" y="518"/>
                    <a:pt x="3676" y="518"/>
                  </a:cubicBezTo>
                  <a:cubicBezTo>
                    <a:pt x="3335" y="518"/>
                    <a:pt x="2986" y="333"/>
                    <a:pt x="2736" y="22"/>
                  </a:cubicBezTo>
                  <a:lnTo>
                    <a:pt x="2713" y="1"/>
                  </a:lnTo>
                  <a:lnTo>
                    <a:pt x="2698" y="22"/>
                  </a:lnTo>
                  <a:cubicBezTo>
                    <a:pt x="2528" y="207"/>
                    <a:pt x="2186" y="527"/>
                    <a:pt x="1749" y="527"/>
                  </a:cubicBezTo>
                  <a:cubicBezTo>
                    <a:pt x="1409" y="527"/>
                    <a:pt x="1060" y="333"/>
                    <a:pt x="815" y="22"/>
                  </a:cubicBezTo>
                  <a:lnTo>
                    <a:pt x="794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40"/>
            <p:cNvSpPr/>
            <p:nvPr/>
          </p:nvSpPr>
          <p:spPr>
            <a:xfrm>
              <a:off x="6729579" y="3429656"/>
              <a:ext cx="76" cy="4005"/>
            </a:xfrm>
            <a:custGeom>
              <a:avLst/>
              <a:gdLst/>
              <a:ahLst/>
              <a:cxnLst/>
              <a:rect l="l" t="t" r="r" b="b"/>
              <a:pathLst>
                <a:path w="1" h="53" extrusionOk="0">
                  <a:moveTo>
                    <a:pt x="1" y="24"/>
                  </a:moveTo>
                  <a:lnTo>
                    <a:pt x="1" y="38"/>
                  </a:lnTo>
                  <a:lnTo>
                    <a:pt x="1" y="52"/>
                  </a:lnTo>
                  <a:lnTo>
                    <a:pt x="1" y="52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40"/>
            <p:cNvSpPr/>
            <p:nvPr/>
          </p:nvSpPr>
          <p:spPr>
            <a:xfrm>
              <a:off x="6729579" y="3410086"/>
              <a:ext cx="413313" cy="43749"/>
            </a:xfrm>
            <a:custGeom>
              <a:avLst/>
              <a:gdLst/>
              <a:ahLst/>
              <a:cxnLst/>
              <a:rect l="l" t="t" r="r" b="b"/>
              <a:pathLst>
                <a:path w="5470" h="579" extrusionOk="0">
                  <a:moveTo>
                    <a:pt x="794" y="0"/>
                  </a:moveTo>
                  <a:lnTo>
                    <a:pt x="779" y="23"/>
                  </a:lnTo>
                  <a:cubicBezTo>
                    <a:pt x="534" y="297"/>
                    <a:pt x="274" y="461"/>
                    <a:pt x="8" y="512"/>
                  </a:cubicBezTo>
                  <a:lnTo>
                    <a:pt x="1" y="512"/>
                  </a:lnTo>
                  <a:lnTo>
                    <a:pt x="1" y="534"/>
                  </a:lnTo>
                  <a:lnTo>
                    <a:pt x="1" y="564"/>
                  </a:lnTo>
                  <a:lnTo>
                    <a:pt x="15" y="564"/>
                  </a:lnTo>
                  <a:cubicBezTo>
                    <a:pt x="290" y="512"/>
                    <a:pt x="548" y="349"/>
                    <a:pt x="794" y="82"/>
                  </a:cubicBezTo>
                  <a:cubicBezTo>
                    <a:pt x="1046" y="393"/>
                    <a:pt x="1402" y="578"/>
                    <a:pt x="1749" y="578"/>
                  </a:cubicBezTo>
                  <a:cubicBezTo>
                    <a:pt x="2193" y="578"/>
                    <a:pt x="2542" y="276"/>
                    <a:pt x="2713" y="82"/>
                  </a:cubicBezTo>
                  <a:cubicBezTo>
                    <a:pt x="2972" y="393"/>
                    <a:pt x="3328" y="578"/>
                    <a:pt x="3676" y="578"/>
                  </a:cubicBezTo>
                  <a:lnTo>
                    <a:pt x="3684" y="578"/>
                  </a:lnTo>
                  <a:cubicBezTo>
                    <a:pt x="4009" y="571"/>
                    <a:pt x="4350" y="400"/>
                    <a:pt x="4639" y="82"/>
                  </a:cubicBezTo>
                  <a:cubicBezTo>
                    <a:pt x="4898" y="356"/>
                    <a:pt x="5165" y="520"/>
                    <a:pt x="5448" y="564"/>
                  </a:cubicBezTo>
                  <a:lnTo>
                    <a:pt x="5462" y="564"/>
                  </a:lnTo>
                  <a:lnTo>
                    <a:pt x="5469" y="512"/>
                  </a:lnTo>
                  <a:lnTo>
                    <a:pt x="5455" y="512"/>
                  </a:lnTo>
                  <a:cubicBezTo>
                    <a:pt x="5181" y="468"/>
                    <a:pt x="4914" y="304"/>
                    <a:pt x="4662" y="30"/>
                  </a:cubicBezTo>
                  <a:lnTo>
                    <a:pt x="4639" y="9"/>
                  </a:lnTo>
                  <a:lnTo>
                    <a:pt x="4624" y="30"/>
                  </a:lnTo>
                  <a:cubicBezTo>
                    <a:pt x="4454" y="215"/>
                    <a:pt x="4114" y="520"/>
                    <a:pt x="3676" y="527"/>
                  </a:cubicBezTo>
                  <a:cubicBezTo>
                    <a:pt x="3335" y="527"/>
                    <a:pt x="2986" y="342"/>
                    <a:pt x="2736" y="30"/>
                  </a:cubicBezTo>
                  <a:lnTo>
                    <a:pt x="2713" y="0"/>
                  </a:lnTo>
                  <a:lnTo>
                    <a:pt x="2698" y="23"/>
                  </a:lnTo>
                  <a:cubicBezTo>
                    <a:pt x="2528" y="215"/>
                    <a:pt x="2186" y="527"/>
                    <a:pt x="1749" y="527"/>
                  </a:cubicBezTo>
                  <a:cubicBezTo>
                    <a:pt x="1409" y="527"/>
                    <a:pt x="1060" y="342"/>
                    <a:pt x="815" y="30"/>
                  </a:cubicBezTo>
                  <a:lnTo>
                    <a:pt x="794" y="0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40"/>
            <p:cNvSpPr/>
            <p:nvPr/>
          </p:nvSpPr>
          <p:spPr>
            <a:xfrm>
              <a:off x="6729579" y="3448773"/>
              <a:ext cx="76" cy="3929"/>
            </a:xfrm>
            <a:custGeom>
              <a:avLst/>
              <a:gdLst/>
              <a:ahLst/>
              <a:cxnLst/>
              <a:rect l="l" t="t" r="r" b="b"/>
              <a:pathLst>
                <a:path w="1" h="52" extrusionOk="0">
                  <a:moveTo>
                    <a:pt x="1" y="22"/>
                  </a:moveTo>
                  <a:lnTo>
                    <a:pt x="1" y="45"/>
                  </a:lnTo>
                  <a:lnTo>
                    <a:pt x="1" y="52"/>
                  </a:lnTo>
                  <a:lnTo>
                    <a:pt x="1" y="52"/>
                  </a:lnTo>
                  <a:close/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40"/>
            <p:cNvSpPr/>
            <p:nvPr/>
          </p:nvSpPr>
          <p:spPr>
            <a:xfrm>
              <a:off x="6730108" y="3429656"/>
              <a:ext cx="416109" cy="43749"/>
            </a:xfrm>
            <a:custGeom>
              <a:avLst/>
              <a:gdLst/>
              <a:ahLst/>
              <a:cxnLst/>
              <a:rect l="l" t="t" r="r" b="b"/>
              <a:pathLst>
                <a:path w="5507" h="579" extrusionOk="0">
                  <a:moveTo>
                    <a:pt x="787" y="1"/>
                  </a:moveTo>
                  <a:lnTo>
                    <a:pt x="772" y="24"/>
                  </a:lnTo>
                  <a:cubicBezTo>
                    <a:pt x="527" y="298"/>
                    <a:pt x="267" y="462"/>
                    <a:pt x="1" y="513"/>
                  </a:cubicBezTo>
                  <a:lnTo>
                    <a:pt x="24" y="513"/>
                  </a:lnTo>
                  <a:lnTo>
                    <a:pt x="38" y="520"/>
                  </a:lnTo>
                  <a:lnTo>
                    <a:pt x="38" y="558"/>
                  </a:lnTo>
                  <a:cubicBezTo>
                    <a:pt x="298" y="497"/>
                    <a:pt x="550" y="342"/>
                    <a:pt x="787" y="83"/>
                  </a:cubicBezTo>
                  <a:cubicBezTo>
                    <a:pt x="1039" y="394"/>
                    <a:pt x="1395" y="579"/>
                    <a:pt x="1742" y="579"/>
                  </a:cubicBezTo>
                  <a:cubicBezTo>
                    <a:pt x="2186" y="579"/>
                    <a:pt x="2535" y="275"/>
                    <a:pt x="2706" y="83"/>
                  </a:cubicBezTo>
                  <a:cubicBezTo>
                    <a:pt x="2965" y="387"/>
                    <a:pt x="3321" y="572"/>
                    <a:pt x="3669" y="572"/>
                  </a:cubicBezTo>
                  <a:lnTo>
                    <a:pt x="3677" y="572"/>
                  </a:lnTo>
                  <a:cubicBezTo>
                    <a:pt x="4002" y="572"/>
                    <a:pt x="4343" y="394"/>
                    <a:pt x="4632" y="83"/>
                  </a:cubicBezTo>
                  <a:cubicBezTo>
                    <a:pt x="4907" y="373"/>
                    <a:pt x="5188" y="534"/>
                    <a:pt x="5485" y="565"/>
                  </a:cubicBezTo>
                  <a:lnTo>
                    <a:pt x="5499" y="572"/>
                  </a:lnTo>
                  <a:lnTo>
                    <a:pt x="5507" y="520"/>
                  </a:lnTo>
                  <a:lnTo>
                    <a:pt x="5485" y="513"/>
                  </a:lnTo>
                  <a:cubicBezTo>
                    <a:pt x="5202" y="483"/>
                    <a:pt x="4921" y="319"/>
                    <a:pt x="4655" y="24"/>
                  </a:cubicBezTo>
                  <a:lnTo>
                    <a:pt x="4632" y="8"/>
                  </a:lnTo>
                  <a:lnTo>
                    <a:pt x="4617" y="31"/>
                  </a:lnTo>
                  <a:cubicBezTo>
                    <a:pt x="4447" y="209"/>
                    <a:pt x="4107" y="520"/>
                    <a:pt x="3669" y="520"/>
                  </a:cubicBezTo>
                  <a:cubicBezTo>
                    <a:pt x="3328" y="520"/>
                    <a:pt x="2979" y="335"/>
                    <a:pt x="2729" y="24"/>
                  </a:cubicBezTo>
                  <a:lnTo>
                    <a:pt x="2706" y="1"/>
                  </a:lnTo>
                  <a:lnTo>
                    <a:pt x="2691" y="24"/>
                  </a:lnTo>
                  <a:cubicBezTo>
                    <a:pt x="2521" y="209"/>
                    <a:pt x="2179" y="527"/>
                    <a:pt x="1742" y="527"/>
                  </a:cubicBezTo>
                  <a:cubicBezTo>
                    <a:pt x="1402" y="527"/>
                    <a:pt x="1053" y="335"/>
                    <a:pt x="808" y="24"/>
                  </a:cubicBezTo>
                  <a:lnTo>
                    <a:pt x="787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40"/>
            <p:cNvSpPr/>
            <p:nvPr/>
          </p:nvSpPr>
          <p:spPr>
            <a:xfrm>
              <a:off x="6729579" y="3468419"/>
              <a:ext cx="76" cy="3929"/>
            </a:xfrm>
            <a:custGeom>
              <a:avLst/>
              <a:gdLst/>
              <a:ahLst/>
              <a:cxnLst/>
              <a:rect l="l" t="t" r="r" b="b"/>
              <a:pathLst>
                <a:path w="1" h="52" extrusionOk="0">
                  <a:moveTo>
                    <a:pt x="1" y="52"/>
                  </a:moveTo>
                  <a:lnTo>
                    <a:pt x="1" y="52"/>
                  </a:lnTo>
                  <a:lnTo>
                    <a:pt x="1" y="52"/>
                  </a:lnTo>
                  <a:lnTo>
                    <a:pt x="1" y="52"/>
                  </a:lnTo>
                  <a:lnTo>
                    <a:pt x="1" y="52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40"/>
            <p:cNvSpPr/>
            <p:nvPr/>
          </p:nvSpPr>
          <p:spPr>
            <a:xfrm>
              <a:off x="7073981" y="3741568"/>
              <a:ext cx="414371" cy="43749"/>
            </a:xfrm>
            <a:custGeom>
              <a:avLst/>
              <a:gdLst/>
              <a:ahLst/>
              <a:cxnLst/>
              <a:rect l="l" t="t" r="r" b="b"/>
              <a:pathLst>
                <a:path w="5484" h="579" extrusionOk="0">
                  <a:moveTo>
                    <a:pt x="808" y="0"/>
                  </a:moveTo>
                  <a:lnTo>
                    <a:pt x="785" y="24"/>
                  </a:lnTo>
                  <a:cubicBezTo>
                    <a:pt x="548" y="297"/>
                    <a:pt x="289" y="459"/>
                    <a:pt x="22" y="513"/>
                  </a:cubicBezTo>
                  <a:lnTo>
                    <a:pt x="1" y="520"/>
                  </a:lnTo>
                  <a:lnTo>
                    <a:pt x="15" y="564"/>
                  </a:lnTo>
                  <a:lnTo>
                    <a:pt x="29" y="564"/>
                  </a:lnTo>
                  <a:cubicBezTo>
                    <a:pt x="303" y="513"/>
                    <a:pt x="562" y="349"/>
                    <a:pt x="808" y="82"/>
                  </a:cubicBezTo>
                  <a:cubicBezTo>
                    <a:pt x="1059" y="394"/>
                    <a:pt x="1414" y="578"/>
                    <a:pt x="1763" y="578"/>
                  </a:cubicBezTo>
                  <a:cubicBezTo>
                    <a:pt x="2207" y="578"/>
                    <a:pt x="2549" y="274"/>
                    <a:pt x="2727" y="82"/>
                  </a:cubicBezTo>
                  <a:cubicBezTo>
                    <a:pt x="2986" y="394"/>
                    <a:pt x="3342" y="578"/>
                    <a:pt x="3691" y="578"/>
                  </a:cubicBezTo>
                  <a:lnTo>
                    <a:pt x="3698" y="578"/>
                  </a:lnTo>
                  <a:cubicBezTo>
                    <a:pt x="4023" y="571"/>
                    <a:pt x="4365" y="401"/>
                    <a:pt x="4653" y="82"/>
                  </a:cubicBezTo>
                  <a:cubicBezTo>
                    <a:pt x="4912" y="356"/>
                    <a:pt x="5179" y="520"/>
                    <a:pt x="5453" y="564"/>
                  </a:cubicBezTo>
                  <a:lnTo>
                    <a:pt x="5476" y="564"/>
                  </a:lnTo>
                  <a:lnTo>
                    <a:pt x="5483" y="513"/>
                  </a:lnTo>
                  <a:lnTo>
                    <a:pt x="5460" y="513"/>
                  </a:lnTo>
                  <a:cubicBezTo>
                    <a:pt x="5193" y="468"/>
                    <a:pt x="4927" y="305"/>
                    <a:pt x="4669" y="31"/>
                  </a:cubicBezTo>
                  <a:lnTo>
                    <a:pt x="4653" y="8"/>
                  </a:lnTo>
                  <a:lnTo>
                    <a:pt x="4631" y="31"/>
                  </a:lnTo>
                  <a:cubicBezTo>
                    <a:pt x="4468" y="216"/>
                    <a:pt x="4126" y="520"/>
                    <a:pt x="3691" y="527"/>
                  </a:cubicBezTo>
                  <a:cubicBezTo>
                    <a:pt x="3349" y="527"/>
                    <a:pt x="2994" y="342"/>
                    <a:pt x="2748" y="24"/>
                  </a:cubicBezTo>
                  <a:lnTo>
                    <a:pt x="2727" y="0"/>
                  </a:lnTo>
                  <a:lnTo>
                    <a:pt x="2704" y="24"/>
                  </a:lnTo>
                  <a:cubicBezTo>
                    <a:pt x="2542" y="216"/>
                    <a:pt x="2200" y="527"/>
                    <a:pt x="1763" y="527"/>
                  </a:cubicBezTo>
                  <a:cubicBezTo>
                    <a:pt x="1423" y="527"/>
                    <a:pt x="1075" y="342"/>
                    <a:pt x="829" y="31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40"/>
            <p:cNvSpPr/>
            <p:nvPr/>
          </p:nvSpPr>
          <p:spPr>
            <a:xfrm>
              <a:off x="7073981" y="3761214"/>
              <a:ext cx="414371" cy="43749"/>
            </a:xfrm>
            <a:custGeom>
              <a:avLst/>
              <a:gdLst/>
              <a:ahLst/>
              <a:cxnLst/>
              <a:rect l="l" t="t" r="r" b="b"/>
              <a:pathLst>
                <a:path w="5484" h="579" extrusionOk="0">
                  <a:moveTo>
                    <a:pt x="808" y="0"/>
                  </a:moveTo>
                  <a:lnTo>
                    <a:pt x="785" y="21"/>
                  </a:lnTo>
                  <a:cubicBezTo>
                    <a:pt x="548" y="297"/>
                    <a:pt x="289" y="459"/>
                    <a:pt x="22" y="511"/>
                  </a:cubicBezTo>
                  <a:lnTo>
                    <a:pt x="1" y="511"/>
                  </a:lnTo>
                  <a:lnTo>
                    <a:pt x="15" y="564"/>
                  </a:lnTo>
                  <a:lnTo>
                    <a:pt x="29" y="555"/>
                  </a:lnTo>
                  <a:cubicBezTo>
                    <a:pt x="303" y="503"/>
                    <a:pt x="562" y="349"/>
                    <a:pt x="808" y="82"/>
                  </a:cubicBezTo>
                  <a:cubicBezTo>
                    <a:pt x="1059" y="386"/>
                    <a:pt x="1414" y="578"/>
                    <a:pt x="1763" y="578"/>
                  </a:cubicBezTo>
                  <a:cubicBezTo>
                    <a:pt x="2207" y="578"/>
                    <a:pt x="2549" y="274"/>
                    <a:pt x="2727" y="82"/>
                  </a:cubicBezTo>
                  <a:cubicBezTo>
                    <a:pt x="2986" y="386"/>
                    <a:pt x="3342" y="571"/>
                    <a:pt x="3691" y="571"/>
                  </a:cubicBezTo>
                  <a:lnTo>
                    <a:pt x="3698" y="571"/>
                  </a:lnTo>
                  <a:cubicBezTo>
                    <a:pt x="4023" y="571"/>
                    <a:pt x="4365" y="393"/>
                    <a:pt x="4653" y="82"/>
                  </a:cubicBezTo>
                  <a:cubicBezTo>
                    <a:pt x="4912" y="356"/>
                    <a:pt x="5179" y="511"/>
                    <a:pt x="5453" y="555"/>
                  </a:cubicBezTo>
                  <a:lnTo>
                    <a:pt x="5476" y="564"/>
                  </a:lnTo>
                  <a:lnTo>
                    <a:pt x="5483" y="511"/>
                  </a:lnTo>
                  <a:lnTo>
                    <a:pt x="5460" y="511"/>
                  </a:lnTo>
                  <a:cubicBezTo>
                    <a:pt x="5193" y="466"/>
                    <a:pt x="4927" y="304"/>
                    <a:pt x="4669" y="21"/>
                  </a:cubicBezTo>
                  <a:lnTo>
                    <a:pt x="4653" y="7"/>
                  </a:lnTo>
                  <a:lnTo>
                    <a:pt x="4631" y="21"/>
                  </a:lnTo>
                  <a:cubicBezTo>
                    <a:pt x="4468" y="208"/>
                    <a:pt x="4126" y="519"/>
                    <a:pt x="3691" y="519"/>
                  </a:cubicBezTo>
                  <a:cubicBezTo>
                    <a:pt x="3349" y="519"/>
                    <a:pt x="2994" y="333"/>
                    <a:pt x="2748" y="21"/>
                  </a:cubicBezTo>
                  <a:lnTo>
                    <a:pt x="2727" y="0"/>
                  </a:lnTo>
                  <a:lnTo>
                    <a:pt x="2704" y="21"/>
                  </a:lnTo>
                  <a:cubicBezTo>
                    <a:pt x="2542" y="208"/>
                    <a:pt x="2200" y="527"/>
                    <a:pt x="1763" y="527"/>
                  </a:cubicBezTo>
                  <a:cubicBezTo>
                    <a:pt x="1423" y="527"/>
                    <a:pt x="1075" y="333"/>
                    <a:pt x="829" y="21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40"/>
            <p:cNvSpPr/>
            <p:nvPr/>
          </p:nvSpPr>
          <p:spPr>
            <a:xfrm>
              <a:off x="7073981" y="3780255"/>
              <a:ext cx="417167" cy="43749"/>
            </a:xfrm>
            <a:custGeom>
              <a:avLst/>
              <a:gdLst/>
              <a:ahLst/>
              <a:cxnLst/>
              <a:rect l="l" t="t" r="r" b="b"/>
              <a:pathLst>
                <a:path w="5521" h="579" extrusionOk="0">
                  <a:moveTo>
                    <a:pt x="808" y="1"/>
                  </a:moveTo>
                  <a:lnTo>
                    <a:pt x="785" y="22"/>
                  </a:lnTo>
                  <a:cubicBezTo>
                    <a:pt x="548" y="296"/>
                    <a:pt x="289" y="459"/>
                    <a:pt x="22" y="511"/>
                  </a:cubicBezTo>
                  <a:lnTo>
                    <a:pt x="1" y="518"/>
                  </a:lnTo>
                  <a:lnTo>
                    <a:pt x="15" y="563"/>
                  </a:lnTo>
                  <a:lnTo>
                    <a:pt x="29" y="563"/>
                  </a:lnTo>
                  <a:cubicBezTo>
                    <a:pt x="303" y="511"/>
                    <a:pt x="562" y="347"/>
                    <a:pt x="808" y="81"/>
                  </a:cubicBezTo>
                  <a:cubicBezTo>
                    <a:pt x="1059" y="392"/>
                    <a:pt x="1414" y="579"/>
                    <a:pt x="1763" y="579"/>
                  </a:cubicBezTo>
                  <a:cubicBezTo>
                    <a:pt x="2207" y="579"/>
                    <a:pt x="2549" y="275"/>
                    <a:pt x="2727" y="81"/>
                  </a:cubicBezTo>
                  <a:cubicBezTo>
                    <a:pt x="2986" y="392"/>
                    <a:pt x="3342" y="579"/>
                    <a:pt x="3691" y="579"/>
                  </a:cubicBezTo>
                  <a:lnTo>
                    <a:pt x="3698" y="579"/>
                  </a:lnTo>
                  <a:cubicBezTo>
                    <a:pt x="4023" y="579"/>
                    <a:pt x="4365" y="401"/>
                    <a:pt x="4653" y="81"/>
                  </a:cubicBezTo>
                  <a:cubicBezTo>
                    <a:pt x="4919" y="371"/>
                    <a:pt x="5209" y="534"/>
                    <a:pt x="5497" y="570"/>
                  </a:cubicBezTo>
                  <a:lnTo>
                    <a:pt x="5521" y="570"/>
                  </a:lnTo>
                  <a:lnTo>
                    <a:pt x="5521" y="518"/>
                  </a:lnTo>
                  <a:lnTo>
                    <a:pt x="5505" y="518"/>
                  </a:lnTo>
                  <a:cubicBezTo>
                    <a:pt x="5224" y="481"/>
                    <a:pt x="4943" y="319"/>
                    <a:pt x="4669" y="29"/>
                  </a:cubicBezTo>
                  <a:lnTo>
                    <a:pt x="4653" y="8"/>
                  </a:lnTo>
                  <a:lnTo>
                    <a:pt x="4631" y="29"/>
                  </a:lnTo>
                  <a:cubicBezTo>
                    <a:pt x="4468" y="214"/>
                    <a:pt x="4126" y="525"/>
                    <a:pt x="3691" y="525"/>
                  </a:cubicBezTo>
                  <a:cubicBezTo>
                    <a:pt x="3349" y="525"/>
                    <a:pt x="2994" y="340"/>
                    <a:pt x="2748" y="29"/>
                  </a:cubicBezTo>
                  <a:lnTo>
                    <a:pt x="2727" y="1"/>
                  </a:lnTo>
                  <a:lnTo>
                    <a:pt x="2704" y="22"/>
                  </a:lnTo>
                  <a:cubicBezTo>
                    <a:pt x="2542" y="214"/>
                    <a:pt x="2200" y="525"/>
                    <a:pt x="1763" y="525"/>
                  </a:cubicBezTo>
                  <a:cubicBezTo>
                    <a:pt x="1423" y="525"/>
                    <a:pt x="1075" y="340"/>
                    <a:pt x="829" y="29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40"/>
            <p:cNvSpPr/>
            <p:nvPr/>
          </p:nvSpPr>
          <p:spPr>
            <a:xfrm>
              <a:off x="6315812" y="3391121"/>
              <a:ext cx="413842" cy="43749"/>
            </a:xfrm>
            <a:custGeom>
              <a:avLst/>
              <a:gdLst/>
              <a:ahLst/>
              <a:cxnLst/>
              <a:rect l="l" t="t" r="r" b="b"/>
              <a:pathLst>
                <a:path w="5477" h="579" extrusionOk="0">
                  <a:moveTo>
                    <a:pt x="808" y="1"/>
                  </a:moveTo>
                  <a:lnTo>
                    <a:pt x="787" y="22"/>
                  </a:lnTo>
                  <a:cubicBezTo>
                    <a:pt x="549" y="296"/>
                    <a:pt x="289" y="459"/>
                    <a:pt x="15" y="511"/>
                  </a:cubicBezTo>
                  <a:lnTo>
                    <a:pt x="1" y="511"/>
                  </a:lnTo>
                  <a:lnTo>
                    <a:pt x="8" y="562"/>
                  </a:lnTo>
                  <a:lnTo>
                    <a:pt x="31" y="555"/>
                  </a:lnTo>
                  <a:cubicBezTo>
                    <a:pt x="305" y="504"/>
                    <a:pt x="565" y="349"/>
                    <a:pt x="801" y="82"/>
                  </a:cubicBezTo>
                  <a:cubicBezTo>
                    <a:pt x="1061" y="385"/>
                    <a:pt x="1417" y="571"/>
                    <a:pt x="1756" y="578"/>
                  </a:cubicBezTo>
                  <a:lnTo>
                    <a:pt x="1765" y="578"/>
                  </a:lnTo>
                  <a:cubicBezTo>
                    <a:pt x="2201" y="578"/>
                    <a:pt x="2549" y="274"/>
                    <a:pt x="2727" y="73"/>
                  </a:cubicBezTo>
                  <a:cubicBezTo>
                    <a:pt x="2980" y="385"/>
                    <a:pt x="3343" y="571"/>
                    <a:pt x="3691" y="571"/>
                  </a:cubicBezTo>
                  <a:cubicBezTo>
                    <a:pt x="4024" y="571"/>
                    <a:pt x="4358" y="394"/>
                    <a:pt x="4655" y="82"/>
                  </a:cubicBezTo>
                  <a:cubicBezTo>
                    <a:pt x="4906" y="356"/>
                    <a:pt x="5180" y="511"/>
                    <a:pt x="5455" y="555"/>
                  </a:cubicBezTo>
                  <a:lnTo>
                    <a:pt x="5469" y="562"/>
                  </a:lnTo>
                  <a:lnTo>
                    <a:pt x="5477" y="548"/>
                  </a:lnTo>
                  <a:lnTo>
                    <a:pt x="5469" y="511"/>
                  </a:lnTo>
                  <a:lnTo>
                    <a:pt x="5462" y="511"/>
                  </a:lnTo>
                  <a:cubicBezTo>
                    <a:pt x="5188" y="459"/>
                    <a:pt x="4922" y="305"/>
                    <a:pt x="4669" y="22"/>
                  </a:cubicBezTo>
                  <a:lnTo>
                    <a:pt x="4646" y="8"/>
                  </a:lnTo>
                  <a:lnTo>
                    <a:pt x="4632" y="22"/>
                  </a:lnTo>
                  <a:cubicBezTo>
                    <a:pt x="4468" y="207"/>
                    <a:pt x="4129" y="518"/>
                    <a:pt x="3691" y="518"/>
                  </a:cubicBezTo>
                  <a:cubicBezTo>
                    <a:pt x="3350" y="518"/>
                    <a:pt x="2994" y="333"/>
                    <a:pt x="2743" y="22"/>
                  </a:cubicBezTo>
                  <a:lnTo>
                    <a:pt x="2727" y="1"/>
                  </a:lnTo>
                  <a:lnTo>
                    <a:pt x="2706" y="22"/>
                  </a:lnTo>
                  <a:cubicBezTo>
                    <a:pt x="2542" y="207"/>
                    <a:pt x="2201" y="527"/>
                    <a:pt x="1765" y="527"/>
                  </a:cubicBezTo>
                  <a:lnTo>
                    <a:pt x="1756" y="527"/>
                  </a:lnTo>
                  <a:cubicBezTo>
                    <a:pt x="1424" y="527"/>
                    <a:pt x="1068" y="333"/>
                    <a:pt x="823" y="22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40"/>
            <p:cNvSpPr/>
            <p:nvPr/>
          </p:nvSpPr>
          <p:spPr>
            <a:xfrm>
              <a:off x="6729579" y="3429656"/>
              <a:ext cx="76" cy="1889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1" y="1"/>
                  </a:moveTo>
                  <a:lnTo>
                    <a:pt x="1" y="24"/>
                  </a:lnTo>
                  <a:close/>
                </a:path>
              </a:pathLst>
            </a:custGeom>
            <a:solidFill>
              <a:srgbClr val="E5E6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40"/>
            <p:cNvSpPr/>
            <p:nvPr/>
          </p:nvSpPr>
          <p:spPr>
            <a:xfrm>
              <a:off x="6729050" y="3429656"/>
              <a:ext cx="604" cy="2947"/>
            </a:xfrm>
            <a:custGeom>
              <a:avLst/>
              <a:gdLst/>
              <a:ahLst/>
              <a:cxnLst/>
              <a:rect l="l" t="t" r="r" b="b"/>
              <a:pathLst>
                <a:path w="8" h="39" extrusionOk="0">
                  <a:moveTo>
                    <a:pt x="0" y="1"/>
                  </a:moveTo>
                  <a:lnTo>
                    <a:pt x="8" y="38"/>
                  </a:lnTo>
                  <a:lnTo>
                    <a:pt x="8" y="24"/>
                  </a:lnTo>
                  <a:lnTo>
                    <a:pt x="8" y="1"/>
                  </a:lnTo>
                  <a:close/>
                </a:path>
              </a:pathLst>
            </a:custGeom>
            <a:solidFill>
              <a:srgbClr val="E2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40"/>
            <p:cNvSpPr/>
            <p:nvPr/>
          </p:nvSpPr>
          <p:spPr>
            <a:xfrm>
              <a:off x="6315812" y="3410086"/>
              <a:ext cx="413842" cy="43749"/>
            </a:xfrm>
            <a:custGeom>
              <a:avLst/>
              <a:gdLst/>
              <a:ahLst/>
              <a:cxnLst/>
              <a:rect l="l" t="t" r="r" b="b"/>
              <a:pathLst>
                <a:path w="5477" h="579" extrusionOk="0">
                  <a:moveTo>
                    <a:pt x="808" y="0"/>
                  </a:moveTo>
                  <a:lnTo>
                    <a:pt x="787" y="23"/>
                  </a:lnTo>
                  <a:cubicBezTo>
                    <a:pt x="549" y="297"/>
                    <a:pt x="289" y="461"/>
                    <a:pt x="15" y="512"/>
                  </a:cubicBezTo>
                  <a:lnTo>
                    <a:pt x="1" y="520"/>
                  </a:lnTo>
                  <a:lnTo>
                    <a:pt x="8" y="564"/>
                  </a:lnTo>
                  <a:lnTo>
                    <a:pt x="31" y="564"/>
                  </a:lnTo>
                  <a:cubicBezTo>
                    <a:pt x="305" y="512"/>
                    <a:pt x="565" y="349"/>
                    <a:pt x="801" y="82"/>
                  </a:cubicBezTo>
                  <a:cubicBezTo>
                    <a:pt x="1061" y="393"/>
                    <a:pt x="1417" y="578"/>
                    <a:pt x="1756" y="578"/>
                  </a:cubicBezTo>
                  <a:lnTo>
                    <a:pt x="1765" y="578"/>
                  </a:lnTo>
                  <a:cubicBezTo>
                    <a:pt x="2201" y="578"/>
                    <a:pt x="2549" y="276"/>
                    <a:pt x="2727" y="82"/>
                  </a:cubicBezTo>
                  <a:cubicBezTo>
                    <a:pt x="2980" y="393"/>
                    <a:pt x="3343" y="578"/>
                    <a:pt x="3691" y="578"/>
                  </a:cubicBezTo>
                  <a:cubicBezTo>
                    <a:pt x="4024" y="571"/>
                    <a:pt x="4358" y="400"/>
                    <a:pt x="4655" y="82"/>
                  </a:cubicBezTo>
                  <a:cubicBezTo>
                    <a:pt x="4906" y="356"/>
                    <a:pt x="5180" y="520"/>
                    <a:pt x="5455" y="564"/>
                  </a:cubicBezTo>
                  <a:lnTo>
                    <a:pt x="5469" y="564"/>
                  </a:lnTo>
                  <a:lnTo>
                    <a:pt x="5477" y="557"/>
                  </a:lnTo>
                  <a:lnTo>
                    <a:pt x="5469" y="520"/>
                  </a:lnTo>
                  <a:lnTo>
                    <a:pt x="5477" y="512"/>
                  </a:lnTo>
                  <a:lnTo>
                    <a:pt x="5462" y="512"/>
                  </a:lnTo>
                  <a:cubicBezTo>
                    <a:pt x="5188" y="468"/>
                    <a:pt x="4922" y="304"/>
                    <a:pt x="4669" y="30"/>
                  </a:cubicBezTo>
                  <a:lnTo>
                    <a:pt x="4646" y="9"/>
                  </a:lnTo>
                  <a:lnTo>
                    <a:pt x="4632" y="30"/>
                  </a:lnTo>
                  <a:cubicBezTo>
                    <a:pt x="4468" y="215"/>
                    <a:pt x="4129" y="520"/>
                    <a:pt x="3691" y="527"/>
                  </a:cubicBezTo>
                  <a:cubicBezTo>
                    <a:pt x="3350" y="527"/>
                    <a:pt x="2994" y="342"/>
                    <a:pt x="2743" y="30"/>
                  </a:cubicBezTo>
                  <a:lnTo>
                    <a:pt x="2727" y="0"/>
                  </a:lnTo>
                  <a:lnTo>
                    <a:pt x="2706" y="23"/>
                  </a:lnTo>
                  <a:cubicBezTo>
                    <a:pt x="2542" y="215"/>
                    <a:pt x="2201" y="527"/>
                    <a:pt x="1765" y="527"/>
                  </a:cubicBezTo>
                  <a:lnTo>
                    <a:pt x="1756" y="527"/>
                  </a:lnTo>
                  <a:cubicBezTo>
                    <a:pt x="1424" y="527"/>
                    <a:pt x="1068" y="342"/>
                    <a:pt x="823" y="30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40"/>
            <p:cNvSpPr/>
            <p:nvPr/>
          </p:nvSpPr>
          <p:spPr>
            <a:xfrm>
              <a:off x="6729579" y="3448773"/>
              <a:ext cx="76" cy="1662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1" y="0"/>
                  </a:moveTo>
                  <a:lnTo>
                    <a:pt x="1" y="22"/>
                  </a:lnTo>
                  <a:close/>
                </a:path>
              </a:pathLst>
            </a:custGeom>
            <a:solidFill>
              <a:srgbClr val="E5E6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40"/>
            <p:cNvSpPr/>
            <p:nvPr/>
          </p:nvSpPr>
          <p:spPr>
            <a:xfrm>
              <a:off x="6729050" y="3448773"/>
              <a:ext cx="604" cy="3400"/>
            </a:xfrm>
            <a:custGeom>
              <a:avLst/>
              <a:gdLst/>
              <a:ahLst/>
              <a:cxnLst/>
              <a:rect l="l" t="t" r="r" b="b"/>
              <a:pathLst>
                <a:path w="8" h="45" extrusionOk="0">
                  <a:moveTo>
                    <a:pt x="8" y="0"/>
                  </a:moveTo>
                  <a:lnTo>
                    <a:pt x="0" y="8"/>
                  </a:lnTo>
                  <a:lnTo>
                    <a:pt x="8" y="45"/>
                  </a:lnTo>
                  <a:lnTo>
                    <a:pt x="8" y="22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2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40"/>
            <p:cNvSpPr/>
            <p:nvPr/>
          </p:nvSpPr>
          <p:spPr>
            <a:xfrm>
              <a:off x="6729579" y="3471743"/>
              <a:ext cx="3476" cy="1133"/>
            </a:xfrm>
            <a:custGeom>
              <a:avLst/>
              <a:gdLst/>
              <a:ahLst/>
              <a:cxnLst/>
              <a:rect l="l" t="t" r="r" b="b"/>
              <a:pathLst>
                <a:path w="46" h="15" extrusionOk="0">
                  <a:moveTo>
                    <a:pt x="15" y="1"/>
                  </a:moveTo>
                  <a:lnTo>
                    <a:pt x="1" y="8"/>
                  </a:lnTo>
                  <a:lnTo>
                    <a:pt x="24" y="8"/>
                  </a:lnTo>
                  <a:lnTo>
                    <a:pt x="38" y="15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40"/>
            <p:cNvSpPr/>
            <p:nvPr/>
          </p:nvSpPr>
          <p:spPr>
            <a:xfrm>
              <a:off x="6315812" y="3429656"/>
              <a:ext cx="413842" cy="43749"/>
            </a:xfrm>
            <a:custGeom>
              <a:avLst/>
              <a:gdLst/>
              <a:ahLst/>
              <a:cxnLst/>
              <a:rect l="l" t="t" r="r" b="b"/>
              <a:pathLst>
                <a:path w="5477" h="579" extrusionOk="0">
                  <a:moveTo>
                    <a:pt x="808" y="1"/>
                  </a:moveTo>
                  <a:lnTo>
                    <a:pt x="787" y="24"/>
                  </a:lnTo>
                  <a:cubicBezTo>
                    <a:pt x="549" y="298"/>
                    <a:pt x="289" y="462"/>
                    <a:pt x="15" y="513"/>
                  </a:cubicBezTo>
                  <a:lnTo>
                    <a:pt x="1" y="513"/>
                  </a:lnTo>
                  <a:lnTo>
                    <a:pt x="8" y="565"/>
                  </a:lnTo>
                  <a:lnTo>
                    <a:pt x="31" y="558"/>
                  </a:lnTo>
                  <a:cubicBezTo>
                    <a:pt x="305" y="506"/>
                    <a:pt x="565" y="349"/>
                    <a:pt x="801" y="83"/>
                  </a:cubicBezTo>
                  <a:cubicBezTo>
                    <a:pt x="1061" y="394"/>
                    <a:pt x="1417" y="579"/>
                    <a:pt x="1756" y="579"/>
                  </a:cubicBezTo>
                  <a:lnTo>
                    <a:pt x="1765" y="579"/>
                  </a:lnTo>
                  <a:cubicBezTo>
                    <a:pt x="2201" y="579"/>
                    <a:pt x="2549" y="275"/>
                    <a:pt x="2727" y="83"/>
                  </a:cubicBezTo>
                  <a:cubicBezTo>
                    <a:pt x="2980" y="387"/>
                    <a:pt x="3343" y="572"/>
                    <a:pt x="3691" y="572"/>
                  </a:cubicBezTo>
                  <a:cubicBezTo>
                    <a:pt x="4024" y="572"/>
                    <a:pt x="4358" y="394"/>
                    <a:pt x="4655" y="83"/>
                  </a:cubicBezTo>
                  <a:cubicBezTo>
                    <a:pt x="4913" y="364"/>
                    <a:pt x="5196" y="520"/>
                    <a:pt x="5477" y="565"/>
                  </a:cubicBezTo>
                  <a:lnTo>
                    <a:pt x="5469" y="513"/>
                  </a:lnTo>
                  <a:lnTo>
                    <a:pt x="5477" y="513"/>
                  </a:lnTo>
                  <a:cubicBezTo>
                    <a:pt x="5203" y="469"/>
                    <a:pt x="4929" y="305"/>
                    <a:pt x="4669" y="24"/>
                  </a:cubicBezTo>
                  <a:lnTo>
                    <a:pt x="4646" y="8"/>
                  </a:lnTo>
                  <a:lnTo>
                    <a:pt x="4632" y="31"/>
                  </a:lnTo>
                  <a:cubicBezTo>
                    <a:pt x="4468" y="209"/>
                    <a:pt x="4129" y="520"/>
                    <a:pt x="3691" y="520"/>
                  </a:cubicBezTo>
                  <a:cubicBezTo>
                    <a:pt x="3350" y="520"/>
                    <a:pt x="2994" y="335"/>
                    <a:pt x="2743" y="24"/>
                  </a:cubicBezTo>
                  <a:lnTo>
                    <a:pt x="2727" y="1"/>
                  </a:lnTo>
                  <a:lnTo>
                    <a:pt x="2706" y="24"/>
                  </a:lnTo>
                  <a:cubicBezTo>
                    <a:pt x="2542" y="209"/>
                    <a:pt x="2201" y="527"/>
                    <a:pt x="1765" y="527"/>
                  </a:cubicBezTo>
                  <a:lnTo>
                    <a:pt x="1756" y="527"/>
                  </a:lnTo>
                  <a:cubicBezTo>
                    <a:pt x="1424" y="527"/>
                    <a:pt x="1068" y="335"/>
                    <a:pt x="823" y="24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40"/>
            <p:cNvSpPr/>
            <p:nvPr/>
          </p:nvSpPr>
          <p:spPr>
            <a:xfrm>
              <a:off x="6729579" y="3468419"/>
              <a:ext cx="3476" cy="3929"/>
            </a:xfrm>
            <a:custGeom>
              <a:avLst/>
              <a:gdLst/>
              <a:ahLst/>
              <a:cxnLst/>
              <a:rect l="l" t="t" r="r" b="b"/>
              <a:pathLst>
                <a:path w="46" h="52" extrusionOk="0">
                  <a:moveTo>
                    <a:pt x="1" y="0"/>
                  </a:moveTo>
                  <a:lnTo>
                    <a:pt x="1" y="52"/>
                  </a:lnTo>
                  <a:lnTo>
                    <a:pt x="15" y="45"/>
                  </a:lnTo>
                  <a:lnTo>
                    <a:pt x="45" y="45"/>
                  </a:lnTo>
                  <a:lnTo>
                    <a:pt x="45" y="7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E5E6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40"/>
            <p:cNvSpPr/>
            <p:nvPr/>
          </p:nvSpPr>
          <p:spPr>
            <a:xfrm>
              <a:off x="6729050" y="3468419"/>
              <a:ext cx="604" cy="3929"/>
            </a:xfrm>
            <a:custGeom>
              <a:avLst/>
              <a:gdLst/>
              <a:ahLst/>
              <a:cxnLst/>
              <a:rect l="l" t="t" r="r" b="b"/>
              <a:pathLst>
                <a:path w="8" h="52" extrusionOk="0">
                  <a:moveTo>
                    <a:pt x="0" y="0"/>
                  </a:moveTo>
                  <a:lnTo>
                    <a:pt x="8" y="52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2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40"/>
            <p:cNvSpPr/>
            <p:nvPr/>
          </p:nvSpPr>
          <p:spPr>
            <a:xfrm>
              <a:off x="5631616" y="3319339"/>
              <a:ext cx="414447" cy="43749"/>
            </a:xfrm>
            <a:custGeom>
              <a:avLst/>
              <a:gdLst/>
              <a:ahLst/>
              <a:cxnLst/>
              <a:rect l="l" t="t" r="r" b="b"/>
              <a:pathLst>
                <a:path w="5485" h="579" extrusionOk="0">
                  <a:moveTo>
                    <a:pt x="808" y="1"/>
                  </a:moveTo>
                  <a:lnTo>
                    <a:pt x="787" y="24"/>
                  </a:lnTo>
                  <a:cubicBezTo>
                    <a:pt x="550" y="291"/>
                    <a:pt x="290" y="461"/>
                    <a:pt x="24" y="506"/>
                  </a:cubicBezTo>
                  <a:lnTo>
                    <a:pt x="1" y="513"/>
                  </a:lnTo>
                  <a:lnTo>
                    <a:pt x="17" y="565"/>
                  </a:lnTo>
                  <a:lnTo>
                    <a:pt x="31" y="557"/>
                  </a:lnTo>
                  <a:cubicBezTo>
                    <a:pt x="305" y="506"/>
                    <a:pt x="564" y="342"/>
                    <a:pt x="808" y="76"/>
                  </a:cubicBezTo>
                  <a:cubicBezTo>
                    <a:pt x="1060" y="387"/>
                    <a:pt x="1416" y="572"/>
                    <a:pt x="1765" y="579"/>
                  </a:cubicBezTo>
                  <a:cubicBezTo>
                    <a:pt x="2209" y="579"/>
                    <a:pt x="2551" y="268"/>
                    <a:pt x="2729" y="76"/>
                  </a:cubicBezTo>
                  <a:cubicBezTo>
                    <a:pt x="2986" y="387"/>
                    <a:pt x="3342" y="572"/>
                    <a:pt x="3691" y="572"/>
                  </a:cubicBezTo>
                  <a:lnTo>
                    <a:pt x="3698" y="572"/>
                  </a:lnTo>
                  <a:cubicBezTo>
                    <a:pt x="4025" y="572"/>
                    <a:pt x="4365" y="394"/>
                    <a:pt x="4655" y="83"/>
                  </a:cubicBezTo>
                  <a:cubicBezTo>
                    <a:pt x="4914" y="349"/>
                    <a:pt x="5181" y="513"/>
                    <a:pt x="5455" y="557"/>
                  </a:cubicBezTo>
                  <a:lnTo>
                    <a:pt x="5476" y="565"/>
                  </a:lnTo>
                  <a:lnTo>
                    <a:pt x="5485" y="513"/>
                  </a:lnTo>
                  <a:lnTo>
                    <a:pt x="5469" y="506"/>
                  </a:lnTo>
                  <a:cubicBezTo>
                    <a:pt x="5195" y="461"/>
                    <a:pt x="4928" y="298"/>
                    <a:pt x="4669" y="24"/>
                  </a:cubicBezTo>
                  <a:lnTo>
                    <a:pt x="4655" y="1"/>
                  </a:lnTo>
                  <a:lnTo>
                    <a:pt x="4631" y="24"/>
                  </a:lnTo>
                  <a:cubicBezTo>
                    <a:pt x="4470" y="209"/>
                    <a:pt x="4128" y="520"/>
                    <a:pt x="3691" y="520"/>
                  </a:cubicBezTo>
                  <a:cubicBezTo>
                    <a:pt x="3351" y="520"/>
                    <a:pt x="3002" y="335"/>
                    <a:pt x="2750" y="24"/>
                  </a:cubicBezTo>
                  <a:lnTo>
                    <a:pt x="2729" y="1"/>
                  </a:lnTo>
                  <a:lnTo>
                    <a:pt x="2713" y="24"/>
                  </a:lnTo>
                  <a:cubicBezTo>
                    <a:pt x="2542" y="209"/>
                    <a:pt x="2202" y="527"/>
                    <a:pt x="1765" y="527"/>
                  </a:cubicBezTo>
                  <a:cubicBezTo>
                    <a:pt x="1423" y="520"/>
                    <a:pt x="1075" y="335"/>
                    <a:pt x="831" y="24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40"/>
            <p:cNvSpPr/>
            <p:nvPr/>
          </p:nvSpPr>
          <p:spPr>
            <a:xfrm>
              <a:off x="5631616" y="3338455"/>
              <a:ext cx="414447" cy="43749"/>
            </a:xfrm>
            <a:custGeom>
              <a:avLst/>
              <a:gdLst/>
              <a:ahLst/>
              <a:cxnLst/>
              <a:rect l="l" t="t" r="r" b="b"/>
              <a:pathLst>
                <a:path w="5485" h="579" extrusionOk="0">
                  <a:moveTo>
                    <a:pt x="808" y="0"/>
                  </a:moveTo>
                  <a:lnTo>
                    <a:pt x="787" y="24"/>
                  </a:lnTo>
                  <a:cubicBezTo>
                    <a:pt x="550" y="297"/>
                    <a:pt x="290" y="459"/>
                    <a:pt x="24" y="513"/>
                  </a:cubicBezTo>
                  <a:lnTo>
                    <a:pt x="1" y="513"/>
                  </a:lnTo>
                  <a:lnTo>
                    <a:pt x="17" y="564"/>
                  </a:lnTo>
                  <a:lnTo>
                    <a:pt x="31" y="564"/>
                  </a:lnTo>
                  <a:cubicBezTo>
                    <a:pt x="305" y="513"/>
                    <a:pt x="564" y="349"/>
                    <a:pt x="808" y="82"/>
                  </a:cubicBezTo>
                  <a:cubicBezTo>
                    <a:pt x="1060" y="393"/>
                    <a:pt x="1416" y="578"/>
                    <a:pt x="1765" y="578"/>
                  </a:cubicBezTo>
                  <a:cubicBezTo>
                    <a:pt x="2209" y="578"/>
                    <a:pt x="2551" y="274"/>
                    <a:pt x="2729" y="82"/>
                  </a:cubicBezTo>
                  <a:cubicBezTo>
                    <a:pt x="2986" y="393"/>
                    <a:pt x="3342" y="578"/>
                    <a:pt x="3691" y="578"/>
                  </a:cubicBezTo>
                  <a:lnTo>
                    <a:pt x="3698" y="578"/>
                  </a:lnTo>
                  <a:cubicBezTo>
                    <a:pt x="4025" y="571"/>
                    <a:pt x="4365" y="401"/>
                    <a:pt x="4655" y="82"/>
                  </a:cubicBezTo>
                  <a:cubicBezTo>
                    <a:pt x="4914" y="356"/>
                    <a:pt x="5181" y="520"/>
                    <a:pt x="5455" y="564"/>
                  </a:cubicBezTo>
                  <a:lnTo>
                    <a:pt x="5476" y="564"/>
                  </a:lnTo>
                  <a:lnTo>
                    <a:pt x="5485" y="513"/>
                  </a:lnTo>
                  <a:lnTo>
                    <a:pt x="5469" y="513"/>
                  </a:lnTo>
                  <a:cubicBezTo>
                    <a:pt x="5195" y="468"/>
                    <a:pt x="4928" y="304"/>
                    <a:pt x="4669" y="31"/>
                  </a:cubicBezTo>
                  <a:lnTo>
                    <a:pt x="4655" y="8"/>
                  </a:lnTo>
                  <a:lnTo>
                    <a:pt x="4631" y="31"/>
                  </a:lnTo>
                  <a:cubicBezTo>
                    <a:pt x="4470" y="216"/>
                    <a:pt x="4128" y="520"/>
                    <a:pt x="3691" y="527"/>
                  </a:cubicBezTo>
                  <a:cubicBezTo>
                    <a:pt x="3351" y="527"/>
                    <a:pt x="3002" y="335"/>
                    <a:pt x="2750" y="24"/>
                  </a:cubicBezTo>
                  <a:lnTo>
                    <a:pt x="2729" y="0"/>
                  </a:lnTo>
                  <a:lnTo>
                    <a:pt x="2713" y="24"/>
                  </a:lnTo>
                  <a:cubicBezTo>
                    <a:pt x="2542" y="216"/>
                    <a:pt x="2202" y="527"/>
                    <a:pt x="1765" y="527"/>
                  </a:cubicBezTo>
                  <a:cubicBezTo>
                    <a:pt x="1423" y="527"/>
                    <a:pt x="1075" y="342"/>
                    <a:pt x="831" y="24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40"/>
            <p:cNvSpPr/>
            <p:nvPr/>
          </p:nvSpPr>
          <p:spPr>
            <a:xfrm>
              <a:off x="5631616" y="3358101"/>
              <a:ext cx="417847" cy="43674"/>
            </a:xfrm>
            <a:custGeom>
              <a:avLst/>
              <a:gdLst/>
              <a:ahLst/>
              <a:cxnLst/>
              <a:rect l="l" t="t" r="r" b="b"/>
              <a:pathLst>
                <a:path w="5530" h="578" extrusionOk="0">
                  <a:moveTo>
                    <a:pt x="808" y="0"/>
                  </a:moveTo>
                  <a:lnTo>
                    <a:pt x="787" y="21"/>
                  </a:lnTo>
                  <a:cubicBezTo>
                    <a:pt x="550" y="297"/>
                    <a:pt x="290" y="459"/>
                    <a:pt x="24" y="510"/>
                  </a:cubicBezTo>
                  <a:lnTo>
                    <a:pt x="1" y="510"/>
                  </a:lnTo>
                  <a:lnTo>
                    <a:pt x="17" y="564"/>
                  </a:lnTo>
                  <a:lnTo>
                    <a:pt x="31" y="555"/>
                  </a:lnTo>
                  <a:cubicBezTo>
                    <a:pt x="305" y="503"/>
                    <a:pt x="564" y="349"/>
                    <a:pt x="808" y="75"/>
                  </a:cubicBezTo>
                  <a:cubicBezTo>
                    <a:pt x="1060" y="386"/>
                    <a:pt x="1416" y="571"/>
                    <a:pt x="1765" y="578"/>
                  </a:cubicBezTo>
                  <a:cubicBezTo>
                    <a:pt x="2209" y="578"/>
                    <a:pt x="2551" y="274"/>
                    <a:pt x="2729" y="75"/>
                  </a:cubicBezTo>
                  <a:cubicBezTo>
                    <a:pt x="2986" y="386"/>
                    <a:pt x="3342" y="571"/>
                    <a:pt x="3691" y="571"/>
                  </a:cubicBezTo>
                  <a:lnTo>
                    <a:pt x="3698" y="571"/>
                  </a:lnTo>
                  <a:cubicBezTo>
                    <a:pt x="4025" y="571"/>
                    <a:pt x="4365" y="393"/>
                    <a:pt x="4655" y="82"/>
                  </a:cubicBezTo>
                  <a:cubicBezTo>
                    <a:pt x="4928" y="363"/>
                    <a:pt x="5209" y="526"/>
                    <a:pt x="5506" y="564"/>
                  </a:cubicBezTo>
                  <a:lnTo>
                    <a:pt x="5521" y="564"/>
                  </a:lnTo>
                  <a:lnTo>
                    <a:pt x="5529" y="519"/>
                  </a:lnTo>
                  <a:lnTo>
                    <a:pt x="5506" y="510"/>
                  </a:lnTo>
                  <a:cubicBezTo>
                    <a:pt x="5225" y="482"/>
                    <a:pt x="4943" y="311"/>
                    <a:pt x="4669" y="21"/>
                  </a:cubicBezTo>
                  <a:lnTo>
                    <a:pt x="4655" y="7"/>
                  </a:lnTo>
                  <a:lnTo>
                    <a:pt x="4631" y="21"/>
                  </a:lnTo>
                  <a:cubicBezTo>
                    <a:pt x="4470" y="208"/>
                    <a:pt x="4128" y="519"/>
                    <a:pt x="3691" y="519"/>
                  </a:cubicBezTo>
                  <a:cubicBezTo>
                    <a:pt x="3351" y="519"/>
                    <a:pt x="3002" y="333"/>
                    <a:pt x="2750" y="21"/>
                  </a:cubicBezTo>
                  <a:lnTo>
                    <a:pt x="2729" y="0"/>
                  </a:lnTo>
                  <a:lnTo>
                    <a:pt x="2713" y="21"/>
                  </a:lnTo>
                  <a:cubicBezTo>
                    <a:pt x="2542" y="208"/>
                    <a:pt x="2202" y="526"/>
                    <a:pt x="1765" y="526"/>
                  </a:cubicBezTo>
                  <a:cubicBezTo>
                    <a:pt x="1423" y="526"/>
                    <a:pt x="1075" y="333"/>
                    <a:pt x="831" y="21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40"/>
            <p:cNvSpPr/>
            <p:nvPr/>
          </p:nvSpPr>
          <p:spPr>
            <a:xfrm>
              <a:off x="4971071" y="2283638"/>
              <a:ext cx="1088971" cy="605840"/>
            </a:xfrm>
            <a:custGeom>
              <a:avLst/>
              <a:gdLst/>
              <a:ahLst/>
              <a:cxnLst/>
              <a:rect l="l" t="t" r="r" b="b"/>
              <a:pathLst>
                <a:path w="14412" h="8018" extrusionOk="0">
                  <a:moveTo>
                    <a:pt x="8469" y="0"/>
                  </a:moveTo>
                  <a:cubicBezTo>
                    <a:pt x="8269" y="0"/>
                    <a:pt x="8106" y="171"/>
                    <a:pt x="8106" y="370"/>
                  </a:cubicBezTo>
                  <a:lnTo>
                    <a:pt x="8106" y="1675"/>
                  </a:lnTo>
                  <a:cubicBezTo>
                    <a:pt x="8106" y="1875"/>
                    <a:pt x="7935" y="2038"/>
                    <a:pt x="7736" y="2038"/>
                  </a:cubicBezTo>
                  <a:cubicBezTo>
                    <a:pt x="7542" y="2038"/>
                    <a:pt x="7387" y="1891"/>
                    <a:pt x="7371" y="1704"/>
                  </a:cubicBezTo>
                  <a:lnTo>
                    <a:pt x="7371" y="1037"/>
                  </a:lnTo>
                  <a:cubicBezTo>
                    <a:pt x="7371" y="838"/>
                    <a:pt x="7210" y="667"/>
                    <a:pt x="7009" y="667"/>
                  </a:cubicBezTo>
                  <a:cubicBezTo>
                    <a:pt x="6802" y="667"/>
                    <a:pt x="6639" y="838"/>
                    <a:pt x="6639" y="1037"/>
                  </a:cubicBezTo>
                  <a:lnTo>
                    <a:pt x="6639" y="1809"/>
                  </a:lnTo>
                  <a:cubicBezTo>
                    <a:pt x="6639" y="2015"/>
                    <a:pt x="6475" y="2179"/>
                    <a:pt x="6276" y="2179"/>
                  </a:cubicBezTo>
                  <a:cubicBezTo>
                    <a:pt x="6068" y="2179"/>
                    <a:pt x="5904" y="2015"/>
                    <a:pt x="5904" y="1809"/>
                  </a:cubicBezTo>
                  <a:lnTo>
                    <a:pt x="5904" y="601"/>
                  </a:lnTo>
                  <a:cubicBezTo>
                    <a:pt x="5904" y="393"/>
                    <a:pt x="5742" y="230"/>
                    <a:pt x="5534" y="230"/>
                  </a:cubicBezTo>
                  <a:cubicBezTo>
                    <a:pt x="5408" y="230"/>
                    <a:pt x="5298" y="297"/>
                    <a:pt x="5237" y="393"/>
                  </a:cubicBezTo>
                  <a:cubicBezTo>
                    <a:pt x="5193" y="452"/>
                    <a:pt x="5172" y="519"/>
                    <a:pt x="5172" y="601"/>
                  </a:cubicBezTo>
                  <a:lnTo>
                    <a:pt x="5172" y="993"/>
                  </a:lnTo>
                  <a:cubicBezTo>
                    <a:pt x="5172" y="1179"/>
                    <a:pt x="5015" y="1334"/>
                    <a:pt x="4830" y="1334"/>
                  </a:cubicBezTo>
                  <a:lnTo>
                    <a:pt x="4802" y="1334"/>
                  </a:lnTo>
                  <a:cubicBezTo>
                    <a:pt x="4631" y="1334"/>
                    <a:pt x="4490" y="1201"/>
                    <a:pt x="4467" y="1037"/>
                  </a:cubicBezTo>
                  <a:lnTo>
                    <a:pt x="288" y="6959"/>
                  </a:lnTo>
                  <a:cubicBezTo>
                    <a:pt x="0" y="7366"/>
                    <a:pt x="237" y="7982"/>
                    <a:pt x="711" y="8010"/>
                  </a:cubicBezTo>
                  <a:cubicBezTo>
                    <a:pt x="726" y="8017"/>
                    <a:pt x="740" y="8017"/>
                    <a:pt x="756" y="8017"/>
                  </a:cubicBezTo>
                  <a:lnTo>
                    <a:pt x="13656" y="8017"/>
                  </a:lnTo>
                  <a:cubicBezTo>
                    <a:pt x="13670" y="8017"/>
                    <a:pt x="13685" y="8017"/>
                    <a:pt x="13701" y="8010"/>
                  </a:cubicBezTo>
                  <a:cubicBezTo>
                    <a:pt x="14174" y="7982"/>
                    <a:pt x="14412" y="7366"/>
                    <a:pt x="14122" y="6959"/>
                  </a:cubicBezTo>
                  <a:lnTo>
                    <a:pt x="9550" y="527"/>
                  </a:lnTo>
                  <a:lnTo>
                    <a:pt x="9550" y="1341"/>
                  </a:lnTo>
                  <a:cubicBezTo>
                    <a:pt x="9550" y="1526"/>
                    <a:pt x="9395" y="1683"/>
                    <a:pt x="9210" y="1683"/>
                  </a:cubicBezTo>
                  <a:lnTo>
                    <a:pt x="9180" y="1683"/>
                  </a:lnTo>
                  <a:cubicBezTo>
                    <a:pt x="8988" y="1683"/>
                    <a:pt x="8839" y="1526"/>
                    <a:pt x="8839" y="1341"/>
                  </a:cubicBezTo>
                  <a:lnTo>
                    <a:pt x="8839" y="393"/>
                  </a:lnTo>
                  <a:lnTo>
                    <a:pt x="8839" y="370"/>
                  </a:lnTo>
                  <a:cubicBezTo>
                    <a:pt x="8839" y="171"/>
                    <a:pt x="8670" y="0"/>
                    <a:pt x="84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40"/>
            <p:cNvSpPr/>
            <p:nvPr/>
          </p:nvSpPr>
          <p:spPr>
            <a:xfrm>
              <a:off x="5296206" y="2150350"/>
              <a:ext cx="396463" cy="297933"/>
            </a:xfrm>
            <a:custGeom>
              <a:avLst/>
              <a:gdLst/>
              <a:ahLst/>
              <a:cxnLst/>
              <a:rect l="l" t="t" r="r" b="b"/>
              <a:pathLst>
                <a:path w="5247" h="3943" extrusionOk="0">
                  <a:moveTo>
                    <a:pt x="2891" y="0"/>
                  </a:moveTo>
                  <a:cubicBezTo>
                    <a:pt x="2418" y="0"/>
                    <a:pt x="1973" y="238"/>
                    <a:pt x="1683" y="646"/>
                  </a:cubicBezTo>
                  <a:lnTo>
                    <a:pt x="890" y="1771"/>
                  </a:lnTo>
                  <a:lnTo>
                    <a:pt x="890" y="1764"/>
                  </a:lnTo>
                  <a:lnTo>
                    <a:pt x="165" y="2804"/>
                  </a:lnTo>
                  <a:lnTo>
                    <a:pt x="165" y="2804"/>
                  </a:lnTo>
                  <a:cubicBezTo>
                    <a:pt x="165" y="2803"/>
                    <a:pt x="164" y="2802"/>
                    <a:pt x="164" y="2801"/>
                  </a:cubicBezTo>
                  <a:lnTo>
                    <a:pt x="1" y="3039"/>
                  </a:lnTo>
                  <a:lnTo>
                    <a:pt x="1" y="3039"/>
                  </a:lnTo>
                  <a:lnTo>
                    <a:pt x="165" y="2804"/>
                  </a:lnTo>
                  <a:lnTo>
                    <a:pt x="165" y="2804"/>
                  </a:lnTo>
                  <a:cubicBezTo>
                    <a:pt x="189" y="2966"/>
                    <a:pt x="329" y="3091"/>
                    <a:pt x="499" y="3091"/>
                  </a:cubicBezTo>
                  <a:lnTo>
                    <a:pt x="534" y="3091"/>
                  </a:lnTo>
                  <a:cubicBezTo>
                    <a:pt x="721" y="3091"/>
                    <a:pt x="876" y="2943"/>
                    <a:pt x="876" y="2749"/>
                  </a:cubicBezTo>
                  <a:lnTo>
                    <a:pt x="876" y="2356"/>
                  </a:lnTo>
                  <a:cubicBezTo>
                    <a:pt x="876" y="2283"/>
                    <a:pt x="899" y="2209"/>
                    <a:pt x="934" y="2157"/>
                  </a:cubicBezTo>
                  <a:cubicBezTo>
                    <a:pt x="943" y="2143"/>
                    <a:pt x="957" y="2127"/>
                    <a:pt x="965" y="2120"/>
                  </a:cubicBezTo>
                  <a:cubicBezTo>
                    <a:pt x="972" y="2113"/>
                    <a:pt x="972" y="2106"/>
                    <a:pt x="979" y="2099"/>
                  </a:cubicBezTo>
                  <a:cubicBezTo>
                    <a:pt x="988" y="2090"/>
                    <a:pt x="1002" y="2083"/>
                    <a:pt x="1009" y="2075"/>
                  </a:cubicBezTo>
                  <a:cubicBezTo>
                    <a:pt x="1023" y="2068"/>
                    <a:pt x="1032" y="2054"/>
                    <a:pt x="1046" y="2045"/>
                  </a:cubicBezTo>
                  <a:cubicBezTo>
                    <a:pt x="1053" y="2045"/>
                    <a:pt x="1061" y="2038"/>
                    <a:pt x="1068" y="2038"/>
                  </a:cubicBezTo>
                  <a:cubicBezTo>
                    <a:pt x="1091" y="2024"/>
                    <a:pt x="1121" y="2017"/>
                    <a:pt x="1142" y="2010"/>
                  </a:cubicBezTo>
                  <a:cubicBezTo>
                    <a:pt x="1173" y="2001"/>
                    <a:pt x="1201" y="1994"/>
                    <a:pt x="1231" y="1994"/>
                  </a:cubicBezTo>
                  <a:cubicBezTo>
                    <a:pt x="1439" y="1994"/>
                    <a:pt x="1601" y="2157"/>
                    <a:pt x="1601" y="2365"/>
                  </a:cubicBezTo>
                  <a:lnTo>
                    <a:pt x="1601" y="3573"/>
                  </a:lnTo>
                  <a:cubicBezTo>
                    <a:pt x="1601" y="3779"/>
                    <a:pt x="1765" y="3943"/>
                    <a:pt x="1973" y="3943"/>
                  </a:cubicBezTo>
                  <a:cubicBezTo>
                    <a:pt x="2172" y="3943"/>
                    <a:pt x="2336" y="3779"/>
                    <a:pt x="2336" y="3573"/>
                  </a:cubicBezTo>
                  <a:lnTo>
                    <a:pt x="2336" y="2801"/>
                  </a:lnTo>
                  <a:cubicBezTo>
                    <a:pt x="2336" y="2602"/>
                    <a:pt x="2499" y="2431"/>
                    <a:pt x="2706" y="2431"/>
                  </a:cubicBezTo>
                  <a:cubicBezTo>
                    <a:pt x="2907" y="2431"/>
                    <a:pt x="3068" y="2602"/>
                    <a:pt x="3068" y="2801"/>
                  </a:cubicBezTo>
                  <a:lnTo>
                    <a:pt x="3068" y="3468"/>
                  </a:lnTo>
                  <a:cubicBezTo>
                    <a:pt x="3084" y="3655"/>
                    <a:pt x="3239" y="3802"/>
                    <a:pt x="3433" y="3802"/>
                  </a:cubicBezTo>
                  <a:cubicBezTo>
                    <a:pt x="3632" y="3802"/>
                    <a:pt x="3803" y="3639"/>
                    <a:pt x="3803" y="3439"/>
                  </a:cubicBezTo>
                  <a:lnTo>
                    <a:pt x="3803" y="2134"/>
                  </a:lnTo>
                  <a:cubicBezTo>
                    <a:pt x="3803" y="1935"/>
                    <a:pt x="3966" y="1764"/>
                    <a:pt x="4166" y="1764"/>
                  </a:cubicBezTo>
                  <a:cubicBezTo>
                    <a:pt x="4367" y="1764"/>
                    <a:pt x="4536" y="1935"/>
                    <a:pt x="4536" y="2134"/>
                  </a:cubicBezTo>
                  <a:lnTo>
                    <a:pt x="4536" y="2157"/>
                  </a:lnTo>
                  <a:lnTo>
                    <a:pt x="4536" y="3105"/>
                  </a:lnTo>
                  <a:cubicBezTo>
                    <a:pt x="4536" y="3290"/>
                    <a:pt x="4685" y="3447"/>
                    <a:pt x="4870" y="3447"/>
                  </a:cubicBezTo>
                  <a:lnTo>
                    <a:pt x="4907" y="3447"/>
                  </a:lnTo>
                  <a:cubicBezTo>
                    <a:pt x="5092" y="3447"/>
                    <a:pt x="5247" y="3290"/>
                    <a:pt x="5247" y="3105"/>
                  </a:cubicBezTo>
                  <a:lnTo>
                    <a:pt x="5247" y="2291"/>
                  </a:lnTo>
                  <a:lnTo>
                    <a:pt x="4062" y="631"/>
                  </a:lnTo>
                  <a:cubicBezTo>
                    <a:pt x="3780" y="231"/>
                    <a:pt x="3351" y="0"/>
                    <a:pt x="2891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40"/>
            <p:cNvSpPr/>
            <p:nvPr/>
          </p:nvSpPr>
          <p:spPr>
            <a:xfrm>
              <a:off x="5013536" y="2662118"/>
              <a:ext cx="690467" cy="226756"/>
            </a:xfrm>
            <a:custGeom>
              <a:avLst/>
              <a:gdLst/>
              <a:ahLst/>
              <a:cxnLst/>
              <a:rect l="l" t="t" r="r" b="b"/>
              <a:pathLst>
                <a:path w="9138" h="3001" extrusionOk="0">
                  <a:moveTo>
                    <a:pt x="1104" y="1"/>
                  </a:moveTo>
                  <a:lnTo>
                    <a:pt x="0" y="1571"/>
                  </a:lnTo>
                  <a:cubicBezTo>
                    <a:pt x="75" y="1550"/>
                    <a:pt x="149" y="1534"/>
                    <a:pt x="229" y="1534"/>
                  </a:cubicBezTo>
                  <a:cubicBezTo>
                    <a:pt x="608" y="1534"/>
                    <a:pt x="912" y="1808"/>
                    <a:pt x="971" y="2172"/>
                  </a:cubicBezTo>
                  <a:cubicBezTo>
                    <a:pt x="1015" y="2149"/>
                    <a:pt x="1067" y="2135"/>
                    <a:pt x="1128" y="2135"/>
                  </a:cubicBezTo>
                  <a:cubicBezTo>
                    <a:pt x="1163" y="2135"/>
                    <a:pt x="1200" y="2142"/>
                    <a:pt x="1238" y="2156"/>
                  </a:cubicBezTo>
                  <a:cubicBezTo>
                    <a:pt x="1341" y="2030"/>
                    <a:pt x="1490" y="1957"/>
                    <a:pt x="1661" y="1957"/>
                  </a:cubicBezTo>
                  <a:cubicBezTo>
                    <a:pt x="1956" y="1957"/>
                    <a:pt x="2195" y="2201"/>
                    <a:pt x="2195" y="2498"/>
                  </a:cubicBezTo>
                  <a:lnTo>
                    <a:pt x="2195" y="2535"/>
                  </a:lnTo>
                  <a:cubicBezTo>
                    <a:pt x="2246" y="2498"/>
                    <a:pt x="2305" y="2467"/>
                    <a:pt x="2372" y="2467"/>
                  </a:cubicBezTo>
                  <a:cubicBezTo>
                    <a:pt x="2527" y="2467"/>
                    <a:pt x="2653" y="2594"/>
                    <a:pt x="2653" y="2750"/>
                  </a:cubicBezTo>
                  <a:cubicBezTo>
                    <a:pt x="2653" y="2860"/>
                    <a:pt x="2595" y="2957"/>
                    <a:pt x="2497" y="3001"/>
                  </a:cubicBezTo>
                  <a:lnTo>
                    <a:pt x="5188" y="3001"/>
                  </a:lnTo>
                  <a:cubicBezTo>
                    <a:pt x="5136" y="2973"/>
                    <a:pt x="5106" y="2912"/>
                    <a:pt x="5106" y="2853"/>
                  </a:cubicBezTo>
                  <a:cubicBezTo>
                    <a:pt x="5106" y="2750"/>
                    <a:pt x="5188" y="2668"/>
                    <a:pt x="5291" y="2668"/>
                  </a:cubicBezTo>
                  <a:cubicBezTo>
                    <a:pt x="5335" y="2668"/>
                    <a:pt x="5380" y="2683"/>
                    <a:pt x="5410" y="2706"/>
                  </a:cubicBezTo>
                  <a:lnTo>
                    <a:pt x="5410" y="2683"/>
                  </a:lnTo>
                  <a:cubicBezTo>
                    <a:pt x="5410" y="2483"/>
                    <a:pt x="5573" y="2327"/>
                    <a:pt x="5765" y="2327"/>
                  </a:cubicBezTo>
                  <a:cubicBezTo>
                    <a:pt x="5876" y="2327"/>
                    <a:pt x="5981" y="2379"/>
                    <a:pt x="6039" y="2453"/>
                  </a:cubicBezTo>
                  <a:cubicBezTo>
                    <a:pt x="6070" y="2446"/>
                    <a:pt x="6091" y="2446"/>
                    <a:pt x="6121" y="2446"/>
                  </a:cubicBezTo>
                  <a:cubicBezTo>
                    <a:pt x="6159" y="2446"/>
                    <a:pt x="6187" y="2453"/>
                    <a:pt x="6224" y="2467"/>
                  </a:cubicBezTo>
                  <a:cubicBezTo>
                    <a:pt x="6240" y="2357"/>
                    <a:pt x="6292" y="2261"/>
                    <a:pt x="6365" y="2186"/>
                  </a:cubicBezTo>
                  <a:lnTo>
                    <a:pt x="6388" y="734"/>
                  </a:lnTo>
                  <a:cubicBezTo>
                    <a:pt x="6402" y="734"/>
                    <a:pt x="6409" y="1505"/>
                    <a:pt x="6418" y="2142"/>
                  </a:cubicBezTo>
                  <a:cubicBezTo>
                    <a:pt x="6498" y="2083"/>
                    <a:pt x="6603" y="2046"/>
                    <a:pt x="6713" y="2046"/>
                  </a:cubicBezTo>
                  <a:cubicBezTo>
                    <a:pt x="6774" y="2046"/>
                    <a:pt x="6833" y="2060"/>
                    <a:pt x="6884" y="2074"/>
                  </a:cubicBezTo>
                  <a:cubicBezTo>
                    <a:pt x="7076" y="2135"/>
                    <a:pt x="7218" y="2306"/>
                    <a:pt x="7218" y="2512"/>
                  </a:cubicBezTo>
                  <a:lnTo>
                    <a:pt x="7218" y="2549"/>
                  </a:lnTo>
                  <a:cubicBezTo>
                    <a:pt x="7233" y="2542"/>
                    <a:pt x="7247" y="2542"/>
                    <a:pt x="7270" y="2542"/>
                  </a:cubicBezTo>
                  <a:lnTo>
                    <a:pt x="7284" y="2542"/>
                  </a:lnTo>
                  <a:cubicBezTo>
                    <a:pt x="7441" y="2386"/>
                    <a:pt x="7626" y="2245"/>
                    <a:pt x="7832" y="2112"/>
                  </a:cubicBezTo>
                  <a:cubicBezTo>
                    <a:pt x="7841" y="1934"/>
                    <a:pt x="7900" y="1756"/>
                    <a:pt x="8010" y="1601"/>
                  </a:cubicBezTo>
                  <a:lnTo>
                    <a:pt x="9137" y="1"/>
                  </a:lnTo>
                  <a:close/>
                </a:path>
              </a:pathLst>
            </a:custGeom>
            <a:solidFill>
              <a:srgbClr val="DFD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40"/>
            <p:cNvSpPr/>
            <p:nvPr/>
          </p:nvSpPr>
          <p:spPr>
            <a:xfrm>
              <a:off x="5588472" y="2006559"/>
              <a:ext cx="1504551" cy="886923"/>
            </a:xfrm>
            <a:custGeom>
              <a:avLst/>
              <a:gdLst/>
              <a:ahLst/>
              <a:cxnLst/>
              <a:rect l="l" t="t" r="r" b="b"/>
              <a:pathLst>
                <a:path w="19912" h="11738" extrusionOk="0">
                  <a:moveTo>
                    <a:pt x="8752" y="0"/>
                  </a:moveTo>
                  <a:cubicBezTo>
                    <a:pt x="8604" y="0"/>
                    <a:pt x="8471" y="59"/>
                    <a:pt x="8368" y="155"/>
                  </a:cubicBezTo>
                  <a:cubicBezTo>
                    <a:pt x="8270" y="251"/>
                    <a:pt x="8211" y="391"/>
                    <a:pt x="8211" y="541"/>
                  </a:cubicBezTo>
                  <a:lnTo>
                    <a:pt x="8211" y="770"/>
                  </a:lnTo>
                  <a:lnTo>
                    <a:pt x="8211" y="3512"/>
                  </a:lnTo>
                  <a:lnTo>
                    <a:pt x="8211" y="3742"/>
                  </a:lnTo>
                  <a:cubicBezTo>
                    <a:pt x="8211" y="3890"/>
                    <a:pt x="8153" y="4023"/>
                    <a:pt x="8048" y="4126"/>
                  </a:cubicBezTo>
                  <a:cubicBezTo>
                    <a:pt x="7952" y="4224"/>
                    <a:pt x="7818" y="4283"/>
                    <a:pt x="7664" y="4283"/>
                  </a:cubicBezTo>
                  <a:cubicBezTo>
                    <a:pt x="7367" y="4283"/>
                    <a:pt x="7123" y="4037"/>
                    <a:pt x="7123" y="3742"/>
                  </a:cubicBezTo>
                  <a:lnTo>
                    <a:pt x="7123" y="770"/>
                  </a:lnTo>
                  <a:lnTo>
                    <a:pt x="7123" y="756"/>
                  </a:lnTo>
                  <a:lnTo>
                    <a:pt x="401" y="10277"/>
                  </a:lnTo>
                  <a:cubicBezTo>
                    <a:pt x="1" y="10848"/>
                    <a:pt x="328" y="11693"/>
                    <a:pt x="979" y="11737"/>
                  </a:cubicBezTo>
                  <a:lnTo>
                    <a:pt x="18933" y="11737"/>
                  </a:lnTo>
                  <a:cubicBezTo>
                    <a:pt x="19586" y="11693"/>
                    <a:pt x="19911" y="10839"/>
                    <a:pt x="19511" y="10277"/>
                  </a:cubicBezTo>
                  <a:lnTo>
                    <a:pt x="12561" y="496"/>
                  </a:lnTo>
                  <a:lnTo>
                    <a:pt x="12561" y="3393"/>
                  </a:lnTo>
                  <a:cubicBezTo>
                    <a:pt x="12561" y="3541"/>
                    <a:pt x="12494" y="3674"/>
                    <a:pt x="12398" y="3770"/>
                  </a:cubicBezTo>
                  <a:cubicBezTo>
                    <a:pt x="12302" y="3875"/>
                    <a:pt x="12161" y="3934"/>
                    <a:pt x="12014" y="3934"/>
                  </a:cubicBezTo>
                  <a:cubicBezTo>
                    <a:pt x="11717" y="3934"/>
                    <a:pt x="11471" y="3690"/>
                    <a:pt x="11471" y="3393"/>
                  </a:cubicBezTo>
                  <a:lnTo>
                    <a:pt x="11471" y="1592"/>
                  </a:lnTo>
                  <a:cubicBezTo>
                    <a:pt x="11471" y="1290"/>
                    <a:pt x="11227" y="1044"/>
                    <a:pt x="10923" y="1044"/>
                  </a:cubicBezTo>
                  <a:cubicBezTo>
                    <a:pt x="10776" y="1044"/>
                    <a:pt x="10642" y="1112"/>
                    <a:pt x="10537" y="1208"/>
                  </a:cubicBezTo>
                  <a:cubicBezTo>
                    <a:pt x="10441" y="1304"/>
                    <a:pt x="10383" y="1444"/>
                    <a:pt x="10383" y="1592"/>
                  </a:cubicBezTo>
                  <a:lnTo>
                    <a:pt x="10383" y="2734"/>
                  </a:lnTo>
                  <a:cubicBezTo>
                    <a:pt x="10383" y="2890"/>
                    <a:pt x="10324" y="3023"/>
                    <a:pt x="10219" y="3119"/>
                  </a:cubicBezTo>
                  <a:cubicBezTo>
                    <a:pt x="10123" y="3223"/>
                    <a:pt x="9990" y="3281"/>
                    <a:pt x="9835" y="3281"/>
                  </a:cubicBezTo>
                  <a:cubicBezTo>
                    <a:pt x="9538" y="3281"/>
                    <a:pt x="9293" y="3038"/>
                    <a:pt x="9293" y="2734"/>
                  </a:cubicBezTo>
                  <a:lnTo>
                    <a:pt x="9302" y="2734"/>
                  </a:lnTo>
                  <a:lnTo>
                    <a:pt x="9302" y="541"/>
                  </a:lnTo>
                  <a:cubicBezTo>
                    <a:pt x="9302" y="244"/>
                    <a:pt x="9056" y="0"/>
                    <a:pt x="87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40"/>
            <p:cNvSpPr/>
            <p:nvPr/>
          </p:nvSpPr>
          <p:spPr>
            <a:xfrm>
              <a:off x="6126685" y="1872667"/>
              <a:ext cx="410971" cy="457516"/>
            </a:xfrm>
            <a:custGeom>
              <a:avLst/>
              <a:gdLst/>
              <a:ahLst/>
              <a:cxnLst/>
              <a:rect l="l" t="t" r="r" b="b"/>
              <a:pathLst>
                <a:path w="5439" h="6055" extrusionOk="0">
                  <a:moveTo>
                    <a:pt x="2815" y="1"/>
                  </a:moveTo>
                  <a:cubicBezTo>
                    <a:pt x="2163" y="1"/>
                    <a:pt x="1547" y="334"/>
                    <a:pt x="1147" y="897"/>
                  </a:cubicBezTo>
                  <a:lnTo>
                    <a:pt x="0" y="2528"/>
                  </a:lnTo>
                  <a:lnTo>
                    <a:pt x="0" y="2542"/>
                  </a:lnTo>
                  <a:lnTo>
                    <a:pt x="0" y="5514"/>
                  </a:lnTo>
                  <a:cubicBezTo>
                    <a:pt x="0" y="5809"/>
                    <a:pt x="244" y="6055"/>
                    <a:pt x="541" y="6055"/>
                  </a:cubicBezTo>
                  <a:cubicBezTo>
                    <a:pt x="695" y="6055"/>
                    <a:pt x="829" y="5996"/>
                    <a:pt x="925" y="5898"/>
                  </a:cubicBezTo>
                  <a:cubicBezTo>
                    <a:pt x="1030" y="5795"/>
                    <a:pt x="1088" y="5662"/>
                    <a:pt x="1088" y="5514"/>
                  </a:cubicBezTo>
                  <a:lnTo>
                    <a:pt x="1088" y="5284"/>
                  </a:lnTo>
                  <a:lnTo>
                    <a:pt x="1088" y="2542"/>
                  </a:lnTo>
                  <a:lnTo>
                    <a:pt x="1088" y="2313"/>
                  </a:lnTo>
                  <a:cubicBezTo>
                    <a:pt x="1088" y="2163"/>
                    <a:pt x="1147" y="2023"/>
                    <a:pt x="1245" y="1927"/>
                  </a:cubicBezTo>
                  <a:cubicBezTo>
                    <a:pt x="1348" y="1831"/>
                    <a:pt x="1481" y="1772"/>
                    <a:pt x="1629" y="1772"/>
                  </a:cubicBezTo>
                  <a:cubicBezTo>
                    <a:pt x="1933" y="1772"/>
                    <a:pt x="2179" y="2016"/>
                    <a:pt x="2179" y="2313"/>
                  </a:cubicBezTo>
                  <a:lnTo>
                    <a:pt x="2179" y="4506"/>
                  </a:lnTo>
                  <a:lnTo>
                    <a:pt x="2170" y="4506"/>
                  </a:lnTo>
                  <a:cubicBezTo>
                    <a:pt x="2170" y="4810"/>
                    <a:pt x="2415" y="5053"/>
                    <a:pt x="2712" y="5053"/>
                  </a:cubicBezTo>
                  <a:cubicBezTo>
                    <a:pt x="2867" y="5053"/>
                    <a:pt x="3000" y="4995"/>
                    <a:pt x="3096" y="4891"/>
                  </a:cubicBezTo>
                  <a:cubicBezTo>
                    <a:pt x="3201" y="4795"/>
                    <a:pt x="3260" y="4662"/>
                    <a:pt x="3260" y="4506"/>
                  </a:cubicBezTo>
                  <a:lnTo>
                    <a:pt x="3260" y="3364"/>
                  </a:lnTo>
                  <a:cubicBezTo>
                    <a:pt x="3260" y="3216"/>
                    <a:pt x="3318" y="3076"/>
                    <a:pt x="3414" y="2980"/>
                  </a:cubicBezTo>
                  <a:cubicBezTo>
                    <a:pt x="3519" y="2884"/>
                    <a:pt x="3653" y="2816"/>
                    <a:pt x="3800" y="2816"/>
                  </a:cubicBezTo>
                  <a:cubicBezTo>
                    <a:pt x="4104" y="2816"/>
                    <a:pt x="4348" y="3062"/>
                    <a:pt x="4348" y="3364"/>
                  </a:cubicBezTo>
                  <a:lnTo>
                    <a:pt x="4348" y="5165"/>
                  </a:lnTo>
                  <a:cubicBezTo>
                    <a:pt x="4348" y="5462"/>
                    <a:pt x="4594" y="5706"/>
                    <a:pt x="4891" y="5706"/>
                  </a:cubicBezTo>
                  <a:cubicBezTo>
                    <a:pt x="5038" y="5706"/>
                    <a:pt x="5179" y="5647"/>
                    <a:pt x="5275" y="5542"/>
                  </a:cubicBezTo>
                  <a:cubicBezTo>
                    <a:pt x="5371" y="5446"/>
                    <a:pt x="5438" y="5313"/>
                    <a:pt x="5438" y="5165"/>
                  </a:cubicBezTo>
                  <a:lnTo>
                    <a:pt x="5438" y="2268"/>
                  </a:lnTo>
                  <a:lnTo>
                    <a:pt x="4437" y="867"/>
                  </a:lnTo>
                  <a:cubicBezTo>
                    <a:pt x="4053" y="326"/>
                    <a:pt x="3452" y="1"/>
                    <a:pt x="2815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40"/>
            <p:cNvSpPr/>
            <p:nvPr/>
          </p:nvSpPr>
          <p:spPr>
            <a:xfrm>
              <a:off x="5655116" y="2892198"/>
              <a:ext cx="10201" cy="1285"/>
            </a:xfrm>
            <a:custGeom>
              <a:avLst/>
              <a:gdLst/>
              <a:ahLst/>
              <a:cxnLst/>
              <a:rect l="l" t="t" r="r" b="b"/>
              <a:pathLst>
                <a:path w="135" h="17" extrusionOk="0">
                  <a:moveTo>
                    <a:pt x="1" y="0"/>
                  </a:moveTo>
                  <a:lnTo>
                    <a:pt x="1" y="0"/>
                  </a:lnTo>
                  <a:cubicBezTo>
                    <a:pt x="31" y="8"/>
                    <a:pt x="61" y="16"/>
                    <a:pt x="97" y="16"/>
                  </a:cubicBezTo>
                  <a:lnTo>
                    <a:pt x="134" y="16"/>
                  </a:lnTo>
                  <a:lnTo>
                    <a:pt x="97" y="16"/>
                  </a:lnTo>
                  <a:cubicBezTo>
                    <a:pt x="61" y="16"/>
                    <a:pt x="31" y="8"/>
                    <a:pt x="1" y="0"/>
                  </a:cubicBezTo>
                  <a:close/>
                </a:path>
              </a:pathLst>
            </a:custGeom>
            <a:solidFill>
              <a:srgbClr val="677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40"/>
            <p:cNvSpPr/>
            <p:nvPr/>
          </p:nvSpPr>
          <p:spPr>
            <a:xfrm>
              <a:off x="5605246" y="2579757"/>
              <a:ext cx="1122142" cy="313725"/>
            </a:xfrm>
            <a:custGeom>
              <a:avLst/>
              <a:gdLst/>
              <a:ahLst/>
              <a:cxnLst/>
              <a:rect l="l" t="t" r="r" b="b"/>
              <a:pathLst>
                <a:path w="14851" h="4152" extrusionOk="0">
                  <a:moveTo>
                    <a:pt x="661" y="4135"/>
                  </a:moveTo>
                  <a:cubicBezTo>
                    <a:pt x="691" y="4143"/>
                    <a:pt x="721" y="4151"/>
                    <a:pt x="757" y="4151"/>
                  </a:cubicBezTo>
                  <a:lnTo>
                    <a:pt x="6101" y="4151"/>
                  </a:lnTo>
                  <a:cubicBezTo>
                    <a:pt x="6101" y="4151"/>
                    <a:pt x="6101" y="4143"/>
                    <a:pt x="6108" y="4135"/>
                  </a:cubicBezTo>
                  <a:close/>
                  <a:moveTo>
                    <a:pt x="2076" y="1"/>
                  </a:moveTo>
                  <a:lnTo>
                    <a:pt x="179" y="2691"/>
                  </a:lnTo>
                  <a:cubicBezTo>
                    <a:pt x="69" y="2846"/>
                    <a:pt x="10" y="3024"/>
                    <a:pt x="1" y="3202"/>
                  </a:cubicBezTo>
                  <a:cubicBezTo>
                    <a:pt x="862" y="2661"/>
                    <a:pt x="2121" y="2313"/>
                    <a:pt x="3522" y="2313"/>
                  </a:cubicBezTo>
                  <a:cubicBezTo>
                    <a:pt x="4811" y="2313"/>
                    <a:pt x="5982" y="2602"/>
                    <a:pt x="6826" y="3068"/>
                  </a:cubicBezTo>
                  <a:cubicBezTo>
                    <a:pt x="7664" y="2231"/>
                    <a:pt x="8982" y="1683"/>
                    <a:pt x="10472" y="1683"/>
                  </a:cubicBezTo>
                  <a:cubicBezTo>
                    <a:pt x="12524" y="1683"/>
                    <a:pt x="14265" y="2720"/>
                    <a:pt x="14843" y="4151"/>
                  </a:cubicBezTo>
                  <a:lnTo>
                    <a:pt x="14850" y="1"/>
                  </a:lnTo>
                  <a:close/>
                </a:path>
              </a:pathLst>
            </a:custGeom>
            <a:solidFill>
              <a:srgbClr val="DFD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40"/>
            <p:cNvSpPr/>
            <p:nvPr/>
          </p:nvSpPr>
          <p:spPr>
            <a:xfrm>
              <a:off x="6934497" y="2286433"/>
              <a:ext cx="503456" cy="610978"/>
            </a:xfrm>
            <a:custGeom>
              <a:avLst/>
              <a:gdLst/>
              <a:ahLst/>
              <a:cxnLst/>
              <a:rect l="l" t="t" r="r" b="b"/>
              <a:pathLst>
                <a:path w="6663" h="8086" extrusionOk="0">
                  <a:moveTo>
                    <a:pt x="1" y="1"/>
                  </a:moveTo>
                  <a:lnTo>
                    <a:pt x="1" y="8085"/>
                  </a:lnTo>
                  <a:lnTo>
                    <a:pt x="6662" y="8085"/>
                  </a:lnTo>
                  <a:lnTo>
                    <a:pt x="6662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40"/>
            <p:cNvSpPr/>
            <p:nvPr/>
          </p:nvSpPr>
          <p:spPr>
            <a:xfrm>
              <a:off x="6934497" y="2505860"/>
              <a:ext cx="503456" cy="31509"/>
            </a:xfrm>
            <a:custGeom>
              <a:avLst/>
              <a:gdLst/>
              <a:ahLst/>
              <a:cxnLst/>
              <a:rect l="l" t="t" r="r" b="b"/>
              <a:pathLst>
                <a:path w="6663" h="417" extrusionOk="0">
                  <a:moveTo>
                    <a:pt x="1" y="1"/>
                  </a:moveTo>
                  <a:lnTo>
                    <a:pt x="1" y="417"/>
                  </a:lnTo>
                  <a:lnTo>
                    <a:pt x="6662" y="417"/>
                  </a:lnTo>
                  <a:lnTo>
                    <a:pt x="6662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40"/>
            <p:cNvSpPr/>
            <p:nvPr/>
          </p:nvSpPr>
          <p:spPr>
            <a:xfrm>
              <a:off x="6934497" y="2620635"/>
              <a:ext cx="503456" cy="105935"/>
            </a:xfrm>
            <a:custGeom>
              <a:avLst/>
              <a:gdLst/>
              <a:ahLst/>
              <a:cxnLst/>
              <a:rect l="l" t="t" r="r" b="b"/>
              <a:pathLst>
                <a:path w="6663" h="1402" extrusionOk="0">
                  <a:moveTo>
                    <a:pt x="1" y="0"/>
                  </a:moveTo>
                  <a:lnTo>
                    <a:pt x="1" y="1402"/>
                  </a:lnTo>
                  <a:lnTo>
                    <a:pt x="6662" y="1402"/>
                  </a:lnTo>
                  <a:lnTo>
                    <a:pt x="6662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40"/>
            <p:cNvSpPr/>
            <p:nvPr/>
          </p:nvSpPr>
          <p:spPr>
            <a:xfrm>
              <a:off x="7294994" y="2616177"/>
              <a:ext cx="62337" cy="113793"/>
            </a:xfrm>
            <a:custGeom>
              <a:avLst/>
              <a:gdLst/>
              <a:ahLst/>
              <a:cxnLst/>
              <a:rect l="l" t="t" r="r" b="b"/>
              <a:pathLst>
                <a:path w="825" h="1506" extrusionOk="0">
                  <a:moveTo>
                    <a:pt x="743" y="82"/>
                  </a:moveTo>
                  <a:lnTo>
                    <a:pt x="743" y="1423"/>
                  </a:lnTo>
                  <a:lnTo>
                    <a:pt x="83" y="1423"/>
                  </a:lnTo>
                  <a:lnTo>
                    <a:pt x="83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40"/>
            <p:cNvSpPr/>
            <p:nvPr/>
          </p:nvSpPr>
          <p:spPr>
            <a:xfrm>
              <a:off x="7183090" y="2616177"/>
              <a:ext cx="62261" cy="113793"/>
            </a:xfrm>
            <a:custGeom>
              <a:avLst/>
              <a:gdLst/>
              <a:ahLst/>
              <a:cxnLst/>
              <a:rect l="l" t="t" r="r" b="b"/>
              <a:pathLst>
                <a:path w="824" h="1506" extrusionOk="0">
                  <a:moveTo>
                    <a:pt x="742" y="82"/>
                  </a:moveTo>
                  <a:lnTo>
                    <a:pt x="742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40"/>
            <p:cNvSpPr/>
            <p:nvPr/>
          </p:nvSpPr>
          <p:spPr>
            <a:xfrm>
              <a:off x="7407654" y="2616177"/>
              <a:ext cx="33095" cy="113793"/>
            </a:xfrm>
            <a:custGeom>
              <a:avLst/>
              <a:gdLst/>
              <a:ahLst/>
              <a:cxnLst/>
              <a:rect l="l" t="t" r="r" b="b"/>
              <a:pathLst>
                <a:path w="438" h="1506" extrusionOk="0">
                  <a:moveTo>
                    <a:pt x="363" y="82"/>
                  </a:moveTo>
                  <a:lnTo>
                    <a:pt x="363" y="1423"/>
                  </a:lnTo>
                  <a:lnTo>
                    <a:pt x="75" y="1423"/>
                  </a:lnTo>
                  <a:lnTo>
                    <a:pt x="75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438" y="1505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40"/>
            <p:cNvSpPr/>
            <p:nvPr/>
          </p:nvSpPr>
          <p:spPr>
            <a:xfrm>
              <a:off x="7351060" y="2616177"/>
              <a:ext cx="62261" cy="113793"/>
            </a:xfrm>
            <a:custGeom>
              <a:avLst/>
              <a:gdLst/>
              <a:ahLst/>
              <a:cxnLst/>
              <a:rect l="l" t="t" r="r" b="b"/>
              <a:pathLst>
                <a:path w="824" h="1506" extrusionOk="0">
                  <a:moveTo>
                    <a:pt x="749" y="82"/>
                  </a:moveTo>
                  <a:lnTo>
                    <a:pt x="749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40"/>
            <p:cNvSpPr/>
            <p:nvPr/>
          </p:nvSpPr>
          <p:spPr>
            <a:xfrm>
              <a:off x="7239155" y="2616177"/>
              <a:ext cx="62110" cy="113793"/>
            </a:xfrm>
            <a:custGeom>
              <a:avLst/>
              <a:gdLst/>
              <a:ahLst/>
              <a:cxnLst/>
              <a:rect l="l" t="t" r="r" b="b"/>
              <a:pathLst>
                <a:path w="822" h="1506" extrusionOk="0">
                  <a:moveTo>
                    <a:pt x="740" y="82"/>
                  </a:moveTo>
                  <a:lnTo>
                    <a:pt x="740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822" y="1505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40"/>
            <p:cNvSpPr/>
            <p:nvPr/>
          </p:nvSpPr>
          <p:spPr>
            <a:xfrm>
              <a:off x="6931173" y="2616177"/>
              <a:ext cx="33624" cy="113793"/>
            </a:xfrm>
            <a:custGeom>
              <a:avLst/>
              <a:gdLst/>
              <a:ahLst/>
              <a:cxnLst/>
              <a:rect l="l" t="t" r="r" b="b"/>
              <a:pathLst>
                <a:path w="445" h="1506" extrusionOk="0">
                  <a:moveTo>
                    <a:pt x="363" y="82"/>
                  </a:moveTo>
                  <a:lnTo>
                    <a:pt x="363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445" y="1505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40"/>
            <p:cNvSpPr/>
            <p:nvPr/>
          </p:nvSpPr>
          <p:spPr>
            <a:xfrm>
              <a:off x="6958526" y="2616177"/>
              <a:ext cx="62337" cy="113793"/>
            </a:xfrm>
            <a:custGeom>
              <a:avLst/>
              <a:gdLst/>
              <a:ahLst/>
              <a:cxnLst/>
              <a:rect l="l" t="t" r="r" b="b"/>
              <a:pathLst>
                <a:path w="825" h="1506" extrusionOk="0">
                  <a:moveTo>
                    <a:pt x="750" y="82"/>
                  </a:moveTo>
                  <a:lnTo>
                    <a:pt x="750" y="1423"/>
                  </a:lnTo>
                  <a:lnTo>
                    <a:pt x="83" y="1423"/>
                  </a:lnTo>
                  <a:lnTo>
                    <a:pt x="83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40"/>
            <p:cNvSpPr/>
            <p:nvPr/>
          </p:nvSpPr>
          <p:spPr>
            <a:xfrm>
              <a:off x="7015120" y="2616177"/>
              <a:ext cx="61657" cy="113793"/>
            </a:xfrm>
            <a:custGeom>
              <a:avLst/>
              <a:gdLst/>
              <a:ahLst/>
              <a:cxnLst/>
              <a:rect l="l" t="t" r="r" b="b"/>
              <a:pathLst>
                <a:path w="816" h="1506" extrusionOk="0">
                  <a:moveTo>
                    <a:pt x="742" y="82"/>
                  </a:moveTo>
                  <a:lnTo>
                    <a:pt x="742" y="1423"/>
                  </a:lnTo>
                  <a:lnTo>
                    <a:pt x="75" y="1423"/>
                  </a:lnTo>
                  <a:lnTo>
                    <a:pt x="75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15" y="1505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40"/>
            <p:cNvSpPr/>
            <p:nvPr/>
          </p:nvSpPr>
          <p:spPr>
            <a:xfrm>
              <a:off x="7127024" y="2616177"/>
              <a:ext cx="62337" cy="113793"/>
            </a:xfrm>
            <a:custGeom>
              <a:avLst/>
              <a:gdLst/>
              <a:ahLst/>
              <a:cxnLst/>
              <a:rect l="l" t="t" r="r" b="b"/>
              <a:pathLst>
                <a:path w="825" h="1506" extrusionOk="0">
                  <a:moveTo>
                    <a:pt x="743" y="82"/>
                  </a:moveTo>
                  <a:lnTo>
                    <a:pt x="743" y="1423"/>
                  </a:lnTo>
                  <a:lnTo>
                    <a:pt x="83" y="1423"/>
                  </a:lnTo>
                  <a:lnTo>
                    <a:pt x="83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40"/>
            <p:cNvSpPr/>
            <p:nvPr/>
          </p:nvSpPr>
          <p:spPr>
            <a:xfrm>
              <a:off x="7071185" y="2616177"/>
              <a:ext cx="62110" cy="113793"/>
            </a:xfrm>
            <a:custGeom>
              <a:avLst/>
              <a:gdLst/>
              <a:ahLst/>
              <a:cxnLst/>
              <a:rect l="l" t="t" r="r" b="b"/>
              <a:pathLst>
                <a:path w="822" h="1506" extrusionOk="0">
                  <a:moveTo>
                    <a:pt x="740" y="82"/>
                  </a:moveTo>
                  <a:lnTo>
                    <a:pt x="740" y="1423"/>
                  </a:lnTo>
                  <a:lnTo>
                    <a:pt x="73" y="1423"/>
                  </a:lnTo>
                  <a:lnTo>
                    <a:pt x="73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822" y="1505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40"/>
            <p:cNvSpPr/>
            <p:nvPr/>
          </p:nvSpPr>
          <p:spPr>
            <a:xfrm>
              <a:off x="7082822" y="1942031"/>
              <a:ext cx="157996" cy="955381"/>
            </a:xfrm>
            <a:custGeom>
              <a:avLst/>
              <a:gdLst/>
              <a:ahLst/>
              <a:cxnLst/>
              <a:rect l="l" t="t" r="r" b="b"/>
              <a:pathLst>
                <a:path w="2091" h="12644" extrusionOk="0">
                  <a:moveTo>
                    <a:pt x="565" y="1"/>
                  </a:moveTo>
                  <a:lnTo>
                    <a:pt x="1" y="12613"/>
                  </a:lnTo>
                  <a:lnTo>
                    <a:pt x="2090" y="12643"/>
                  </a:lnTo>
                  <a:lnTo>
                    <a:pt x="1824" y="17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40"/>
            <p:cNvSpPr/>
            <p:nvPr/>
          </p:nvSpPr>
          <p:spPr>
            <a:xfrm>
              <a:off x="7082822" y="1942711"/>
              <a:ext cx="90294" cy="945633"/>
            </a:xfrm>
            <a:custGeom>
              <a:avLst/>
              <a:gdLst/>
              <a:ahLst/>
              <a:cxnLst/>
              <a:rect l="l" t="t" r="r" b="b"/>
              <a:pathLst>
                <a:path w="1195" h="12515" extrusionOk="0">
                  <a:moveTo>
                    <a:pt x="565" y="0"/>
                  </a:moveTo>
                  <a:lnTo>
                    <a:pt x="1" y="12515"/>
                  </a:lnTo>
                  <a:lnTo>
                    <a:pt x="1047" y="12515"/>
                  </a:lnTo>
                  <a:lnTo>
                    <a:pt x="1194" y="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9293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40"/>
            <p:cNvSpPr/>
            <p:nvPr/>
          </p:nvSpPr>
          <p:spPr>
            <a:xfrm>
              <a:off x="7113121" y="2171658"/>
              <a:ext cx="113189" cy="57199"/>
            </a:xfrm>
            <a:custGeom>
              <a:avLst/>
              <a:gdLst/>
              <a:ahLst/>
              <a:cxnLst/>
              <a:rect l="l" t="t" r="r" b="b"/>
              <a:pathLst>
                <a:path w="1498" h="757" extrusionOk="0">
                  <a:moveTo>
                    <a:pt x="37" y="1"/>
                  </a:moveTo>
                  <a:lnTo>
                    <a:pt x="0" y="734"/>
                  </a:lnTo>
                  <a:lnTo>
                    <a:pt x="749" y="741"/>
                  </a:lnTo>
                  <a:lnTo>
                    <a:pt x="1497" y="757"/>
                  </a:lnTo>
                  <a:lnTo>
                    <a:pt x="1483" y="22"/>
                  </a:lnTo>
                  <a:lnTo>
                    <a:pt x="756" y="1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40"/>
            <p:cNvSpPr/>
            <p:nvPr/>
          </p:nvSpPr>
          <p:spPr>
            <a:xfrm>
              <a:off x="7106396" y="2301470"/>
              <a:ext cx="123238" cy="82436"/>
            </a:xfrm>
            <a:custGeom>
              <a:avLst/>
              <a:gdLst/>
              <a:ahLst/>
              <a:cxnLst/>
              <a:rect l="l" t="t" r="r" b="b"/>
              <a:pathLst>
                <a:path w="1631" h="1091" extrusionOk="0">
                  <a:moveTo>
                    <a:pt x="45" y="1"/>
                  </a:moveTo>
                  <a:lnTo>
                    <a:pt x="0" y="1068"/>
                  </a:lnTo>
                  <a:lnTo>
                    <a:pt x="816" y="1077"/>
                  </a:lnTo>
                  <a:lnTo>
                    <a:pt x="1631" y="1091"/>
                  </a:lnTo>
                  <a:lnTo>
                    <a:pt x="1608" y="17"/>
                  </a:lnTo>
                  <a:lnTo>
                    <a:pt x="831" y="10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40"/>
            <p:cNvSpPr/>
            <p:nvPr/>
          </p:nvSpPr>
          <p:spPr>
            <a:xfrm>
              <a:off x="6440108" y="1279143"/>
              <a:ext cx="292342" cy="233632"/>
            </a:xfrm>
            <a:custGeom>
              <a:avLst/>
              <a:gdLst/>
              <a:ahLst/>
              <a:cxnLst/>
              <a:rect l="l" t="t" r="r" b="b"/>
              <a:pathLst>
                <a:path w="3869" h="3092" extrusionOk="0">
                  <a:moveTo>
                    <a:pt x="3647" y="1"/>
                  </a:moveTo>
                  <a:cubicBezTo>
                    <a:pt x="2706" y="1"/>
                    <a:pt x="1898" y="579"/>
                    <a:pt x="1557" y="1393"/>
                  </a:cubicBezTo>
                  <a:cubicBezTo>
                    <a:pt x="1505" y="1386"/>
                    <a:pt x="1445" y="1386"/>
                    <a:pt x="1393" y="1386"/>
                  </a:cubicBezTo>
                  <a:cubicBezTo>
                    <a:pt x="623" y="1386"/>
                    <a:pt x="1" y="2009"/>
                    <a:pt x="1" y="2772"/>
                  </a:cubicBezTo>
                  <a:cubicBezTo>
                    <a:pt x="1" y="2884"/>
                    <a:pt x="15" y="2987"/>
                    <a:pt x="38" y="3092"/>
                  </a:cubicBezTo>
                  <a:lnTo>
                    <a:pt x="3869" y="3092"/>
                  </a:lnTo>
                  <a:lnTo>
                    <a:pt x="3869" y="2217"/>
                  </a:lnTo>
                  <a:lnTo>
                    <a:pt x="3869" y="8"/>
                  </a:lnTo>
                  <a:cubicBezTo>
                    <a:pt x="3794" y="1"/>
                    <a:pt x="3721" y="1"/>
                    <a:pt x="3647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40"/>
            <p:cNvSpPr/>
            <p:nvPr/>
          </p:nvSpPr>
          <p:spPr>
            <a:xfrm>
              <a:off x="6728521" y="1278085"/>
              <a:ext cx="355585" cy="235218"/>
            </a:xfrm>
            <a:custGeom>
              <a:avLst/>
              <a:gdLst/>
              <a:ahLst/>
              <a:cxnLst/>
              <a:rect l="l" t="t" r="r" b="b"/>
              <a:pathLst>
                <a:path w="4706" h="3113" extrusionOk="0">
                  <a:moveTo>
                    <a:pt x="0" y="1"/>
                  </a:moveTo>
                  <a:lnTo>
                    <a:pt x="0" y="8"/>
                  </a:lnTo>
                  <a:lnTo>
                    <a:pt x="0" y="2231"/>
                  </a:lnTo>
                  <a:lnTo>
                    <a:pt x="0" y="3113"/>
                  </a:lnTo>
                  <a:lnTo>
                    <a:pt x="3061" y="3113"/>
                  </a:lnTo>
                  <a:cubicBezTo>
                    <a:pt x="3075" y="3097"/>
                    <a:pt x="3089" y="3090"/>
                    <a:pt x="3105" y="3075"/>
                  </a:cubicBezTo>
                  <a:cubicBezTo>
                    <a:pt x="3112" y="3090"/>
                    <a:pt x="3120" y="3097"/>
                    <a:pt x="3120" y="3113"/>
                  </a:cubicBezTo>
                  <a:lnTo>
                    <a:pt x="4638" y="3113"/>
                  </a:lnTo>
                  <a:cubicBezTo>
                    <a:pt x="4683" y="3017"/>
                    <a:pt x="4706" y="2912"/>
                    <a:pt x="4706" y="2794"/>
                  </a:cubicBezTo>
                  <a:cubicBezTo>
                    <a:pt x="4706" y="2341"/>
                    <a:pt x="4334" y="1971"/>
                    <a:pt x="3883" y="1971"/>
                  </a:cubicBezTo>
                  <a:cubicBezTo>
                    <a:pt x="3719" y="1971"/>
                    <a:pt x="3571" y="2016"/>
                    <a:pt x="3445" y="2097"/>
                  </a:cubicBezTo>
                  <a:cubicBezTo>
                    <a:pt x="3363" y="1571"/>
                    <a:pt x="2904" y="1171"/>
                    <a:pt x="2357" y="1171"/>
                  </a:cubicBezTo>
                  <a:cubicBezTo>
                    <a:pt x="2172" y="1171"/>
                    <a:pt x="1994" y="1215"/>
                    <a:pt x="1837" y="1297"/>
                  </a:cubicBezTo>
                  <a:cubicBezTo>
                    <a:pt x="1505" y="593"/>
                    <a:pt x="815" y="82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40"/>
            <p:cNvSpPr/>
            <p:nvPr/>
          </p:nvSpPr>
          <p:spPr>
            <a:xfrm>
              <a:off x="7822479" y="2368114"/>
              <a:ext cx="568438" cy="527484"/>
            </a:xfrm>
            <a:custGeom>
              <a:avLst/>
              <a:gdLst/>
              <a:ahLst/>
              <a:cxnLst/>
              <a:rect l="l" t="t" r="r" b="b"/>
              <a:pathLst>
                <a:path w="7523" h="6981" extrusionOk="0">
                  <a:moveTo>
                    <a:pt x="0" y="1"/>
                  </a:moveTo>
                  <a:lnTo>
                    <a:pt x="0" y="6981"/>
                  </a:lnTo>
                  <a:lnTo>
                    <a:pt x="7523" y="6981"/>
                  </a:lnTo>
                  <a:lnTo>
                    <a:pt x="7523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40"/>
            <p:cNvSpPr/>
            <p:nvPr/>
          </p:nvSpPr>
          <p:spPr>
            <a:xfrm>
              <a:off x="8390841" y="2379977"/>
              <a:ext cx="604" cy="508368"/>
            </a:xfrm>
            <a:custGeom>
              <a:avLst/>
              <a:gdLst/>
              <a:ahLst/>
              <a:cxnLst/>
              <a:rect l="l" t="t" r="r" b="b"/>
              <a:pathLst>
                <a:path w="8" h="6728" extrusionOk="0">
                  <a:moveTo>
                    <a:pt x="1" y="0"/>
                  </a:moveTo>
                  <a:lnTo>
                    <a:pt x="1" y="6728"/>
                  </a:lnTo>
                  <a:lnTo>
                    <a:pt x="8" y="6728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5259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40"/>
            <p:cNvSpPr/>
            <p:nvPr/>
          </p:nvSpPr>
          <p:spPr>
            <a:xfrm>
              <a:off x="8250299" y="2379977"/>
              <a:ext cx="140617" cy="477615"/>
            </a:xfrm>
            <a:custGeom>
              <a:avLst/>
              <a:gdLst/>
              <a:ahLst/>
              <a:cxnLst/>
              <a:rect l="l" t="t" r="r" b="b"/>
              <a:pathLst>
                <a:path w="1861" h="6321" extrusionOk="0">
                  <a:moveTo>
                    <a:pt x="0" y="0"/>
                  </a:moveTo>
                  <a:lnTo>
                    <a:pt x="0" y="6321"/>
                  </a:lnTo>
                  <a:lnTo>
                    <a:pt x="1861" y="6321"/>
                  </a:lnTo>
                  <a:lnTo>
                    <a:pt x="1861" y="0"/>
                  </a:lnTo>
                  <a:close/>
                </a:path>
              </a:pathLst>
            </a:custGeom>
            <a:solidFill>
              <a:srgbClr val="8586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40"/>
            <p:cNvSpPr/>
            <p:nvPr/>
          </p:nvSpPr>
          <p:spPr>
            <a:xfrm>
              <a:off x="7798904" y="2357006"/>
              <a:ext cx="614832" cy="23046"/>
            </a:xfrm>
            <a:custGeom>
              <a:avLst/>
              <a:gdLst/>
              <a:ahLst/>
              <a:cxnLst/>
              <a:rect l="l" t="t" r="r" b="b"/>
              <a:pathLst>
                <a:path w="8137" h="305" extrusionOk="0">
                  <a:moveTo>
                    <a:pt x="150" y="0"/>
                  </a:moveTo>
                  <a:cubicBezTo>
                    <a:pt x="68" y="0"/>
                    <a:pt x="1" y="66"/>
                    <a:pt x="1" y="148"/>
                  </a:cubicBezTo>
                  <a:cubicBezTo>
                    <a:pt x="1" y="237"/>
                    <a:pt x="68" y="304"/>
                    <a:pt x="150" y="304"/>
                  </a:cubicBezTo>
                  <a:lnTo>
                    <a:pt x="7989" y="304"/>
                  </a:lnTo>
                  <a:cubicBezTo>
                    <a:pt x="8071" y="304"/>
                    <a:pt x="8137" y="237"/>
                    <a:pt x="8137" y="148"/>
                  </a:cubicBezTo>
                  <a:cubicBezTo>
                    <a:pt x="8137" y="66"/>
                    <a:pt x="8071" y="0"/>
                    <a:pt x="7989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40"/>
            <p:cNvSpPr/>
            <p:nvPr/>
          </p:nvSpPr>
          <p:spPr>
            <a:xfrm>
              <a:off x="8316263" y="2470649"/>
              <a:ext cx="35967" cy="52665"/>
            </a:xfrm>
            <a:custGeom>
              <a:avLst/>
              <a:gdLst/>
              <a:ahLst/>
              <a:cxnLst/>
              <a:rect l="l" t="t" r="r" b="b"/>
              <a:pathLst>
                <a:path w="476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75" y="696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40"/>
            <p:cNvSpPr/>
            <p:nvPr/>
          </p:nvSpPr>
          <p:spPr>
            <a:xfrm>
              <a:off x="8251886" y="2470649"/>
              <a:ext cx="35438" cy="52665"/>
            </a:xfrm>
            <a:custGeom>
              <a:avLst/>
              <a:gdLst/>
              <a:ahLst/>
              <a:cxnLst/>
              <a:rect l="l" t="t" r="r" b="b"/>
              <a:pathLst>
                <a:path w="469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40"/>
            <p:cNvSpPr/>
            <p:nvPr/>
          </p:nvSpPr>
          <p:spPr>
            <a:xfrm>
              <a:off x="8186980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7" y="696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40"/>
            <p:cNvSpPr/>
            <p:nvPr/>
          </p:nvSpPr>
          <p:spPr>
            <a:xfrm>
              <a:off x="8122074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7" y="696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40"/>
            <p:cNvSpPr/>
            <p:nvPr/>
          </p:nvSpPr>
          <p:spPr>
            <a:xfrm>
              <a:off x="8057092" y="2470649"/>
              <a:ext cx="35362" cy="52665"/>
            </a:xfrm>
            <a:custGeom>
              <a:avLst/>
              <a:gdLst/>
              <a:ahLst/>
              <a:cxnLst/>
              <a:rect l="l" t="t" r="r" b="b"/>
              <a:pathLst>
                <a:path w="468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40"/>
            <p:cNvSpPr/>
            <p:nvPr/>
          </p:nvSpPr>
          <p:spPr>
            <a:xfrm>
              <a:off x="7992186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6" y="696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40"/>
            <p:cNvSpPr/>
            <p:nvPr/>
          </p:nvSpPr>
          <p:spPr>
            <a:xfrm>
              <a:off x="7927280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6" y="696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40"/>
            <p:cNvSpPr/>
            <p:nvPr/>
          </p:nvSpPr>
          <p:spPr>
            <a:xfrm>
              <a:off x="7862223" y="2470649"/>
              <a:ext cx="35438" cy="52665"/>
            </a:xfrm>
            <a:custGeom>
              <a:avLst/>
              <a:gdLst/>
              <a:ahLst/>
              <a:cxnLst/>
              <a:rect l="l" t="t" r="r" b="b"/>
              <a:pathLst>
                <a:path w="469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40"/>
            <p:cNvSpPr/>
            <p:nvPr/>
          </p:nvSpPr>
          <p:spPr>
            <a:xfrm>
              <a:off x="8316263" y="2571975"/>
              <a:ext cx="35967" cy="52741"/>
            </a:xfrm>
            <a:custGeom>
              <a:avLst/>
              <a:gdLst/>
              <a:ahLst/>
              <a:cxnLst/>
              <a:rect l="l" t="t" r="r" b="b"/>
              <a:pathLst>
                <a:path w="476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75" y="698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40"/>
            <p:cNvSpPr/>
            <p:nvPr/>
          </p:nvSpPr>
          <p:spPr>
            <a:xfrm>
              <a:off x="8251886" y="2571975"/>
              <a:ext cx="35438" cy="52741"/>
            </a:xfrm>
            <a:custGeom>
              <a:avLst/>
              <a:gdLst/>
              <a:ahLst/>
              <a:cxnLst/>
              <a:rect l="l" t="t" r="r" b="b"/>
              <a:pathLst>
                <a:path w="469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40"/>
            <p:cNvSpPr/>
            <p:nvPr/>
          </p:nvSpPr>
          <p:spPr>
            <a:xfrm>
              <a:off x="8186980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7" y="698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40"/>
            <p:cNvSpPr/>
            <p:nvPr/>
          </p:nvSpPr>
          <p:spPr>
            <a:xfrm>
              <a:off x="8122074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7" y="698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40"/>
            <p:cNvSpPr/>
            <p:nvPr/>
          </p:nvSpPr>
          <p:spPr>
            <a:xfrm>
              <a:off x="8057092" y="2571975"/>
              <a:ext cx="35362" cy="52741"/>
            </a:xfrm>
            <a:custGeom>
              <a:avLst/>
              <a:gdLst/>
              <a:ahLst/>
              <a:cxnLst/>
              <a:rect l="l" t="t" r="r" b="b"/>
              <a:pathLst>
                <a:path w="468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40"/>
            <p:cNvSpPr/>
            <p:nvPr/>
          </p:nvSpPr>
          <p:spPr>
            <a:xfrm>
              <a:off x="7992186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6" y="698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40"/>
            <p:cNvSpPr/>
            <p:nvPr/>
          </p:nvSpPr>
          <p:spPr>
            <a:xfrm>
              <a:off x="7927280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6" y="698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40"/>
            <p:cNvSpPr/>
            <p:nvPr/>
          </p:nvSpPr>
          <p:spPr>
            <a:xfrm>
              <a:off x="7862223" y="2571975"/>
              <a:ext cx="35438" cy="52741"/>
            </a:xfrm>
            <a:custGeom>
              <a:avLst/>
              <a:gdLst/>
              <a:ahLst/>
              <a:cxnLst/>
              <a:rect l="l" t="t" r="r" b="b"/>
              <a:pathLst>
                <a:path w="469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40"/>
            <p:cNvSpPr/>
            <p:nvPr/>
          </p:nvSpPr>
          <p:spPr>
            <a:xfrm>
              <a:off x="8316263" y="2673301"/>
              <a:ext cx="35967" cy="53270"/>
            </a:xfrm>
            <a:custGeom>
              <a:avLst/>
              <a:gdLst/>
              <a:ahLst/>
              <a:cxnLst/>
              <a:rect l="l" t="t" r="r" b="b"/>
              <a:pathLst>
                <a:path w="476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75" y="705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40"/>
            <p:cNvSpPr/>
            <p:nvPr/>
          </p:nvSpPr>
          <p:spPr>
            <a:xfrm>
              <a:off x="8251886" y="2673301"/>
              <a:ext cx="35438" cy="53270"/>
            </a:xfrm>
            <a:custGeom>
              <a:avLst/>
              <a:gdLst/>
              <a:ahLst/>
              <a:cxnLst/>
              <a:rect l="l" t="t" r="r" b="b"/>
              <a:pathLst>
                <a:path w="469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40"/>
            <p:cNvSpPr/>
            <p:nvPr/>
          </p:nvSpPr>
          <p:spPr>
            <a:xfrm>
              <a:off x="8186980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7" y="705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40"/>
            <p:cNvSpPr/>
            <p:nvPr/>
          </p:nvSpPr>
          <p:spPr>
            <a:xfrm>
              <a:off x="8122074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7" y="705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40"/>
            <p:cNvSpPr/>
            <p:nvPr/>
          </p:nvSpPr>
          <p:spPr>
            <a:xfrm>
              <a:off x="8057092" y="2673301"/>
              <a:ext cx="35362" cy="53270"/>
            </a:xfrm>
            <a:custGeom>
              <a:avLst/>
              <a:gdLst/>
              <a:ahLst/>
              <a:cxnLst/>
              <a:rect l="l" t="t" r="r" b="b"/>
              <a:pathLst>
                <a:path w="468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40"/>
            <p:cNvSpPr/>
            <p:nvPr/>
          </p:nvSpPr>
          <p:spPr>
            <a:xfrm>
              <a:off x="7992186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6" y="705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40"/>
            <p:cNvSpPr/>
            <p:nvPr/>
          </p:nvSpPr>
          <p:spPr>
            <a:xfrm>
              <a:off x="7927280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6" y="705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40"/>
            <p:cNvSpPr/>
            <p:nvPr/>
          </p:nvSpPr>
          <p:spPr>
            <a:xfrm>
              <a:off x="7862223" y="2673301"/>
              <a:ext cx="35438" cy="53270"/>
            </a:xfrm>
            <a:custGeom>
              <a:avLst/>
              <a:gdLst/>
              <a:ahLst/>
              <a:cxnLst/>
              <a:rect l="l" t="t" r="r" b="b"/>
              <a:pathLst>
                <a:path w="469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40"/>
            <p:cNvSpPr/>
            <p:nvPr/>
          </p:nvSpPr>
          <p:spPr>
            <a:xfrm>
              <a:off x="7821874" y="2857516"/>
              <a:ext cx="569042" cy="33700"/>
            </a:xfrm>
            <a:custGeom>
              <a:avLst/>
              <a:gdLst/>
              <a:ahLst/>
              <a:cxnLst/>
              <a:rect l="l" t="t" r="r" b="b"/>
              <a:pathLst>
                <a:path w="7531" h="446" extrusionOk="0">
                  <a:moveTo>
                    <a:pt x="1" y="1"/>
                  </a:moveTo>
                  <a:lnTo>
                    <a:pt x="1" y="445"/>
                  </a:lnTo>
                  <a:lnTo>
                    <a:pt x="7531" y="445"/>
                  </a:lnTo>
                  <a:lnTo>
                    <a:pt x="7531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40"/>
            <p:cNvSpPr/>
            <p:nvPr/>
          </p:nvSpPr>
          <p:spPr>
            <a:xfrm>
              <a:off x="7432740" y="2206340"/>
              <a:ext cx="472174" cy="691072"/>
            </a:xfrm>
            <a:custGeom>
              <a:avLst/>
              <a:gdLst/>
              <a:ahLst/>
              <a:cxnLst/>
              <a:rect l="l" t="t" r="r" b="b"/>
              <a:pathLst>
                <a:path w="6249" h="9146" extrusionOk="0">
                  <a:moveTo>
                    <a:pt x="1246" y="1"/>
                  </a:moveTo>
                  <a:cubicBezTo>
                    <a:pt x="1246" y="1"/>
                    <a:pt x="854" y="8122"/>
                    <a:pt x="1" y="9145"/>
                  </a:cubicBezTo>
                  <a:lnTo>
                    <a:pt x="6248" y="9145"/>
                  </a:lnTo>
                  <a:cubicBezTo>
                    <a:pt x="6248" y="9145"/>
                    <a:pt x="4966" y="6373"/>
                    <a:pt x="4758" y="1"/>
                  </a:cubicBez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40"/>
            <p:cNvSpPr/>
            <p:nvPr/>
          </p:nvSpPr>
          <p:spPr>
            <a:xfrm>
              <a:off x="7668563" y="2206340"/>
              <a:ext cx="232423" cy="682005"/>
            </a:xfrm>
            <a:custGeom>
              <a:avLst/>
              <a:gdLst/>
              <a:ahLst/>
              <a:cxnLst/>
              <a:rect l="l" t="t" r="r" b="b"/>
              <a:pathLst>
                <a:path w="3076" h="9026" extrusionOk="0">
                  <a:moveTo>
                    <a:pt x="1" y="1"/>
                  </a:moveTo>
                  <a:lnTo>
                    <a:pt x="1" y="9026"/>
                  </a:lnTo>
                  <a:lnTo>
                    <a:pt x="3076" y="9026"/>
                  </a:lnTo>
                  <a:cubicBezTo>
                    <a:pt x="3038" y="8944"/>
                    <a:pt x="2987" y="8804"/>
                    <a:pt x="2926" y="8619"/>
                  </a:cubicBezTo>
                  <a:cubicBezTo>
                    <a:pt x="2697" y="7959"/>
                    <a:pt x="2327" y="6684"/>
                    <a:pt x="2037" y="4706"/>
                  </a:cubicBezTo>
                  <a:cubicBezTo>
                    <a:pt x="1934" y="3981"/>
                    <a:pt x="1838" y="3164"/>
                    <a:pt x="1763" y="2247"/>
                  </a:cubicBezTo>
                  <a:cubicBezTo>
                    <a:pt x="1756" y="2186"/>
                    <a:pt x="1749" y="2128"/>
                    <a:pt x="1749" y="2069"/>
                  </a:cubicBezTo>
                  <a:cubicBezTo>
                    <a:pt x="1697" y="1423"/>
                    <a:pt x="1660" y="735"/>
                    <a:pt x="1637" y="1"/>
                  </a:cubicBezTo>
                  <a:close/>
                </a:path>
              </a:pathLst>
            </a:custGeom>
            <a:solidFill>
              <a:srgbClr val="A964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40"/>
            <p:cNvSpPr/>
            <p:nvPr/>
          </p:nvSpPr>
          <p:spPr>
            <a:xfrm>
              <a:off x="7511776" y="2397280"/>
              <a:ext cx="295137" cy="34758"/>
            </a:xfrm>
            <a:custGeom>
              <a:avLst/>
              <a:gdLst/>
              <a:ahLst/>
              <a:cxnLst/>
              <a:rect l="l" t="t" r="r" b="b"/>
              <a:pathLst>
                <a:path w="3906" h="460" extrusionOk="0">
                  <a:moveTo>
                    <a:pt x="38" y="1"/>
                  </a:moveTo>
                  <a:lnTo>
                    <a:pt x="0" y="460"/>
                  </a:lnTo>
                  <a:lnTo>
                    <a:pt x="3906" y="460"/>
                  </a:lnTo>
                  <a:lnTo>
                    <a:pt x="386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40"/>
            <p:cNvSpPr/>
            <p:nvPr/>
          </p:nvSpPr>
          <p:spPr>
            <a:xfrm>
              <a:off x="7499384" y="2533968"/>
              <a:ext cx="324379" cy="35287"/>
            </a:xfrm>
            <a:custGeom>
              <a:avLst/>
              <a:gdLst/>
              <a:ahLst/>
              <a:cxnLst/>
              <a:rect l="l" t="t" r="r" b="b"/>
              <a:pathLst>
                <a:path w="4293" h="467" extrusionOk="0">
                  <a:moveTo>
                    <a:pt x="45" y="0"/>
                  </a:moveTo>
                  <a:lnTo>
                    <a:pt x="1" y="466"/>
                  </a:lnTo>
                  <a:lnTo>
                    <a:pt x="4292" y="466"/>
                  </a:lnTo>
                  <a:lnTo>
                    <a:pt x="422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40"/>
            <p:cNvSpPr/>
            <p:nvPr/>
          </p:nvSpPr>
          <p:spPr>
            <a:xfrm>
              <a:off x="7527492" y="2206340"/>
              <a:ext cx="265971" cy="39291"/>
            </a:xfrm>
            <a:custGeom>
              <a:avLst/>
              <a:gdLst/>
              <a:ahLst/>
              <a:cxnLst/>
              <a:rect l="l" t="t" r="r" b="b"/>
              <a:pathLst>
                <a:path w="3520" h="520" extrusionOk="0">
                  <a:moveTo>
                    <a:pt x="29" y="1"/>
                  </a:moveTo>
                  <a:lnTo>
                    <a:pt x="1" y="513"/>
                  </a:lnTo>
                  <a:lnTo>
                    <a:pt x="3520" y="520"/>
                  </a:lnTo>
                  <a:lnTo>
                    <a:pt x="350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40"/>
            <p:cNvSpPr/>
            <p:nvPr/>
          </p:nvSpPr>
          <p:spPr>
            <a:xfrm>
              <a:off x="6726783" y="1889517"/>
              <a:ext cx="267180" cy="1007895"/>
            </a:xfrm>
            <a:custGeom>
              <a:avLst/>
              <a:gdLst/>
              <a:ahLst/>
              <a:cxnLst/>
              <a:rect l="l" t="t" r="r" b="b"/>
              <a:pathLst>
                <a:path w="3536" h="13339" extrusionOk="0">
                  <a:moveTo>
                    <a:pt x="7" y="0"/>
                  </a:moveTo>
                  <a:lnTo>
                    <a:pt x="0" y="13338"/>
                  </a:lnTo>
                  <a:lnTo>
                    <a:pt x="3536" y="13338"/>
                  </a:lnTo>
                  <a:cubicBezTo>
                    <a:pt x="3536" y="13338"/>
                    <a:pt x="3491" y="5773"/>
                    <a:pt x="3395" y="5261"/>
                  </a:cubicBezTo>
                  <a:cubicBezTo>
                    <a:pt x="3306" y="4757"/>
                    <a:pt x="3009" y="3794"/>
                    <a:pt x="2076" y="2757"/>
                  </a:cubicBezTo>
                  <a:cubicBezTo>
                    <a:pt x="1149" y="1711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40"/>
            <p:cNvSpPr/>
            <p:nvPr/>
          </p:nvSpPr>
          <p:spPr>
            <a:xfrm>
              <a:off x="6727312" y="1889517"/>
              <a:ext cx="266651" cy="998828"/>
            </a:xfrm>
            <a:custGeom>
              <a:avLst/>
              <a:gdLst/>
              <a:ahLst/>
              <a:cxnLst/>
              <a:rect l="l" t="t" r="r" b="b"/>
              <a:pathLst>
                <a:path w="3529" h="13219" extrusionOk="0">
                  <a:moveTo>
                    <a:pt x="0" y="0"/>
                  </a:moveTo>
                  <a:lnTo>
                    <a:pt x="1275" y="2853"/>
                  </a:lnTo>
                  <a:cubicBezTo>
                    <a:pt x="1334" y="2972"/>
                    <a:pt x="2261" y="4839"/>
                    <a:pt x="2268" y="6810"/>
                  </a:cubicBezTo>
                  <a:lnTo>
                    <a:pt x="2328" y="13219"/>
                  </a:lnTo>
                  <a:lnTo>
                    <a:pt x="3529" y="13219"/>
                  </a:lnTo>
                  <a:cubicBezTo>
                    <a:pt x="3529" y="12931"/>
                    <a:pt x="3521" y="12122"/>
                    <a:pt x="3513" y="11122"/>
                  </a:cubicBezTo>
                  <a:lnTo>
                    <a:pt x="3513" y="11040"/>
                  </a:lnTo>
                  <a:cubicBezTo>
                    <a:pt x="3505" y="10619"/>
                    <a:pt x="3505" y="10158"/>
                    <a:pt x="3498" y="9699"/>
                  </a:cubicBezTo>
                  <a:lnTo>
                    <a:pt x="3498" y="9618"/>
                  </a:lnTo>
                  <a:cubicBezTo>
                    <a:pt x="3491" y="9269"/>
                    <a:pt x="3491" y="8913"/>
                    <a:pt x="3484" y="8574"/>
                  </a:cubicBezTo>
                  <a:cubicBezTo>
                    <a:pt x="3484" y="8431"/>
                    <a:pt x="3477" y="8298"/>
                    <a:pt x="3477" y="8158"/>
                  </a:cubicBezTo>
                  <a:cubicBezTo>
                    <a:pt x="3454" y="6706"/>
                    <a:pt x="3424" y="5462"/>
                    <a:pt x="3388" y="5261"/>
                  </a:cubicBezTo>
                  <a:lnTo>
                    <a:pt x="3388" y="5254"/>
                  </a:lnTo>
                  <a:cubicBezTo>
                    <a:pt x="3299" y="4741"/>
                    <a:pt x="2995" y="3786"/>
                    <a:pt x="2069" y="2757"/>
                  </a:cubicBezTo>
                  <a:cubicBezTo>
                    <a:pt x="1142" y="171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964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40"/>
            <p:cNvSpPr/>
            <p:nvPr/>
          </p:nvSpPr>
          <p:spPr>
            <a:xfrm>
              <a:off x="6727312" y="2305550"/>
              <a:ext cx="259397" cy="47603"/>
            </a:xfrm>
            <a:custGeom>
              <a:avLst/>
              <a:gdLst/>
              <a:ahLst/>
              <a:cxnLst/>
              <a:rect l="l" t="t" r="r" b="b"/>
              <a:pathLst>
                <a:path w="3433" h="630" extrusionOk="0">
                  <a:moveTo>
                    <a:pt x="0" y="0"/>
                  </a:moveTo>
                  <a:lnTo>
                    <a:pt x="0" y="630"/>
                  </a:lnTo>
                  <a:lnTo>
                    <a:pt x="3433" y="630"/>
                  </a:lnTo>
                  <a:lnTo>
                    <a:pt x="3433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40"/>
            <p:cNvSpPr/>
            <p:nvPr/>
          </p:nvSpPr>
          <p:spPr>
            <a:xfrm>
              <a:off x="6726783" y="2440954"/>
              <a:ext cx="263327" cy="11258"/>
            </a:xfrm>
            <a:custGeom>
              <a:avLst/>
              <a:gdLst/>
              <a:ahLst/>
              <a:cxnLst/>
              <a:rect l="l" t="t" r="r" b="b"/>
              <a:pathLst>
                <a:path w="3485" h="149" extrusionOk="0">
                  <a:moveTo>
                    <a:pt x="0" y="1"/>
                  </a:moveTo>
                  <a:lnTo>
                    <a:pt x="0" y="148"/>
                  </a:lnTo>
                  <a:lnTo>
                    <a:pt x="3484" y="148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40"/>
            <p:cNvSpPr/>
            <p:nvPr/>
          </p:nvSpPr>
          <p:spPr>
            <a:xfrm>
              <a:off x="6726783" y="2467324"/>
              <a:ext cx="263327" cy="11183"/>
            </a:xfrm>
            <a:custGeom>
              <a:avLst/>
              <a:gdLst/>
              <a:ahLst/>
              <a:cxnLst/>
              <a:rect l="l" t="t" r="r" b="b"/>
              <a:pathLst>
                <a:path w="3485" h="148" extrusionOk="0">
                  <a:moveTo>
                    <a:pt x="0" y="0"/>
                  </a:moveTo>
                  <a:lnTo>
                    <a:pt x="0" y="148"/>
                  </a:lnTo>
                  <a:lnTo>
                    <a:pt x="3484" y="148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40"/>
            <p:cNvSpPr/>
            <p:nvPr/>
          </p:nvSpPr>
          <p:spPr>
            <a:xfrm>
              <a:off x="6726783" y="2493619"/>
              <a:ext cx="263327" cy="11258"/>
            </a:xfrm>
            <a:custGeom>
              <a:avLst/>
              <a:gdLst/>
              <a:ahLst/>
              <a:cxnLst/>
              <a:rect l="l" t="t" r="r" b="b"/>
              <a:pathLst>
                <a:path w="3485" h="149" extrusionOk="0">
                  <a:moveTo>
                    <a:pt x="0" y="1"/>
                  </a:moveTo>
                  <a:lnTo>
                    <a:pt x="0" y="148"/>
                  </a:lnTo>
                  <a:lnTo>
                    <a:pt x="3484" y="148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40"/>
            <p:cNvSpPr/>
            <p:nvPr/>
          </p:nvSpPr>
          <p:spPr>
            <a:xfrm>
              <a:off x="6726783" y="2519838"/>
              <a:ext cx="263327" cy="11334"/>
            </a:xfrm>
            <a:custGeom>
              <a:avLst/>
              <a:gdLst/>
              <a:ahLst/>
              <a:cxnLst/>
              <a:rect l="l" t="t" r="r" b="b"/>
              <a:pathLst>
                <a:path w="3485" h="150" extrusionOk="0">
                  <a:moveTo>
                    <a:pt x="0" y="1"/>
                  </a:moveTo>
                  <a:lnTo>
                    <a:pt x="0" y="150"/>
                  </a:lnTo>
                  <a:lnTo>
                    <a:pt x="3484" y="150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40"/>
            <p:cNvSpPr/>
            <p:nvPr/>
          </p:nvSpPr>
          <p:spPr>
            <a:xfrm>
              <a:off x="6726783" y="2546209"/>
              <a:ext cx="263327" cy="11334"/>
            </a:xfrm>
            <a:custGeom>
              <a:avLst/>
              <a:gdLst/>
              <a:ahLst/>
              <a:cxnLst/>
              <a:rect l="l" t="t" r="r" b="b"/>
              <a:pathLst>
                <a:path w="3485" h="150" extrusionOk="0">
                  <a:moveTo>
                    <a:pt x="0" y="0"/>
                  </a:moveTo>
                  <a:lnTo>
                    <a:pt x="0" y="150"/>
                  </a:lnTo>
                  <a:lnTo>
                    <a:pt x="3484" y="150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40"/>
            <p:cNvSpPr/>
            <p:nvPr/>
          </p:nvSpPr>
          <p:spPr>
            <a:xfrm>
              <a:off x="5534220" y="2754452"/>
              <a:ext cx="674751" cy="137821"/>
            </a:xfrm>
            <a:custGeom>
              <a:avLst/>
              <a:gdLst/>
              <a:ahLst/>
              <a:cxnLst/>
              <a:rect l="l" t="t" r="r" b="b"/>
              <a:pathLst>
                <a:path w="8930" h="1824" extrusionOk="0">
                  <a:moveTo>
                    <a:pt x="4462" y="1"/>
                  </a:moveTo>
                  <a:cubicBezTo>
                    <a:pt x="2364" y="1"/>
                    <a:pt x="585" y="772"/>
                    <a:pt x="0" y="1823"/>
                  </a:cubicBezTo>
                  <a:lnTo>
                    <a:pt x="8929" y="1823"/>
                  </a:lnTo>
                  <a:cubicBezTo>
                    <a:pt x="8344" y="772"/>
                    <a:pt x="6566" y="1"/>
                    <a:pt x="4462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40"/>
            <p:cNvSpPr/>
            <p:nvPr/>
          </p:nvSpPr>
          <p:spPr>
            <a:xfrm>
              <a:off x="6065482" y="2706925"/>
              <a:ext cx="661377" cy="187615"/>
            </a:xfrm>
            <a:custGeom>
              <a:avLst/>
              <a:gdLst/>
              <a:ahLst/>
              <a:cxnLst/>
              <a:rect l="l" t="t" r="r" b="b"/>
              <a:pathLst>
                <a:path w="8753" h="2483" extrusionOk="0">
                  <a:moveTo>
                    <a:pt x="4381" y="0"/>
                  </a:moveTo>
                  <a:cubicBezTo>
                    <a:pt x="2322" y="0"/>
                    <a:pt x="572" y="1046"/>
                    <a:pt x="1" y="2483"/>
                  </a:cubicBezTo>
                  <a:lnTo>
                    <a:pt x="8752" y="2483"/>
                  </a:lnTo>
                  <a:cubicBezTo>
                    <a:pt x="8181" y="1046"/>
                    <a:pt x="6440" y="0"/>
                    <a:pt x="4381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40"/>
            <p:cNvSpPr/>
            <p:nvPr/>
          </p:nvSpPr>
          <p:spPr>
            <a:xfrm>
              <a:off x="6193178" y="2750599"/>
              <a:ext cx="113189" cy="62790"/>
            </a:xfrm>
            <a:custGeom>
              <a:avLst/>
              <a:gdLst/>
              <a:ahLst/>
              <a:cxnLst/>
              <a:rect l="l" t="t" r="r" b="b"/>
              <a:pathLst>
                <a:path w="1498" h="831" extrusionOk="0">
                  <a:moveTo>
                    <a:pt x="978" y="0"/>
                  </a:moveTo>
                  <a:cubicBezTo>
                    <a:pt x="882" y="0"/>
                    <a:pt x="772" y="14"/>
                    <a:pt x="660" y="52"/>
                  </a:cubicBezTo>
                  <a:cubicBezTo>
                    <a:pt x="246" y="171"/>
                    <a:pt x="0" y="475"/>
                    <a:pt x="89" y="660"/>
                  </a:cubicBezTo>
                  <a:cubicBezTo>
                    <a:pt x="143" y="779"/>
                    <a:pt x="290" y="831"/>
                    <a:pt x="475" y="831"/>
                  </a:cubicBezTo>
                  <a:cubicBezTo>
                    <a:pt x="594" y="831"/>
                    <a:pt x="735" y="807"/>
                    <a:pt x="868" y="770"/>
                  </a:cubicBezTo>
                  <a:cubicBezTo>
                    <a:pt x="1224" y="667"/>
                    <a:pt x="1498" y="459"/>
                    <a:pt x="1467" y="260"/>
                  </a:cubicBezTo>
                  <a:cubicBezTo>
                    <a:pt x="1446" y="112"/>
                    <a:pt x="1245" y="0"/>
                    <a:pt x="978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40"/>
            <p:cNvSpPr/>
            <p:nvPr/>
          </p:nvSpPr>
          <p:spPr>
            <a:xfrm>
              <a:off x="6323670" y="2760119"/>
              <a:ext cx="58937" cy="30300"/>
            </a:xfrm>
            <a:custGeom>
              <a:avLst/>
              <a:gdLst/>
              <a:ahLst/>
              <a:cxnLst/>
              <a:rect l="l" t="t" r="r" b="b"/>
              <a:pathLst>
                <a:path w="780" h="401" extrusionOk="0">
                  <a:moveTo>
                    <a:pt x="393" y="0"/>
                  </a:moveTo>
                  <a:cubicBezTo>
                    <a:pt x="171" y="0"/>
                    <a:pt x="0" y="103"/>
                    <a:pt x="16" y="215"/>
                  </a:cubicBezTo>
                  <a:cubicBezTo>
                    <a:pt x="23" y="326"/>
                    <a:pt x="185" y="400"/>
                    <a:pt x="386" y="400"/>
                  </a:cubicBezTo>
                  <a:lnTo>
                    <a:pt x="393" y="400"/>
                  </a:lnTo>
                  <a:cubicBezTo>
                    <a:pt x="594" y="400"/>
                    <a:pt x="763" y="319"/>
                    <a:pt x="772" y="215"/>
                  </a:cubicBezTo>
                  <a:cubicBezTo>
                    <a:pt x="779" y="103"/>
                    <a:pt x="608" y="0"/>
                    <a:pt x="393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40"/>
            <p:cNvSpPr/>
            <p:nvPr/>
          </p:nvSpPr>
          <p:spPr>
            <a:xfrm>
              <a:off x="5428436" y="2641414"/>
              <a:ext cx="131097" cy="165250"/>
            </a:xfrm>
            <a:custGeom>
              <a:avLst/>
              <a:gdLst/>
              <a:ahLst/>
              <a:cxnLst/>
              <a:rect l="l" t="t" r="r" b="b"/>
              <a:pathLst>
                <a:path w="1735" h="2187" extrusionOk="0">
                  <a:moveTo>
                    <a:pt x="867" y="1"/>
                  </a:moveTo>
                  <a:cubicBezTo>
                    <a:pt x="490" y="1"/>
                    <a:pt x="178" y="303"/>
                    <a:pt x="178" y="682"/>
                  </a:cubicBezTo>
                  <a:cubicBezTo>
                    <a:pt x="178" y="712"/>
                    <a:pt x="186" y="741"/>
                    <a:pt x="193" y="778"/>
                  </a:cubicBezTo>
                  <a:cubicBezTo>
                    <a:pt x="66" y="926"/>
                    <a:pt x="1" y="1112"/>
                    <a:pt x="1" y="1319"/>
                  </a:cubicBezTo>
                  <a:cubicBezTo>
                    <a:pt x="1" y="1801"/>
                    <a:pt x="385" y="2187"/>
                    <a:pt x="867" y="2187"/>
                  </a:cubicBezTo>
                  <a:cubicBezTo>
                    <a:pt x="1342" y="2187"/>
                    <a:pt x="1735" y="1801"/>
                    <a:pt x="1735" y="1319"/>
                  </a:cubicBezTo>
                  <a:cubicBezTo>
                    <a:pt x="1735" y="1112"/>
                    <a:pt x="1660" y="926"/>
                    <a:pt x="1541" y="778"/>
                  </a:cubicBezTo>
                  <a:cubicBezTo>
                    <a:pt x="1541" y="741"/>
                    <a:pt x="1550" y="712"/>
                    <a:pt x="1550" y="682"/>
                  </a:cubicBezTo>
                  <a:cubicBezTo>
                    <a:pt x="1550" y="303"/>
                    <a:pt x="1245" y="1"/>
                    <a:pt x="86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40"/>
            <p:cNvSpPr/>
            <p:nvPr/>
          </p:nvSpPr>
          <p:spPr>
            <a:xfrm>
              <a:off x="5493342" y="2717503"/>
              <a:ext cx="5743" cy="172579"/>
            </a:xfrm>
            <a:custGeom>
              <a:avLst/>
              <a:gdLst/>
              <a:ahLst/>
              <a:cxnLst/>
              <a:rect l="l" t="t" r="r" b="b"/>
              <a:pathLst>
                <a:path w="76" h="2284" extrusionOk="0">
                  <a:moveTo>
                    <a:pt x="38" y="1"/>
                  </a:moveTo>
                  <a:lnTo>
                    <a:pt x="1" y="2247"/>
                  </a:lnTo>
                  <a:cubicBezTo>
                    <a:pt x="1" y="2268"/>
                    <a:pt x="15" y="2284"/>
                    <a:pt x="38" y="2284"/>
                  </a:cubicBezTo>
                  <a:cubicBezTo>
                    <a:pt x="59" y="2284"/>
                    <a:pt x="75" y="2268"/>
                    <a:pt x="75" y="2247"/>
                  </a:cubicBezTo>
                  <a:cubicBezTo>
                    <a:pt x="75" y="2247"/>
                    <a:pt x="59" y="1"/>
                    <a:pt x="38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40"/>
            <p:cNvSpPr/>
            <p:nvPr/>
          </p:nvSpPr>
          <p:spPr>
            <a:xfrm>
              <a:off x="5463118" y="2758381"/>
              <a:ext cx="33095" cy="26899"/>
            </a:xfrm>
            <a:custGeom>
              <a:avLst/>
              <a:gdLst/>
              <a:ahLst/>
              <a:cxnLst/>
              <a:rect l="l" t="t" r="r" b="b"/>
              <a:pathLst>
                <a:path w="438" h="356" extrusionOk="0">
                  <a:moveTo>
                    <a:pt x="0" y="0"/>
                  </a:moveTo>
                  <a:cubicBezTo>
                    <a:pt x="205" y="342"/>
                    <a:pt x="404" y="356"/>
                    <a:pt x="434" y="356"/>
                  </a:cubicBezTo>
                  <a:cubicBezTo>
                    <a:pt x="437" y="356"/>
                    <a:pt x="438" y="356"/>
                    <a:pt x="438" y="356"/>
                  </a:cubicBezTo>
                  <a:lnTo>
                    <a:pt x="438" y="311"/>
                  </a:lnTo>
                  <a:cubicBezTo>
                    <a:pt x="438" y="311"/>
                    <a:pt x="434" y="314"/>
                    <a:pt x="422" y="314"/>
                  </a:cubicBezTo>
                  <a:cubicBezTo>
                    <a:pt x="396" y="314"/>
                    <a:pt x="334" y="300"/>
                    <a:pt x="201" y="208"/>
                  </a:cubicBezTo>
                  <a:cubicBezTo>
                    <a:pt x="82" y="12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40"/>
            <p:cNvSpPr/>
            <p:nvPr/>
          </p:nvSpPr>
          <p:spPr>
            <a:xfrm>
              <a:off x="5496137" y="2751127"/>
              <a:ext cx="28562" cy="23046"/>
            </a:xfrm>
            <a:custGeom>
              <a:avLst/>
              <a:gdLst/>
              <a:ahLst/>
              <a:cxnLst/>
              <a:rect l="l" t="t" r="r" b="b"/>
              <a:pathLst>
                <a:path w="378" h="305" extrusionOk="0">
                  <a:moveTo>
                    <a:pt x="378" y="0"/>
                  </a:moveTo>
                  <a:cubicBezTo>
                    <a:pt x="378" y="0"/>
                    <a:pt x="305" y="105"/>
                    <a:pt x="209" y="171"/>
                  </a:cubicBezTo>
                  <a:cubicBezTo>
                    <a:pt x="96" y="250"/>
                    <a:pt x="41" y="263"/>
                    <a:pt x="17" y="263"/>
                  </a:cubicBezTo>
                  <a:cubicBezTo>
                    <a:pt x="5" y="263"/>
                    <a:pt x="1" y="260"/>
                    <a:pt x="1" y="260"/>
                  </a:cubicBezTo>
                  <a:lnTo>
                    <a:pt x="1" y="260"/>
                  </a:lnTo>
                  <a:lnTo>
                    <a:pt x="8" y="304"/>
                  </a:lnTo>
                  <a:cubicBezTo>
                    <a:pt x="8" y="304"/>
                    <a:pt x="8" y="304"/>
                    <a:pt x="9" y="304"/>
                  </a:cubicBezTo>
                  <a:cubicBezTo>
                    <a:pt x="24" y="304"/>
                    <a:pt x="194" y="298"/>
                    <a:pt x="378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40"/>
            <p:cNvSpPr/>
            <p:nvPr/>
          </p:nvSpPr>
          <p:spPr>
            <a:xfrm>
              <a:off x="5473167" y="2734806"/>
              <a:ext cx="23046" cy="18663"/>
            </a:xfrm>
            <a:custGeom>
              <a:avLst/>
              <a:gdLst/>
              <a:ahLst/>
              <a:cxnLst/>
              <a:rect l="l" t="t" r="r" b="b"/>
              <a:pathLst>
                <a:path w="305" h="247" extrusionOk="0">
                  <a:moveTo>
                    <a:pt x="1" y="1"/>
                  </a:moveTo>
                  <a:cubicBezTo>
                    <a:pt x="149" y="240"/>
                    <a:pt x="289" y="246"/>
                    <a:pt x="304" y="246"/>
                  </a:cubicBezTo>
                  <a:cubicBezTo>
                    <a:pt x="304" y="246"/>
                    <a:pt x="305" y="246"/>
                    <a:pt x="305" y="246"/>
                  </a:cubicBezTo>
                  <a:lnTo>
                    <a:pt x="305" y="209"/>
                  </a:lnTo>
                  <a:cubicBezTo>
                    <a:pt x="305" y="209"/>
                    <a:pt x="302" y="211"/>
                    <a:pt x="293" y="211"/>
                  </a:cubicBezTo>
                  <a:cubicBezTo>
                    <a:pt x="275" y="211"/>
                    <a:pt x="232" y="201"/>
                    <a:pt x="141" y="134"/>
                  </a:cubicBezTo>
                  <a:cubicBezTo>
                    <a:pt x="60" y="8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40"/>
            <p:cNvSpPr/>
            <p:nvPr/>
          </p:nvSpPr>
          <p:spPr>
            <a:xfrm>
              <a:off x="6368553" y="2355873"/>
              <a:ext cx="480410" cy="467565"/>
            </a:xfrm>
            <a:custGeom>
              <a:avLst/>
              <a:gdLst/>
              <a:ahLst/>
              <a:cxnLst/>
              <a:rect l="l" t="t" r="r" b="b"/>
              <a:pathLst>
                <a:path w="6358" h="6188" extrusionOk="0">
                  <a:moveTo>
                    <a:pt x="3090" y="1"/>
                  </a:moveTo>
                  <a:cubicBezTo>
                    <a:pt x="2978" y="1"/>
                    <a:pt x="2867" y="30"/>
                    <a:pt x="2771" y="90"/>
                  </a:cubicBezTo>
                  <a:cubicBezTo>
                    <a:pt x="2067" y="534"/>
                    <a:pt x="0" y="6188"/>
                    <a:pt x="3089" y="6188"/>
                  </a:cubicBezTo>
                  <a:cubicBezTo>
                    <a:pt x="6358" y="6188"/>
                    <a:pt x="4112" y="534"/>
                    <a:pt x="3415" y="90"/>
                  </a:cubicBezTo>
                  <a:cubicBezTo>
                    <a:pt x="3315" y="30"/>
                    <a:pt x="3202" y="1"/>
                    <a:pt x="3090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40"/>
            <p:cNvSpPr/>
            <p:nvPr/>
          </p:nvSpPr>
          <p:spPr>
            <a:xfrm>
              <a:off x="6368553" y="2362447"/>
              <a:ext cx="233480" cy="460992"/>
            </a:xfrm>
            <a:custGeom>
              <a:avLst/>
              <a:gdLst/>
              <a:ahLst/>
              <a:cxnLst/>
              <a:rect l="l" t="t" r="r" b="b"/>
              <a:pathLst>
                <a:path w="3090" h="6101" extrusionOk="0">
                  <a:moveTo>
                    <a:pt x="2776" y="1"/>
                  </a:moveTo>
                  <a:cubicBezTo>
                    <a:pt x="2775" y="1"/>
                    <a:pt x="2773" y="2"/>
                    <a:pt x="2771" y="3"/>
                  </a:cubicBezTo>
                  <a:cubicBezTo>
                    <a:pt x="2067" y="447"/>
                    <a:pt x="0" y="6101"/>
                    <a:pt x="3089" y="6101"/>
                  </a:cubicBezTo>
                  <a:cubicBezTo>
                    <a:pt x="3089" y="6101"/>
                    <a:pt x="2312" y="6033"/>
                    <a:pt x="2268" y="3826"/>
                  </a:cubicBezTo>
                  <a:cubicBezTo>
                    <a:pt x="2215" y="1638"/>
                    <a:pt x="2848" y="1"/>
                    <a:pt x="2776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40"/>
            <p:cNvSpPr/>
            <p:nvPr/>
          </p:nvSpPr>
          <p:spPr>
            <a:xfrm>
              <a:off x="6594704" y="2568197"/>
              <a:ext cx="33624" cy="323548"/>
            </a:xfrm>
            <a:custGeom>
              <a:avLst/>
              <a:gdLst/>
              <a:ahLst/>
              <a:cxnLst/>
              <a:rect l="l" t="t" r="r" b="b"/>
              <a:pathLst>
                <a:path w="445" h="4282" extrusionOk="0">
                  <a:moveTo>
                    <a:pt x="224" y="1"/>
                  </a:moveTo>
                  <a:cubicBezTo>
                    <a:pt x="223" y="1"/>
                    <a:pt x="222" y="6"/>
                    <a:pt x="222" y="20"/>
                  </a:cubicBezTo>
                  <a:lnTo>
                    <a:pt x="0" y="4281"/>
                  </a:lnTo>
                  <a:lnTo>
                    <a:pt x="445" y="4281"/>
                  </a:lnTo>
                  <a:cubicBezTo>
                    <a:pt x="430" y="2458"/>
                    <a:pt x="267" y="20"/>
                    <a:pt x="229" y="20"/>
                  </a:cubicBezTo>
                  <a:cubicBezTo>
                    <a:pt x="229" y="20"/>
                    <a:pt x="226" y="1"/>
                    <a:pt x="224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40"/>
            <p:cNvSpPr/>
            <p:nvPr/>
          </p:nvSpPr>
          <p:spPr>
            <a:xfrm>
              <a:off x="6520202" y="2682821"/>
              <a:ext cx="91881" cy="73973"/>
            </a:xfrm>
            <a:custGeom>
              <a:avLst/>
              <a:gdLst/>
              <a:ahLst/>
              <a:cxnLst/>
              <a:rect l="l" t="t" r="r" b="b"/>
              <a:pathLst>
                <a:path w="1216" h="979" extrusionOk="0">
                  <a:moveTo>
                    <a:pt x="1" y="1"/>
                  </a:moveTo>
                  <a:cubicBezTo>
                    <a:pt x="595" y="952"/>
                    <a:pt x="1136" y="979"/>
                    <a:pt x="1196" y="979"/>
                  </a:cubicBezTo>
                  <a:cubicBezTo>
                    <a:pt x="1199" y="979"/>
                    <a:pt x="1201" y="979"/>
                    <a:pt x="1201" y="979"/>
                  </a:cubicBezTo>
                  <a:lnTo>
                    <a:pt x="1215" y="838"/>
                  </a:lnTo>
                  <a:lnTo>
                    <a:pt x="1215" y="838"/>
                  </a:lnTo>
                  <a:cubicBezTo>
                    <a:pt x="1215" y="838"/>
                    <a:pt x="1203" y="847"/>
                    <a:pt x="1168" y="847"/>
                  </a:cubicBezTo>
                  <a:cubicBezTo>
                    <a:pt x="1093" y="847"/>
                    <a:pt x="919" y="806"/>
                    <a:pt x="556" y="548"/>
                  </a:cubicBezTo>
                  <a:cubicBezTo>
                    <a:pt x="245" y="33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40"/>
            <p:cNvSpPr/>
            <p:nvPr/>
          </p:nvSpPr>
          <p:spPr>
            <a:xfrm>
              <a:off x="6612007" y="2662118"/>
              <a:ext cx="77373" cy="62715"/>
            </a:xfrm>
            <a:custGeom>
              <a:avLst/>
              <a:gdLst/>
              <a:ahLst/>
              <a:cxnLst/>
              <a:rect l="l" t="t" r="r" b="b"/>
              <a:pathLst>
                <a:path w="1024" h="830" extrusionOk="0">
                  <a:moveTo>
                    <a:pt x="1023" y="1"/>
                  </a:moveTo>
                  <a:lnTo>
                    <a:pt x="1023" y="1"/>
                  </a:lnTo>
                  <a:cubicBezTo>
                    <a:pt x="1023" y="1"/>
                    <a:pt x="824" y="282"/>
                    <a:pt x="557" y="467"/>
                  </a:cubicBezTo>
                  <a:cubicBezTo>
                    <a:pt x="255" y="685"/>
                    <a:pt x="108" y="721"/>
                    <a:pt x="44" y="721"/>
                  </a:cubicBezTo>
                  <a:cubicBezTo>
                    <a:pt x="12" y="721"/>
                    <a:pt x="0" y="712"/>
                    <a:pt x="0" y="712"/>
                  </a:cubicBezTo>
                  <a:lnTo>
                    <a:pt x="0" y="712"/>
                  </a:lnTo>
                  <a:lnTo>
                    <a:pt x="8" y="830"/>
                  </a:lnTo>
                  <a:cubicBezTo>
                    <a:pt x="8" y="830"/>
                    <a:pt x="10" y="830"/>
                    <a:pt x="14" y="830"/>
                  </a:cubicBezTo>
                  <a:cubicBezTo>
                    <a:pt x="72" y="830"/>
                    <a:pt x="531" y="803"/>
                    <a:pt x="1023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40"/>
            <p:cNvSpPr/>
            <p:nvPr/>
          </p:nvSpPr>
          <p:spPr>
            <a:xfrm>
              <a:off x="6549217" y="2617235"/>
              <a:ext cx="62866" cy="50474"/>
            </a:xfrm>
            <a:custGeom>
              <a:avLst/>
              <a:gdLst/>
              <a:ahLst/>
              <a:cxnLst/>
              <a:rect l="l" t="t" r="r" b="b"/>
              <a:pathLst>
                <a:path w="832" h="668" extrusionOk="0">
                  <a:moveTo>
                    <a:pt x="1" y="1"/>
                  </a:moveTo>
                  <a:lnTo>
                    <a:pt x="1" y="1"/>
                  </a:lnTo>
                  <a:cubicBezTo>
                    <a:pt x="398" y="648"/>
                    <a:pt x="774" y="668"/>
                    <a:pt x="820" y="668"/>
                  </a:cubicBezTo>
                  <a:cubicBezTo>
                    <a:pt x="823" y="668"/>
                    <a:pt x="824" y="668"/>
                    <a:pt x="824" y="668"/>
                  </a:cubicBezTo>
                  <a:lnTo>
                    <a:pt x="831" y="572"/>
                  </a:lnTo>
                  <a:lnTo>
                    <a:pt x="831" y="572"/>
                  </a:lnTo>
                  <a:cubicBezTo>
                    <a:pt x="831" y="572"/>
                    <a:pt x="821" y="580"/>
                    <a:pt x="793" y="580"/>
                  </a:cubicBezTo>
                  <a:cubicBezTo>
                    <a:pt x="739" y="580"/>
                    <a:pt x="618" y="550"/>
                    <a:pt x="380" y="380"/>
                  </a:cubicBezTo>
                  <a:cubicBezTo>
                    <a:pt x="165" y="23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40"/>
            <p:cNvSpPr/>
            <p:nvPr/>
          </p:nvSpPr>
          <p:spPr>
            <a:xfrm>
              <a:off x="5897512" y="2520292"/>
              <a:ext cx="334429" cy="325512"/>
            </a:xfrm>
            <a:custGeom>
              <a:avLst/>
              <a:gdLst/>
              <a:ahLst/>
              <a:cxnLst/>
              <a:rect l="l" t="t" r="r" b="b"/>
              <a:pathLst>
                <a:path w="4426" h="4308" extrusionOk="0">
                  <a:moveTo>
                    <a:pt x="2151" y="1"/>
                  </a:moveTo>
                  <a:cubicBezTo>
                    <a:pt x="2073" y="1"/>
                    <a:pt x="1995" y="21"/>
                    <a:pt x="1929" y="62"/>
                  </a:cubicBezTo>
                  <a:cubicBezTo>
                    <a:pt x="1440" y="366"/>
                    <a:pt x="1" y="4307"/>
                    <a:pt x="2151" y="4307"/>
                  </a:cubicBezTo>
                  <a:cubicBezTo>
                    <a:pt x="4425" y="4307"/>
                    <a:pt x="2862" y="366"/>
                    <a:pt x="2373" y="62"/>
                  </a:cubicBezTo>
                  <a:cubicBezTo>
                    <a:pt x="2307" y="21"/>
                    <a:pt x="2229" y="1"/>
                    <a:pt x="2151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40"/>
            <p:cNvSpPr/>
            <p:nvPr/>
          </p:nvSpPr>
          <p:spPr>
            <a:xfrm>
              <a:off x="5897512" y="2524825"/>
              <a:ext cx="162530" cy="320979"/>
            </a:xfrm>
            <a:custGeom>
              <a:avLst/>
              <a:gdLst/>
              <a:ahLst/>
              <a:cxnLst/>
              <a:rect l="l" t="t" r="r" b="b"/>
              <a:pathLst>
                <a:path w="2151" h="4248" extrusionOk="0">
                  <a:moveTo>
                    <a:pt x="1932" y="1"/>
                  </a:moveTo>
                  <a:cubicBezTo>
                    <a:pt x="1931" y="1"/>
                    <a:pt x="1930" y="1"/>
                    <a:pt x="1929" y="2"/>
                  </a:cubicBezTo>
                  <a:cubicBezTo>
                    <a:pt x="1440" y="306"/>
                    <a:pt x="1" y="4247"/>
                    <a:pt x="2151" y="4247"/>
                  </a:cubicBezTo>
                  <a:cubicBezTo>
                    <a:pt x="2151" y="4247"/>
                    <a:pt x="1610" y="4203"/>
                    <a:pt x="1580" y="2663"/>
                  </a:cubicBezTo>
                  <a:cubicBezTo>
                    <a:pt x="1543" y="1142"/>
                    <a:pt x="1985" y="1"/>
                    <a:pt x="1932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40"/>
            <p:cNvSpPr/>
            <p:nvPr/>
          </p:nvSpPr>
          <p:spPr>
            <a:xfrm>
              <a:off x="6054903" y="2668163"/>
              <a:ext cx="23575" cy="225320"/>
            </a:xfrm>
            <a:custGeom>
              <a:avLst/>
              <a:gdLst/>
              <a:ahLst/>
              <a:cxnLst/>
              <a:rect l="l" t="t" r="r" b="b"/>
              <a:pathLst>
                <a:path w="312" h="2982" extrusionOk="0">
                  <a:moveTo>
                    <a:pt x="159" y="0"/>
                  </a:moveTo>
                  <a:cubicBezTo>
                    <a:pt x="158" y="0"/>
                    <a:pt x="157" y="4"/>
                    <a:pt x="157" y="17"/>
                  </a:cubicBezTo>
                  <a:lnTo>
                    <a:pt x="0" y="2981"/>
                  </a:lnTo>
                  <a:lnTo>
                    <a:pt x="312" y="2981"/>
                  </a:lnTo>
                  <a:cubicBezTo>
                    <a:pt x="304" y="1713"/>
                    <a:pt x="185" y="17"/>
                    <a:pt x="164" y="17"/>
                  </a:cubicBezTo>
                  <a:cubicBezTo>
                    <a:pt x="164" y="17"/>
                    <a:pt x="161" y="0"/>
                    <a:pt x="159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40"/>
            <p:cNvSpPr/>
            <p:nvPr/>
          </p:nvSpPr>
          <p:spPr>
            <a:xfrm>
              <a:off x="6003447" y="2747727"/>
              <a:ext cx="63319" cy="51683"/>
            </a:xfrm>
            <a:custGeom>
              <a:avLst/>
              <a:gdLst/>
              <a:ahLst/>
              <a:cxnLst/>
              <a:rect l="l" t="t" r="r" b="b"/>
              <a:pathLst>
                <a:path w="838" h="684" extrusionOk="0">
                  <a:moveTo>
                    <a:pt x="0" y="1"/>
                  </a:moveTo>
                  <a:lnTo>
                    <a:pt x="0" y="1"/>
                  </a:lnTo>
                  <a:cubicBezTo>
                    <a:pt x="406" y="665"/>
                    <a:pt x="785" y="684"/>
                    <a:pt x="827" y="684"/>
                  </a:cubicBezTo>
                  <a:cubicBezTo>
                    <a:pt x="829" y="684"/>
                    <a:pt x="831" y="684"/>
                    <a:pt x="831" y="684"/>
                  </a:cubicBezTo>
                  <a:lnTo>
                    <a:pt x="838" y="586"/>
                  </a:lnTo>
                  <a:lnTo>
                    <a:pt x="838" y="586"/>
                  </a:lnTo>
                  <a:cubicBezTo>
                    <a:pt x="838" y="586"/>
                    <a:pt x="830" y="592"/>
                    <a:pt x="806" y="592"/>
                  </a:cubicBezTo>
                  <a:cubicBezTo>
                    <a:pt x="757" y="592"/>
                    <a:pt x="639" y="564"/>
                    <a:pt x="386" y="387"/>
                  </a:cubicBezTo>
                  <a:cubicBezTo>
                    <a:pt x="164" y="23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40"/>
            <p:cNvSpPr/>
            <p:nvPr/>
          </p:nvSpPr>
          <p:spPr>
            <a:xfrm>
              <a:off x="6066691" y="2733749"/>
              <a:ext cx="54403" cy="43749"/>
            </a:xfrm>
            <a:custGeom>
              <a:avLst/>
              <a:gdLst/>
              <a:ahLst/>
              <a:cxnLst/>
              <a:rect l="l" t="t" r="r" b="b"/>
              <a:pathLst>
                <a:path w="720" h="579" extrusionOk="0">
                  <a:moveTo>
                    <a:pt x="719" y="1"/>
                  </a:moveTo>
                  <a:cubicBezTo>
                    <a:pt x="719" y="1"/>
                    <a:pt x="579" y="193"/>
                    <a:pt x="394" y="326"/>
                  </a:cubicBezTo>
                  <a:cubicBezTo>
                    <a:pt x="184" y="472"/>
                    <a:pt x="81" y="497"/>
                    <a:pt x="34" y="497"/>
                  </a:cubicBezTo>
                  <a:cubicBezTo>
                    <a:pt x="10" y="497"/>
                    <a:pt x="1" y="490"/>
                    <a:pt x="1" y="490"/>
                  </a:cubicBezTo>
                  <a:lnTo>
                    <a:pt x="1" y="490"/>
                  </a:lnTo>
                  <a:lnTo>
                    <a:pt x="8" y="579"/>
                  </a:lnTo>
                  <a:cubicBezTo>
                    <a:pt x="8" y="579"/>
                    <a:pt x="9" y="579"/>
                    <a:pt x="10" y="579"/>
                  </a:cubicBezTo>
                  <a:cubicBezTo>
                    <a:pt x="39" y="579"/>
                    <a:pt x="366" y="566"/>
                    <a:pt x="71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40"/>
            <p:cNvSpPr/>
            <p:nvPr/>
          </p:nvSpPr>
          <p:spPr>
            <a:xfrm>
              <a:off x="6023017" y="2702467"/>
              <a:ext cx="43749" cy="35287"/>
            </a:xfrm>
            <a:custGeom>
              <a:avLst/>
              <a:gdLst/>
              <a:ahLst/>
              <a:cxnLst/>
              <a:rect l="l" t="t" r="r" b="b"/>
              <a:pathLst>
                <a:path w="579" h="467" extrusionOk="0">
                  <a:moveTo>
                    <a:pt x="1" y="0"/>
                  </a:moveTo>
                  <a:lnTo>
                    <a:pt x="1" y="0"/>
                  </a:lnTo>
                  <a:cubicBezTo>
                    <a:pt x="296" y="460"/>
                    <a:pt x="563" y="466"/>
                    <a:pt x="578" y="466"/>
                  </a:cubicBezTo>
                  <a:cubicBezTo>
                    <a:pt x="579" y="466"/>
                    <a:pt x="579" y="466"/>
                    <a:pt x="579" y="466"/>
                  </a:cubicBezTo>
                  <a:lnTo>
                    <a:pt x="579" y="393"/>
                  </a:lnTo>
                  <a:cubicBezTo>
                    <a:pt x="579" y="393"/>
                    <a:pt x="571" y="400"/>
                    <a:pt x="550" y="400"/>
                  </a:cubicBezTo>
                  <a:cubicBezTo>
                    <a:pt x="511" y="400"/>
                    <a:pt x="429" y="379"/>
                    <a:pt x="268" y="260"/>
                  </a:cubicBezTo>
                  <a:cubicBezTo>
                    <a:pt x="118" y="155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40"/>
            <p:cNvSpPr/>
            <p:nvPr/>
          </p:nvSpPr>
          <p:spPr>
            <a:xfrm>
              <a:off x="6267076" y="2470724"/>
              <a:ext cx="364124" cy="354376"/>
            </a:xfrm>
            <a:custGeom>
              <a:avLst/>
              <a:gdLst/>
              <a:ahLst/>
              <a:cxnLst/>
              <a:rect l="l" t="t" r="r" b="b"/>
              <a:pathLst>
                <a:path w="4819" h="4690" extrusionOk="0">
                  <a:moveTo>
                    <a:pt x="2476" y="1"/>
                  </a:moveTo>
                  <a:cubicBezTo>
                    <a:pt x="2391" y="1"/>
                    <a:pt x="2306" y="25"/>
                    <a:pt x="2232" y="73"/>
                  </a:cubicBezTo>
                  <a:cubicBezTo>
                    <a:pt x="1699" y="407"/>
                    <a:pt x="0" y="4689"/>
                    <a:pt x="2476" y="4689"/>
                  </a:cubicBezTo>
                  <a:cubicBezTo>
                    <a:pt x="4818" y="4689"/>
                    <a:pt x="3255" y="407"/>
                    <a:pt x="2721" y="73"/>
                  </a:cubicBezTo>
                  <a:cubicBezTo>
                    <a:pt x="2647" y="25"/>
                    <a:pt x="2561" y="1"/>
                    <a:pt x="2476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40"/>
            <p:cNvSpPr/>
            <p:nvPr/>
          </p:nvSpPr>
          <p:spPr>
            <a:xfrm>
              <a:off x="6272743" y="2486139"/>
              <a:ext cx="170312" cy="336771"/>
            </a:xfrm>
            <a:custGeom>
              <a:avLst/>
              <a:gdLst/>
              <a:ahLst/>
              <a:cxnLst/>
              <a:rect l="l" t="t" r="r" b="b"/>
              <a:pathLst>
                <a:path w="2254" h="4457" extrusionOk="0">
                  <a:moveTo>
                    <a:pt x="2028" y="0"/>
                  </a:moveTo>
                  <a:cubicBezTo>
                    <a:pt x="2027" y="0"/>
                    <a:pt x="2025" y="1"/>
                    <a:pt x="2024" y="2"/>
                  </a:cubicBezTo>
                  <a:cubicBezTo>
                    <a:pt x="1505" y="322"/>
                    <a:pt x="0" y="4457"/>
                    <a:pt x="2253" y="4457"/>
                  </a:cubicBezTo>
                  <a:cubicBezTo>
                    <a:pt x="2253" y="4457"/>
                    <a:pt x="1690" y="4412"/>
                    <a:pt x="1652" y="2796"/>
                  </a:cubicBezTo>
                  <a:cubicBezTo>
                    <a:pt x="1616" y="1200"/>
                    <a:pt x="2077" y="0"/>
                    <a:pt x="2028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40"/>
            <p:cNvSpPr/>
            <p:nvPr/>
          </p:nvSpPr>
          <p:spPr>
            <a:xfrm>
              <a:off x="6437313" y="2654713"/>
              <a:ext cx="24708" cy="240356"/>
            </a:xfrm>
            <a:custGeom>
              <a:avLst/>
              <a:gdLst/>
              <a:ahLst/>
              <a:cxnLst/>
              <a:rect l="l" t="t" r="r" b="b"/>
              <a:pathLst>
                <a:path w="327" h="3181" extrusionOk="0">
                  <a:moveTo>
                    <a:pt x="166" y="0"/>
                  </a:moveTo>
                  <a:cubicBezTo>
                    <a:pt x="165" y="0"/>
                    <a:pt x="164" y="5"/>
                    <a:pt x="164" y="17"/>
                  </a:cubicBezTo>
                  <a:lnTo>
                    <a:pt x="1" y="3181"/>
                  </a:lnTo>
                  <a:cubicBezTo>
                    <a:pt x="13" y="3178"/>
                    <a:pt x="49" y="3178"/>
                    <a:pt x="94" y="3178"/>
                  </a:cubicBezTo>
                  <a:cubicBezTo>
                    <a:pt x="182" y="3178"/>
                    <a:pt x="302" y="3181"/>
                    <a:pt x="326" y="3181"/>
                  </a:cubicBezTo>
                  <a:cubicBezTo>
                    <a:pt x="319" y="1826"/>
                    <a:pt x="193" y="17"/>
                    <a:pt x="171" y="17"/>
                  </a:cubicBezTo>
                  <a:cubicBezTo>
                    <a:pt x="171" y="17"/>
                    <a:pt x="168" y="0"/>
                    <a:pt x="166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40"/>
            <p:cNvSpPr/>
            <p:nvPr/>
          </p:nvSpPr>
          <p:spPr>
            <a:xfrm>
              <a:off x="6381927" y="2739416"/>
              <a:ext cx="67853" cy="54932"/>
            </a:xfrm>
            <a:custGeom>
              <a:avLst/>
              <a:gdLst/>
              <a:ahLst/>
              <a:cxnLst/>
              <a:rect l="l" t="t" r="r" b="b"/>
              <a:pathLst>
                <a:path w="898" h="727" extrusionOk="0">
                  <a:moveTo>
                    <a:pt x="1" y="0"/>
                  </a:moveTo>
                  <a:lnTo>
                    <a:pt x="1" y="0"/>
                  </a:lnTo>
                  <a:cubicBezTo>
                    <a:pt x="433" y="706"/>
                    <a:pt x="840" y="726"/>
                    <a:pt x="886" y="726"/>
                  </a:cubicBezTo>
                  <a:cubicBezTo>
                    <a:pt x="889" y="726"/>
                    <a:pt x="890" y="726"/>
                    <a:pt x="890" y="726"/>
                  </a:cubicBezTo>
                  <a:lnTo>
                    <a:pt x="897" y="623"/>
                  </a:lnTo>
                  <a:lnTo>
                    <a:pt x="897" y="623"/>
                  </a:lnTo>
                  <a:cubicBezTo>
                    <a:pt x="897" y="623"/>
                    <a:pt x="888" y="630"/>
                    <a:pt x="862" y="630"/>
                  </a:cubicBezTo>
                  <a:cubicBezTo>
                    <a:pt x="807" y="630"/>
                    <a:pt x="678" y="600"/>
                    <a:pt x="408" y="415"/>
                  </a:cubicBezTo>
                  <a:cubicBezTo>
                    <a:pt x="179" y="25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40"/>
            <p:cNvSpPr/>
            <p:nvPr/>
          </p:nvSpPr>
          <p:spPr>
            <a:xfrm>
              <a:off x="6449704" y="2724228"/>
              <a:ext cx="57728" cy="46545"/>
            </a:xfrm>
            <a:custGeom>
              <a:avLst/>
              <a:gdLst/>
              <a:ahLst/>
              <a:cxnLst/>
              <a:rect l="l" t="t" r="r" b="b"/>
              <a:pathLst>
                <a:path w="764" h="616" extrusionOk="0">
                  <a:moveTo>
                    <a:pt x="763" y="0"/>
                  </a:moveTo>
                  <a:lnTo>
                    <a:pt x="763" y="0"/>
                  </a:lnTo>
                  <a:cubicBezTo>
                    <a:pt x="763" y="1"/>
                    <a:pt x="615" y="209"/>
                    <a:pt x="415" y="349"/>
                  </a:cubicBezTo>
                  <a:cubicBezTo>
                    <a:pt x="192" y="507"/>
                    <a:pt x="82" y="533"/>
                    <a:pt x="33" y="533"/>
                  </a:cubicBezTo>
                  <a:cubicBezTo>
                    <a:pt x="9" y="533"/>
                    <a:pt x="0" y="527"/>
                    <a:pt x="0" y="527"/>
                  </a:cubicBezTo>
                  <a:lnTo>
                    <a:pt x="0" y="527"/>
                  </a:lnTo>
                  <a:lnTo>
                    <a:pt x="7" y="616"/>
                  </a:lnTo>
                  <a:cubicBezTo>
                    <a:pt x="7" y="616"/>
                    <a:pt x="9" y="616"/>
                    <a:pt x="12" y="616"/>
                  </a:cubicBezTo>
                  <a:cubicBezTo>
                    <a:pt x="56" y="616"/>
                    <a:pt x="397" y="596"/>
                    <a:pt x="763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40"/>
            <p:cNvSpPr/>
            <p:nvPr/>
          </p:nvSpPr>
          <p:spPr>
            <a:xfrm>
              <a:off x="6403160" y="2690604"/>
              <a:ext cx="46621" cy="38233"/>
            </a:xfrm>
            <a:custGeom>
              <a:avLst/>
              <a:gdLst/>
              <a:ahLst/>
              <a:cxnLst/>
              <a:rect l="l" t="t" r="r" b="b"/>
              <a:pathLst>
                <a:path w="617" h="506" extrusionOk="0">
                  <a:moveTo>
                    <a:pt x="1" y="1"/>
                  </a:moveTo>
                  <a:lnTo>
                    <a:pt x="1" y="1"/>
                  </a:lnTo>
                  <a:cubicBezTo>
                    <a:pt x="303" y="493"/>
                    <a:pt x="579" y="506"/>
                    <a:pt x="607" y="506"/>
                  </a:cubicBezTo>
                  <a:cubicBezTo>
                    <a:pt x="608" y="506"/>
                    <a:pt x="609" y="506"/>
                    <a:pt x="609" y="506"/>
                  </a:cubicBezTo>
                  <a:lnTo>
                    <a:pt x="616" y="431"/>
                  </a:lnTo>
                  <a:lnTo>
                    <a:pt x="616" y="431"/>
                  </a:lnTo>
                  <a:cubicBezTo>
                    <a:pt x="616" y="431"/>
                    <a:pt x="610" y="436"/>
                    <a:pt x="593" y="436"/>
                  </a:cubicBezTo>
                  <a:cubicBezTo>
                    <a:pt x="557" y="436"/>
                    <a:pt x="469" y="415"/>
                    <a:pt x="282" y="284"/>
                  </a:cubicBezTo>
                  <a:cubicBezTo>
                    <a:pt x="127" y="17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40"/>
            <p:cNvSpPr/>
            <p:nvPr/>
          </p:nvSpPr>
          <p:spPr>
            <a:xfrm>
              <a:off x="5607588" y="2469515"/>
              <a:ext cx="363973" cy="353923"/>
            </a:xfrm>
            <a:custGeom>
              <a:avLst/>
              <a:gdLst/>
              <a:ahLst/>
              <a:cxnLst/>
              <a:rect l="l" t="t" r="r" b="b"/>
              <a:pathLst>
                <a:path w="4817" h="4684" extrusionOk="0">
                  <a:moveTo>
                    <a:pt x="2475" y="1"/>
                  </a:moveTo>
                  <a:cubicBezTo>
                    <a:pt x="2390" y="1"/>
                    <a:pt x="2305" y="23"/>
                    <a:pt x="2230" y="67"/>
                  </a:cubicBezTo>
                  <a:cubicBezTo>
                    <a:pt x="1704" y="400"/>
                    <a:pt x="0" y="4684"/>
                    <a:pt x="2476" y="4684"/>
                  </a:cubicBezTo>
                  <a:cubicBezTo>
                    <a:pt x="4816" y="4684"/>
                    <a:pt x="3253" y="400"/>
                    <a:pt x="2719" y="67"/>
                  </a:cubicBezTo>
                  <a:cubicBezTo>
                    <a:pt x="2646" y="23"/>
                    <a:pt x="2561" y="1"/>
                    <a:pt x="2475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40"/>
            <p:cNvSpPr/>
            <p:nvPr/>
          </p:nvSpPr>
          <p:spPr>
            <a:xfrm>
              <a:off x="5613180" y="2484552"/>
              <a:ext cx="170917" cy="337149"/>
            </a:xfrm>
            <a:custGeom>
              <a:avLst/>
              <a:gdLst/>
              <a:ahLst/>
              <a:cxnLst/>
              <a:rect l="l" t="t" r="r" b="b"/>
              <a:pathLst>
                <a:path w="2262" h="4462" extrusionOk="0">
                  <a:moveTo>
                    <a:pt x="2027" y="0"/>
                  </a:moveTo>
                  <a:cubicBezTo>
                    <a:pt x="2026" y="0"/>
                    <a:pt x="2024" y="1"/>
                    <a:pt x="2023" y="2"/>
                  </a:cubicBezTo>
                  <a:cubicBezTo>
                    <a:pt x="1512" y="327"/>
                    <a:pt x="1" y="4462"/>
                    <a:pt x="2261" y="4462"/>
                  </a:cubicBezTo>
                  <a:cubicBezTo>
                    <a:pt x="2261" y="4462"/>
                    <a:pt x="1690" y="4410"/>
                    <a:pt x="1653" y="2795"/>
                  </a:cubicBezTo>
                  <a:cubicBezTo>
                    <a:pt x="1623" y="1194"/>
                    <a:pt x="2088" y="0"/>
                    <a:pt x="2027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40"/>
            <p:cNvSpPr/>
            <p:nvPr/>
          </p:nvSpPr>
          <p:spPr>
            <a:xfrm>
              <a:off x="5777825" y="2653051"/>
              <a:ext cx="25161" cy="240432"/>
            </a:xfrm>
            <a:custGeom>
              <a:avLst/>
              <a:gdLst/>
              <a:ahLst/>
              <a:cxnLst/>
              <a:rect l="l" t="t" r="r" b="b"/>
              <a:pathLst>
                <a:path w="333" h="3182" extrusionOk="0">
                  <a:moveTo>
                    <a:pt x="165" y="0"/>
                  </a:moveTo>
                  <a:cubicBezTo>
                    <a:pt x="163" y="0"/>
                    <a:pt x="162" y="4"/>
                    <a:pt x="162" y="16"/>
                  </a:cubicBezTo>
                  <a:lnTo>
                    <a:pt x="0" y="3181"/>
                  </a:lnTo>
                  <a:lnTo>
                    <a:pt x="333" y="3181"/>
                  </a:lnTo>
                  <a:cubicBezTo>
                    <a:pt x="319" y="1825"/>
                    <a:pt x="200" y="16"/>
                    <a:pt x="171" y="16"/>
                  </a:cubicBezTo>
                  <a:cubicBezTo>
                    <a:pt x="171" y="16"/>
                    <a:pt x="167" y="0"/>
                    <a:pt x="165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40"/>
            <p:cNvSpPr/>
            <p:nvPr/>
          </p:nvSpPr>
          <p:spPr>
            <a:xfrm>
              <a:off x="5722288" y="2738207"/>
              <a:ext cx="68533" cy="55008"/>
            </a:xfrm>
            <a:custGeom>
              <a:avLst/>
              <a:gdLst/>
              <a:ahLst/>
              <a:cxnLst/>
              <a:rect l="l" t="t" r="r" b="b"/>
              <a:pathLst>
                <a:path w="907" h="728" extrusionOk="0">
                  <a:moveTo>
                    <a:pt x="1" y="0"/>
                  </a:moveTo>
                  <a:cubicBezTo>
                    <a:pt x="443" y="709"/>
                    <a:pt x="844" y="728"/>
                    <a:pt x="886" y="728"/>
                  </a:cubicBezTo>
                  <a:cubicBezTo>
                    <a:pt x="889" y="728"/>
                    <a:pt x="890" y="728"/>
                    <a:pt x="890" y="728"/>
                  </a:cubicBezTo>
                  <a:lnTo>
                    <a:pt x="906" y="623"/>
                  </a:lnTo>
                  <a:lnTo>
                    <a:pt x="906" y="623"/>
                  </a:lnTo>
                  <a:cubicBezTo>
                    <a:pt x="906" y="623"/>
                    <a:pt x="896" y="630"/>
                    <a:pt x="868" y="630"/>
                  </a:cubicBezTo>
                  <a:cubicBezTo>
                    <a:pt x="812" y="630"/>
                    <a:pt x="681" y="599"/>
                    <a:pt x="417" y="409"/>
                  </a:cubicBezTo>
                  <a:cubicBezTo>
                    <a:pt x="186" y="246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40"/>
            <p:cNvSpPr/>
            <p:nvPr/>
          </p:nvSpPr>
          <p:spPr>
            <a:xfrm>
              <a:off x="5790746" y="2723170"/>
              <a:ext cx="57728" cy="46545"/>
            </a:xfrm>
            <a:custGeom>
              <a:avLst/>
              <a:gdLst/>
              <a:ahLst/>
              <a:cxnLst/>
              <a:rect l="l" t="t" r="r" b="b"/>
              <a:pathLst>
                <a:path w="764" h="616" extrusionOk="0">
                  <a:moveTo>
                    <a:pt x="763" y="0"/>
                  </a:moveTo>
                  <a:lnTo>
                    <a:pt x="763" y="0"/>
                  </a:lnTo>
                  <a:cubicBezTo>
                    <a:pt x="763" y="0"/>
                    <a:pt x="606" y="208"/>
                    <a:pt x="414" y="342"/>
                  </a:cubicBezTo>
                  <a:cubicBezTo>
                    <a:pt x="184" y="506"/>
                    <a:pt x="76" y="533"/>
                    <a:pt x="30" y="533"/>
                  </a:cubicBezTo>
                  <a:cubicBezTo>
                    <a:pt x="8" y="533"/>
                    <a:pt x="0" y="527"/>
                    <a:pt x="0" y="527"/>
                  </a:cubicBezTo>
                  <a:lnTo>
                    <a:pt x="0" y="527"/>
                  </a:lnTo>
                  <a:lnTo>
                    <a:pt x="7" y="616"/>
                  </a:lnTo>
                  <a:cubicBezTo>
                    <a:pt x="7" y="616"/>
                    <a:pt x="8" y="616"/>
                    <a:pt x="9" y="616"/>
                  </a:cubicBezTo>
                  <a:cubicBezTo>
                    <a:pt x="39" y="616"/>
                    <a:pt x="387" y="603"/>
                    <a:pt x="763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40"/>
            <p:cNvSpPr/>
            <p:nvPr/>
          </p:nvSpPr>
          <p:spPr>
            <a:xfrm>
              <a:off x="5743672" y="2689546"/>
              <a:ext cx="47149" cy="37553"/>
            </a:xfrm>
            <a:custGeom>
              <a:avLst/>
              <a:gdLst/>
              <a:ahLst/>
              <a:cxnLst/>
              <a:rect l="l" t="t" r="r" b="b"/>
              <a:pathLst>
                <a:path w="624" h="497" extrusionOk="0">
                  <a:moveTo>
                    <a:pt x="1" y="1"/>
                  </a:moveTo>
                  <a:cubicBezTo>
                    <a:pt x="302" y="484"/>
                    <a:pt x="583" y="497"/>
                    <a:pt x="612" y="497"/>
                  </a:cubicBezTo>
                  <a:cubicBezTo>
                    <a:pt x="613" y="497"/>
                    <a:pt x="614" y="497"/>
                    <a:pt x="614" y="497"/>
                  </a:cubicBezTo>
                  <a:lnTo>
                    <a:pt x="623" y="422"/>
                  </a:lnTo>
                  <a:lnTo>
                    <a:pt x="623" y="422"/>
                  </a:lnTo>
                  <a:cubicBezTo>
                    <a:pt x="623" y="422"/>
                    <a:pt x="615" y="429"/>
                    <a:pt x="591" y="429"/>
                  </a:cubicBezTo>
                  <a:cubicBezTo>
                    <a:pt x="549" y="429"/>
                    <a:pt x="458" y="407"/>
                    <a:pt x="282" y="282"/>
                  </a:cubicBezTo>
                  <a:cubicBezTo>
                    <a:pt x="125" y="17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40"/>
            <p:cNvSpPr/>
            <p:nvPr/>
          </p:nvSpPr>
          <p:spPr>
            <a:xfrm>
              <a:off x="5706723" y="2403703"/>
              <a:ext cx="428350" cy="416411"/>
            </a:xfrm>
            <a:custGeom>
              <a:avLst/>
              <a:gdLst/>
              <a:ahLst/>
              <a:cxnLst/>
              <a:rect l="l" t="t" r="r" b="b"/>
              <a:pathLst>
                <a:path w="5669" h="5511" extrusionOk="0">
                  <a:moveTo>
                    <a:pt x="2909" y="1"/>
                  </a:moveTo>
                  <a:cubicBezTo>
                    <a:pt x="2808" y="1"/>
                    <a:pt x="2708" y="27"/>
                    <a:pt x="2624" y="79"/>
                  </a:cubicBezTo>
                  <a:cubicBezTo>
                    <a:pt x="2001" y="471"/>
                    <a:pt x="1" y="5510"/>
                    <a:pt x="2912" y="5510"/>
                  </a:cubicBezTo>
                  <a:cubicBezTo>
                    <a:pt x="5668" y="5510"/>
                    <a:pt x="3824" y="471"/>
                    <a:pt x="3202" y="79"/>
                  </a:cubicBezTo>
                  <a:cubicBezTo>
                    <a:pt x="3113" y="27"/>
                    <a:pt x="3011" y="1"/>
                    <a:pt x="2909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40"/>
            <p:cNvSpPr/>
            <p:nvPr/>
          </p:nvSpPr>
          <p:spPr>
            <a:xfrm>
              <a:off x="5715035" y="2421232"/>
              <a:ext cx="202727" cy="400468"/>
            </a:xfrm>
            <a:custGeom>
              <a:avLst/>
              <a:gdLst/>
              <a:ahLst/>
              <a:cxnLst/>
              <a:rect l="l" t="t" r="r" b="b"/>
              <a:pathLst>
                <a:path w="2683" h="5300" extrusionOk="0">
                  <a:moveTo>
                    <a:pt x="2413" y="1"/>
                  </a:moveTo>
                  <a:cubicBezTo>
                    <a:pt x="2412" y="1"/>
                    <a:pt x="2410" y="1"/>
                    <a:pt x="2409" y="2"/>
                  </a:cubicBezTo>
                  <a:cubicBezTo>
                    <a:pt x="1793" y="388"/>
                    <a:pt x="1" y="5300"/>
                    <a:pt x="2683" y="5300"/>
                  </a:cubicBezTo>
                  <a:cubicBezTo>
                    <a:pt x="2683" y="5300"/>
                    <a:pt x="2009" y="5241"/>
                    <a:pt x="1971" y="3322"/>
                  </a:cubicBezTo>
                  <a:cubicBezTo>
                    <a:pt x="1928" y="1421"/>
                    <a:pt x="2478" y="1"/>
                    <a:pt x="2413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40"/>
            <p:cNvSpPr/>
            <p:nvPr/>
          </p:nvSpPr>
          <p:spPr>
            <a:xfrm>
              <a:off x="5909904" y="2626151"/>
              <a:ext cx="28033" cy="267331"/>
            </a:xfrm>
            <a:custGeom>
              <a:avLst/>
              <a:gdLst/>
              <a:ahLst/>
              <a:cxnLst/>
              <a:rect l="l" t="t" r="r" b="b"/>
              <a:pathLst>
                <a:path w="371" h="3538" extrusionOk="0">
                  <a:moveTo>
                    <a:pt x="187" y="0"/>
                  </a:moveTo>
                  <a:cubicBezTo>
                    <a:pt x="186" y="0"/>
                    <a:pt x="185" y="4"/>
                    <a:pt x="185" y="16"/>
                  </a:cubicBezTo>
                  <a:lnTo>
                    <a:pt x="1" y="3537"/>
                  </a:lnTo>
                  <a:lnTo>
                    <a:pt x="370" y="3537"/>
                  </a:lnTo>
                  <a:cubicBezTo>
                    <a:pt x="356" y="2033"/>
                    <a:pt x="223" y="16"/>
                    <a:pt x="193" y="16"/>
                  </a:cubicBezTo>
                  <a:cubicBezTo>
                    <a:pt x="193" y="16"/>
                    <a:pt x="189" y="0"/>
                    <a:pt x="187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40"/>
            <p:cNvSpPr/>
            <p:nvPr/>
          </p:nvSpPr>
          <p:spPr>
            <a:xfrm>
              <a:off x="5848927" y="2720903"/>
              <a:ext cx="75560" cy="61052"/>
            </a:xfrm>
            <a:custGeom>
              <a:avLst/>
              <a:gdLst/>
              <a:ahLst/>
              <a:cxnLst/>
              <a:rect l="l" t="t" r="r" b="b"/>
              <a:pathLst>
                <a:path w="1000" h="808" extrusionOk="0">
                  <a:moveTo>
                    <a:pt x="0" y="0"/>
                  </a:moveTo>
                  <a:lnTo>
                    <a:pt x="0" y="0"/>
                  </a:lnTo>
                  <a:cubicBezTo>
                    <a:pt x="484" y="787"/>
                    <a:pt x="935" y="807"/>
                    <a:pt x="981" y="807"/>
                  </a:cubicBezTo>
                  <a:cubicBezTo>
                    <a:pt x="984" y="807"/>
                    <a:pt x="985" y="807"/>
                    <a:pt x="985" y="807"/>
                  </a:cubicBezTo>
                  <a:lnTo>
                    <a:pt x="1000" y="690"/>
                  </a:lnTo>
                  <a:lnTo>
                    <a:pt x="1000" y="690"/>
                  </a:lnTo>
                  <a:cubicBezTo>
                    <a:pt x="1000" y="690"/>
                    <a:pt x="989" y="697"/>
                    <a:pt x="960" y="697"/>
                  </a:cubicBezTo>
                  <a:cubicBezTo>
                    <a:pt x="899" y="697"/>
                    <a:pt x="755" y="664"/>
                    <a:pt x="452" y="452"/>
                  </a:cubicBezTo>
                  <a:cubicBezTo>
                    <a:pt x="199" y="27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40"/>
            <p:cNvSpPr/>
            <p:nvPr/>
          </p:nvSpPr>
          <p:spPr>
            <a:xfrm>
              <a:off x="5924411" y="2704054"/>
              <a:ext cx="63924" cy="51683"/>
            </a:xfrm>
            <a:custGeom>
              <a:avLst/>
              <a:gdLst/>
              <a:ahLst/>
              <a:cxnLst/>
              <a:rect l="l" t="t" r="r" b="b"/>
              <a:pathLst>
                <a:path w="846" h="684" extrusionOk="0">
                  <a:moveTo>
                    <a:pt x="845" y="1"/>
                  </a:moveTo>
                  <a:cubicBezTo>
                    <a:pt x="845" y="1"/>
                    <a:pt x="676" y="230"/>
                    <a:pt x="461" y="387"/>
                  </a:cubicBezTo>
                  <a:cubicBezTo>
                    <a:pt x="210" y="564"/>
                    <a:pt x="89" y="593"/>
                    <a:pt x="37" y="593"/>
                  </a:cubicBezTo>
                  <a:cubicBezTo>
                    <a:pt x="10" y="593"/>
                    <a:pt x="1" y="586"/>
                    <a:pt x="1" y="586"/>
                  </a:cubicBezTo>
                  <a:lnTo>
                    <a:pt x="1" y="586"/>
                  </a:lnTo>
                  <a:lnTo>
                    <a:pt x="9" y="684"/>
                  </a:lnTo>
                  <a:cubicBezTo>
                    <a:pt x="9" y="684"/>
                    <a:pt x="11" y="684"/>
                    <a:pt x="13" y="684"/>
                  </a:cubicBezTo>
                  <a:cubicBezTo>
                    <a:pt x="55" y="684"/>
                    <a:pt x="434" y="665"/>
                    <a:pt x="845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40"/>
            <p:cNvSpPr/>
            <p:nvPr/>
          </p:nvSpPr>
          <p:spPr>
            <a:xfrm>
              <a:off x="5872426" y="2666576"/>
              <a:ext cx="52061" cy="42162"/>
            </a:xfrm>
            <a:custGeom>
              <a:avLst/>
              <a:gdLst/>
              <a:ahLst/>
              <a:cxnLst/>
              <a:rect l="l" t="t" r="r" b="b"/>
              <a:pathLst>
                <a:path w="689" h="558" extrusionOk="0">
                  <a:moveTo>
                    <a:pt x="0" y="1"/>
                  </a:moveTo>
                  <a:lnTo>
                    <a:pt x="0" y="1"/>
                  </a:lnTo>
                  <a:cubicBezTo>
                    <a:pt x="339" y="544"/>
                    <a:pt x="650" y="557"/>
                    <a:pt x="679" y="557"/>
                  </a:cubicBezTo>
                  <a:cubicBezTo>
                    <a:pt x="681" y="557"/>
                    <a:pt x="681" y="557"/>
                    <a:pt x="681" y="557"/>
                  </a:cubicBezTo>
                  <a:lnTo>
                    <a:pt x="689" y="475"/>
                  </a:lnTo>
                  <a:lnTo>
                    <a:pt x="689" y="475"/>
                  </a:lnTo>
                  <a:cubicBezTo>
                    <a:pt x="689" y="475"/>
                    <a:pt x="681" y="481"/>
                    <a:pt x="660" y="481"/>
                  </a:cubicBezTo>
                  <a:cubicBezTo>
                    <a:pt x="617" y="481"/>
                    <a:pt x="517" y="457"/>
                    <a:pt x="312" y="312"/>
                  </a:cubicBezTo>
                  <a:cubicBezTo>
                    <a:pt x="141" y="193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40"/>
            <p:cNvSpPr/>
            <p:nvPr/>
          </p:nvSpPr>
          <p:spPr>
            <a:xfrm>
              <a:off x="5555527" y="2525505"/>
              <a:ext cx="195474" cy="246401"/>
            </a:xfrm>
            <a:custGeom>
              <a:avLst/>
              <a:gdLst/>
              <a:ahLst/>
              <a:cxnLst/>
              <a:rect l="l" t="t" r="r" b="b"/>
              <a:pathLst>
                <a:path w="2587" h="3261" extrusionOk="0">
                  <a:moveTo>
                    <a:pt x="1290" y="0"/>
                  </a:moveTo>
                  <a:cubicBezTo>
                    <a:pt x="734" y="0"/>
                    <a:pt x="275" y="452"/>
                    <a:pt x="275" y="1016"/>
                  </a:cubicBezTo>
                  <a:cubicBezTo>
                    <a:pt x="275" y="1067"/>
                    <a:pt x="282" y="1112"/>
                    <a:pt x="289" y="1156"/>
                  </a:cubicBezTo>
                  <a:cubicBezTo>
                    <a:pt x="111" y="1379"/>
                    <a:pt x="1" y="1659"/>
                    <a:pt x="1" y="1964"/>
                  </a:cubicBezTo>
                  <a:cubicBezTo>
                    <a:pt x="1" y="2682"/>
                    <a:pt x="579" y="3260"/>
                    <a:pt x="1290" y="3260"/>
                  </a:cubicBezTo>
                  <a:cubicBezTo>
                    <a:pt x="2009" y="3260"/>
                    <a:pt x="2587" y="2682"/>
                    <a:pt x="2587" y="1964"/>
                  </a:cubicBezTo>
                  <a:cubicBezTo>
                    <a:pt x="2587" y="1659"/>
                    <a:pt x="2475" y="1379"/>
                    <a:pt x="2297" y="1156"/>
                  </a:cubicBezTo>
                  <a:cubicBezTo>
                    <a:pt x="2304" y="1112"/>
                    <a:pt x="2313" y="1067"/>
                    <a:pt x="2313" y="1016"/>
                  </a:cubicBezTo>
                  <a:cubicBezTo>
                    <a:pt x="2313" y="452"/>
                    <a:pt x="1852" y="0"/>
                    <a:pt x="1290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40"/>
            <p:cNvSpPr/>
            <p:nvPr/>
          </p:nvSpPr>
          <p:spPr>
            <a:xfrm>
              <a:off x="5653000" y="2600687"/>
              <a:ext cx="8916" cy="292795"/>
            </a:xfrm>
            <a:custGeom>
              <a:avLst/>
              <a:gdLst/>
              <a:ahLst/>
              <a:cxnLst/>
              <a:rect l="l" t="t" r="r" b="b"/>
              <a:pathLst>
                <a:path w="118" h="3875" extrusionOk="0">
                  <a:moveTo>
                    <a:pt x="54" y="0"/>
                  </a:moveTo>
                  <a:cubicBezTo>
                    <a:pt x="53" y="0"/>
                    <a:pt x="52" y="4"/>
                    <a:pt x="52" y="14"/>
                  </a:cubicBezTo>
                  <a:lnTo>
                    <a:pt x="0" y="3821"/>
                  </a:lnTo>
                  <a:cubicBezTo>
                    <a:pt x="0" y="3851"/>
                    <a:pt x="22" y="3874"/>
                    <a:pt x="52" y="3874"/>
                  </a:cubicBezTo>
                  <a:lnTo>
                    <a:pt x="59" y="3874"/>
                  </a:lnTo>
                  <a:cubicBezTo>
                    <a:pt x="96" y="3874"/>
                    <a:pt x="118" y="3851"/>
                    <a:pt x="118" y="3821"/>
                  </a:cubicBezTo>
                  <a:cubicBezTo>
                    <a:pt x="118" y="3821"/>
                    <a:pt x="96" y="14"/>
                    <a:pt x="59" y="14"/>
                  </a:cubicBezTo>
                  <a:cubicBezTo>
                    <a:pt x="59" y="14"/>
                    <a:pt x="56" y="0"/>
                    <a:pt x="54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40"/>
            <p:cNvSpPr/>
            <p:nvPr/>
          </p:nvSpPr>
          <p:spPr>
            <a:xfrm>
              <a:off x="5601921" y="2671714"/>
              <a:ext cx="55537" cy="45336"/>
            </a:xfrm>
            <a:custGeom>
              <a:avLst/>
              <a:gdLst/>
              <a:ahLst/>
              <a:cxnLst/>
              <a:rect l="l" t="t" r="r" b="b"/>
              <a:pathLst>
                <a:path w="735" h="600" extrusionOk="0">
                  <a:moveTo>
                    <a:pt x="0" y="0"/>
                  </a:moveTo>
                  <a:lnTo>
                    <a:pt x="0" y="0"/>
                  </a:lnTo>
                  <a:cubicBezTo>
                    <a:pt x="353" y="580"/>
                    <a:pt x="679" y="600"/>
                    <a:pt x="723" y="600"/>
                  </a:cubicBezTo>
                  <a:cubicBezTo>
                    <a:pt x="726" y="600"/>
                    <a:pt x="728" y="599"/>
                    <a:pt x="728" y="599"/>
                  </a:cubicBezTo>
                  <a:lnTo>
                    <a:pt x="735" y="511"/>
                  </a:lnTo>
                  <a:lnTo>
                    <a:pt x="735" y="511"/>
                  </a:lnTo>
                  <a:cubicBezTo>
                    <a:pt x="735" y="511"/>
                    <a:pt x="726" y="517"/>
                    <a:pt x="702" y="517"/>
                  </a:cubicBezTo>
                  <a:cubicBezTo>
                    <a:pt x="656" y="517"/>
                    <a:pt x="550" y="492"/>
                    <a:pt x="335" y="340"/>
                  </a:cubicBezTo>
                  <a:cubicBezTo>
                    <a:pt x="150" y="199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40"/>
            <p:cNvSpPr/>
            <p:nvPr/>
          </p:nvSpPr>
          <p:spPr>
            <a:xfrm>
              <a:off x="5657382" y="2658793"/>
              <a:ext cx="47149" cy="38611"/>
            </a:xfrm>
            <a:custGeom>
              <a:avLst/>
              <a:gdLst/>
              <a:ahLst/>
              <a:cxnLst/>
              <a:rect l="l" t="t" r="r" b="b"/>
              <a:pathLst>
                <a:path w="624" h="511" extrusionOk="0">
                  <a:moveTo>
                    <a:pt x="623" y="0"/>
                  </a:moveTo>
                  <a:cubicBezTo>
                    <a:pt x="623" y="0"/>
                    <a:pt x="497" y="178"/>
                    <a:pt x="342" y="289"/>
                  </a:cubicBezTo>
                  <a:cubicBezTo>
                    <a:pt x="156" y="421"/>
                    <a:pt x="67" y="444"/>
                    <a:pt x="28" y="444"/>
                  </a:cubicBezTo>
                  <a:cubicBezTo>
                    <a:pt x="8" y="444"/>
                    <a:pt x="1" y="438"/>
                    <a:pt x="1" y="438"/>
                  </a:cubicBezTo>
                  <a:lnTo>
                    <a:pt x="1" y="438"/>
                  </a:lnTo>
                  <a:lnTo>
                    <a:pt x="8" y="511"/>
                  </a:lnTo>
                  <a:cubicBezTo>
                    <a:pt x="8" y="511"/>
                    <a:pt x="9" y="511"/>
                    <a:pt x="11" y="511"/>
                  </a:cubicBezTo>
                  <a:cubicBezTo>
                    <a:pt x="42" y="511"/>
                    <a:pt x="323" y="497"/>
                    <a:pt x="623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40"/>
            <p:cNvSpPr/>
            <p:nvPr/>
          </p:nvSpPr>
          <p:spPr>
            <a:xfrm>
              <a:off x="5619376" y="2631365"/>
              <a:ext cx="38082" cy="30828"/>
            </a:xfrm>
            <a:custGeom>
              <a:avLst/>
              <a:gdLst/>
              <a:ahLst/>
              <a:cxnLst/>
              <a:rect l="l" t="t" r="r" b="b"/>
              <a:pathLst>
                <a:path w="504" h="408" extrusionOk="0">
                  <a:moveTo>
                    <a:pt x="1" y="1"/>
                  </a:moveTo>
                  <a:lnTo>
                    <a:pt x="1" y="1"/>
                  </a:lnTo>
                  <a:cubicBezTo>
                    <a:pt x="242" y="395"/>
                    <a:pt x="467" y="408"/>
                    <a:pt x="494" y="408"/>
                  </a:cubicBezTo>
                  <a:cubicBezTo>
                    <a:pt x="496" y="408"/>
                    <a:pt x="497" y="408"/>
                    <a:pt x="497" y="408"/>
                  </a:cubicBezTo>
                  <a:lnTo>
                    <a:pt x="504" y="347"/>
                  </a:lnTo>
                  <a:lnTo>
                    <a:pt x="504" y="347"/>
                  </a:lnTo>
                  <a:cubicBezTo>
                    <a:pt x="504" y="347"/>
                    <a:pt x="497" y="353"/>
                    <a:pt x="479" y="353"/>
                  </a:cubicBezTo>
                  <a:cubicBezTo>
                    <a:pt x="446" y="353"/>
                    <a:pt x="374" y="334"/>
                    <a:pt x="230" y="230"/>
                  </a:cubicBezTo>
                  <a:cubicBezTo>
                    <a:pt x="104" y="14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40"/>
            <p:cNvSpPr/>
            <p:nvPr/>
          </p:nvSpPr>
          <p:spPr>
            <a:xfrm>
              <a:off x="5198280" y="2625698"/>
              <a:ext cx="140088" cy="177113"/>
            </a:xfrm>
            <a:custGeom>
              <a:avLst/>
              <a:gdLst/>
              <a:ahLst/>
              <a:cxnLst/>
              <a:rect l="l" t="t" r="r" b="b"/>
              <a:pathLst>
                <a:path w="1854" h="2344" extrusionOk="0">
                  <a:moveTo>
                    <a:pt x="927" y="1"/>
                  </a:moveTo>
                  <a:cubicBezTo>
                    <a:pt x="527" y="1"/>
                    <a:pt x="194" y="326"/>
                    <a:pt x="194" y="734"/>
                  </a:cubicBezTo>
                  <a:cubicBezTo>
                    <a:pt x="194" y="764"/>
                    <a:pt x="201" y="801"/>
                    <a:pt x="208" y="831"/>
                  </a:cubicBezTo>
                  <a:cubicBezTo>
                    <a:pt x="75" y="993"/>
                    <a:pt x="0" y="1194"/>
                    <a:pt x="0" y="1417"/>
                  </a:cubicBezTo>
                  <a:cubicBezTo>
                    <a:pt x="0" y="1927"/>
                    <a:pt x="416" y="2343"/>
                    <a:pt x="927" y="2343"/>
                  </a:cubicBezTo>
                  <a:cubicBezTo>
                    <a:pt x="1439" y="2343"/>
                    <a:pt x="1853" y="1927"/>
                    <a:pt x="1853" y="1417"/>
                  </a:cubicBezTo>
                  <a:cubicBezTo>
                    <a:pt x="1853" y="1194"/>
                    <a:pt x="1772" y="993"/>
                    <a:pt x="1645" y="831"/>
                  </a:cubicBezTo>
                  <a:cubicBezTo>
                    <a:pt x="1652" y="801"/>
                    <a:pt x="1652" y="764"/>
                    <a:pt x="1652" y="734"/>
                  </a:cubicBezTo>
                  <a:cubicBezTo>
                    <a:pt x="1652" y="326"/>
                    <a:pt x="1327" y="1"/>
                    <a:pt x="92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40"/>
            <p:cNvSpPr/>
            <p:nvPr/>
          </p:nvSpPr>
          <p:spPr>
            <a:xfrm>
              <a:off x="5267719" y="2679874"/>
              <a:ext cx="6800" cy="210208"/>
            </a:xfrm>
            <a:custGeom>
              <a:avLst/>
              <a:gdLst/>
              <a:ahLst/>
              <a:cxnLst/>
              <a:rect l="l" t="t" r="r" b="b"/>
              <a:pathLst>
                <a:path w="90" h="2782" extrusionOk="0">
                  <a:moveTo>
                    <a:pt x="47" y="0"/>
                  </a:moveTo>
                  <a:cubicBezTo>
                    <a:pt x="46" y="0"/>
                    <a:pt x="45" y="2"/>
                    <a:pt x="45" y="10"/>
                  </a:cubicBezTo>
                  <a:lnTo>
                    <a:pt x="1" y="2738"/>
                  </a:lnTo>
                  <a:cubicBezTo>
                    <a:pt x="1" y="2759"/>
                    <a:pt x="22" y="2782"/>
                    <a:pt x="45" y="2782"/>
                  </a:cubicBezTo>
                  <a:lnTo>
                    <a:pt x="52" y="2782"/>
                  </a:lnTo>
                  <a:cubicBezTo>
                    <a:pt x="75" y="2782"/>
                    <a:pt x="90" y="2759"/>
                    <a:pt x="90" y="2738"/>
                  </a:cubicBezTo>
                  <a:cubicBezTo>
                    <a:pt x="90" y="2738"/>
                    <a:pt x="75" y="10"/>
                    <a:pt x="52" y="10"/>
                  </a:cubicBezTo>
                  <a:cubicBezTo>
                    <a:pt x="52" y="10"/>
                    <a:pt x="49" y="0"/>
                    <a:pt x="47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40"/>
            <p:cNvSpPr/>
            <p:nvPr/>
          </p:nvSpPr>
          <p:spPr>
            <a:xfrm>
              <a:off x="5231299" y="2730424"/>
              <a:ext cx="39896" cy="33095"/>
            </a:xfrm>
            <a:custGeom>
              <a:avLst/>
              <a:gdLst/>
              <a:ahLst/>
              <a:cxnLst/>
              <a:rect l="l" t="t" r="r" b="b"/>
              <a:pathLst>
                <a:path w="528" h="438" extrusionOk="0">
                  <a:moveTo>
                    <a:pt x="1" y="0"/>
                  </a:moveTo>
                  <a:cubicBezTo>
                    <a:pt x="266" y="431"/>
                    <a:pt x="505" y="438"/>
                    <a:pt x="519" y="438"/>
                  </a:cubicBezTo>
                  <a:cubicBezTo>
                    <a:pt x="520" y="438"/>
                    <a:pt x="520" y="438"/>
                    <a:pt x="520" y="438"/>
                  </a:cubicBezTo>
                  <a:lnTo>
                    <a:pt x="527" y="370"/>
                  </a:lnTo>
                  <a:lnTo>
                    <a:pt x="527" y="370"/>
                  </a:lnTo>
                  <a:cubicBezTo>
                    <a:pt x="527" y="370"/>
                    <a:pt x="521" y="375"/>
                    <a:pt x="504" y="375"/>
                  </a:cubicBezTo>
                  <a:cubicBezTo>
                    <a:pt x="470" y="375"/>
                    <a:pt x="396" y="356"/>
                    <a:pt x="246" y="246"/>
                  </a:cubicBezTo>
                  <a:cubicBezTo>
                    <a:pt x="104" y="14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40"/>
            <p:cNvSpPr/>
            <p:nvPr/>
          </p:nvSpPr>
          <p:spPr>
            <a:xfrm>
              <a:off x="5271120" y="2721432"/>
              <a:ext cx="34153" cy="28108"/>
            </a:xfrm>
            <a:custGeom>
              <a:avLst/>
              <a:gdLst/>
              <a:ahLst/>
              <a:cxnLst/>
              <a:rect l="l" t="t" r="r" b="b"/>
              <a:pathLst>
                <a:path w="452" h="372" extrusionOk="0">
                  <a:moveTo>
                    <a:pt x="452" y="0"/>
                  </a:moveTo>
                  <a:lnTo>
                    <a:pt x="452" y="0"/>
                  </a:lnTo>
                  <a:cubicBezTo>
                    <a:pt x="452" y="0"/>
                    <a:pt x="356" y="126"/>
                    <a:pt x="244" y="208"/>
                  </a:cubicBezTo>
                  <a:cubicBezTo>
                    <a:pt x="102" y="308"/>
                    <a:pt x="39" y="323"/>
                    <a:pt x="14" y="323"/>
                  </a:cubicBezTo>
                  <a:cubicBezTo>
                    <a:pt x="4" y="323"/>
                    <a:pt x="0" y="320"/>
                    <a:pt x="0" y="320"/>
                  </a:cubicBezTo>
                  <a:lnTo>
                    <a:pt x="0" y="320"/>
                  </a:lnTo>
                  <a:lnTo>
                    <a:pt x="7" y="372"/>
                  </a:lnTo>
                  <a:cubicBezTo>
                    <a:pt x="7" y="372"/>
                    <a:pt x="8" y="372"/>
                    <a:pt x="8" y="372"/>
                  </a:cubicBezTo>
                  <a:cubicBezTo>
                    <a:pt x="22" y="372"/>
                    <a:pt x="224" y="365"/>
                    <a:pt x="452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40"/>
            <p:cNvSpPr/>
            <p:nvPr/>
          </p:nvSpPr>
          <p:spPr>
            <a:xfrm>
              <a:off x="5243691" y="2701938"/>
              <a:ext cx="27504" cy="22366"/>
            </a:xfrm>
            <a:custGeom>
              <a:avLst/>
              <a:gdLst/>
              <a:ahLst/>
              <a:cxnLst/>
              <a:rect l="l" t="t" r="r" b="b"/>
              <a:pathLst>
                <a:path w="364" h="296" extrusionOk="0">
                  <a:moveTo>
                    <a:pt x="0" y="0"/>
                  </a:moveTo>
                  <a:cubicBezTo>
                    <a:pt x="184" y="289"/>
                    <a:pt x="348" y="295"/>
                    <a:pt x="362" y="295"/>
                  </a:cubicBezTo>
                  <a:cubicBezTo>
                    <a:pt x="363" y="295"/>
                    <a:pt x="363" y="295"/>
                    <a:pt x="363" y="295"/>
                  </a:cubicBezTo>
                  <a:lnTo>
                    <a:pt x="363" y="251"/>
                  </a:lnTo>
                  <a:cubicBezTo>
                    <a:pt x="363" y="251"/>
                    <a:pt x="359" y="254"/>
                    <a:pt x="347" y="254"/>
                  </a:cubicBezTo>
                  <a:cubicBezTo>
                    <a:pt x="325" y="254"/>
                    <a:pt x="274" y="241"/>
                    <a:pt x="171" y="162"/>
                  </a:cubicBezTo>
                  <a:cubicBezTo>
                    <a:pt x="73" y="9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40"/>
            <p:cNvSpPr/>
            <p:nvPr/>
          </p:nvSpPr>
          <p:spPr>
            <a:xfrm>
              <a:off x="4939033" y="2777951"/>
              <a:ext cx="275038" cy="114322"/>
            </a:xfrm>
            <a:custGeom>
              <a:avLst/>
              <a:gdLst/>
              <a:ahLst/>
              <a:cxnLst/>
              <a:rect l="l" t="t" r="r" b="b"/>
              <a:pathLst>
                <a:path w="3640" h="1513" extrusionOk="0">
                  <a:moveTo>
                    <a:pt x="1215" y="1"/>
                  </a:moveTo>
                  <a:cubicBezTo>
                    <a:pt x="801" y="1"/>
                    <a:pt x="469" y="335"/>
                    <a:pt x="469" y="750"/>
                  </a:cubicBezTo>
                  <a:lnTo>
                    <a:pt x="469" y="764"/>
                  </a:lnTo>
                  <a:cubicBezTo>
                    <a:pt x="438" y="757"/>
                    <a:pt x="408" y="750"/>
                    <a:pt x="380" y="750"/>
                  </a:cubicBezTo>
                  <a:cubicBezTo>
                    <a:pt x="172" y="750"/>
                    <a:pt x="1" y="920"/>
                    <a:pt x="1" y="1128"/>
                  </a:cubicBezTo>
                  <a:cubicBezTo>
                    <a:pt x="1" y="1335"/>
                    <a:pt x="172" y="1498"/>
                    <a:pt x="380" y="1498"/>
                  </a:cubicBezTo>
                  <a:lnTo>
                    <a:pt x="380" y="1512"/>
                  </a:lnTo>
                  <a:lnTo>
                    <a:pt x="3403" y="1512"/>
                  </a:lnTo>
                  <a:lnTo>
                    <a:pt x="3403" y="1498"/>
                  </a:lnTo>
                  <a:cubicBezTo>
                    <a:pt x="3536" y="1475"/>
                    <a:pt x="3639" y="1365"/>
                    <a:pt x="3639" y="1217"/>
                  </a:cubicBezTo>
                  <a:cubicBezTo>
                    <a:pt x="3639" y="1061"/>
                    <a:pt x="3513" y="934"/>
                    <a:pt x="3358" y="934"/>
                  </a:cubicBezTo>
                  <a:cubicBezTo>
                    <a:pt x="3291" y="934"/>
                    <a:pt x="3232" y="965"/>
                    <a:pt x="3181" y="1002"/>
                  </a:cubicBezTo>
                  <a:lnTo>
                    <a:pt x="3181" y="965"/>
                  </a:lnTo>
                  <a:cubicBezTo>
                    <a:pt x="3181" y="668"/>
                    <a:pt x="2942" y="424"/>
                    <a:pt x="2647" y="424"/>
                  </a:cubicBezTo>
                  <a:cubicBezTo>
                    <a:pt x="2476" y="424"/>
                    <a:pt x="2327" y="497"/>
                    <a:pt x="2224" y="623"/>
                  </a:cubicBezTo>
                  <a:cubicBezTo>
                    <a:pt x="2186" y="609"/>
                    <a:pt x="2149" y="602"/>
                    <a:pt x="2114" y="602"/>
                  </a:cubicBezTo>
                  <a:cubicBezTo>
                    <a:pt x="2053" y="602"/>
                    <a:pt x="2001" y="616"/>
                    <a:pt x="1957" y="639"/>
                  </a:cubicBezTo>
                  <a:cubicBezTo>
                    <a:pt x="1898" y="275"/>
                    <a:pt x="1594" y="1"/>
                    <a:pt x="1215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40"/>
            <p:cNvSpPr/>
            <p:nvPr/>
          </p:nvSpPr>
          <p:spPr>
            <a:xfrm>
              <a:off x="4973187" y="2781351"/>
              <a:ext cx="37553" cy="54328"/>
            </a:xfrm>
            <a:custGeom>
              <a:avLst/>
              <a:gdLst/>
              <a:ahLst/>
              <a:cxnLst/>
              <a:rect l="l" t="t" r="r" b="b"/>
              <a:pathLst>
                <a:path w="497" h="719" extrusionOk="0">
                  <a:moveTo>
                    <a:pt x="497" y="0"/>
                  </a:moveTo>
                  <a:lnTo>
                    <a:pt x="497" y="0"/>
                  </a:lnTo>
                  <a:cubicBezTo>
                    <a:pt x="209" y="82"/>
                    <a:pt x="1" y="349"/>
                    <a:pt x="1" y="667"/>
                  </a:cubicBezTo>
                  <a:lnTo>
                    <a:pt x="1" y="712"/>
                  </a:lnTo>
                  <a:cubicBezTo>
                    <a:pt x="8" y="712"/>
                    <a:pt x="8" y="712"/>
                    <a:pt x="17" y="719"/>
                  </a:cubicBezTo>
                  <a:lnTo>
                    <a:pt x="17" y="705"/>
                  </a:lnTo>
                  <a:cubicBezTo>
                    <a:pt x="17" y="386"/>
                    <a:pt x="216" y="112"/>
                    <a:pt x="497" y="0"/>
                  </a:cubicBezTo>
                  <a:close/>
                </a:path>
              </a:pathLst>
            </a:custGeom>
            <a:solidFill>
              <a:srgbClr val="959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40"/>
            <p:cNvSpPr/>
            <p:nvPr/>
          </p:nvSpPr>
          <p:spPr>
            <a:xfrm>
              <a:off x="4973187" y="2779689"/>
              <a:ext cx="51683" cy="103744"/>
            </a:xfrm>
            <a:custGeom>
              <a:avLst/>
              <a:gdLst/>
              <a:ahLst/>
              <a:cxnLst/>
              <a:rect l="l" t="t" r="r" b="b"/>
              <a:pathLst>
                <a:path w="684" h="1373" extrusionOk="0">
                  <a:moveTo>
                    <a:pt x="683" y="1"/>
                  </a:moveTo>
                  <a:cubicBezTo>
                    <a:pt x="623" y="1"/>
                    <a:pt x="557" y="8"/>
                    <a:pt x="497" y="22"/>
                  </a:cubicBezTo>
                  <a:cubicBezTo>
                    <a:pt x="216" y="134"/>
                    <a:pt x="17" y="408"/>
                    <a:pt x="17" y="727"/>
                  </a:cubicBezTo>
                  <a:lnTo>
                    <a:pt x="17" y="741"/>
                  </a:lnTo>
                  <a:cubicBezTo>
                    <a:pt x="8" y="734"/>
                    <a:pt x="8" y="734"/>
                    <a:pt x="1" y="734"/>
                  </a:cubicBezTo>
                  <a:cubicBezTo>
                    <a:pt x="24" y="1089"/>
                    <a:pt x="319" y="1372"/>
                    <a:pt x="683" y="1372"/>
                  </a:cubicBezTo>
                  <a:cubicBezTo>
                    <a:pt x="683" y="1372"/>
                    <a:pt x="290" y="1246"/>
                    <a:pt x="260" y="689"/>
                  </a:cubicBezTo>
                  <a:cubicBezTo>
                    <a:pt x="230" y="179"/>
                    <a:pt x="683" y="1"/>
                    <a:pt x="683" y="1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40"/>
            <p:cNvSpPr/>
            <p:nvPr/>
          </p:nvSpPr>
          <p:spPr>
            <a:xfrm>
              <a:off x="5072321" y="2823967"/>
              <a:ext cx="54403" cy="27428"/>
            </a:xfrm>
            <a:custGeom>
              <a:avLst/>
              <a:gdLst/>
              <a:ahLst/>
              <a:cxnLst/>
              <a:rect l="l" t="t" r="r" b="b"/>
              <a:pathLst>
                <a:path w="720" h="363" extrusionOk="0">
                  <a:moveTo>
                    <a:pt x="357" y="0"/>
                  </a:moveTo>
                  <a:cubicBezTo>
                    <a:pt x="163" y="7"/>
                    <a:pt x="1" y="171"/>
                    <a:pt x="8" y="363"/>
                  </a:cubicBezTo>
                  <a:cubicBezTo>
                    <a:pt x="8" y="363"/>
                    <a:pt x="67" y="164"/>
                    <a:pt x="357" y="141"/>
                  </a:cubicBezTo>
                  <a:lnTo>
                    <a:pt x="385" y="141"/>
                  </a:lnTo>
                  <a:cubicBezTo>
                    <a:pt x="630" y="141"/>
                    <a:pt x="719" y="356"/>
                    <a:pt x="719" y="356"/>
                  </a:cubicBezTo>
                  <a:cubicBezTo>
                    <a:pt x="719" y="164"/>
                    <a:pt x="556" y="0"/>
                    <a:pt x="364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40"/>
            <p:cNvSpPr/>
            <p:nvPr/>
          </p:nvSpPr>
          <p:spPr>
            <a:xfrm>
              <a:off x="5751436" y="1850082"/>
              <a:ext cx="141037" cy="61800"/>
            </a:xfrm>
            <a:custGeom>
              <a:avLst/>
              <a:gdLst/>
              <a:ahLst/>
              <a:cxnLst/>
              <a:rect l="l" t="t" r="r" b="b"/>
              <a:pathLst>
                <a:path w="1180" h="517" extrusionOk="0">
                  <a:moveTo>
                    <a:pt x="1026" y="0"/>
                  </a:moveTo>
                  <a:cubicBezTo>
                    <a:pt x="950" y="0"/>
                    <a:pt x="859" y="34"/>
                    <a:pt x="771" y="102"/>
                  </a:cubicBezTo>
                  <a:cubicBezTo>
                    <a:pt x="698" y="154"/>
                    <a:pt x="637" y="228"/>
                    <a:pt x="609" y="294"/>
                  </a:cubicBezTo>
                  <a:cubicBezTo>
                    <a:pt x="548" y="250"/>
                    <a:pt x="468" y="220"/>
                    <a:pt x="380" y="205"/>
                  </a:cubicBezTo>
                  <a:cubicBezTo>
                    <a:pt x="346" y="200"/>
                    <a:pt x="315" y="198"/>
                    <a:pt x="285" y="198"/>
                  </a:cubicBezTo>
                  <a:cubicBezTo>
                    <a:pt x="128" y="198"/>
                    <a:pt x="20" y="263"/>
                    <a:pt x="1" y="369"/>
                  </a:cubicBezTo>
                  <a:cubicBezTo>
                    <a:pt x="1" y="369"/>
                    <a:pt x="44" y="287"/>
                    <a:pt x="248" y="287"/>
                  </a:cubicBezTo>
                  <a:cubicBezTo>
                    <a:pt x="282" y="287"/>
                    <a:pt x="320" y="289"/>
                    <a:pt x="364" y="294"/>
                  </a:cubicBezTo>
                  <a:cubicBezTo>
                    <a:pt x="460" y="301"/>
                    <a:pt x="534" y="332"/>
                    <a:pt x="586" y="362"/>
                  </a:cubicBezTo>
                  <a:lnTo>
                    <a:pt x="579" y="517"/>
                  </a:lnTo>
                  <a:lnTo>
                    <a:pt x="653" y="502"/>
                  </a:lnTo>
                  <a:lnTo>
                    <a:pt x="742" y="479"/>
                  </a:lnTo>
                  <a:lnTo>
                    <a:pt x="661" y="346"/>
                  </a:lnTo>
                  <a:cubicBezTo>
                    <a:pt x="698" y="294"/>
                    <a:pt x="742" y="236"/>
                    <a:pt x="824" y="168"/>
                  </a:cubicBezTo>
                  <a:cubicBezTo>
                    <a:pt x="938" y="77"/>
                    <a:pt x="1032" y="56"/>
                    <a:pt x="1094" y="56"/>
                  </a:cubicBezTo>
                  <a:cubicBezTo>
                    <a:pt x="1149" y="56"/>
                    <a:pt x="1180" y="72"/>
                    <a:pt x="1180" y="72"/>
                  </a:cubicBezTo>
                  <a:cubicBezTo>
                    <a:pt x="1145" y="25"/>
                    <a:pt x="1091" y="0"/>
                    <a:pt x="1026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40"/>
            <p:cNvSpPr/>
            <p:nvPr/>
          </p:nvSpPr>
          <p:spPr>
            <a:xfrm>
              <a:off x="5217723" y="1873467"/>
              <a:ext cx="219038" cy="106107"/>
            </a:xfrm>
            <a:custGeom>
              <a:avLst/>
              <a:gdLst/>
              <a:ahLst/>
              <a:cxnLst/>
              <a:rect l="l" t="t" r="r" b="b"/>
              <a:pathLst>
                <a:path w="993" h="481" extrusionOk="0">
                  <a:moveTo>
                    <a:pt x="851" y="0"/>
                  </a:moveTo>
                  <a:cubicBezTo>
                    <a:pt x="787" y="0"/>
                    <a:pt x="715" y="30"/>
                    <a:pt x="644" y="89"/>
                  </a:cubicBezTo>
                  <a:cubicBezTo>
                    <a:pt x="578" y="141"/>
                    <a:pt x="534" y="207"/>
                    <a:pt x="511" y="267"/>
                  </a:cubicBezTo>
                  <a:cubicBezTo>
                    <a:pt x="459" y="230"/>
                    <a:pt x="394" y="192"/>
                    <a:pt x="312" y="178"/>
                  </a:cubicBezTo>
                  <a:cubicBezTo>
                    <a:pt x="281" y="173"/>
                    <a:pt x="251" y="170"/>
                    <a:pt x="224" y="170"/>
                  </a:cubicBezTo>
                  <a:cubicBezTo>
                    <a:pt x="93" y="170"/>
                    <a:pt x="6" y="227"/>
                    <a:pt x="1" y="326"/>
                  </a:cubicBezTo>
                  <a:cubicBezTo>
                    <a:pt x="1" y="326"/>
                    <a:pt x="33" y="251"/>
                    <a:pt x="203" y="251"/>
                  </a:cubicBezTo>
                  <a:cubicBezTo>
                    <a:pt x="233" y="251"/>
                    <a:pt x="266" y="253"/>
                    <a:pt x="305" y="258"/>
                  </a:cubicBezTo>
                  <a:cubicBezTo>
                    <a:pt x="386" y="274"/>
                    <a:pt x="445" y="303"/>
                    <a:pt x="490" y="333"/>
                  </a:cubicBezTo>
                  <a:lnTo>
                    <a:pt x="490" y="480"/>
                  </a:lnTo>
                  <a:lnTo>
                    <a:pt x="555" y="466"/>
                  </a:lnTo>
                  <a:lnTo>
                    <a:pt x="630" y="452"/>
                  </a:lnTo>
                  <a:lnTo>
                    <a:pt x="555" y="319"/>
                  </a:lnTo>
                  <a:cubicBezTo>
                    <a:pt x="586" y="274"/>
                    <a:pt x="623" y="214"/>
                    <a:pt x="689" y="162"/>
                  </a:cubicBezTo>
                  <a:cubicBezTo>
                    <a:pt x="782" y="77"/>
                    <a:pt x="862" y="57"/>
                    <a:pt x="916" y="57"/>
                  </a:cubicBezTo>
                  <a:cubicBezTo>
                    <a:pt x="964" y="57"/>
                    <a:pt x="993" y="73"/>
                    <a:pt x="993" y="73"/>
                  </a:cubicBezTo>
                  <a:cubicBezTo>
                    <a:pt x="958" y="24"/>
                    <a:pt x="908" y="0"/>
                    <a:pt x="851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40"/>
            <p:cNvSpPr/>
            <p:nvPr/>
          </p:nvSpPr>
          <p:spPr>
            <a:xfrm>
              <a:off x="5221912" y="2206840"/>
              <a:ext cx="83808" cy="35976"/>
            </a:xfrm>
            <a:custGeom>
              <a:avLst/>
              <a:gdLst/>
              <a:ahLst/>
              <a:cxnLst/>
              <a:rect l="l" t="t" r="r" b="b"/>
              <a:pathLst>
                <a:path w="601" h="258" extrusionOk="0">
                  <a:moveTo>
                    <a:pt x="520" y="1"/>
                  </a:moveTo>
                  <a:cubicBezTo>
                    <a:pt x="482" y="1"/>
                    <a:pt x="437" y="17"/>
                    <a:pt x="392" y="50"/>
                  </a:cubicBezTo>
                  <a:cubicBezTo>
                    <a:pt x="348" y="80"/>
                    <a:pt x="326" y="110"/>
                    <a:pt x="303" y="146"/>
                  </a:cubicBezTo>
                  <a:cubicBezTo>
                    <a:pt x="275" y="124"/>
                    <a:pt x="237" y="110"/>
                    <a:pt x="193" y="101"/>
                  </a:cubicBezTo>
                  <a:cubicBezTo>
                    <a:pt x="178" y="99"/>
                    <a:pt x="164" y="98"/>
                    <a:pt x="150" y="98"/>
                  </a:cubicBezTo>
                  <a:cubicBezTo>
                    <a:pt x="68" y="98"/>
                    <a:pt x="7" y="133"/>
                    <a:pt x="1" y="183"/>
                  </a:cubicBezTo>
                  <a:cubicBezTo>
                    <a:pt x="1" y="183"/>
                    <a:pt x="23" y="143"/>
                    <a:pt x="134" y="143"/>
                  </a:cubicBezTo>
                  <a:cubicBezTo>
                    <a:pt x="150" y="143"/>
                    <a:pt x="167" y="144"/>
                    <a:pt x="186" y="146"/>
                  </a:cubicBezTo>
                  <a:cubicBezTo>
                    <a:pt x="230" y="146"/>
                    <a:pt x="268" y="162"/>
                    <a:pt x="296" y="176"/>
                  </a:cubicBezTo>
                  <a:lnTo>
                    <a:pt x="289" y="258"/>
                  </a:lnTo>
                  <a:lnTo>
                    <a:pt x="333" y="243"/>
                  </a:lnTo>
                  <a:lnTo>
                    <a:pt x="378" y="234"/>
                  </a:lnTo>
                  <a:lnTo>
                    <a:pt x="333" y="169"/>
                  </a:lnTo>
                  <a:cubicBezTo>
                    <a:pt x="348" y="146"/>
                    <a:pt x="378" y="117"/>
                    <a:pt x="415" y="87"/>
                  </a:cubicBezTo>
                  <a:cubicBezTo>
                    <a:pt x="475" y="39"/>
                    <a:pt x="524" y="28"/>
                    <a:pt x="557" y="28"/>
                  </a:cubicBezTo>
                  <a:cubicBezTo>
                    <a:pt x="585" y="28"/>
                    <a:pt x="600" y="35"/>
                    <a:pt x="600" y="35"/>
                  </a:cubicBezTo>
                  <a:cubicBezTo>
                    <a:pt x="580" y="12"/>
                    <a:pt x="552" y="1"/>
                    <a:pt x="520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40"/>
            <p:cNvSpPr/>
            <p:nvPr/>
          </p:nvSpPr>
          <p:spPr>
            <a:xfrm>
              <a:off x="4973175" y="2065234"/>
              <a:ext cx="113650" cy="48665"/>
            </a:xfrm>
            <a:custGeom>
              <a:avLst/>
              <a:gdLst/>
              <a:ahLst/>
              <a:cxnLst/>
              <a:rect l="l" t="t" r="r" b="b"/>
              <a:pathLst>
                <a:path w="815" h="349" extrusionOk="0">
                  <a:moveTo>
                    <a:pt x="712" y="1"/>
                  </a:moveTo>
                  <a:cubicBezTo>
                    <a:pt x="659" y="1"/>
                    <a:pt x="596" y="23"/>
                    <a:pt x="534" y="68"/>
                  </a:cubicBezTo>
                  <a:cubicBezTo>
                    <a:pt x="482" y="105"/>
                    <a:pt x="445" y="157"/>
                    <a:pt x="424" y="201"/>
                  </a:cubicBezTo>
                  <a:cubicBezTo>
                    <a:pt x="379" y="171"/>
                    <a:pt x="326" y="150"/>
                    <a:pt x="260" y="143"/>
                  </a:cubicBezTo>
                  <a:cubicBezTo>
                    <a:pt x="237" y="139"/>
                    <a:pt x="215" y="137"/>
                    <a:pt x="194" y="137"/>
                  </a:cubicBezTo>
                  <a:cubicBezTo>
                    <a:pt x="88" y="137"/>
                    <a:pt x="12" y="184"/>
                    <a:pt x="0" y="253"/>
                  </a:cubicBezTo>
                  <a:cubicBezTo>
                    <a:pt x="0" y="253"/>
                    <a:pt x="28" y="197"/>
                    <a:pt x="176" y="197"/>
                  </a:cubicBezTo>
                  <a:cubicBezTo>
                    <a:pt x="198" y="197"/>
                    <a:pt x="224" y="198"/>
                    <a:pt x="253" y="201"/>
                  </a:cubicBezTo>
                  <a:cubicBezTo>
                    <a:pt x="319" y="209"/>
                    <a:pt x="370" y="223"/>
                    <a:pt x="400" y="246"/>
                  </a:cubicBezTo>
                  <a:lnTo>
                    <a:pt x="400" y="349"/>
                  </a:lnTo>
                  <a:lnTo>
                    <a:pt x="452" y="342"/>
                  </a:lnTo>
                  <a:lnTo>
                    <a:pt x="512" y="328"/>
                  </a:lnTo>
                  <a:lnTo>
                    <a:pt x="459" y="232"/>
                  </a:lnTo>
                  <a:cubicBezTo>
                    <a:pt x="482" y="201"/>
                    <a:pt x="512" y="157"/>
                    <a:pt x="571" y="120"/>
                  </a:cubicBezTo>
                  <a:cubicBezTo>
                    <a:pt x="656" y="51"/>
                    <a:pt x="723" y="37"/>
                    <a:pt x="766" y="37"/>
                  </a:cubicBezTo>
                  <a:cubicBezTo>
                    <a:pt x="797" y="37"/>
                    <a:pt x="815" y="45"/>
                    <a:pt x="815" y="45"/>
                  </a:cubicBezTo>
                  <a:cubicBezTo>
                    <a:pt x="792" y="15"/>
                    <a:pt x="755" y="1"/>
                    <a:pt x="712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40"/>
            <p:cNvSpPr/>
            <p:nvPr/>
          </p:nvSpPr>
          <p:spPr>
            <a:xfrm>
              <a:off x="5632066" y="2074209"/>
              <a:ext cx="52351" cy="22473"/>
            </a:xfrm>
            <a:custGeom>
              <a:avLst/>
              <a:gdLst/>
              <a:ahLst/>
              <a:cxnLst/>
              <a:rect l="l" t="t" r="r" b="b"/>
              <a:pathLst>
                <a:path w="438" h="188" extrusionOk="0">
                  <a:moveTo>
                    <a:pt x="385" y="1"/>
                  </a:moveTo>
                  <a:cubicBezTo>
                    <a:pt x="357" y="1"/>
                    <a:pt x="324" y="14"/>
                    <a:pt x="290" y="40"/>
                  </a:cubicBezTo>
                  <a:cubicBezTo>
                    <a:pt x="260" y="54"/>
                    <a:pt x="237" y="84"/>
                    <a:pt x="230" y="105"/>
                  </a:cubicBezTo>
                  <a:cubicBezTo>
                    <a:pt x="208" y="91"/>
                    <a:pt x="178" y="77"/>
                    <a:pt x="141" y="77"/>
                  </a:cubicBezTo>
                  <a:cubicBezTo>
                    <a:pt x="127" y="74"/>
                    <a:pt x="114" y="73"/>
                    <a:pt x="102" y="73"/>
                  </a:cubicBezTo>
                  <a:cubicBezTo>
                    <a:pt x="47" y="73"/>
                    <a:pt x="6" y="99"/>
                    <a:pt x="0" y="136"/>
                  </a:cubicBezTo>
                  <a:cubicBezTo>
                    <a:pt x="0" y="136"/>
                    <a:pt x="17" y="103"/>
                    <a:pt x="93" y="103"/>
                  </a:cubicBezTo>
                  <a:cubicBezTo>
                    <a:pt x="105" y="103"/>
                    <a:pt x="118" y="103"/>
                    <a:pt x="134" y="105"/>
                  </a:cubicBezTo>
                  <a:cubicBezTo>
                    <a:pt x="171" y="105"/>
                    <a:pt x="201" y="121"/>
                    <a:pt x="215" y="128"/>
                  </a:cubicBezTo>
                  <a:lnTo>
                    <a:pt x="215" y="187"/>
                  </a:lnTo>
                  <a:lnTo>
                    <a:pt x="246" y="180"/>
                  </a:lnTo>
                  <a:lnTo>
                    <a:pt x="274" y="173"/>
                  </a:lnTo>
                  <a:lnTo>
                    <a:pt x="246" y="121"/>
                  </a:lnTo>
                  <a:cubicBezTo>
                    <a:pt x="260" y="105"/>
                    <a:pt x="274" y="84"/>
                    <a:pt x="304" y="61"/>
                  </a:cubicBezTo>
                  <a:cubicBezTo>
                    <a:pt x="348" y="26"/>
                    <a:pt x="383" y="17"/>
                    <a:pt x="406" y="17"/>
                  </a:cubicBezTo>
                  <a:cubicBezTo>
                    <a:pt x="427" y="17"/>
                    <a:pt x="438" y="24"/>
                    <a:pt x="438" y="24"/>
                  </a:cubicBezTo>
                  <a:cubicBezTo>
                    <a:pt x="425" y="8"/>
                    <a:pt x="407" y="1"/>
                    <a:pt x="385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40"/>
            <p:cNvSpPr/>
            <p:nvPr/>
          </p:nvSpPr>
          <p:spPr>
            <a:xfrm>
              <a:off x="6500632" y="2823363"/>
              <a:ext cx="176357" cy="73444"/>
            </a:xfrm>
            <a:custGeom>
              <a:avLst/>
              <a:gdLst/>
              <a:ahLst/>
              <a:cxnLst/>
              <a:rect l="l" t="t" r="r" b="b"/>
              <a:pathLst>
                <a:path w="2334" h="972" extrusionOk="0">
                  <a:moveTo>
                    <a:pt x="777" y="1"/>
                  </a:moveTo>
                  <a:cubicBezTo>
                    <a:pt x="511" y="1"/>
                    <a:pt x="297" y="216"/>
                    <a:pt x="297" y="474"/>
                  </a:cubicBezTo>
                  <a:lnTo>
                    <a:pt x="297" y="483"/>
                  </a:lnTo>
                  <a:cubicBezTo>
                    <a:pt x="281" y="483"/>
                    <a:pt x="260" y="474"/>
                    <a:pt x="244" y="474"/>
                  </a:cubicBezTo>
                  <a:cubicBezTo>
                    <a:pt x="110" y="474"/>
                    <a:pt x="0" y="586"/>
                    <a:pt x="0" y="719"/>
                  </a:cubicBezTo>
                  <a:cubicBezTo>
                    <a:pt x="0" y="853"/>
                    <a:pt x="110" y="956"/>
                    <a:pt x="244" y="956"/>
                  </a:cubicBezTo>
                  <a:lnTo>
                    <a:pt x="244" y="972"/>
                  </a:lnTo>
                  <a:lnTo>
                    <a:pt x="2179" y="972"/>
                  </a:lnTo>
                  <a:lnTo>
                    <a:pt x="2179" y="956"/>
                  </a:lnTo>
                  <a:cubicBezTo>
                    <a:pt x="2268" y="949"/>
                    <a:pt x="2333" y="867"/>
                    <a:pt x="2333" y="778"/>
                  </a:cubicBezTo>
                  <a:cubicBezTo>
                    <a:pt x="2333" y="682"/>
                    <a:pt x="2253" y="600"/>
                    <a:pt x="2156" y="600"/>
                  </a:cubicBezTo>
                  <a:cubicBezTo>
                    <a:pt x="2111" y="600"/>
                    <a:pt x="2076" y="616"/>
                    <a:pt x="2038" y="638"/>
                  </a:cubicBezTo>
                  <a:lnTo>
                    <a:pt x="2038" y="616"/>
                  </a:lnTo>
                  <a:cubicBezTo>
                    <a:pt x="2038" y="422"/>
                    <a:pt x="1889" y="268"/>
                    <a:pt x="1697" y="268"/>
                  </a:cubicBezTo>
                  <a:cubicBezTo>
                    <a:pt x="1587" y="268"/>
                    <a:pt x="1489" y="319"/>
                    <a:pt x="1430" y="394"/>
                  </a:cubicBezTo>
                  <a:cubicBezTo>
                    <a:pt x="1409" y="385"/>
                    <a:pt x="1378" y="385"/>
                    <a:pt x="1355" y="385"/>
                  </a:cubicBezTo>
                  <a:cubicBezTo>
                    <a:pt x="1320" y="385"/>
                    <a:pt x="1282" y="394"/>
                    <a:pt x="1252" y="408"/>
                  </a:cubicBezTo>
                  <a:cubicBezTo>
                    <a:pt x="1222" y="172"/>
                    <a:pt x="1023" y="1"/>
                    <a:pt x="77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40"/>
            <p:cNvSpPr/>
            <p:nvPr/>
          </p:nvSpPr>
          <p:spPr>
            <a:xfrm>
              <a:off x="6522393" y="2823967"/>
              <a:ext cx="33095" cy="66719"/>
            </a:xfrm>
            <a:custGeom>
              <a:avLst/>
              <a:gdLst/>
              <a:ahLst/>
              <a:cxnLst/>
              <a:rect l="l" t="t" r="r" b="b"/>
              <a:pathLst>
                <a:path w="438" h="883" extrusionOk="0">
                  <a:moveTo>
                    <a:pt x="438" y="0"/>
                  </a:moveTo>
                  <a:cubicBezTo>
                    <a:pt x="201" y="0"/>
                    <a:pt x="0" y="199"/>
                    <a:pt x="0" y="445"/>
                  </a:cubicBezTo>
                  <a:cubicBezTo>
                    <a:pt x="0" y="688"/>
                    <a:pt x="201" y="882"/>
                    <a:pt x="438" y="882"/>
                  </a:cubicBezTo>
                  <a:cubicBezTo>
                    <a:pt x="438" y="882"/>
                    <a:pt x="187" y="800"/>
                    <a:pt x="171" y="445"/>
                  </a:cubicBezTo>
                  <a:cubicBezTo>
                    <a:pt x="150" y="119"/>
                    <a:pt x="438" y="0"/>
                    <a:pt x="438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40"/>
            <p:cNvSpPr/>
            <p:nvPr/>
          </p:nvSpPr>
          <p:spPr>
            <a:xfrm>
              <a:off x="6586241" y="2852453"/>
              <a:ext cx="34833" cy="18059"/>
            </a:xfrm>
            <a:custGeom>
              <a:avLst/>
              <a:gdLst/>
              <a:ahLst/>
              <a:cxnLst/>
              <a:rect l="l" t="t" r="r" b="b"/>
              <a:pathLst>
                <a:path w="461" h="239" extrusionOk="0">
                  <a:moveTo>
                    <a:pt x="231" y="0"/>
                  </a:moveTo>
                  <a:cubicBezTo>
                    <a:pt x="105" y="9"/>
                    <a:pt x="0" y="112"/>
                    <a:pt x="0" y="238"/>
                  </a:cubicBezTo>
                  <a:cubicBezTo>
                    <a:pt x="0" y="238"/>
                    <a:pt x="37" y="105"/>
                    <a:pt x="231" y="89"/>
                  </a:cubicBezTo>
                  <a:cubicBezTo>
                    <a:pt x="235" y="89"/>
                    <a:pt x="239" y="89"/>
                    <a:pt x="243" y="89"/>
                  </a:cubicBezTo>
                  <a:cubicBezTo>
                    <a:pt x="403" y="89"/>
                    <a:pt x="461" y="231"/>
                    <a:pt x="461" y="231"/>
                  </a:cubicBezTo>
                  <a:cubicBezTo>
                    <a:pt x="461" y="105"/>
                    <a:pt x="356" y="0"/>
                    <a:pt x="231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40"/>
            <p:cNvSpPr/>
            <p:nvPr/>
          </p:nvSpPr>
          <p:spPr>
            <a:xfrm>
              <a:off x="5399269" y="2816638"/>
              <a:ext cx="182024" cy="75636"/>
            </a:xfrm>
            <a:custGeom>
              <a:avLst/>
              <a:gdLst/>
              <a:ahLst/>
              <a:cxnLst/>
              <a:rect l="l" t="t" r="r" b="b"/>
              <a:pathLst>
                <a:path w="2409" h="1001" extrusionOk="0">
                  <a:moveTo>
                    <a:pt x="1608" y="1"/>
                  </a:moveTo>
                  <a:cubicBezTo>
                    <a:pt x="1358" y="1"/>
                    <a:pt x="1150" y="186"/>
                    <a:pt x="1119" y="422"/>
                  </a:cubicBezTo>
                  <a:cubicBezTo>
                    <a:pt x="1082" y="408"/>
                    <a:pt x="1054" y="401"/>
                    <a:pt x="1016" y="401"/>
                  </a:cubicBezTo>
                  <a:cubicBezTo>
                    <a:pt x="986" y="401"/>
                    <a:pt x="965" y="401"/>
                    <a:pt x="934" y="408"/>
                  </a:cubicBezTo>
                  <a:cubicBezTo>
                    <a:pt x="876" y="334"/>
                    <a:pt x="771" y="282"/>
                    <a:pt x="660" y="282"/>
                  </a:cubicBezTo>
                  <a:cubicBezTo>
                    <a:pt x="468" y="282"/>
                    <a:pt x="305" y="438"/>
                    <a:pt x="305" y="638"/>
                  </a:cubicBezTo>
                  <a:lnTo>
                    <a:pt x="305" y="661"/>
                  </a:lnTo>
                  <a:cubicBezTo>
                    <a:pt x="275" y="638"/>
                    <a:pt x="230" y="623"/>
                    <a:pt x="186" y="623"/>
                  </a:cubicBezTo>
                  <a:cubicBezTo>
                    <a:pt x="83" y="623"/>
                    <a:pt x="1" y="705"/>
                    <a:pt x="1" y="808"/>
                  </a:cubicBezTo>
                  <a:cubicBezTo>
                    <a:pt x="1" y="904"/>
                    <a:pt x="68" y="979"/>
                    <a:pt x="164" y="993"/>
                  </a:cubicBezTo>
                  <a:lnTo>
                    <a:pt x="164" y="1000"/>
                  </a:lnTo>
                  <a:lnTo>
                    <a:pt x="2165" y="1000"/>
                  </a:lnTo>
                  <a:lnTo>
                    <a:pt x="2165" y="993"/>
                  </a:lnTo>
                  <a:cubicBezTo>
                    <a:pt x="2298" y="993"/>
                    <a:pt x="2409" y="883"/>
                    <a:pt x="2409" y="750"/>
                  </a:cubicBezTo>
                  <a:cubicBezTo>
                    <a:pt x="2409" y="607"/>
                    <a:pt x="2298" y="497"/>
                    <a:pt x="2165" y="497"/>
                  </a:cubicBezTo>
                  <a:cubicBezTo>
                    <a:pt x="2142" y="497"/>
                    <a:pt x="2121" y="497"/>
                    <a:pt x="2105" y="504"/>
                  </a:cubicBezTo>
                  <a:lnTo>
                    <a:pt x="2105" y="497"/>
                  </a:lnTo>
                  <a:cubicBezTo>
                    <a:pt x="2105" y="223"/>
                    <a:pt x="1882" y="1"/>
                    <a:pt x="1608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40"/>
            <p:cNvSpPr/>
            <p:nvPr/>
          </p:nvSpPr>
          <p:spPr>
            <a:xfrm>
              <a:off x="5533691" y="2818829"/>
              <a:ext cx="25313" cy="35967"/>
            </a:xfrm>
            <a:custGeom>
              <a:avLst/>
              <a:gdLst/>
              <a:ahLst/>
              <a:cxnLst/>
              <a:rect l="l" t="t" r="r" b="b"/>
              <a:pathLst>
                <a:path w="335" h="476" extrusionOk="0">
                  <a:moveTo>
                    <a:pt x="0" y="0"/>
                  </a:moveTo>
                  <a:lnTo>
                    <a:pt x="0" y="0"/>
                  </a:lnTo>
                  <a:cubicBezTo>
                    <a:pt x="192" y="75"/>
                    <a:pt x="326" y="253"/>
                    <a:pt x="326" y="468"/>
                  </a:cubicBezTo>
                  <a:lnTo>
                    <a:pt x="326" y="475"/>
                  </a:lnTo>
                  <a:lnTo>
                    <a:pt x="334" y="475"/>
                  </a:lnTo>
                  <a:lnTo>
                    <a:pt x="334" y="438"/>
                  </a:lnTo>
                  <a:cubicBezTo>
                    <a:pt x="334" y="232"/>
                    <a:pt x="192" y="61"/>
                    <a:pt x="0" y="0"/>
                  </a:cubicBezTo>
                  <a:close/>
                </a:path>
              </a:pathLst>
            </a:custGeom>
            <a:solidFill>
              <a:srgbClr val="EDE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40"/>
            <p:cNvSpPr/>
            <p:nvPr/>
          </p:nvSpPr>
          <p:spPr>
            <a:xfrm>
              <a:off x="5524623" y="2817771"/>
              <a:ext cx="34380" cy="68986"/>
            </a:xfrm>
            <a:custGeom>
              <a:avLst/>
              <a:gdLst/>
              <a:ahLst/>
              <a:cxnLst/>
              <a:rect l="l" t="t" r="r" b="b"/>
              <a:pathLst>
                <a:path w="455" h="913" extrusionOk="0">
                  <a:moveTo>
                    <a:pt x="1" y="0"/>
                  </a:moveTo>
                  <a:cubicBezTo>
                    <a:pt x="1" y="0"/>
                    <a:pt x="298" y="119"/>
                    <a:pt x="284" y="452"/>
                  </a:cubicBezTo>
                  <a:cubicBezTo>
                    <a:pt x="261" y="824"/>
                    <a:pt x="1" y="913"/>
                    <a:pt x="1" y="913"/>
                  </a:cubicBezTo>
                  <a:cubicBezTo>
                    <a:pt x="239" y="913"/>
                    <a:pt x="438" y="719"/>
                    <a:pt x="454" y="489"/>
                  </a:cubicBezTo>
                  <a:lnTo>
                    <a:pt x="446" y="489"/>
                  </a:lnTo>
                  <a:lnTo>
                    <a:pt x="446" y="482"/>
                  </a:lnTo>
                  <a:cubicBezTo>
                    <a:pt x="446" y="267"/>
                    <a:pt x="312" y="89"/>
                    <a:pt x="120" y="14"/>
                  </a:cubicBezTo>
                  <a:cubicBezTo>
                    <a:pt x="83" y="7"/>
                    <a:pt x="45" y="0"/>
                    <a:pt x="1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40"/>
            <p:cNvSpPr/>
            <p:nvPr/>
          </p:nvSpPr>
          <p:spPr>
            <a:xfrm>
              <a:off x="5456922" y="2847466"/>
              <a:ext cx="35967" cy="17908"/>
            </a:xfrm>
            <a:custGeom>
              <a:avLst/>
              <a:gdLst/>
              <a:ahLst/>
              <a:cxnLst/>
              <a:rect l="l" t="t" r="r" b="b"/>
              <a:pathLst>
                <a:path w="476" h="237" extrusionOk="0">
                  <a:moveTo>
                    <a:pt x="239" y="0"/>
                  </a:moveTo>
                  <a:cubicBezTo>
                    <a:pt x="113" y="0"/>
                    <a:pt x="8" y="103"/>
                    <a:pt x="1" y="230"/>
                  </a:cubicBezTo>
                  <a:cubicBezTo>
                    <a:pt x="1" y="230"/>
                    <a:pt x="61" y="89"/>
                    <a:pt x="223" y="89"/>
                  </a:cubicBezTo>
                  <a:lnTo>
                    <a:pt x="246" y="89"/>
                  </a:lnTo>
                  <a:cubicBezTo>
                    <a:pt x="438" y="103"/>
                    <a:pt x="475" y="237"/>
                    <a:pt x="475" y="237"/>
                  </a:cubicBezTo>
                  <a:cubicBezTo>
                    <a:pt x="475" y="103"/>
                    <a:pt x="372" y="0"/>
                    <a:pt x="246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40"/>
            <p:cNvSpPr/>
            <p:nvPr/>
          </p:nvSpPr>
          <p:spPr>
            <a:xfrm>
              <a:off x="5269986" y="2551271"/>
              <a:ext cx="179757" cy="226227"/>
            </a:xfrm>
            <a:custGeom>
              <a:avLst/>
              <a:gdLst/>
              <a:ahLst/>
              <a:cxnLst/>
              <a:rect l="l" t="t" r="r" b="b"/>
              <a:pathLst>
                <a:path w="2379" h="2994" extrusionOk="0">
                  <a:moveTo>
                    <a:pt x="1185" y="1"/>
                  </a:moveTo>
                  <a:cubicBezTo>
                    <a:pt x="675" y="1"/>
                    <a:pt x="252" y="415"/>
                    <a:pt x="252" y="934"/>
                  </a:cubicBezTo>
                  <a:cubicBezTo>
                    <a:pt x="252" y="979"/>
                    <a:pt x="259" y="1023"/>
                    <a:pt x="268" y="1068"/>
                  </a:cubicBezTo>
                  <a:cubicBezTo>
                    <a:pt x="104" y="1267"/>
                    <a:pt x="1" y="1527"/>
                    <a:pt x="1" y="1808"/>
                  </a:cubicBezTo>
                  <a:cubicBezTo>
                    <a:pt x="1" y="2467"/>
                    <a:pt x="534" y="2994"/>
                    <a:pt x="1185" y="2994"/>
                  </a:cubicBezTo>
                  <a:cubicBezTo>
                    <a:pt x="1845" y="2994"/>
                    <a:pt x="2379" y="2467"/>
                    <a:pt x="2379" y="1808"/>
                  </a:cubicBezTo>
                  <a:cubicBezTo>
                    <a:pt x="2379" y="1527"/>
                    <a:pt x="2275" y="1267"/>
                    <a:pt x="2112" y="1068"/>
                  </a:cubicBezTo>
                  <a:cubicBezTo>
                    <a:pt x="2119" y="1023"/>
                    <a:pt x="2126" y="979"/>
                    <a:pt x="2126" y="934"/>
                  </a:cubicBezTo>
                  <a:cubicBezTo>
                    <a:pt x="2126" y="415"/>
                    <a:pt x="1705" y="1"/>
                    <a:pt x="1185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40"/>
            <p:cNvSpPr/>
            <p:nvPr/>
          </p:nvSpPr>
          <p:spPr>
            <a:xfrm>
              <a:off x="5359525" y="2620786"/>
              <a:ext cx="8538" cy="269296"/>
            </a:xfrm>
            <a:custGeom>
              <a:avLst/>
              <a:gdLst/>
              <a:ahLst/>
              <a:cxnLst/>
              <a:rect l="l" t="t" r="r" b="b"/>
              <a:pathLst>
                <a:path w="113" h="3564" extrusionOk="0">
                  <a:moveTo>
                    <a:pt x="54" y="1"/>
                  </a:moveTo>
                  <a:cubicBezTo>
                    <a:pt x="53" y="1"/>
                    <a:pt x="52" y="4"/>
                    <a:pt x="52" y="14"/>
                  </a:cubicBezTo>
                  <a:lnTo>
                    <a:pt x="0" y="3511"/>
                  </a:lnTo>
                  <a:cubicBezTo>
                    <a:pt x="0" y="3534"/>
                    <a:pt x="23" y="3564"/>
                    <a:pt x="52" y="3564"/>
                  </a:cubicBezTo>
                  <a:lnTo>
                    <a:pt x="61" y="3564"/>
                  </a:lnTo>
                  <a:cubicBezTo>
                    <a:pt x="89" y="3564"/>
                    <a:pt x="112" y="3534"/>
                    <a:pt x="112" y="3511"/>
                  </a:cubicBezTo>
                  <a:cubicBezTo>
                    <a:pt x="112" y="3511"/>
                    <a:pt x="89" y="14"/>
                    <a:pt x="61" y="14"/>
                  </a:cubicBezTo>
                  <a:cubicBezTo>
                    <a:pt x="61" y="14"/>
                    <a:pt x="57" y="1"/>
                    <a:pt x="54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40"/>
            <p:cNvSpPr/>
            <p:nvPr/>
          </p:nvSpPr>
          <p:spPr>
            <a:xfrm>
              <a:off x="5312451" y="2685692"/>
              <a:ext cx="51003" cy="41936"/>
            </a:xfrm>
            <a:custGeom>
              <a:avLst/>
              <a:gdLst/>
              <a:ahLst/>
              <a:cxnLst/>
              <a:rect l="l" t="t" r="r" b="b"/>
              <a:pathLst>
                <a:path w="675" h="555" extrusionOk="0">
                  <a:moveTo>
                    <a:pt x="1" y="0"/>
                  </a:moveTo>
                  <a:lnTo>
                    <a:pt x="1" y="0"/>
                  </a:lnTo>
                  <a:cubicBezTo>
                    <a:pt x="331" y="541"/>
                    <a:pt x="634" y="555"/>
                    <a:pt x="665" y="555"/>
                  </a:cubicBezTo>
                  <a:cubicBezTo>
                    <a:pt x="667" y="555"/>
                    <a:pt x="668" y="555"/>
                    <a:pt x="668" y="555"/>
                  </a:cubicBezTo>
                  <a:lnTo>
                    <a:pt x="675" y="473"/>
                  </a:lnTo>
                  <a:lnTo>
                    <a:pt x="675" y="473"/>
                  </a:lnTo>
                  <a:cubicBezTo>
                    <a:pt x="675" y="473"/>
                    <a:pt x="668" y="479"/>
                    <a:pt x="647" y="479"/>
                  </a:cubicBezTo>
                  <a:cubicBezTo>
                    <a:pt x="606" y="479"/>
                    <a:pt x="511" y="455"/>
                    <a:pt x="312" y="311"/>
                  </a:cubicBezTo>
                  <a:cubicBezTo>
                    <a:pt x="134" y="185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40"/>
            <p:cNvSpPr/>
            <p:nvPr/>
          </p:nvSpPr>
          <p:spPr>
            <a:xfrm>
              <a:off x="5363378" y="2673830"/>
              <a:ext cx="43749" cy="35967"/>
            </a:xfrm>
            <a:custGeom>
              <a:avLst/>
              <a:gdLst/>
              <a:ahLst/>
              <a:cxnLst/>
              <a:rect l="l" t="t" r="r" b="b"/>
              <a:pathLst>
                <a:path w="579" h="476" extrusionOk="0">
                  <a:moveTo>
                    <a:pt x="579" y="1"/>
                  </a:moveTo>
                  <a:cubicBezTo>
                    <a:pt x="579" y="1"/>
                    <a:pt x="461" y="164"/>
                    <a:pt x="312" y="267"/>
                  </a:cubicBezTo>
                  <a:cubicBezTo>
                    <a:pt x="143" y="392"/>
                    <a:pt x="60" y="413"/>
                    <a:pt x="24" y="413"/>
                  </a:cubicBezTo>
                  <a:cubicBezTo>
                    <a:pt x="7" y="413"/>
                    <a:pt x="1" y="408"/>
                    <a:pt x="1" y="408"/>
                  </a:cubicBezTo>
                  <a:lnTo>
                    <a:pt x="1" y="408"/>
                  </a:lnTo>
                  <a:lnTo>
                    <a:pt x="10" y="475"/>
                  </a:lnTo>
                  <a:cubicBezTo>
                    <a:pt x="10" y="475"/>
                    <a:pt x="11" y="475"/>
                    <a:pt x="12" y="475"/>
                  </a:cubicBezTo>
                  <a:cubicBezTo>
                    <a:pt x="40" y="475"/>
                    <a:pt x="300" y="463"/>
                    <a:pt x="57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40"/>
            <p:cNvSpPr/>
            <p:nvPr/>
          </p:nvSpPr>
          <p:spPr>
            <a:xfrm>
              <a:off x="5328772" y="2648744"/>
              <a:ext cx="34682" cy="28562"/>
            </a:xfrm>
            <a:custGeom>
              <a:avLst/>
              <a:gdLst/>
              <a:ahLst/>
              <a:cxnLst/>
              <a:rect l="l" t="t" r="r" b="b"/>
              <a:pathLst>
                <a:path w="459" h="378" extrusionOk="0">
                  <a:moveTo>
                    <a:pt x="0" y="0"/>
                  </a:moveTo>
                  <a:cubicBezTo>
                    <a:pt x="228" y="370"/>
                    <a:pt x="443" y="377"/>
                    <a:pt x="458" y="377"/>
                  </a:cubicBezTo>
                  <a:cubicBezTo>
                    <a:pt x="459" y="377"/>
                    <a:pt x="459" y="377"/>
                    <a:pt x="459" y="377"/>
                  </a:cubicBezTo>
                  <a:lnTo>
                    <a:pt x="459" y="325"/>
                  </a:lnTo>
                  <a:cubicBezTo>
                    <a:pt x="459" y="325"/>
                    <a:pt x="455" y="328"/>
                    <a:pt x="444" y="328"/>
                  </a:cubicBezTo>
                  <a:cubicBezTo>
                    <a:pt x="417" y="328"/>
                    <a:pt x="352" y="313"/>
                    <a:pt x="208" y="215"/>
                  </a:cubicBezTo>
                  <a:cubicBezTo>
                    <a:pt x="89" y="12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40"/>
            <p:cNvSpPr/>
            <p:nvPr/>
          </p:nvSpPr>
          <p:spPr>
            <a:xfrm>
              <a:off x="7538675" y="1841914"/>
              <a:ext cx="105784" cy="106388"/>
            </a:xfrm>
            <a:custGeom>
              <a:avLst/>
              <a:gdLst/>
              <a:ahLst/>
              <a:cxnLst/>
              <a:rect l="l" t="t" r="r" b="b"/>
              <a:pathLst>
                <a:path w="1400" h="1408" extrusionOk="0">
                  <a:moveTo>
                    <a:pt x="697" y="1"/>
                  </a:moveTo>
                  <a:cubicBezTo>
                    <a:pt x="311" y="1"/>
                    <a:pt x="0" y="319"/>
                    <a:pt x="0" y="703"/>
                  </a:cubicBezTo>
                  <a:cubicBezTo>
                    <a:pt x="0" y="1089"/>
                    <a:pt x="311" y="1407"/>
                    <a:pt x="697" y="1407"/>
                  </a:cubicBezTo>
                  <a:cubicBezTo>
                    <a:pt x="1088" y="1407"/>
                    <a:pt x="1400" y="1089"/>
                    <a:pt x="1400" y="703"/>
                  </a:cubicBezTo>
                  <a:cubicBezTo>
                    <a:pt x="1400" y="319"/>
                    <a:pt x="1088" y="1"/>
                    <a:pt x="697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40"/>
            <p:cNvSpPr/>
            <p:nvPr/>
          </p:nvSpPr>
          <p:spPr>
            <a:xfrm>
              <a:off x="7105263" y="1836851"/>
              <a:ext cx="67324" cy="67248"/>
            </a:xfrm>
            <a:custGeom>
              <a:avLst/>
              <a:gdLst/>
              <a:ahLst/>
              <a:cxnLst/>
              <a:rect l="l" t="t" r="r" b="b"/>
              <a:pathLst>
                <a:path w="891" h="890" extrusionOk="0">
                  <a:moveTo>
                    <a:pt x="445" y="0"/>
                  </a:moveTo>
                  <a:cubicBezTo>
                    <a:pt x="200" y="0"/>
                    <a:pt x="1" y="201"/>
                    <a:pt x="1" y="445"/>
                  </a:cubicBezTo>
                  <a:cubicBezTo>
                    <a:pt x="1" y="697"/>
                    <a:pt x="200" y="889"/>
                    <a:pt x="445" y="889"/>
                  </a:cubicBezTo>
                  <a:cubicBezTo>
                    <a:pt x="689" y="889"/>
                    <a:pt x="890" y="697"/>
                    <a:pt x="890" y="445"/>
                  </a:cubicBezTo>
                  <a:cubicBezTo>
                    <a:pt x="890" y="201"/>
                    <a:pt x="689" y="0"/>
                    <a:pt x="445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40"/>
            <p:cNvSpPr/>
            <p:nvPr/>
          </p:nvSpPr>
          <p:spPr>
            <a:xfrm>
              <a:off x="7151279" y="1709684"/>
              <a:ext cx="130417" cy="130039"/>
            </a:xfrm>
            <a:custGeom>
              <a:avLst/>
              <a:gdLst/>
              <a:ahLst/>
              <a:cxnLst/>
              <a:rect l="l" t="t" r="r" b="b"/>
              <a:pathLst>
                <a:path w="1726" h="1721" extrusionOk="0">
                  <a:moveTo>
                    <a:pt x="866" y="1"/>
                  </a:moveTo>
                  <a:cubicBezTo>
                    <a:pt x="391" y="1"/>
                    <a:pt x="0" y="387"/>
                    <a:pt x="0" y="862"/>
                  </a:cubicBezTo>
                  <a:cubicBezTo>
                    <a:pt x="0" y="1335"/>
                    <a:pt x="391" y="1720"/>
                    <a:pt x="866" y="1720"/>
                  </a:cubicBezTo>
                  <a:cubicBezTo>
                    <a:pt x="1341" y="1720"/>
                    <a:pt x="1725" y="1335"/>
                    <a:pt x="1725" y="862"/>
                  </a:cubicBezTo>
                  <a:cubicBezTo>
                    <a:pt x="1725" y="387"/>
                    <a:pt x="1341" y="1"/>
                    <a:pt x="866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40"/>
            <p:cNvSpPr/>
            <p:nvPr/>
          </p:nvSpPr>
          <p:spPr>
            <a:xfrm>
              <a:off x="7489335" y="1954423"/>
              <a:ext cx="44958" cy="44278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7" y="0"/>
                  </a:moveTo>
                  <a:cubicBezTo>
                    <a:pt x="134" y="0"/>
                    <a:pt x="0" y="134"/>
                    <a:pt x="0" y="297"/>
                  </a:cubicBezTo>
                  <a:cubicBezTo>
                    <a:pt x="0" y="455"/>
                    <a:pt x="127" y="586"/>
                    <a:pt x="285" y="586"/>
                  </a:cubicBezTo>
                  <a:cubicBezTo>
                    <a:pt x="289" y="586"/>
                    <a:pt x="293" y="585"/>
                    <a:pt x="297" y="585"/>
                  </a:cubicBezTo>
                  <a:cubicBezTo>
                    <a:pt x="461" y="585"/>
                    <a:pt x="594" y="452"/>
                    <a:pt x="594" y="290"/>
                  </a:cubicBezTo>
                  <a:cubicBezTo>
                    <a:pt x="594" y="126"/>
                    <a:pt x="461" y="0"/>
                    <a:pt x="29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40"/>
            <p:cNvSpPr/>
            <p:nvPr/>
          </p:nvSpPr>
          <p:spPr>
            <a:xfrm>
              <a:off x="7954294" y="1977093"/>
              <a:ext cx="496731" cy="216177"/>
            </a:xfrm>
            <a:custGeom>
              <a:avLst/>
              <a:gdLst/>
              <a:ahLst/>
              <a:cxnLst/>
              <a:rect l="l" t="t" r="r" b="b"/>
              <a:pathLst>
                <a:path w="6574" h="2861" extrusionOk="0">
                  <a:moveTo>
                    <a:pt x="3078" y="1"/>
                  </a:moveTo>
                  <a:cubicBezTo>
                    <a:pt x="3067" y="1"/>
                    <a:pt x="3056" y="1"/>
                    <a:pt x="3045" y="1"/>
                  </a:cubicBezTo>
                  <a:cubicBezTo>
                    <a:pt x="2512" y="8"/>
                    <a:pt x="2083" y="401"/>
                    <a:pt x="2001" y="904"/>
                  </a:cubicBezTo>
                  <a:cubicBezTo>
                    <a:pt x="1964" y="904"/>
                    <a:pt x="1927" y="897"/>
                    <a:pt x="1889" y="897"/>
                  </a:cubicBezTo>
                  <a:cubicBezTo>
                    <a:pt x="1431" y="913"/>
                    <a:pt x="1068" y="1283"/>
                    <a:pt x="1061" y="1735"/>
                  </a:cubicBezTo>
                  <a:cubicBezTo>
                    <a:pt x="534" y="1891"/>
                    <a:pt x="127" y="2327"/>
                    <a:pt x="1" y="2861"/>
                  </a:cubicBezTo>
                  <a:lnTo>
                    <a:pt x="6574" y="2743"/>
                  </a:lnTo>
                  <a:cubicBezTo>
                    <a:pt x="6390" y="2086"/>
                    <a:pt x="6007" y="1601"/>
                    <a:pt x="5306" y="1601"/>
                  </a:cubicBezTo>
                  <a:cubicBezTo>
                    <a:pt x="5296" y="1601"/>
                    <a:pt x="5286" y="1601"/>
                    <a:pt x="5275" y="1602"/>
                  </a:cubicBezTo>
                  <a:lnTo>
                    <a:pt x="5217" y="1602"/>
                  </a:lnTo>
                  <a:cubicBezTo>
                    <a:pt x="5210" y="1101"/>
                    <a:pt x="4802" y="698"/>
                    <a:pt x="4305" y="698"/>
                  </a:cubicBezTo>
                  <a:cubicBezTo>
                    <a:pt x="4295" y="698"/>
                    <a:pt x="4286" y="698"/>
                    <a:pt x="4276" y="698"/>
                  </a:cubicBezTo>
                  <a:cubicBezTo>
                    <a:pt x="4208" y="698"/>
                    <a:pt x="4150" y="705"/>
                    <a:pt x="4084" y="719"/>
                  </a:cubicBezTo>
                  <a:cubicBezTo>
                    <a:pt x="3938" y="301"/>
                    <a:pt x="3545" y="1"/>
                    <a:pt x="30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40"/>
            <p:cNvSpPr/>
            <p:nvPr/>
          </p:nvSpPr>
          <p:spPr>
            <a:xfrm>
              <a:off x="8098236" y="2043208"/>
              <a:ext cx="54857" cy="109184"/>
            </a:xfrm>
            <a:custGeom>
              <a:avLst/>
              <a:gdLst/>
              <a:ahLst/>
              <a:cxnLst/>
              <a:rect l="l" t="t" r="r" b="b"/>
              <a:pathLst>
                <a:path w="726" h="1445" extrusionOk="0">
                  <a:moveTo>
                    <a:pt x="0" y="1"/>
                  </a:moveTo>
                  <a:cubicBezTo>
                    <a:pt x="0" y="1"/>
                    <a:pt x="578" y="186"/>
                    <a:pt x="548" y="719"/>
                  </a:cubicBezTo>
                  <a:cubicBezTo>
                    <a:pt x="518" y="1312"/>
                    <a:pt x="0" y="1445"/>
                    <a:pt x="0" y="1445"/>
                  </a:cubicBezTo>
                  <a:cubicBezTo>
                    <a:pt x="401" y="1445"/>
                    <a:pt x="726" y="1120"/>
                    <a:pt x="726" y="719"/>
                  </a:cubicBezTo>
                  <a:cubicBezTo>
                    <a:pt x="726" y="326"/>
                    <a:pt x="401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40"/>
            <p:cNvSpPr/>
            <p:nvPr/>
          </p:nvSpPr>
          <p:spPr>
            <a:xfrm>
              <a:off x="8286380" y="2097536"/>
              <a:ext cx="161850" cy="81756"/>
            </a:xfrm>
            <a:custGeom>
              <a:avLst/>
              <a:gdLst/>
              <a:ahLst/>
              <a:cxnLst/>
              <a:rect l="l" t="t" r="r" b="b"/>
              <a:pathLst>
                <a:path w="2142" h="1082" extrusionOk="0">
                  <a:moveTo>
                    <a:pt x="1068" y="0"/>
                  </a:moveTo>
                  <a:cubicBezTo>
                    <a:pt x="489" y="0"/>
                    <a:pt x="7" y="471"/>
                    <a:pt x="0" y="1053"/>
                  </a:cubicBezTo>
                  <a:cubicBezTo>
                    <a:pt x="0" y="1053"/>
                    <a:pt x="272" y="206"/>
                    <a:pt x="1007" y="206"/>
                  </a:cubicBezTo>
                  <a:cubicBezTo>
                    <a:pt x="1029" y="206"/>
                    <a:pt x="1052" y="207"/>
                    <a:pt x="1074" y="208"/>
                  </a:cubicBezTo>
                  <a:cubicBezTo>
                    <a:pt x="1947" y="274"/>
                    <a:pt x="2134" y="1082"/>
                    <a:pt x="2134" y="1082"/>
                  </a:cubicBezTo>
                  <a:cubicBezTo>
                    <a:pt x="2141" y="497"/>
                    <a:pt x="1674" y="15"/>
                    <a:pt x="1081" y="0"/>
                  </a:cubicBezTo>
                  <a:cubicBezTo>
                    <a:pt x="1077" y="0"/>
                    <a:pt x="1073" y="0"/>
                    <a:pt x="10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40"/>
            <p:cNvSpPr/>
            <p:nvPr/>
          </p:nvSpPr>
          <p:spPr>
            <a:xfrm>
              <a:off x="5828093" y="1513644"/>
              <a:ext cx="48118" cy="47927"/>
            </a:xfrm>
            <a:custGeom>
              <a:avLst/>
              <a:gdLst/>
              <a:ahLst/>
              <a:cxnLst/>
              <a:rect l="l" t="t" r="r" b="b"/>
              <a:pathLst>
                <a:path w="506" h="504" extrusionOk="0">
                  <a:moveTo>
                    <a:pt x="253" y="1"/>
                  </a:moveTo>
                  <a:cubicBezTo>
                    <a:pt x="113" y="1"/>
                    <a:pt x="0" y="113"/>
                    <a:pt x="0" y="253"/>
                  </a:cubicBezTo>
                  <a:cubicBezTo>
                    <a:pt x="0" y="394"/>
                    <a:pt x="113" y="504"/>
                    <a:pt x="253" y="504"/>
                  </a:cubicBezTo>
                  <a:cubicBezTo>
                    <a:pt x="394" y="504"/>
                    <a:pt x="506" y="394"/>
                    <a:pt x="506" y="253"/>
                  </a:cubicBezTo>
                  <a:cubicBezTo>
                    <a:pt x="506" y="113"/>
                    <a:pt x="394" y="1"/>
                    <a:pt x="253" y="1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08" name="Google Shape;3008;p40"/>
            <p:cNvGrpSpPr/>
            <p:nvPr/>
          </p:nvGrpSpPr>
          <p:grpSpPr>
            <a:xfrm>
              <a:off x="4884685" y="770013"/>
              <a:ext cx="661361" cy="663680"/>
              <a:chOff x="5281365" y="1361550"/>
              <a:chExt cx="373502" cy="374812"/>
            </a:xfrm>
          </p:grpSpPr>
          <p:sp>
            <p:nvSpPr>
              <p:cNvPr id="3009" name="Google Shape;3009;p40"/>
              <p:cNvSpPr/>
              <p:nvPr/>
            </p:nvSpPr>
            <p:spPr>
              <a:xfrm>
                <a:off x="5281365" y="1361550"/>
                <a:ext cx="373502" cy="374812"/>
              </a:xfrm>
              <a:custGeom>
                <a:avLst/>
                <a:gdLst/>
                <a:ahLst/>
                <a:cxnLst/>
                <a:rect l="l" t="t" r="r" b="b"/>
                <a:pathLst>
                  <a:path w="2542" h="2551" extrusionOk="0">
                    <a:moveTo>
                      <a:pt x="1275" y="1"/>
                    </a:moveTo>
                    <a:cubicBezTo>
                      <a:pt x="571" y="1"/>
                      <a:pt x="0" y="572"/>
                      <a:pt x="0" y="1276"/>
                    </a:cubicBezTo>
                    <a:cubicBezTo>
                      <a:pt x="0" y="1980"/>
                      <a:pt x="571" y="2551"/>
                      <a:pt x="1275" y="2551"/>
                    </a:cubicBezTo>
                    <a:cubicBezTo>
                      <a:pt x="1972" y="2551"/>
                      <a:pt x="2541" y="1980"/>
                      <a:pt x="2541" y="1276"/>
                    </a:cubicBezTo>
                    <a:cubicBezTo>
                      <a:pt x="2541" y="572"/>
                      <a:pt x="1972" y="1"/>
                      <a:pt x="1275" y="1"/>
                    </a:cubicBezTo>
                    <a:close/>
                  </a:path>
                </a:pathLst>
              </a:custGeom>
              <a:solidFill>
                <a:srgbClr val="FFD65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40"/>
              <p:cNvSpPr/>
              <p:nvPr/>
            </p:nvSpPr>
            <p:spPr>
              <a:xfrm>
                <a:off x="5281365" y="1361550"/>
                <a:ext cx="186457" cy="374812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2551" extrusionOk="0">
                    <a:moveTo>
                      <a:pt x="1268" y="1"/>
                    </a:moveTo>
                    <a:cubicBezTo>
                      <a:pt x="564" y="8"/>
                      <a:pt x="0" y="572"/>
                      <a:pt x="0" y="1276"/>
                    </a:cubicBezTo>
                    <a:cubicBezTo>
                      <a:pt x="0" y="1980"/>
                      <a:pt x="564" y="2542"/>
                      <a:pt x="1268" y="2551"/>
                    </a:cubicBezTo>
                    <a:cubicBezTo>
                      <a:pt x="1268" y="2542"/>
                      <a:pt x="578" y="1913"/>
                      <a:pt x="578" y="1276"/>
                    </a:cubicBezTo>
                    <a:cubicBezTo>
                      <a:pt x="578" y="639"/>
                      <a:pt x="1268" y="8"/>
                      <a:pt x="1268" y="1"/>
                    </a:cubicBezTo>
                    <a:close/>
                  </a:path>
                </a:pathLst>
              </a:custGeom>
              <a:solidFill>
                <a:srgbClr val="FFE9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11" name="Google Shape;3011;p40"/>
            <p:cNvSpPr/>
            <p:nvPr/>
          </p:nvSpPr>
          <p:spPr>
            <a:xfrm>
              <a:off x="7223439" y="1556373"/>
              <a:ext cx="233556" cy="122634"/>
            </a:xfrm>
            <a:custGeom>
              <a:avLst/>
              <a:gdLst/>
              <a:ahLst/>
              <a:cxnLst/>
              <a:rect l="l" t="t" r="r" b="b"/>
              <a:pathLst>
                <a:path w="3091" h="1623" extrusionOk="0">
                  <a:moveTo>
                    <a:pt x="807" y="1"/>
                  </a:moveTo>
                  <a:cubicBezTo>
                    <a:pt x="363" y="1"/>
                    <a:pt x="0" y="363"/>
                    <a:pt x="0" y="815"/>
                  </a:cubicBezTo>
                  <a:cubicBezTo>
                    <a:pt x="0" y="1260"/>
                    <a:pt x="363" y="1623"/>
                    <a:pt x="807" y="1623"/>
                  </a:cubicBezTo>
                  <a:lnTo>
                    <a:pt x="2275" y="1623"/>
                  </a:lnTo>
                  <a:cubicBezTo>
                    <a:pt x="2726" y="1623"/>
                    <a:pt x="3091" y="1260"/>
                    <a:pt x="3091" y="815"/>
                  </a:cubicBezTo>
                  <a:cubicBezTo>
                    <a:pt x="3091" y="363"/>
                    <a:pt x="2726" y="1"/>
                    <a:pt x="2275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40"/>
            <p:cNvSpPr/>
            <p:nvPr/>
          </p:nvSpPr>
          <p:spPr>
            <a:xfrm>
              <a:off x="6734717" y="1713613"/>
              <a:ext cx="114776" cy="122785"/>
            </a:xfrm>
            <a:custGeom>
              <a:avLst/>
              <a:gdLst/>
              <a:ahLst/>
              <a:cxnLst/>
              <a:rect l="l" t="t" r="r" b="b"/>
              <a:pathLst>
                <a:path w="1519" h="1625" extrusionOk="0">
                  <a:moveTo>
                    <a:pt x="0" y="0"/>
                  </a:moveTo>
                  <a:lnTo>
                    <a:pt x="0" y="1624"/>
                  </a:lnTo>
                  <a:lnTo>
                    <a:pt x="703" y="1624"/>
                  </a:lnTo>
                  <a:cubicBezTo>
                    <a:pt x="1156" y="1624"/>
                    <a:pt x="1519" y="1254"/>
                    <a:pt x="1519" y="810"/>
                  </a:cubicBezTo>
                  <a:cubicBezTo>
                    <a:pt x="1519" y="365"/>
                    <a:pt x="1156" y="0"/>
                    <a:pt x="703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40"/>
            <p:cNvSpPr/>
            <p:nvPr/>
          </p:nvSpPr>
          <p:spPr>
            <a:xfrm>
              <a:off x="7404783" y="1349187"/>
              <a:ext cx="373493" cy="196003"/>
            </a:xfrm>
            <a:custGeom>
              <a:avLst/>
              <a:gdLst/>
              <a:ahLst/>
              <a:cxnLst/>
              <a:rect l="l" t="t" r="r" b="b"/>
              <a:pathLst>
                <a:path w="4943" h="2594" extrusionOk="0">
                  <a:moveTo>
                    <a:pt x="1297" y="0"/>
                  </a:moveTo>
                  <a:cubicBezTo>
                    <a:pt x="586" y="0"/>
                    <a:pt x="1" y="578"/>
                    <a:pt x="1" y="1297"/>
                  </a:cubicBezTo>
                  <a:cubicBezTo>
                    <a:pt x="1" y="2008"/>
                    <a:pt x="586" y="2593"/>
                    <a:pt x="1297" y="2593"/>
                  </a:cubicBezTo>
                  <a:lnTo>
                    <a:pt x="3647" y="2593"/>
                  </a:lnTo>
                  <a:cubicBezTo>
                    <a:pt x="4358" y="2593"/>
                    <a:pt x="4943" y="2008"/>
                    <a:pt x="4943" y="1297"/>
                  </a:cubicBezTo>
                  <a:cubicBezTo>
                    <a:pt x="4943" y="578"/>
                    <a:pt x="4358" y="0"/>
                    <a:pt x="364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40"/>
            <p:cNvSpPr/>
            <p:nvPr/>
          </p:nvSpPr>
          <p:spPr>
            <a:xfrm>
              <a:off x="7551520" y="1664424"/>
              <a:ext cx="438928" cy="124901"/>
            </a:xfrm>
            <a:custGeom>
              <a:avLst/>
              <a:gdLst/>
              <a:ahLst/>
              <a:cxnLst/>
              <a:rect l="l" t="t" r="r" b="b"/>
              <a:pathLst>
                <a:path w="5809" h="1653" extrusionOk="0">
                  <a:moveTo>
                    <a:pt x="822" y="0"/>
                  </a:moveTo>
                  <a:cubicBezTo>
                    <a:pt x="371" y="0"/>
                    <a:pt x="1" y="370"/>
                    <a:pt x="1" y="822"/>
                  </a:cubicBezTo>
                  <a:cubicBezTo>
                    <a:pt x="1" y="1283"/>
                    <a:pt x="371" y="1653"/>
                    <a:pt x="822" y="1653"/>
                  </a:cubicBezTo>
                  <a:lnTo>
                    <a:pt x="4987" y="1653"/>
                  </a:lnTo>
                  <a:cubicBezTo>
                    <a:pt x="5439" y="1653"/>
                    <a:pt x="5809" y="1283"/>
                    <a:pt x="5809" y="822"/>
                  </a:cubicBezTo>
                  <a:cubicBezTo>
                    <a:pt x="5809" y="370"/>
                    <a:pt x="5439" y="0"/>
                    <a:pt x="498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40"/>
            <p:cNvSpPr/>
            <p:nvPr/>
          </p:nvSpPr>
          <p:spPr>
            <a:xfrm>
              <a:off x="6211690" y="3791438"/>
              <a:ext cx="214515" cy="61052"/>
            </a:xfrm>
            <a:custGeom>
              <a:avLst/>
              <a:gdLst/>
              <a:ahLst/>
              <a:cxnLst/>
              <a:rect l="l" t="t" r="r" b="b"/>
              <a:pathLst>
                <a:path w="2839" h="808" extrusionOk="0">
                  <a:moveTo>
                    <a:pt x="408" y="0"/>
                  </a:moveTo>
                  <a:cubicBezTo>
                    <a:pt x="186" y="0"/>
                    <a:pt x="1" y="185"/>
                    <a:pt x="1" y="408"/>
                  </a:cubicBezTo>
                  <a:cubicBezTo>
                    <a:pt x="1" y="630"/>
                    <a:pt x="186" y="808"/>
                    <a:pt x="408" y="808"/>
                  </a:cubicBezTo>
                  <a:lnTo>
                    <a:pt x="2439" y="808"/>
                  </a:lnTo>
                  <a:cubicBezTo>
                    <a:pt x="2661" y="808"/>
                    <a:pt x="2839" y="630"/>
                    <a:pt x="2839" y="408"/>
                  </a:cubicBezTo>
                  <a:cubicBezTo>
                    <a:pt x="2839" y="185"/>
                    <a:pt x="2661" y="0"/>
                    <a:pt x="2439" y="0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40"/>
            <p:cNvSpPr/>
            <p:nvPr/>
          </p:nvSpPr>
          <p:spPr>
            <a:xfrm>
              <a:off x="7496588" y="3335055"/>
              <a:ext cx="254864" cy="72915"/>
            </a:xfrm>
            <a:custGeom>
              <a:avLst/>
              <a:gdLst/>
              <a:ahLst/>
              <a:cxnLst/>
              <a:rect l="l" t="t" r="r" b="b"/>
              <a:pathLst>
                <a:path w="3373" h="965" extrusionOk="0">
                  <a:moveTo>
                    <a:pt x="482" y="1"/>
                  </a:moveTo>
                  <a:cubicBezTo>
                    <a:pt x="216" y="1"/>
                    <a:pt x="0" y="216"/>
                    <a:pt x="0" y="483"/>
                  </a:cubicBezTo>
                  <a:cubicBezTo>
                    <a:pt x="0" y="743"/>
                    <a:pt x="216" y="965"/>
                    <a:pt x="482" y="965"/>
                  </a:cubicBezTo>
                  <a:lnTo>
                    <a:pt x="2890" y="965"/>
                  </a:lnTo>
                  <a:cubicBezTo>
                    <a:pt x="3157" y="965"/>
                    <a:pt x="3372" y="743"/>
                    <a:pt x="3372" y="483"/>
                  </a:cubicBezTo>
                  <a:cubicBezTo>
                    <a:pt x="3372" y="216"/>
                    <a:pt x="3157" y="1"/>
                    <a:pt x="2890" y="1"/>
                  </a:cubicBez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40"/>
            <p:cNvSpPr/>
            <p:nvPr/>
          </p:nvSpPr>
          <p:spPr>
            <a:xfrm>
              <a:off x="7230693" y="3456027"/>
              <a:ext cx="416033" cy="118705"/>
            </a:xfrm>
            <a:custGeom>
              <a:avLst/>
              <a:gdLst/>
              <a:ahLst/>
              <a:cxnLst/>
              <a:rect l="l" t="t" r="r" b="b"/>
              <a:pathLst>
                <a:path w="5506" h="1571" extrusionOk="0">
                  <a:moveTo>
                    <a:pt x="786" y="0"/>
                  </a:moveTo>
                  <a:cubicBezTo>
                    <a:pt x="356" y="0"/>
                    <a:pt x="0" y="356"/>
                    <a:pt x="0" y="787"/>
                  </a:cubicBezTo>
                  <a:cubicBezTo>
                    <a:pt x="0" y="1215"/>
                    <a:pt x="356" y="1571"/>
                    <a:pt x="786" y="1571"/>
                  </a:cubicBezTo>
                  <a:lnTo>
                    <a:pt x="4720" y="1571"/>
                  </a:lnTo>
                  <a:cubicBezTo>
                    <a:pt x="5157" y="1571"/>
                    <a:pt x="5506" y="1215"/>
                    <a:pt x="5506" y="787"/>
                  </a:cubicBezTo>
                  <a:cubicBezTo>
                    <a:pt x="5506" y="356"/>
                    <a:pt x="5157" y="0"/>
                    <a:pt x="4720" y="0"/>
                  </a:cubicBez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40"/>
            <p:cNvSpPr/>
            <p:nvPr/>
          </p:nvSpPr>
          <p:spPr>
            <a:xfrm>
              <a:off x="5918895" y="3643038"/>
              <a:ext cx="416109" cy="118251"/>
            </a:xfrm>
            <a:custGeom>
              <a:avLst/>
              <a:gdLst/>
              <a:ahLst/>
              <a:cxnLst/>
              <a:rect l="l" t="t" r="r" b="b"/>
              <a:pathLst>
                <a:path w="5507" h="1565" extrusionOk="0">
                  <a:moveTo>
                    <a:pt x="785" y="1"/>
                  </a:moveTo>
                  <a:cubicBezTo>
                    <a:pt x="356" y="1"/>
                    <a:pt x="1" y="350"/>
                    <a:pt x="1" y="778"/>
                  </a:cubicBezTo>
                  <a:cubicBezTo>
                    <a:pt x="1" y="1216"/>
                    <a:pt x="356" y="1564"/>
                    <a:pt x="785" y="1564"/>
                  </a:cubicBezTo>
                  <a:lnTo>
                    <a:pt x="4720" y="1564"/>
                  </a:lnTo>
                  <a:cubicBezTo>
                    <a:pt x="5151" y="1564"/>
                    <a:pt x="5506" y="1216"/>
                    <a:pt x="5506" y="778"/>
                  </a:cubicBezTo>
                  <a:cubicBezTo>
                    <a:pt x="5506" y="350"/>
                    <a:pt x="5151" y="1"/>
                    <a:pt x="4720" y="1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40"/>
            <p:cNvSpPr/>
            <p:nvPr/>
          </p:nvSpPr>
          <p:spPr>
            <a:xfrm>
              <a:off x="4781189" y="2888269"/>
              <a:ext cx="1946879" cy="120518"/>
            </a:xfrm>
            <a:custGeom>
              <a:avLst/>
              <a:gdLst/>
              <a:ahLst/>
              <a:cxnLst/>
              <a:rect l="l" t="t" r="r" b="b"/>
              <a:pathLst>
                <a:path w="25766" h="1595" extrusionOk="0">
                  <a:moveTo>
                    <a:pt x="1615" y="1"/>
                  </a:moveTo>
                  <a:cubicBezTo>
                    <a:pt x="0" y="1"/>
                    <a:pt x="141" y="1594"/>
                    <a:pt x="1615" y="1594"/>
                  </a:cubicBezTo>
                  <a:lnTo>
                    <a:pt x="25765" y="1594"/>
                  </a:lnTo>
                  <a:lnTo>
                    <a:pt x="25765" y="1"/>
                  </a:ln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40"/>
            <p:cNvSpPr/>
            <p:nvPr/>
          </p:nvSpPr>
          <p:spPr>
            <a:xfrm>
              <a:off x="4621681" y="3008711"/>
              <a:ext cx="2106386" cy="120443"/>
            </a:xfrm>
            <a:custGeom>
              <a:avLst/>
              <a:gdLst/>
              <a:ahLst/>
              <a:cxnLst/>
              <a:rect l="l" t="t" r="r" b="b"/>
              <a:pathLst>
                <a:path w="27877" h="1594" extrusionOk="0">
                  <a:moveTo>
                    <a:pt x="1615" y="0"/>
                  </a:moveTo>
                  <a:cubicBezTo>
                    <a:pt x="45" y="0"/>
                    <a:pt x="0" y="1594"/>
                    <a:pt x="1615" y="1594"/>
                  </a:cubicBezTo>
                  <a:lnTo>
                    <a:pt x="27876" y="1594"/>
                  </a:lnTo>
                  <a:lnTo>
                    <a:pt x="27876" y="0"/>
                  </a:ln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40"/>
            <p:cNvSpPr/>
            <p:nvPr/>
          </p:nvSpPr>
          <p:spPr>
            <a:xfrm>
              <a:off x="6727312" y="2888269"/>
              <a:ext cx="1941741" cy="120518"/>
            </a:xfrm>
            <a:custGeom>
              <a:avLst/>
              <a:gdLst/>
              <a:ahLst/>
              <a:cxnLst/>
              <a:rect l="l" t="t" r="r" b="b"/>
              <a:pathLst>
                <a:path w="25698" h="1595" extrusionOk="0">
                  <a:moveTo>
                    <a:pt x="0" y="1"/>
                  </a:moveTo>
                  <a:lnTo>
                    <a:pt x="0" y="1594"/>
                  </a:lnTo>
                  <a:lnTo>
                    <a:pt x="24350" y="1594"/>
                  </a:lnTo>
                  <a:cubicBezTo>
                    <a:pt x="25698" y="1594"/>
                    <a:pt x="25557" y="1"/>
                    <a:pt x="2435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40"/>
            <p:cNvSpPr/>
            <p:nvPr/>
          </p:nvSpPr>
          <p:spPr>
            <a:xfrm>
              <a:off x="6727312" y="3008711"/>
              <a:ext cx="2094674" cy="120443"/>
            </a:xfrm>
            <a:custGeom>
              <a:avLst/>
              <a:gdLst/>
              <a:ahLst/>
              <a:cxnLst/>
              <a:rect l="l" t="t" r="r" b="b"/>
              <a:pathLst>
                <a:path w="27722" h="1594" extrusionOk="0">
                  <a:moveTo>
                    <a:pt x="0" y="0"/>
                  </a:moveTo>
                  <a:lnTo>
                    <a:pt x="0" y="1578"/>
                  </a:lnTo>
                  <a:lnTo>
                    <a:pt x="20763" y="1578"/>
                  </a:lnTo>
                  <a:cubicBezTo>
                    <a:pt x="20807" y="1578"/>
                    <a:pt x="20861" y="1587"/>
                    <a:pt x="20905" y="1594"/>
                  </a:cubicBezTo>
                  <a:lnTo>
                    <a:pt x="26692" y="1594"/>
                  </a:lnTo>
                  <a:cubicBezTo>
                    <a:pt x="27670" y="1594"/>
                    <a:pt x="27722" y="164"/>
                    <a:pt x="26774" y="15"/>
                  </a:cubicBezTo>
                  <a:cubicBezTo>
                    <a:pt x="26720" y="7"/>
                    <a:pt x="26662" y="0"/>
                    <a:pt x="26610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40"/>
            <p:cNvSpPr/>
            <p:nvPr/>
          </p:nvSpPr>
          <p:spPr>
            <a:xfrm>
              <a:off x="6727312" y="3127870"/>
              <a:ext cx="1579657" cy="1285"/>
            </a:xfrm>
            <a:custGeom>
              <a:avLst/>
              <a:gdLst/>
              <a:ahLst/>
              <a:cxnLst/>
              <a:rect l="l" t="t" r="r" b="b"/>
              <a:pathLst>
                <a:path w="20906" h="17" extrusionOk="0">
                  <a:moveTo>
                    <a:pt x="0" y="1"/>
                  </a:moveTo>
                  <a:lnTo>
                    <a:pt x="0" y="17"/>
                  </a:lnTo>
                  <a:lnTo>
                    <a:pt x="20905" y="17"/>
                  </a:lnTo>
                  <a:cubicBezTo>
                    <a:pt x="20861" y="10"/>
                    <a:pt x="20807" y="1"/>
                    <a:pt x="20763" y="1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40"/>
            <p:cNvSpPr/>
            <p:nvPr/>
          </p:nvSpPr>
          <p:spPr>
            <a:xfrm>
              <a:off x="7366247" y="2060282"/>
              <a:ext cx="138879" cy="837129"/>
            </a:xfrm>
            <a:custGeom>
              <a:avLst/>
              <a:gdLst/>
              <a:ahLst/>
              <a:cxnLst/>
              <a:rect l="l" t="t" r="r" b="b"/>
              <a:pathLst>
                <a:path w="1838" h="11079" extrusionOk="0">
                  <a:moveTo>
                    <a:pt x="497" y="1"/>
                  </a:moveTo>
                  <a:lnTo>
                    <a:pt x="0" y="11055"/>
                  </a:lnTo>
                  <a:lnTo>
                    <a:pt x="1838" y="11078"/>
                  </a:lnTo>
                  <a:lnTo>
                    <a:pt x="1838" y="11078"/>
                  </a:lnTo>
                  <a:lnTo>
                    <a:pt x="1601" y="15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40"/>
            <p:cNvSpPr/>
            <p:nvPr/>
          </p:nvSpPr>
          <p:spPr>
            <a:xfrm>
              <a:off x="7366247" y="2060282"/>
              <a:ext cx="79489" cy="835845"/>
            </a:xfrm>
            <a:custGeom>
              <a:avLst/>
              <a:gdLst/>
              <a:ahLst/>
              <a:cxnLst/>
              <a:rect l="l" t="t" r="r" b="b"/>
              <a:pathLst>
                <a:path w="1052" h="11062" extrusionOk="0">
                  <a:moveTo>
                    <a:pt x="497" y="1"/>
                  </a:moveTo>
                  <a:lnTo>
                    <a:pt x="363" y="2994"/>
                  </a:lnTo>
                  <a:lnTo>
                    <a:pt x="0" y="11055"/>
                  </a:lnTo>
                  <a:lnTo>
                    <a:pt x="918" y="11062"/>
                  </a:lnTo>
                  <a:lnTo>
                    <a:pt x="1051" y="8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9293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40"/>
            <p:cNvSpPr/>
            <p:nvPr/>
          </p:nvSpPr>
          <p:spPr>
            <a:xfrm>
              <a:off x="7393147" y="2261876"/>
              <a:ext cx="99059" cy="49794"/>
            </a:xfrm>
            <a:custGeom>
              <a:avLst/>
              <a:gdLst/>
              <a:ahLst/>
              <a:cxnLst/>
              <a:rect l="l" t="t" r="r" b="b"/>
              <a:pathLst>
                <a:path w="1311" h="659" extrusionOk="0">
                  <a:moveTo>
                    <a:pt x="29" y="0"/>
                  </a:moveTo>
                  <a:lnTo>
                    <a:pt x="0" y="637"/>
                  </a:lnTo>
                  <a:lnTo>
                    <a:pt x="651" y="651"/>
                  </a:lnTo>
                  <a:lnTo>
                    <a:pt x="1311" y="658"/>
                  </a:lnTo>
                  <a:lnTo>
                    <a:pt x="1297" y="14"/>
                  </a:lnTo>
                  <a:lnTo>
                    <a:pt x="667" y="7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40"/>
            <p:cNvSpPr/>
            <p:nvPr/>
          </p:nvSpPr>
          <p:spPr>
            <a:xfrm>
              <a:off x="7386951" y="2374839"/>
              <a:ext cx="108126" cy="72386"/>
            </a:xfrm>
            <a:custGeom>
              <a:avLst/>
              <a:gdLst/>
              <a:ahLst/>
              <a:cxnLst/>
              <a:rect l="l" t="t" r="r" b="b"/>
              <a:pathLst>
                <a:path w="1431" h="958" extrusionOk="0">
                  <a:moveTo>
                    <a:pt x="45" y="1"/>
                  </a:moveTo>
                  <a:lnTo>
                    <a:pt x="0" y="941"/>
                  </a:lnTo>
                  <a:lnTo>
                    <a:pt x="719" y="950"/>
                  </a:lnTo>
                  <a:lnTo>
                    <a:pt x="1430" y="957"/>
                  </a:lnTo>
                  <a:lnTo>
                    <a:pt x="1416" y="24"/>
                  </a:lnTo>
                  <a:lnTo>
                    <a:pt x="726" y="8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8" name="Google Shape;3028;p40"/>
          <p:cNvGrpSpPr/>
          <p:nvPr/>
        </p:nvGrpSpPr>
        <p:grpSpPr>
          <a:xfrm>
            <a:off x="5294399" y="4481088"/>
            <a:ext cx="2749703" cy="122913"/>
            <a:chOff x="5024149" y="4918613"/>
            <a:chExt cx="2749703" cy="122913"/>
          </a:xfrm>
        </p:grpSpPr>
        <p:sp>
          <p:nvSpPr>
            <p:cNvPr id="3029" name="Google Shape;3029;p40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40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40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40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40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40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40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40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40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40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40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40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40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40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40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40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40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40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40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40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40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40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40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40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40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40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40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40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40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40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5" name="Google Shape;4195;p46"/>
          <p:cNvSpPr/>
          <p:nvPr/>
        </p:nvSpPr>
        <p:spPr>
          <a:xfrm>
            <a:off x="3009331" y="1950978"/>
            <a:ext cx="781500" cy="7815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7" name="Google Shape;4197;p46"/>
          <p:cNvSpPr/>
          <p:nvPr/>
        </p:nvSpPr>
        <p:spPr>
          <a:xfrm>
            <a:off x="5542218" y="1950978"/>
            <a:ext cx="781500" cy="7815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8" name="Google Shape;4198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IA &amp;</a:t>
            </a:r>
            <a:r>
              <a:rPr lang="en" dirty="0"/>
              <a:t> API Mistral</a:t>
            </a:r>
            <a:endParaRPr dirty="0"/>
          </a:p>
        </p:txBody>
      </p:sp>
      <p:sp>
        <p:nvSpPr>
          <p:cNvPr id="4199" name="Google Shape;4199;p46"/>
          <p:cNvSpPr txBox="1">
            <a:spLocks noGrp="1"/>
          </p:cNvSpPr>
          <p:nvPr>
            <p:ph type="subTitle" idx="1"/>
          </p:nvPr>
        </p:nvSpPr>
        <p:spPr>
          <a:xfrm>
            <a:off x="2257081" y="3135505"/>
            <a:ext cx="22860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Chat IA en streaming: les tokens Mistral s'affichent en temps reel.</a:t>
            </a:r>
            <a:endParaRPr dirty="0"/>
          </a:p>
        </p:txBody>
      </p:sp>
      <p:sp>
        <p:nvSpPr>
          <p:cNvPr id="4200" name="Google Shape;4200;p46"/>
          <p:cNvSpPr txBox="1">
            <a:spLocks noGrp="1"/>
          </p:cNvSpPr>
          <p:nvPr>
            <p:ph type="subTitle" idx="2"/>
          </p:nvPr>
        </p:nvSpPr>
        <p:spPr>
          <a:xfrm>
            <a:off x="4789968" y="3135505"/>
            <a:ext cx="22860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Previsions 24h: regression lineaire + saisonnalite horaire avec  intervalles de confiance.</a:t>
            </a:r>
            <a:endParaRPr dirty="0"/>
          </a:p>
        </p:txBody>
      </p:sp>
      <p:sp>
        <p:nvSpPr>
          <p:cNvPr id="4202" name="Google Shape;4202;p46"/>
          <p:cNvSpPr txBox="1">
            <a:spLocks noGrp="1"/>
          </p:cNvSpPr>
          <p:nvPr>
            <p:ph type="subTitle" idx="4"/>
          </p:nvPr>
        </p:nvSpPr>
        <p:spPr>
          <a:xfrm>
            <a:off x="2257081" y="2855303"/>
            <a:ext cx="22860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</a:t>
            </a:r>
            <a:endParaRPr/>
          </a:p>
        </p:txBody>
      </p:sp>
      <p:sp>
        <p:nvSpPr>
          <p:cNvPr id="4203" name="Google Shape;4203;p46"/>
          <p:cNvSpPr txBox="1">
            <a:spLocks noGrp="1"/>
          </p:cNvSpPr>
          <p:nvPr>
            <p:ph type="subTitle" idx="5"/>
          </p:nvPr>
        </p:nvSpPr>
        <p:spPr>
          <a:xfrm>
            <a:off x="4789968" y="2855303"/>
            <a:ext cx="22860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Previsions</a:t>
            </a:r>
            <a:endParaRPr/>
          </a:p>
        </p:txBody>
      </p:sp>
      <p:grpSp>
        <p:nvGrpSpPr>
          <p:cNvPr id="4205" name="Google Shape;4205;p46"/>
          <p:cNvGrpSpPr/>
          <p:nvPr/>
        </p:nvGrpSpPr>
        <p:grpSpPr>
          <a:xfrm>
            <a:off x="3171490" y="2113137"/>
            <a:ext cx="457181" cy="457181"/>
            <a:chOff x="713231" y="3466537"/>
            <a:chExt cx="382163" cy="382163"/>
          </a:xfrm>
        </p:grpSpPr>
        <p:sp>
          <p:nvSpPr>
            <p:cNvPr id="4206" name="Google Shape;4206;p46"/>
            <p:cNvSpPr/>
            <p:nvPr/>
          </p:nvSpPr>
          <p:spPr>
            <a:xfrm>
              <a:off x="867825" y="3777643"/>
              <a:ext cx="73569" cy="71056"/>
            </a:xfrm>
            <a:custGeom>
              <a:avLst/>
              <a:gdLst/>
              <a:ahLst/>
              <a:cxnLst/>
              <a:rect l="l" t="t" r="r" b="b"/>
              <a:pathLst>
                <a:path w="2723" h="2630" extrusionOk="0">
                  <a:moveTo>
                    <a:pt x="396" y="1"/>
                  </a:moveTo>
                  <a:cubicBezTo>
                    <a:pt x="187" y="1"/>
                    <a:pt x="1" y="210"/>
                    <a:pt x="1" y="396"/>
                  </a:cubicBezTo>
                  <a:lnTo>
                    <a:pt x="1" y="1280"/>
                  </a:lnTo>
                  <a:cubicBezTo>
                    <a:pt x="1" y="1955"/>
                    <a:pt x="489" y="2629"/>
                    <a:pt x="1257" y="2629"/>
                  </a:cubicBezTo>
                  <a:cubicBezTo>
                    <a:pt x="2025" y="2629"/>
                    <a:pt x="2723" y="2048"/>
                    <a:pt x="2723" y="1280"/>
                  </a:cubicBezTo>
                  <a:lnTo>
                    <a:pt x="2723" y="396"/>
                  </a:lnTo>
                  <a:cubicBezTo>
                    <a:pt x="2723" y="210"/>
                    <a:pt x="2513" y="1"/>
                    <a:pt x="2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46"/>
            <p:cNvSpPr/>
            <p:nvPr/>
          </p:nvSpPr>
          <p:spPr>
            <a:xfrm>
              <a:off x="904299" y="3777643"/>
              <a:ext cx="37095" cy="71056"/>
            </a:xfrm>
            <a:custGeom>
              <a:avLst/>
              <a:gdLst/>
              <a:ahLst/>
              <a:cxnLst/>
              <a:rect l="l" t="t" r="r" b="b"/>
              <a:pathLst>
                <a:path w="1373" h="2630" extrusionOk="0">
                  <a:moveTo>
                    <a:pt x="0" y="1"/>
                  </a:moveTo>
                  <a:lnTo>
                    <a:pt x="0" y="2629"/>
                  </a:lnTo>
                  <a:cubicBezTo>
                    <a:pt x="675" y="2629"/>
                    <a:pt x="1373" y="2048"/>
                    <a:pt x="1373" y="1280"/>
                  </a:cubicBezTo>
                  <a:lnTo>
                    <a:pt x="1373" y="396"/>
                  </a:lnTo>
                  <a:cubicBezTo>
                    <a:pt x="1373" y="210"/>
                    <a:pt x="1163" y="1"/>
                    <a:pt x="8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46"/>
            <p:cNvSpPr/>
            <p:nvPr/>
          </p:nvSpPr>
          <p:spPr>
            <a:xfrm>
              <a:off x="804983" y="3704723"/>
              <a:ext cx="196120" cy="96831"/>
            </a:xfrm>
            <a:custGeom>
              <a:avLst/>
              <a:gdLst/>
              <a:ahLst/>
              <a:cxnLst/>
              <a:rect l="l" t="t" r="r" b="b"/>
              <a:pathLst>
                <a:path w="7259" h="3584" extrusionOk="0">
                  <a:moveTo>
                    <a:pt x="1" y="1"/>
                  </a:moveTo>
                  <a:lnTo>
                    <a:pt x="1" y="1164"/>
                  </a:lnTo>
                  <a:cubicBezTo>
                    <a:pt x="1" y="2513"/>
                    <a:pt x="1071" y="3584"/>
                    <a:pt x="2327" y="3584"/>
                  </a:cubicBezTo>
                  <a:lnTo>
                    <a:pt x="4932" y="3584"/>
                  </a:lnTo>
                  <a:cubicBezTo>
                    <a:pt x="6305" y="3584"/>
                    <a:pt x="7259" y="2513"/>
                    <a:pt x="7259" y="1164"/>
                  </a:cubicBezTo>
                  <a:lnTo>
                    <a:pt x="7259" y="1"/>
                  </a:ln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46"/>
            <p:cNvSpPr/>
            <p:nvPr/>
          </p:nvSpPr>
          <p:spPr>
            <a:xfrm>
              <a:off x="904299" y="3704723"/>
              <a:ext cx="96804" cy="96831"/>
            </a:xfrm>
            <a:custGeom>
              <a:avLst/>
              <a:gdLst/>
              <a:ahLst/>
              <a:cxnLst/>
              <a:rect l="l" t="t" r="r" b="b"/>
              <a:pathLst>
                <a:path w="3583" h="3584" extrusionOk="0">
                  <a:moveTo>
                    <a:pt x="0" y="1"/>
                  </a:moveTo>
                  <a:lnTo>
                    <a:pt x="0" y="3584"/>
                  </a:lnTo>
                  <a:lnTo>
                    <a:pt x="1256" y="3584"/>
                  </a:lnTo>
                  <a:cubicBezTo>
                    <a:pt x="2629" y="3584"/>
                    <a:pt x="3583" y="2513"/>
                    <a:pt x="3583" y="1164"/>
                  </a:cubicBezTo>
                  <a:lnTo>
                    <a:pt x="3583" y="1"/>
                  </a:ln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46"/>
            <p:cNvSpPr/>
            <p:nvPr/>
          </p:nvSpPr>
          <p:spPr>
            <a:xfrm>
              <a:off x="828245" y="3466537"/>
              <a:ext cx="149623" cy="243266"/>
            </a:xfrm>
            <a:custGeom>
              <a:avLst/>
              <a:gdLst/>
              <a:ahLst/>
              <a:cxnLst/>
              <a:rect l="l" t="t" r="r" b="b"/>
              <a:pathLst>
                <a:path w="5538" h="9004" extrusionOk="0">
                  <a:moveTo>
                    <a:pt x="2722" y="0"/>
                  </a:moveTo>
                  <a:cubicBezTo>
                    <a:pt x="1163" y="93"/>
                    <a:pt x="0" y="1349"/>
                    <a:pt x="0" y="2792"/>
                  </a:cubicBezTo>
                  <a:lnTo>
                    <a:pt x="0" y="7933"/>
                  </a:lnTo>
                  <a:cubicBezTo>
                    <a:pt x="0" y="8515"/>
                    <a:pt x="582" y="9003"/>
                    <a:pt x="1163" y="9003"/>
                  </a:cubicBezTo>
                  <a:cubicBezTo>
                    <a:pt x="1652" y="8910"/>
                    <a:pt x="2141" y="8421"/>
                    <a:pt x="2141" y="7933"/>
                  </a:cubicBezTo>
                  <a:lnTo>
                    <a:pt x="2141" y="2792"/>
                  </a:lnTo>
                  <a:cubicBezTo>
                    <a:pt x="2141" y="2457"/>
                    <a:pt x="2385" y="2103"/>
                    <a:pt x="2705" y="2103"/>
                  </a:cubicBezTo>
                  <a:cubicBezTo>
                    <a:pt x="2741" y="2103"/>
                    <a:pt x="2778" y="2108"/>
                    <a:pt x="2815" y="2117"/>
                  </a:cubicBezTo>
                  <a:cubicBezTo>
                    <a:pt x="3211" y="2117"/>
                    <a:pt x="3490" y="2419"/>
                    <a:pt x="3490" y="2792"/>
                  </a:cubicBezTo>
                  <a:lnTo>
                    <a:pt x="3490" y="7933"/>
                  </a:lnTo>
                  <a:cubicBezTo>
                    <a:pt x="3490" y="8515"/>
                    <a:pt x="3978" y="9003"/>
                    <a:pt x="4560" y="9003"/>
                  </a:cubicBezTo>
                  <a:cubicBezTo>
                    <a:pt x="5142" y="8910"/>
                    <a:pt x="5537" y="8421"/>
                    <a:pt x="5537" y="7933"/>
                  </a:cubicBezTo>
                  <a:lnTo>
                    <a:pt x="5537" y="2792"/>
                  </a:lnTo>
                  <a:cubicBezTo>
                    <a:pt x="5537" y="1256"/>
                    <a:pt x="4281" y="0"/>
                    <a:pt x="27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46"/>
            <p:cNvSpPr/>
            <p:nvPr/>
          </p:nvSpPr>
          <p:spPr>
            <a:xfrm>
              <a:off x="904299" y="3466537"/>
              <a:ext cx="73569" cy="243266"/>
            </a:xfrm>
            <a:custGeom>
              <a:avLst/>
              <a:gdLst/>
              <a:ahLst/>
              <a:cxnLst/>
              <a:rect l="l" t="t" r="r" b="b"/>
              <a:pathLst>
                <a:path w="2723" h="9004" extrusionOk="0">
                  <a:moveTo>
                    <a:pt x="0" y="0"/>
                  </a:moveTo>
                  <a:lnTo>
                    <a:pt x="0" y="2117"/>
                  </a:lnTo>
                  <a:cubicBezTo>
                    <a:pt x="396" y="2117"/>
                    <a:pt x="675" y="2419"/>
                    <a:pt x="675" y="2792"/>
                  </a:cubicBezTo>
                  <a:lnTo>
                    <a:pt x="675" y="7933"/>
                  </a:lnTo>
                  <a:cubicBezTo>
                    <a:pt x="675" y="8421"/>
                    <a:pt x="1070" y="8910"/>
                    <a:pt x="1652" y="9003"/>
                  </a:cubicBezTo>
                  <a:cubicBezTo>
                    <a:pt x="2234" y="9003"/>
                    <a:pt x="2722" y="8515"/>
                    <a:pt x="2722" y="7933"/>
                  </a:cubicBezTo>
                  <a:lnTo>
                    <a:pt x="2722" y="2792"/>
                  </a:lnTo>
                  <a:cubicBezTo>
                    <a:pt x="2722" y="1256"/>
                    <a:pt x="1466" y="0"/>
                    <a:pt x="0" y="0"/>
                  </a:cubicBezTo>
                  <a:close/>
                </a:path>
              </a:pathLst>
            </a:custGeom>
            <a:solidFill>
              <a:srgbClr val="FFFFFF">
                <a:alpha val="17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46"/>
            <p:cNvSpPr/>
            <p:nvPr/>
          </p:nvSpPr>
          <p:spPr>
            <a:xfrm>
              <a:off x="804983" y="3660117"/>
              <a:ext cx="196120" cy="52198"/>
            </a:xfrm>
            <a:custGeom>
              <a:avLst/>
              <a:gdLst/>
              <a:ahLst/>
              <a:cxnLst/>
              <a:rect l="l" t="t" r="r" b="b"/>
              <a:pathLst>
                <a:path w="7259" h="1932" extrusionOk="0">
                  <a:moveTo>
                    <a:pt x="1257" y="0"/>
                  </a:moveTo>
                  <a:cubicBezTo>
                    <a:pt x="489" y="0"/>
                    <a:pt x="1" y="489"/>
                    <a:pt x="1" y="1256"/>
                  </a:cubicBezTo>
                  <a:lnTo>
                    <a:pt x="1" y="1931"/>
                  </a:lnTo>
                  <a:lnTo>
                    <a:pt x="7259" y="1931"/>
                  </a:lnTo>
                  <a:lnTo>
                    <a:pt x="7259" y="1256"/>
                  </a:lnTo>
                  <a:cubicBezTo>
                    <a:pt x="7259" y="489"/>
                    <a:pt x="6794" y="0"/>
                    <a:pt x="60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46"/>
            <p:cNvSpPr/>
            <p:nvPr/>
          </p:nvSpPr>
          <p:spPr>
            <a:xfrm>
              <a:off x="713231" y="3531892"/>
              <a:ext cx="52171" cy="23289"/>
            </a:xfrm>
            <a:custGeom>
              <a:avLst/>
              <a:gdLst/>
              <a:ahLst/>
              <a:cxnLst/>
              <a:rect l="l" t="t" r="r" b="b"/>
              <a:pathLst>
                <a:path w="1931" h="862" extrusionOk="0">
                  <a:moveTo>
                    <a:pt x="395" y="0"/>
                  </a:moveTo>
                  <a:cubicBezTo>
                    <a:pt x="186" y="0"/>
                    <a:pt x="0" y="280"/>
                    <a:pt x="0" y="489"/>
                  </a:cubicBezTo>
                  <a:cubicBezTo>
                    <a:pt x="0" y="675"/>
                    <a:pt x="186" y="861"/>
                    <a:pt x="395" y="861"/>
                  </a:cubicBezTo>
                  <a:lnTo>
                    <a:pt x="1559" y="861"/>
                  </a:lnTo>
                  <a:cubicBezTo>
                    <a:pt x="1745" y="861"/>
                    <a:pt x="1931" y="675"/>
                    <a:pt x="1931" y="373"/>
                  </a:cubicBezTo>
                  <a:cubicBezTo>
                    <a:pt x="1931" y="187"/>
                    <a:pt x="1745" y="0"/>
                    <a:pt x="1559" y="0"/>
                  </a:cubicBezTo>
                  <a:close/>
                </a:path>
              </a:pathLst>
            </a:custGeom>
            <a:solidFill>
              <a:srgbClr val="FFD6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46"/>
            <p:cNvSpPr/>
            <p:nvPr/>
          </p:nvSpPr>
          <p:spPr>
            <a:xfrm>
              <a:off x="739627" y="3467158"/>
              <a:ext cx="47146" cy="46524"/>
            </a:xfrm>
            <a:custGeom>
              <a:avLst/>
              <a:gdLst/>
              <a:ahLst/>
              <a:cxnLst/>
              <a:rect l="l" t="t" r="r" b="b"/>
              <a:pathLst>
                <a:path w="1745" h="1722" extrusionOk="0">
                  <a:moveTo>
                    <a:pt x="477" y="0"/>
                  </a:moveTo>
                  <a:cubicBezTo>
                    <a:pt x="378" y="0"/>
                    <a:pt x="279" y="24"/>
                    <a:pt x="186" y="70"/>
                  </a:cubicBezTo>
                  <a:cubicBezTo>
                    <a:pt x="0" y="256"/>
                    <a:pt x="0" y="559"/>
                    <a:pt x="186" y="652"/>
                  </a:cubicBezTo>
                  <a:lnTo>
                    <a:pt x="1070" y="1512"/>
                  </a:lnTo>
                  <a:cubicBezTo>
                    <a:pt x="1163" y="1605"/>
                    <a:pt x="1256" y="1722"/>
                    <a:pt x="1349" y="1722"/>
                  </a:cubicBezTo>
                  <a:cubicBezTo>
                    <a:pt x="1442" y="1722"/>
                    <a:pt x="1535" y="1605"/>
                    <a:pt x="1652" y="1512"/>
                  </a:cubicBezTo>
                  <a:cubicBezTo>
                    <a:pt x="1745" y="1419"/>
                    <a:pt x="1745" y="1140"/>
                    <a:pt x="1652" y="931"/>
                  </a:cubicBezTo>
                  <a:lnTo>
                    <a:pt x="768" y="70"/>
                  </a:lnTo>
                  <a:cubicBezTo>
                    <a:pt x="675" y="24"/>
                    <a:pt x="576" y="0"/>
                    <a:pt x="477" y="0"/>
                  </a:cubicBezTo>
                  <a:close/>
                </a:path>
              </a:pathLst>
            </a:custGeom>
            <a:solidFill>
              <a:srgbClr val="FFD6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46"/>
            <p:cNvSpPr/>
            <p:nvPr/>
          </p:nvSpPr>
          <p:spPr>
            <a:xfrm>
              <a:off x="739627" y="3574796"/>
              <a:ext cx="47146" cy="45741"/>
            </a:xfrm>
            <a:custGeom>
              <a:avLst/>
              <a:gdLst/>
              <a:ahLst/>
              <a:cxnLst/>
              <a:rect l="l" t="t" r="r" b="b"/>
              <a:pathLst>
                <a:path w="1745" h="1693" extrusionOk="0">
                  <a:moveTo>
                    <a:pt x="1317" y="0"/>
                  </a:moveTo>
                  <a:cubicBezTo>
                    <a:pt x="1210" y="0"/>
                    <a:pt x="1117" y="53"/>
                    <a:pt x="1070" y="157"/>
                  </a:cubicBezTo>
                  <a:lnTo>
                    <a:pt x="186" y="1018"/>
                  </a:lnTo>
                  <a:cubicBezTo>
                    <a:pt x="0" y="1111"/>
                    <a:pt x="0" y="1413"/>
                    <a:pt x="186" y="1600"/>
                  </a:cubicBezTo>
                  <a:cubicBezTo>
                    <a:pt x="279" y="1600"/>
                    <a:pt x="372" y="1693"/>
                    <a:pt x="489" y="1693"/>
                  </a:cubicBezTo>
                  <a:cubicBezTo>
                    <a:pt x="582" y="1693"/>
                    <a:pt x="675" y="1600"/>
                    <a:pt x="768" y="1600"/>
                  </a:cubicBezTo>
                  <a:lnTo>
                    <a:pt x="1652" y="739"/>
                  </a:lnTo>
                  <a:cubicBezTo>
                    <a:pt x="1745" y="529"/>
                    <a:pt x="1745" y="250"/>
                    <a:pt x="1652" y="157"/>
                  </a:cubicBezTo>
                  <a:cubicBezTo>
                    <a:pt x="1547" y="53"/>
                    <a:pt x="1425" y="0"/>
                    <a:pt x="1317" y="0"/>
                  </a:cubicBezTo>
                  <a:close/>
                </a:path>
              </a:pathLst>
            </a:custGeom>
            <a:solidFill>
              <a:srgbClr val="FFD6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46"/>
            <p:cNvSpPr/>
            <p:nvPr/>
          </p:nvSpPr>
          <p:spPr>
            <a:xfrm>
              <a:off x="1040683" y="3531892"/>
              <a:ext cx="54710" cy="23289"/>
            </a:xfrm>
            <a:custGeom>
              <a:avLst/>
              <a:gdLst/>
              <a:ahLst/>
              <a:cxnLst/>
              <a:rect l="l" t="t" r="r" b="b"/>
              <a:pathLst>
                <a:path w="2025" h="862" extrusionOk="0">
                  <a:moveTo>
                    <a:pt x="396" y="0"/>
                  </a:moveTo>
                  <a:cubicBezTo>
                    <a:pt x="187" y="0"/>
                    <a:pt x="0" y="280"/>
                    <a:pt x="0" y="489"/>
                  </a:cubicBezTo>
                  <a:cubicBezTo>
                    <a:pt x="0" y="675"/>
                    <a:pt x="187" y="861"/>
                    <a:pt x="489" y="861"/>
                  </a:cubicBezTo>
                  <a:lnTo>
                    <a:pt x="1559" y="861"/>
                  </a:lnTo>
                  <a:cubicBezTo>
                    <a:pt x="1838" y="861"/>
                    <a:pt x="2024" y="675"/>
                    <a:pt x="1931" y="373"/>
                  </a:cubicBezTo>
                  <a:cubicBezTo>
                    <a:pt x="1931" y="187"/>
                    <a:pt x="1745" y="0"/>
                    <a:pt x="1559" y="0"/>
                  </a:cubicBezTo>
                  <a:close/>
                </a:path>
              </a:pathLst>
            </a:custGeom>
            <a:solidFill>
              <a:srgbClr val="FFD6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46"/>
            <p:cNvSpPr/>
            <p:nvPr/>
          </p:nvSpPr>
          <p:spPr>
            <a:xfrm>
              <a:off x="1019934" y="3467158"/>
              <a:ext cx="47173" cy="46524"/>
            </a:xfrm>
            <a:custGeom>
              <a:avLst/>
              <a:gdLst/>
              <a:ahLst/>
              <a:cxnLst/>
              <a:rect l="l" t="t" r="r" b="b"/>
              <a:pathLst>
                <a:path w="1746" h="1722" extrusionOk="0">
                  <a:moveTo>
                    <a:pt x="1289" y="0"/>
                  </a:moveTo>
                  <a:cubicBezTo>
                    <a:pt x="1181" y="0"/>
                    <a:pt x="1059" y="24"/>
                    <a:pt x="955" y="70"/>
                  </a:cubicBezTo>
                  <a:lnTo>
                    <a:pt x="187" y="931"/>
                  </a:lnTo>
                  <a:cubicBezTo>
                    <a:pt x="1" y="1140"/>
                    <a:pt x="1" y="1419"/>
                    <a:pt x="187" y="1512"/>
                  </a:cubicBezTo>
                  <a:cubicBezTo>
                    <a:pt x="187" y="1605"/>
                    <a:pt x="373" y="1722"/>
                    <a:pt x="466" y="1722"/>
                  </a:cubicBezTo>
                  <a:cubicBezTo>
                    <a:pt x="582" y="1722"/>
                    <a:pt x="675" y="1605"/>
                    <a:pt x="768" y="1512"/>
                  </a:cubicBezTo>
                  <a:lnTo>
                    <a:pt x="1536" y="652"/>
                  </a:lnTo>
                  <a:cubicBezTo>
                    <a:pt x="1746" y="559"/>
                    <a:pt x="1746" y="256"/>
                    <a:pt x="1536" y="70"/>
                  </a:cubicBezTo>
                  <a:cubicBezTo>
                    <a:pt x="1490" y="24"/>
                    <a:pt x="1397" y="0"/>
                    <a:pt x="1289" y="0"/>
                  </a:cubicBezTo>
                  <a:close/>
                </a:path>
              </a:pathLst>
            </a:custGeom>
            <a:solidFill>
              <a:srgbClr val="FFD6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46"/>
            <p:cNvSpPr/>
            <p:nvPr/>
          </p:nvSpPr>
          <p:spPr>
            <a:xfrm>
              <a:off x="1019934" y="3574796"/>
              <a:ext cx="47173" cy="45741"/>
            </a:xfrm>
            <a:custGeom>
              <a:avLst/>
              <a:gdLst/>
              <a:ahLst/>
              <a:cxnLst/>
              <a:rect l="l" t="t" r="r" b="b"/>
              <a:pathLst>
                <a:path w="1746" h="1693" extrusionOk="0">
                  <a:moveTo>
                    <a:pt x="443" y="0"/>
                  </a:moveTo>
                  <a:cubicBezTo>
                    <a:pt x="332" y="0"/>
                    <a:pt x="233" y="53"/>
                    <a:pt x="187" y="157"/>
                  </a:cubicBezTo>
                  <a:cubicBezTo>
                    <a:pt x="1" y="250"/>
                    <a:pt x="1" y="529"/>
                    <a:pt x="187" y="739"/>
                  </a:cubicBezTo>
                  <a:lnTo>
                    <a:pt x="955" y="1600"/>
                  </a:lnTo>
                  <a:cubicBezTo>
                    <a:pt x="1048" y="1600"/>
                    <a:pt x="1164" y="1693"/>
                    <a:pt x="1257" y="1693"/>
                  </a:cubicBezTo>
                  <a:cubicBezTo>
                    <a:pt x="1443" y="1693"/>
                    <a:pt x="1536" y="1600"/>
                    <a:pt x="1536" y="1600"/>
                  </a:cubicBezTo>
                  <a:cubicBezTo>
                    <a:pt x="1746" y="1413"/>
                    <a:pt x="1746" y="1111"/>
                    <a:pt x="1536" y="1018"/>
                  </a:cubicBezTo>
                  <a:lnTo>
                    <a:pt x="768" y="157"/>
                  </a:lnTo>
                  <a:cubicBezTo>
                    <a:pt x="675" y="53"/>
                    <a:pt x="553" y="0"/>
                    <a:pt x="443" y="0"/>
                  </a:cubicBezTo>
                  <a:close/>
                </a:path>
              </a:pathLst>
            </a:custGeom>
            <a:solidFill>
              <a:srgbClr val="FFD6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46"/>
            <p:cNvSpPr/>
            <p:nvPr/>
          </p:nvSpPr>
          <p:spPr>
            <a:xfrm>
              <a:off x="904299" y="3660117"/>
              <a:ext cx="96804" cy="52198"/>
            </a:xfrm>
            <a:custGeom>
              <a:avLst/>
              <a:gdLst/>
              <a:ahLst/>
              <a:cxnLst/>
              <a:rect l="l" t="t" r="r" b="b"/>
              <a:pathLst>
                <a:path w="3583" h="1932" extrusionOk="0">
                  <a:moveTo>
                    <a:pt x="0" y="0"/>
                  </a:moveTo>
                  <a:lnTo>
                    <a:pt x="0" y="1931"/>
                  </a:lnTo>
                  <a:lnTo>
                    <a:pt x="3583" y="1931"/>
                  </a:lnTo>
                  <a:lnTo>
                    <a:pt x="3583" y="1256"/>
                  </a:lnTo>
                  <a:cubicBezTo>
                    <a:pt x="3583" y="489"/>
                    <a:pt x="3118" y="0"/>
                    <a:pt x="2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36" name="Google Shape;4236;p46"/>
          <p:cNvGrpSpPr/>
          <p:nvPr/>
        </p:nvGrpSpPr>
        <p:grpSpPr>
          <a:xfrm>
            <a:off x="5704358" y="2090264"/>
            <a:ext cx="457203" cy="502926"/>
            <a:chOff x="3169527" y="3455838"/>
            <a:chExt cx="348850" cy="382163"/>
          </a:xfrm>
        </p:grpSpPr>
        <p:sp>
          <p:nvSpPr>
            <p:cNvPr id="4237" name="Google Shape;4237;p46"/>
            <p:cNvSpPr/>
            <p:nvPr/>
          </p:nvSpPr>
          <p:spPr>
            <a:xfrm>
              <a:off x="3169527" y="3455838"/>
              <a:ext cx="348850" cy="382163"/>
            </a:xfrm>
            <a:custGeom>
              <a:avLst/>
              <a:gdLst/>
              <a:ahLst/>
              <a:cxnLst/>
              <a:rect l="l" t="t" r="r" b="b"/>
              <a:pathLst>
                <a:path w="12912" h="14145" extrusionOk="0">
                  <a:moveTo>
                    <a:pt x="2047" y="1"/>
                  </a:moveTo>
                  <a:cubicBezTo>
                    <a:pt x="1745" y="1"/>
                    <a:pt x="1466" y="187"/>
                    <a:pt x="1466" y="582"/>
                  </a:cubicBezTo>
                  <a:cubicBezTo>
                    <a:pt x="977" y="4467"/>
                    <a:pt x="489" y="8236"/>
                    <a:pt x="116" y="12028"/>
                  </a:cubicBezTo>
                  <a:cubicBezTo>
                    <a:pt x="0" y="12609"/>
                    <a:pt x="210" y="13075"/>
                    <a:pt x="582" y="13563"/>
                  </a:cubicBezTo>
                  <a:cubicBezTo>
                    <a:pt x="977" y="13959"/>
                    <a:pt x="1466" y="14145"/>
                    <a:pt x="1954" y="14145"/>
                  </a:cubicBezTo>
                  <a:lnTo>
                    <a:pt x="10864" y="14145"/>
                  </a:lnTo>
                  <a:cubicBezTo>
                    <a:pt x="11446" y="14145"/>
                    <a:pt x="11935" y="13959"/>
                    <a:pt x="12330" y="13470"/>
                  </a:cubicBezTo>
                  <a:cubicBezTo>
                    <a:pt x="12702" y="13075"/>
                    <a:pt x="12912" y="12609"/>
                    <a:pt x="12795" y="12028"/>
                  </a:cubicBezTo>
                  <a:cubicBezTo>
                    <a:pt x="12423" y="8631"/>
                    <a:pt x="11935" y="4560"/>
                    <a:pt x="11446" y="582"/>
                  </a:cubicBezTo>
                  <a:cubicBezTo>
                    <a:pt x="11446" y="187"/>
                    <a:pt x="11167" y="1"/>
                    <a:pt x="10771" y="1"/>
                  </a:cubicBezTo>
                  <a:lnTo>
                    <a:pt x="9213" y="1"/>
                  </a:lnTo>
                  <a:cubicBezTo>
                    <a:pt x="8840" y="1"/>
                    <a:pt x="8538" y="280"/>
                    <a:pt x="8538" y="675"/>
                  </a:cubicBezTo>
                  <a:lnTo>
                    <a:pt x="8538" y="2908"/>
                  </a:lnTo>
                  <a:cubicBezTo>
                    <a:pt x="8538" y="3188"/>
                    <a:pt x="8259" y="3490"/>
                    <a:pt x="7863" y="3490"/>
                  </a:cubicBezTo>
                  <a:lnTo>
                    <a:pt x="4955" y="3490"/>
                  </a:lnTo>
                  <a:cubicBezTo>
                    <a:pt x="4560" y="3490"/>
                    <a:pt x="4281" y="3188"/>
                    <a:pt x="4281" y="2908"/>
                  </a:cubicBezTo>
                  <a:lnTo>
                    <a:pt x="4281" y="675"/>
                  </a:lnTo>
                  <a:cubicBezTo>
                    <a:pt x="4281" y="280"/>
                    <a:pt x="4071" y="1"/>
                    <a:pt x="3699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46"/>
            <p:cNvSpPr/>
            <p:nvPr/>
          </p:nvSpPr>
          <p:spPr>
            <a:xfrm>
              <a:off x="3342358" y="3455838"/>
              <a:ext cx="176019" cy="382163"/>
            </a:xfrm>
            <a:custGeom>
              <a:avLst/>
              <a:gdLst/>
              <a:ahLst/>
              <a:cxnLst/>
              <a:rect l="l" t="t" r="r" b="b"/>
              <a:pathLst>
                <a:path w="6515" h="14145" extrusionOk="0">
                  <a:moveTo>
                    <a:pt x="2816" y="1"/>
                  </a:moveTo>
                  <a:cubicBezTo>
                    <a:pt x="2443" y="1"/>
                    <a:pt x="2141" y="280"/>
                    <a:pt x="2141" y="675"/>
                  </a:cubicBezTo>
                  <a:lnTo>
                    <a:pt x="2141" y="2908"/>
                  </a:lnTo>
                  <a:cubicBezTo>
                    <a:pt x="2141" y="3188"/>
                    <a:pt x="1862" y="3490"/>
                    <a:pt x="1466" y="3490"/>
                  </a:cubicBezTo>
                  <a:lnTo>
                    <a:pt x="1" y="3490"/>
                  </a:lnTo>
                  <a:lnTo>
                    <a:pt x="1" y="14145"/>
                  </a:lnTo>
                  <a:lnTo>
                    <a:pt x="4467" y="14145"/>
                  </a:lnTo>
                  <a:cubicBezTo>
                    <a:pt x="4770" y="14145"/>
                    <a:pt x="5049" y="14052"/>
                    <a:pt x="5351" y="13959"/>
                  </a:cubicBezTo>
                  <a:cubicBezTo>
                    <a:pt x="5538" y="13866"/>
                    <a:pt x="5724" y="13656"/>
                    <a:pt x="5933" y="13470"/>
                  </a:cubicBezTo>
                  <a:cubicBezTo>
                    <a:pt x="6305" y="13075"/>
                    <a:pt x="6515" y="12609"/>
                    <a:pt x="6398" y="12028"/>
                  </a:cubicBezTo>
                  <a:cubicBezTo>
                    <a:pt x="6026" y="8631"/>
                    <a:pt x="5538" y="4560"/>
                    <a:pt x="5049" y="582"/>
                  </a:cubicBezTo>
                  <a:cubicBezTo>
                    <a:pt x="5049" y="187"/>
                    <a:pt x="4770" y="1"/>
                    <a:pt x="4374" y="1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46"/>
            <p:cNvSpPr/>
            <p:nvPr/>
          </p:nvSpPr>
          <p:spPr>
            <a:xfrm>
              <a:off x="3314071" y="3604812"/>
              <a:ext cx="81107" cy="81728"/>
            </a:xfrm>
            <a:custGeom>
              <a:avLst/>
              <a:gdLst/>
              <a:ahLst/>
              <a:cxnLst/>
              <a:rect l="l" t="t" r="r" b="b"/>
              <a:pathLst>
                <a:path w="3002" h="3025" extrusionOk="0">
                  <a:moveTo>
                    <a:pt x="1048" y="0"/>
                  </a:moveTo>
                  <a:cubicBezTo>
                    <a:pt x="955" y="0"/>
                    <a:pt x="769" y="116"/>
                    <a:pt x="676" y="209"/>
                  </a:cubicBezTo>
                  <a:lnTo>
                    <a:pt x="94" y="1466"/>
                  </a:lnTo>
                  <a:cubicBezTo>
                    <a:pt x="1" y="1652"/>
                    <a:pt x="94" y="1861"/>
                    <a:pt x="280" y="1954"/>
                  </a:cubicBezTo>
                  <a:cubicBezTo>
                    <a:pt x="357" y="1993"/>
                    <a:pt x="438" y="2015"/>
                    <a:pt x="520" y="2015"/>
                  </a:cubicBezTo>
                  <a:cubicBezTo>
                    <a:pt x="636" y="2015"/>
                    <a:pt x="753" y="1970"/>
                    <a:pt x="862" y="1861"/>
                  </a:cubicBezTo>
                  <a:lnTo>
                    <a:pt x="1048" y="1280"/>
                  </a:lnTo>
                  <a:lnTo>
                    <a:pt x="1536" y="2047"/>
                  </a:lnTo>
                  <a:cubicBezTo>
                    <a:pt x="1350" y="2140"/>
                    <a:pt x="1257" y="2233"/>
                    <a:pt x="1257" y="2443"/>
                  </a:cubicBezTo>
                  <a:cubicBezTo>
                    <a:pt x="1164" y="2629"/>
                    <a:pt x="1350" y="2815"/>
                    <a:pt x="1536" y="2908"/>
                  </a:cubicBezTo>
                  <a:lnTo>
                    <a:pt x="2211" y="3024"/>
                  </a:lnTo>
                  <a:lnTo>
                    <a:pt x="2327" y="3024"/>
                  </a:lnTo>
                  <a:cubicBezTo>
                    <a:pt x="2420" y="3024"/>
                    <a:pt x="2606" y="2908"/>
                    <a:pt x="2699" y="2815"/>
                  </a:cubicBezTo>
                  <a:lnTo>
                    <a:pt x="2909" y="2233"/>
                  </a:lnTo>
                  <a:cubicBezTo>
                    <a:pt x="3002" y="2047"/>
                    <a:pt x="2909" y="1861"/>
                    <a:pt x="2699" y="1745"/>
                  </a:cubicBezTo>
                  <a:cubicBezTo>
                    <a:pt x="2653" y="1698"/>
                    <a:pt x="2583" y="1675"/>
                    <a:pt x="2513" y="1675"/>
                  </a:cubicBezTo>
                  <a:cubicBezTo>
                    <a:pt x="2444" y="1675"/>
                    <a:pt x="2374" y="1698"/>
                    <a:pt x="2327" y="1745"/>
                  </a:cubicBezTo>
                  <a:lnTo>
                    <a:pt x="1443" y="209"/>
                  </a:lnTo>
                  <a:cubicBezTo>
                    <a:pt x="1350" y="0"/>
                    <a:pt x="1257" y="0"/>
                    <a:pt x="1048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46"/>
            <p:cNvSpPr/>
            <p:nvPr/>
          </p:nvSpPr>
          <p:spPr>
            <a:xfrm>
              <a:off x="3263791" y="3672329"/>
              <a:ext cx="68543" cy="87104"/>
            </a:xfrm>
            <a:custGeom>
              <a:avLst/>
              <a:gdLst/>
              <a:ahLst/>
              <a:cxnLst/>
              <a:rect l="l" t="t" r="r" b="b"/>
              <a:pathLst>
                <a:path w="2537" h="3224" extrusionOk="0">
                  <a:moveTo>
                    <a:pt x="1798" y="0"/>
                  </a:moveTo>
                  <a:cubicBezTo>
                    <a:pt x="1756" y="0"/>
                    <a:pt x="1709" y="12"/>
                    <a:pt x="1652" y="37"/>
                  </a:cubicBezTo>
                  <a:lnTo>
                    <a:pt x="978" y="130"/>
                  </a:lnTo>
                  <a:cubicBezTo>
                    <a:pt x="792" y="130"/>
                    <a:pt x="582" y="316"/>
                    <a:pt x="582" y="525"/>
                  </a:cubicBezTo>
                  <a:cubicBezTo>
                    <a:pt x="582" y="711"/>
                    <a:pt x="699" y="898"/>
                    <a:pt x="885" y="898"/>
                  </a:cubicBezTo>
                  <a:lnTo>
                    <a:pt x="117" y="2642"/>
                  </a:lnTo>
                  <a:cubicBezTo>
                    <a:pt x="1" y="2852"/>
                    <a:pt x="1" y="3038"/>
                    <a:pt x="210" y="3131"/>
                  </a:cubicBezTo>
                  <a:cubicBezTo>
                    <a:pt x="210" y="3224"/>
                    <a:pt x="303" y="3224"/>
                    <a:pt x="396" y="3224"/>
                  </a:cubicBezTo>
                  <a:lnTo>
                    <a:pt x="2048" y="3224"/>
                  </a:lnTo>
                  <a:cubicBezTo>
                    <a:pt x="2234" y="3224"/>
                    <a:pt x="2327" y="3131"/>
                    <a:pt x="2443" y="2945"/>
                  </a:cubicBezTo>
                  <a:cubicBezTo>
                    <a:pt x="2537" y="2642"/>
                    <a:pt x="2234" y="2456"/>
                    <a:pt x="2048" y="2456"/>
                  </a:cubicBezTo>
                  <a:lnTo>
                    <a:pt x="1071" y="2456"/>
                  </a:lnTo>
                  <a:lnTo>
                    <a:pt x="1652" y="1293"/>
                  </a:lnTo>
                  <a:cubicBezTo>
                    <a:pt x="1746" y="1386"/>
                    <a:pt x="1862" y="1386"/>
                    <a:pt x="1955" y="1386"/>
                  </a:cubicBezTo>
                  <a:lnTo>
                    <a:pt x="2048" y="1386"/>
                  </a:lnTo>
                  <a:cubicBezTo>
                    <a:pt x="2327" y="1293"/>
                    <a:pt x="2443" y="991"/>
                    <a:pt x="2327" y="804"/>
                  </a:cubicBezTo>
                  <a:lnTo>
                    <a:pt x="2048" y="223"/>
                  </a:lnTo>
                  <a:cubicBezTo>
                    <a:pt x="1980" y="87"/>
                    <a:pt x="1912" y="0"/>
                    <a:pt x="1798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46"/>
            <p:cNvSpPr/>
            <p:nvPr/>
          </p:nvSpPr>
          <p:spPr>
            <a:xfrm>
              <a:off x="3348032" y="3698104"/>
              <a:ext cx="76081" cy="74541"/>
            </a:xfrm>
            <a:custGeom>
              <a:avLst/>
              <a:gdLst/>
              <a:ahLst/>
              <a:cxnLst/>
              <a:rect l="l" t="t" r="r" b="b"/>
              <a:pathLst>
                <a:path w="2816" h="2759" extrusionOk="0">
                  <a:moveTo>
                    <a:pt x="1602" y="1"/>
                  </a:moveTo>
                  <a:cubicBezTo>
                    <a:pt x="1551" y="1"/>
                    <a:pt x="1498" y="12"/>
                    <a:pt x="1442" y="37"/>
                  </a:cubicBezTo>
                  <a:cubicBezTo>
                    <a:pt x="1163" y="153"/>
                    <a:pt x="1070" y="339"/>
                    <a:pt x="1256" y="618"/>
                  </a:cubicBezTo>
                  <a:lnTo>
                    <a:pt x="1652" y="1502"/>
                  </a:lnTo>
                  <a:lnTo>
                    <a:pt x="1163" y="1502"/>
                  </a:lnTo>
                  <a:cubicBezTo>
                    <a:pt x="1163" y="1316"/>
                    <a:pt x="1070" y="1107"/>
                    <a:pt x="861" y="1014"/>
                  </a:cubicBezTo>
                  <a:cubicBezTo>
                    <a:pt x="811" y="989"/>
                    <a:pt x="761" y="977"/>
                    <a:pt x="713" y="977"/>
                  </a:cubicBezTo>
                  <a:cubicBezTo>
                    <a:pt x="580" y="977"/>
                    <a:pt x="457" y="1064"/>
                    <a:pt x="372" y="1200"/>
                  </a:cubicBezTo>
                  <a:lnTo>
                    <a:pt x="0" y="1781"/>
                  </a:lnTo>
                  <a:cubicBezTo>
                    <a:pt x="0" y="1991"/>
                    <a:pt x="0" y="2177"/>
                    <a:pt x="93" y="2270"/>
                  </a:cubicBezTo>
                  <a:lnTo>
                    <a:pt x="582" y="2665"/>
                  </a:lnTo>
                  <a:cubicBezTo>
                    <a:pt x="675" y="2758"/>
                    <a:pt x="768" y="2758"/>
                    <a:pt x="861" y="2758"/>
                  </a:cubicBezTo>
                  <a:cubicBezTo>
                    <a:pt x="954" y="2758"/>
                    <a:pt x="1070" y="2758"/>
                    <a:pt x="1163" y="2665"/>
                  </a:cubicBezTo>
                  <a:cubicBezTo>
                    <a:pt x="1256" y="2572"/>
                    <a:pt x="1256" y="2363"/>
                    <a:pt x="1256" y="2270"/>
                  </a:cubicBezTo>
                  <a:lnTo>
                    <a:pt x="2326" y="2270"/>
                  </a:lnTo>
                  <a:cubicBezTo>
                    <a:pt x="2513" y="2270"/>
                    <a:pt x="2606" y="2177"/>
                    <a:pt x="2699" y="2084"/>
                  </a:cubicBezTo>
                  <a:cubicBezTo>
                    <a:pt x="2815" y="1991"/>
                    <a:pt x="2815" y="1781"/>
                    <a:pt x="2699" y="1688"/>
                  </a:cubicBezTo>
                  <a:lnTo>
                    <a:pt x="1931" y="246"/>
                  </a:lnTo>
                  <a:cubicBezTo>
                    <a:pt x="1862" y="92"/>
                    <a:pt x="1743" y="1"/>
                    <a:pt x="1602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46"/>
            <p:cNvSpPr/>
            <p:nvPr/>
          </p:nvSpPr>
          <p:spPr>
            <a:xfrm>
              <a:off x="3342358" y="3604812"/>
              <a:ext cx="52819" cy="81728"/>
            </a:xfrm>
            <a:custGeom>
              <a:avLst/>
              <a:gdLst/>
              <a:ahLst/>
              <a:cxnLst/>
              <a:rect l="l" t="t" r="r" b="b"/>
              <a:pathLst>
                <a:path w="1955" h="3025" extrusionOk="0">
                  <a:moveTo>
                    <a:pt x="1" y="0"/>
                  </a:moveTo>
                  <a:lnTo>
                    <a:pt x="1" y="1280"/>
                  </a:lnTo>
                  <a:lnTo>
                    <a:pt x="489" y="2047"/>
                  </a:lnTo>
                  <a:cubicBezTo>
                    <a:pt x="303" y="2140"/>
                    <a:pt x="210" y="2233"/>
                    <a:pt x="210" y="2443"/>
                  </a:cubicBezTo>
                  <a:cubicBezTo>
                    <a:pt x="117" y="2629"/>
                    <a:pt x="303" y="2815"/>
                    <a:pt x="489" y="2908"/>
                  </a:cubicBezTo>
                  <a:lnTo>
                    <a:pt x="1164" y="3024"/>
                  </a:lnTo>
                  <a:lnTo>
                    <a:pt x="1280" y="3024"/>
                  </a:lnTo>
                  <a:cubicBezTo>
                    <a:pt x="1373" y="3024"/>
                    <a:pt x="1559" y="2908"/>
                    <a:pt x="1652" y="2815"/>
                  </a:cubicBezTo>
                  <a:lnTo>
                    <a:pt x="1862" y="2443"/>
                  </a:lnTo>
                  <a:cubicBezTo>
                    <a:pt x="1955" y="2233"/>
                    <a:pt x="1862" y="1861"/>
                    <a:pt x="1652" y="1745"/>
                  </a:cubicBezTo>
                  <a:cubicBezTo>
                    <a:pt x="1606" y="1698"/>
                    <a:pt x="1536" y="1675"/>
                    <a:pt x="1466" y="1675"/>
                  </a:cubicBezTo>
                  <a:cubicBezTo>
                    <a:pt x="1397" y="1675"/>
                    <a:pt x="1327" y="1698"/>
                    <a:pt x="1280" y="1745"/>
                  </a:cubicBezTo>
                  <a:lnTo>
                    <a:pt x="396" y="209"/>
                  </a:lnTo>
                  <a:cubicBezTo>
                    <a:pt x="303" y="0"/>
                    <a:pt x="210" y="0"/>
                    <a:pt x="1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955F7C9C-E7FE-BA3D-579D-6075E97B4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3340"/>
            <a:ext cx="9144000" cy="388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961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5" name="Google Shape;2825;p40"/>
          <p:cNvSpPr/>
          <p:nvPr/>
        </p:nvSpPr>
        <p:spPr>
          <a:xfrm>
            <a:off x="6715600" y="739628"/>
            <a:ext cx="3611700" cy="44178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6" name="Google Shape;2826;p40"/>
          <p:cNvSpPr txBox="1">
            <a:spLocks noGrp="1"/>
          </p:cNvSpPr>
          <p:nvPr>
            <p:ph type="title"/>
          </p:nvPr>
        </p:nvSpPr>
        <p:spPr>
          <a:xfrm>
            <a:off x="720000" y="1709125"/>
            <a:ext cx="4098000" cy="16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Base de donnees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7" name="Google Shape;2827;p40"/>
          <p:cNvSpPr txBox="1">
            <a:spLocks noGrp="1"/>
          </p:cNvSpPr>
          <p:nvPr>
            <p:ph type="title" idx="2"/>
          </p:nvPr>
        </p:nvSpPr>
        <p:spPr>
          <a:xfrm>
            <a:off x="719999" y="867325"/>
            <a:ext cx="2427237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d.</a:t>
            </a:r>
            <a:endParaRPr dirty="0"/>
          </a:p>
        </p:txBody>
      </p:sp>
      <p:sp>
        <p:nvSpPr>
          <p:cNvPr id="2828" name="Google Shape;2828;p40"/>
          <p:cNvSpPr txBox="1">
            <a:spLocks noGrp="1"/>
          </p:cNvSpPr>
          <p:nvPr>
            <p:ph type="subTitle" idx="1"/>
          </p:nvPr>
        </p:nvSpPr>
        <p:spPr>
          <a:xfrm>
            <a:off x="720000" y="3357625"/>
            <a:ext cx="2690400" cy="6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Modeles SQLAlchemy, Relations, Serialisation</a:t>
            </a:r>
            <a:endParaRPr/>
          </a:p>
        </p:txBody>
      </p:sp>
      <p:grpSp>
        <p:nvGrpSpPr>
          <p:cNvPr id="2829" name="Google Shape;2829;p40"/>
          <p:cNvGrpSpPr/>
          <p:nvPr/>
        </p:nvGrpSpPr>
        <p:grpSpPr>
          <a:xfrm>
            <a:off x="4815809" y="1231579"/>
            <a:ext cx="3760350" cy="2993849"/>
            <a:chOff x="4570602" y="770013"/>
            <a:chExt cx="4251385" cy="3384793"/>
          </a:xfrm>
        </p:grpSpPr>
        <p:sp>
          <p:nvSpPr>
            <p:cNvPr id="2830" name="Google Shape;2830;p40"/>
            <p:cNvSpPr/>
            <p:nvPr/>
          </p:nvSpPr>
          <p:spPr>
            <a:xfrm>
              <a:off x="6729050" y="3130136"/>
              <a:ext cx="1375116" cy="1024669"/>
            </a:xfrm>
            <a:custGeom>
              <a:avLst/>
              <a:gdLst/>
              <a:ahLst/>
              <a:cxnLst/>
              <a:rect l="l" t="t" r="r" b="b"/>
              <a:pathLst>
                <a:path w="18199" h="13561" extrusionOk="0">
                  <a:moveTo>
                    <a:pt x="0" y="1"/>
                  </a:moveTo>
                  <a:lnTo>
                    <a:pt x="0" y="13554"/>
                  </a:lnTo>
                  <a:cubicBezTo>
                    <a:pt x="52" y="13554"/>
                    <a:pt x="104" y="13561"/>
                    <a:pt x="148" y="13561"/>
                  </a:cubicBezTo>
                  <a:cubicBezTo>
                    <a:pt x="5640" y="13561"/>
                    <a:pt x="10582" y="11219"/>
                    <a:pt x="14035" y="7484"/>
                  </a:cubicBezTo>
                  <a:lnTo>
                    <a:pt x="14042" y="7484"/>
                  </a:lnTo>
                  <a:cubicBezTo>
                    <a:pt x="14050" y="7470"/>
                    <a:pt x="14064" y="7456"/>
                    <a:pt x="14071" y="7440"/>
                  </a:cubicBezTo>
                  <a:cubicBezTo>
                    <a:pt x="14108" y="7404"/>
                    <a:pt x="14138" y="7374"/>
                    <a:pt x="14169" y="7337"/>
                  </a:cubicBezTo>
                  <a:lnTo>
                    <a:pt x="14160" y="7337"/>
                  </a:lnTo>
                  <a:cubicBezTo>
                    <a:pt x="16013" y="5254"/>
                    <a:pt x="17414" y="2757"/>
                    <a:pt x="18198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40"/>
            <p:cNvSpPr/>
            <p:nvPr/>
          </p:nvSpPr>
          <p:spPr>
            <a:xfrm>
              <a:off x="5381966" y="3130136"/>
              <a:ext cx="1347688" cy="1024140"/>
            </a:xfrm>
            <a:custGeom>
              <a:avLst/>
              <a:gdLst/>
              <a:ahLst/>
              <a:cxnLst/>
              <a:rect l="l" t="t" r="r" b="b"/>
              <a:pathLst>
                <a:path w="17836" h="13554" extrusionOk="0">
                  <a:moveTo>
                    <a:pt x="0" y="1"/>
                  </a:moveTo>
                  <a:cubicBezTo>
                    <a:pt x="801" y="2816"/>
                    <a:pt x="2245" y="5366"/>
                    <a:pt x="4165" y="7484"/>
                  </a:cubicBezTo>
                  <a:lnTo>
                    <a:pt x="4172" y="7484"/>
                  </a:lnTo>
                  <a:cubicBezTo>
                    <a:pt x="7580" y="11167"/>
                    <a:pt x="12435" y="13495"/>
                    <a:pt x="17836" y="13554"/>
                  </a:cubicBezTo>
                  <a:lnTo>
                    <a:pt x="17836" y="1"/>
                  </a:ln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40"/>
            <p:cNvSpPr/>
            <p:nvPr/>
          </p:nvSpPr>
          <p:spPr>
            <a:xfrm>
              <a:off x="5198280" y="2452665"/>
              <a:ext cx="34153" cy="21459"/>
            </a:xfrm>
            <a:custGeom>
              <a:avLst/>
              <a:gdLst/>
              <a:ahLst/>
              <a:cxnLst/>
              <a:rect l="l" t="t" r="r" b="b"/>
              <a:pathLst>
                <a:path w="452" h="284" extrusionOk="0">
                  <a:moveTo>
                    <a:pt x="0" y="0"/>
                  </a:moveTo>
                  <a:lnTo>
                    <a:pt x="0" y="0"/>
                  </a:lnTo>
                  <a:cubicBezTo>
                    <a:pt x="164" y="61"/>
                    <a:pt x="297" y="157"/>
                    <a:pt x="416" y="283"/>
                  </a:cubicBezTo>
                  <a:lnTo>
                    <a:pt x="452" y="232"/>
                  </a:lnTo>
                  <a:cubicBezTo>
                    <a:pt x="319" y="120"/>
                    <a:pt x="171" y="38"/>
                    <a:pt x="0" y="0"/>
                  </a:cubicBezTo>
                  <a:close/>
                </a:path>
              </a:pathLst>
            </a:custGeom>
            <a:solidFill>
              <a:srgbClr val="959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33" name="Google Shape;2833;p40"/>
            <p:cNvGrpSpPr/>
            <p:nvPr/>
          </p:nvGrpSpPr>
          <p:grpSpPr>
            <a:xfrm>
              <a:off x="4570602" y="2237589"/>
              <a:ext cx="690475" cy="300836"/>
              <a:chOff x="4570602" y="2237589"/>
              <a:chExt cx="690475" cy="300836"/>
            </a:xfrm>
          </p:grpSpPr>
          <p:sp>
            <p:nvSpPr>
              <p:cNvPr id="2834" name="Google Shape;2834;p40"/>
              <p:cNvSpPr/>
              <p:nvPr/>
            </p:nvSpPr>
            <p:spPr>
              <a:xfrm>
                <a:off x="4570602" y="2237589"/>
                <a:ext cx="690475" cy="300836"/>
              </a:xfrm>
              <a:custGeom>
                <a:avLst/>
                <a:gdLst/>
                <a:ahLst/>
                <a:cxnLst/>
                <a:rect l="l" t="t" r="r" b="b"/>
                <a:pathLst>
                  <a:path w="6789" h="2958" extrusionOk="0">
                    <a:moveTo>
                      <a:pt x="3232" y="0"/>
                    </a:moveTo>
                    <a:cubicBezTo>
                      <a:pt x="2690" y="0"/>
                      <a:pt x="2239" y="391"/>
                      <a:pt x="2135" y="906"/>
                    </a:cubicBezTo>
                    <a:cubicBezTo>
                      <a:pt x="2097" y="899"/>
                      <a:pt x="2062" y="899"/>
                      <a:pt x="2017" y="890"/>
                    </a:cubicBezTo>
                    <a:cubicBezTo>
                      <a:pt x="1550" y="890"/>
                      <a:pt x="1157" y="1261"/>
                      <a:pt x="1135" y="1727"/>
                    </a:cubicBezTo>
                    <a:cubicBezTo>
                      <a:pt x="586" y="1868"/>
                      <a:pt x="150" y="2305"/>
                      <a:pt x="1" y="2855"/>
                    </a:cubicBezTo>
                    <a:lnTo>
                      <a:pt x="6789" y="2958"/>
                    </a:lnTo>
                    <a:cubicBezTo>
                      <a:pt x="6625" y="2268"/>
                      <a:pt x="6241" y="1743"/>
                      <a:pt x="5499" y="1734"/>
                    </a:cubicBezTo>
                    <a:lnTo>
                      <a:pt x="5432" y="1734"/>
                    </a:lnTo>
                    <a:cubicBezTo>
                      <a:pt x="5441" y="1210"/>
                      <a:pt x="5025" y="772"/>
                      <a:pt x="4498" y="765"/>
                    </a:cubicBezTo>
                    <a:cubicBezTo>
                      <a:pt x="4425" y="765"/>
                      <a:pt x="4358" y="772"/>
                      <a:pt x="4292" y="787"/>
                    </a:cubicBezTo>
                    <a:cubicBezTo>
                      <a:pt x="4159" y="335"/>
                      <a:pt x="3742" y="9"/>
                      <a:pt x="3246" y="1"/>
                    </a:cubicBezTo>
                    <a:cubicBezTo>
                      <a:pt x="3241" y="1"/>
                      <a:pt x="3237" y="0"/>
                      <a:pt x="3232" y="0"/>
                    </a:cubicBezTo>
                    <a:close/>
                  </a:path>
                </a:pathLst>
              </a:custGeom>
              <a:solidFill>
                <a:srgbClr val="A1E1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40"/>
              <p:cNvSpPr/>
              <p:nvPr/>
            </p:nvSpPr>
            <p:spPr>
              <a:xfrm>
                <a:off x="4789267" y="2330342"/>
                <a:ext cx="76075" cy="152452"/>
              </a:xfrm>
              <a:custGeom>
                <a:avLst/>
                <a:gdLst/>
                <a:ahLst/>
                <a:cxnLst/>
                <a:rect l="l" t="t" r="r" b="b"/>
                <a:pathLst>
                  <a:path w="748" h="1499" extrusionOk="0">
                    <a:moveTo>
                      <a:pt x="1" y="1"/>
                    </a:moveTo>
                    <a:cubicBezTo>
                      <a:pt x="1" y="1"/>
                      <a:pt x="593" y="193"/>
                      <a:pt x="563" y="750"/>
                    </a:cubicBezTo>
                    <a:cubicBezTo>
                      <a:pt x="534" y="1365"/>
                      <a:pt x="1" y="1498"/>
                      <a:pt x="1" y="1498"/>
                    </a:cubicBezTo>
                    <a:cubicBezTo>
                      <a:pt x="415" y="1498"/>
                      <a:pt x="748" y="1164"/>
                      <a:pt x="748" y="750"/>
                    </a:cubicBezTo>
                    <a:cubicBezTo>
                      <a:pt x="748" y="333"/>
                      <a:pt x="415" y="1"/>
                      <a:pt x="1" y="1"/>
                    </a:cubicBezTo>
                    <a:close/>
                  </a:path>
                </a:pathLst>
              </a:custGeom>
              <a:solidFill>
                <a:srgbClr val="CBEF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40"/>
              <p:cNvSpPr/>
              <p:nvPr/>
            </p:nvSpPr>
            <p:spPr>
              <a:xfrm>
                <a:off x="5037122" y="2419331"/>
                <a:ext cx="181849" cy="110856"/>
              </a:xfrm>
              <a:custGeom>
                <a:avLst/>
                <a:gdLst/>
                <a:ahLst/>
                <a:cxnLst/>
                <a:rect l="l" t="t" r="r" b="b"/>
                <a:pathLst>
                  <a:path w="1788" h="1090" extrusionOk="0">
                    <a:moveTo>
                      <a:pt x="1105" y="1"/>
                    </a:moveTo>
                    <a:cubicBezTo>
                      <a:pt x="505" y="1"/>
                      <a:pt x="16" y="481"/>
                      <a:pt x="0" y="1089"/>
                    </a:cubicBezTo>
                    <a:cubicBezTo>
                      <a:pt x="0" y="1089"/>
                      <a:pt x="283" y="214"/>
                      <a:pt x="1046" y="214"/>
                    </a:cubicBezTo>
                    <a:lnTo>
                      <a:pt x="1121" y="214"/>
                    </a:lnTo>
                    <a:cubicBezTo>
                      <a:pt x="1364" y="237"/>
                      <a:pt x="1565" y="312"/>
                      <a:pt x="1713" y="415"/>
                    </a:cubicBezTo>
                    <a:lnTo>
                      <a:pt x="1787" y="319"/>
                    </a:lnTo>
                    <a:cubicBezTo>
                      <a:pt x="1668" y="193"/>
                      <a:pt x="1535" y="97"/>
                      <a:pt x="1371" y="36"/>
                    </a:cubicBezTo>
                    <a:cubicBezTo>
                      <a:pt x="1298" y="15"/>
                      <a:pt x="1209" y="1"/>
                      <a:pt x="1121" y="1"/>
                    </a:cubicBezTo>
                    <a:close/>
                  </a:path>
                </a:pathLst>
              </a:custGeom>
              <a:solidFill>
                <a:srgbClr val="CBEF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37" name="Google Shape;2837;p40"/>
            <p:cNvSpPr/>
            <p:nvPr/>
          </p:nvSpPr>
          <p:spPr>
            <a:xfrm>
              <a:off x="5516525" y="1327946"/>
              <a:ext cx="814774" cy="354600"/>
            </a:xfrm>
            <a:custGeom>
              <a:avLst/>
              <a:gdLst/>
              <a:ahLst/>
              <a:cxnLst/>
              <a:rect l="l" t="t" r="r" b="b"/>
              <a:pathLst>
                <a:path w="8568" h="3729" extrusionOk="0">
                  <a:moveTo>
                    <a:pt x="4485" y="1"/>
                  </a:moveTo>
                  <a:cubicBezTo>
                    <a:pt x="4480" y="1"/>
                    <a:pt x="4475" y="1"/>
                    <a:pt x="4470" y="1"/>
                  </a:cubicBezTo>
                  <a:cubicBezTo>
                    <a:pt x="3848" y="17"/>
                    <a:pt x="3328" y="424"/>
                    <a:pt x="3150" y="995"/>
                  </a:cubicBezTo>
                  <a:cubicBezTo>
                    <a:pt x="3069" y="972"/>
                    <a:pt x="2987" y="965"/>
                    <a:pt x="2898" y="965"/>
                  </a:cubicBezTo>
                  <a:cubicBezTo>
                    <a:pt x="2231" y="979"/>
                    <a:pt x="1706" y="1521"/>
                    <a:pt x="1714" y="2188"/>
                  </a:cubicBezTo>
                  <a:lnTo>
                    <a:pt x="1632" y="2188"/>
                  </a:lnTo>
                  <a:cubicBezTo>
                    <a:pt x="698" y="2202"/>
                    <a:pt x="209" y="2862"/>
                    <a:pt x="1" y="3728"/>
                  </a:cubicBezTo>
                  <a:lnTo>
                    <a:pt x="8567" y="3602"/>
                  </a:lnTo>
                  <a:cubicBezTo>
                    <a:pt x="8382" y="2907"/>
                    <a:pt x="7826" y="2357"/>
                    <a:pt x="7130" y="2179"/>
                  </a:cubicBezTo>
                  <a:cubicBezTo>
                    <a:pt x="7108" y="1592"/>
                    <a:pt x="6626" y="1128"/>
                    <a:pt x="6033" y="1128"/>
                  </a:cubicBezTo>
                  <a:cubicBezTo>
                    <a:pt x="6028" y="1128"/>
                    <a:pt x="6024" y="1128"/>
                    <a:pt x="6019" y="1128"/>
                  </a:cubicBezTo>
                  <a:cubicBezTo>
                    <a:pt x="5975" y="1128"/>
                    <a:pt x="5921" y="1135"/>
                    <a:pt x="5877" y="1143"/>
                  </a:cubicBezTo>
                  <a:cubicBezTo>
                    <a:pt x="5744" y="488"/>
                    <a:pt x="5174" y="1"/>
                    <a:pt x="4485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40"/>
            <p:cNvSpPr/>
            <p:nvPr/>
          </p:nvSpPr>
          <p:spPr>
            <a:xfrm>
              <a:off x="5983828" y="1437873"/>
              <a:ext cx="89579" cy="179249"/>
            </a:xfrm>
            <a:custGeom>
              <a:avLst/>
              <a:gdLst/>
              <a:ahLst/>
              <a:cxnLst/>
              <a:rect l="l" t="t" r="r" b="b"/>
              <a:pathLst>
                <a:path w="942" h="1885" extrusionOk="0">
                  <a:moveTo>
                    <a:pt x="941" y="1"/>
                  </a:moveTo>
                  <a:cubicBezTo>
                    <a:pt x="422" y="1"/>
                    <a:pt x="1" y="424"/>
                    <a:pt x="1" y="943"/>
                  </a:cubicBezTo>
                  <a:cubicBezTo>
                    <a:pt x="1" y="1461"/>
                    <a:pt x="422" y="1884"/>
                    <a:pt x="941" y="1884"/>
                  </a:cubicBezTo>
                  <a:cubicBezTo>
                    <a:pt x="941" y="1884"/>
                    <a:pt x="274" y="1713"/>
                    <a:pt x="230" y="943"/>
                  </a:cubicBezTo>
                  <a:cubicBezTo>
                    <a:pt x="193" y="246"/>
                    <a:pt x="941" y="1"/>
                    <a:pt x="941" y="1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40"/>
            <p:cNvSpPr/>
            <p:nvPr/>
          </p:nvSpPr>
          <p:spPr>
            <a:xfrm>
              <a:off x="5526511" y="1542950"/>
              <a:ext cx="254474" cy="129801"/>
            </a:xfrm>
            <a:custGeom>
              <a:avLst/>
              <a:gdLst/>
              <a:ahLst/>
              <a:cxnLst/>
              <a:rect l="l" t="t" r="r" b="b"/>
              <a:pathLst>
                <a:path w="2676" h="1365" extrusionOk="0">
                  <a:moveTo>
                    <a:pt x="1260" y="0"/>
                  </a:moveTo>
                  <a:cubicBezTo>
                    <a:pt x="1148" y="0"/>
                    <a:pt x="1045" y="16"/>
                    <a:pt x="942" y="38"/>
                  </a:cubicBezTo>
                  <a:cubicBezTo>
                    <a:pt x="481" y="222"/>
                    <a:pt x="186" y="616"/>
                    <a:pt x="1" y="1119"/>
                  </a:cubicBezTo>
                  <a:cubicBezTo>
                    <a:pt x="163" y="800"/>
                    <a:pt x="518" y="319"/>
                    <a:pt x="1267" y="267"/>
                  </a:cubicBezTo>
                  <a:lnTo>
                    <a:pt x="1356" y="267"/>
                  </a:lnTo>
                  <a:cubicBezTo>
                    <a:pt x="2320" y="267"/>
                    <a:pt x="2676" y="1364"/>
                    <a:pt x="2676" y="1364"/>
                  </a:cubicBezTo>
                  <a:cubicBezTo>
                    <a:pt x="2660" y="608"/>
                    <a:pt x="2037" y="0"/>
                    <a:pt x="1281" y="0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40"/>
            <p:cNvSpPr/>
            <p:nvPr/>
          </p:nvSpPr>
          <p:spPr>
            <a:xfrm>
              <a:off x="6729579" y="3391121"/>
              <a:ext cx="413313" cy="43749"/>
            </a:xfrm>
            <a:custGeom>
              <a:avLst/>
              <a:gdLst/>
              <a:ahLst/>
              <a:cxnLst/>
              <a:rect l="l" t="t" r="r" b="b"/>
              <a:pathLst>
                <a:path w="5470" h="579" extrusionOk="0">
                  <a:moveTo>
                    <a:pt x="794" y="1"/>
                  </a:moveTo>
                  <a:lnTo>
                    <a:pt x="779" y="22"/>
                  </a:lnTo>
                  <a:cubicBezTo>
                    <a:pt x="534" y="296"/>
                    <a:pt x="274" y="459"/>
                    <a:pt x="8" y="511"/>
                  </a:cubicBezTo>
                  <a:lnTo>
                    <a:pt x="1" y="511"/>
                  </a:lnTo>
                  <a:lnTo>
                    <a:pt x="1" y="534"/>
                  </a:lnTo>
                  <a:lnTo>
                    <a:pt x="1" y="562"/>
                  </a:lnTo>
                  <a:lnTo>
                    <a:pt x="15" y="555"/>
                  </a:lnTo>
                  <a:cubicBezTo>
                    <a:pt x="290" y="504"/>
                    <a:pt x="548" y="349"/>
                    <a:pt x="794" y="82"/>
                  </a:cubicBezTo>
                  <a:cubicBezTo>
                    <a:pt x="1046" y="385"/>
                    <a:pt x="1402" y="571"/>
                    <a:pt x="1749" y="578"/>
                  </a:cubicBezTo>
                  <a:cubicBezTo>
                    <a:pt x="2193" y="578"/>
                    <a:pt x="2542" y="274"/>
                    <a:pt x="2713" y="73"/>
                  </a:cubicBezTo>
                  <a:cubicBezTo>
                    <a:pt x="2972" y="385"/>
                    <a:pt x="3328" y="571"/>
                    <a:pt x="3676" y="571"/>
                  </a:cubicBezTo>
                  <a:lnTo>
                    <a:pt x="3684" y="571"/>
                  </a:lnTo>
                  <a:cubicBezTo>
                    <a:pt x="4009" y="571"/>
                    <a:pt x="4350" y="394"/>
                    <a:pt x="4639" y="82"/>
                  </a:cubicBezTo>
                  <a:cubicBezTo>
                    <a:pt x="4898" y="356"/>
                    <a:pt x="5165" y="511"/>
                    <a:pt x="5448" y="555"/>
                  </a:cubicBezTo>
                  <a:lnTo>
                    <a:pt x="5462" y="562"/>
                  </a:lnTo>
                  <a:lnTo>
                    <a:pt x="5469" y="511"/>
                  </a:lnTo>
                  <a:lnTo>
                    <a:pt x="5455" y="511"/>
                  </a:lnTo>
                  <a:cubicBezTo>
                    <a:pt x="5181" y="459"/>
                    <a:pt x="4914" y="305"/>
                    <a:pt x="4662" y="22"/>
                  </a:cubicBezTo>
                  <a:lnTo>
                    <a:pt x="4639" y="8"/>
                  </a:lnTo>
                  <a:lnTo>
                    <a:pt x="4624" y="22"/>
                  </a:lnTo>
                  <a:cubicBezTo>
                    <a:pt x="4454" y="207"/>
                    <a:pt x="4114" y="518"/>
                    <a:pt x="3676" y="518"/>
                  </a:cubicBezTo>
                  <a:cubicBezTo>
                    <a:pt x="3335" y="518"/>
                    <a:pt x="2986" y="333"/>
                    <a:pt x="2736" y="22"/>
                  </a:cubicBezTo>
                  <a:lnTo>
                    <a:pt x="2713" y="1"/>
                  </a:lnTo>
                  <a:lnTo>
                    <a:pt x="2698" y="22"/>
                  </a:lnTo>
                  <a:cubicBezTo>
                    <a:pt x="2528" y="207"/>
                    <a:pt x="2186" y="527"/>
                    <a:pt x="1749" y="527"/>
                  </a:cubicBezTo>
                  <a:cubicBezTo>
                    <a:pt x="1409" y="527"/>
                    <a:pt x="1060" y="333"/>
                    <a:pt x="815" y="22"/>
                  </a:cubicBezTo>
                  <a:lnTo>
                    <a:pt x="794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40"/>
            <p:cNvSpPr/>
            <p:nvPr/>
          </p:nvSpPr>
          <p:spPr>
            <a:xfrm>
              <a:off x="6729579" y="3429656"/>
              <a:ext cx="76" cy="4005"/>
            </a:xfrm>
            <a:custGeom>
              <a:avLst/>
              <a:gdLst/>
              <a:ahLst/>
              <a:cxnLst/>
              <a:rect l="l" t="t" r="r" b="b"/>
              <a:pathLst>
                <a:path w="1" h="53" extrusionOk="0">
                  <a:moveTo>
                    <a:pt x="1" y="24"/>
                  </a:moveTo>
                  <a:lnTo>
                    <a:pt x="1" y="38"/>
                  </a:lnTo>
                  <a:lnTo>
                    <a:pt x="1" y="52"/>
                  </a:lnTo>
                  <a:lnTo>
                    <a:pt x="1" y="52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40"/>
            <p:cNvSpPr/>
            <p:nvPr/>
          </p:nvSpPr>
          <p:spPr>
            <a:xfrm>
              <a:off x="6729579" y="3410086"/>
              <a:ext cx="413313" cy="43749"/>
            </a:xfrm>
            <a:custGeom>
              <a:avLst/>
              <a:gdLst/>
              <a:ahLst/>
              <a:cxnLst/>
              <a:rect l="l" t="t" r="r" b="b"/>
              <a:pathLst>
                <a:path w="5470" h="579" extrusionOk="0">
                  <a:moveTo>
                    <a:pt x="794" y="0"/>
                  </a:moveTo>
                  <a:lnTo>
                    <a:pt x="779" y="23"/>
                  </a:lnTo>
                  <a:cubicBezTo>
                    <a:pt x="534" y="297"/>
                    <a:pt x="274" y="461"/>
                    <a:pt x="8" y="512"/>
                  </a:cubicBezTo>
                  <a:lnTo>
                    <a:pt x="1" y="512"/>
                  </a:lnTo>
                  <a:lnTo>
                    <a:pt x="1" y="534"/>
                  </a:lnTo>
                  <a:lnTo>
                    <a:pt x="1" y="564"/>
                  </a:lnTo>
                  <a:lnTo>
                    <a:pt x="15" y="564"/>
                  </a:lnTo>
                  <a:cubicBezTo>
                    <a:pt x="290" y="512"/>
                    <a:pt x="548" y="349"/>
                    <a:pt x="794" y="82"/>
                  </a:cubicBezTo>
                  <a:cubicBezTo>
                    <a:pt x="1046" y="393"/>
                    <a:pt x="1402" y="578"/>
                    <a:pt x="1749" y="578"/>
                  </a:cubicBezTo>
                  <a:cubicBezTo>
                    <a:pt x="2193" y="578"/>
                    <a:pt x="2542" y="276"/>
                    <a:pt x="2713" y="82"/>
                  </a:cubicBezTo>
                  <a:cubicBezTo>
                    <a:pt x="2972" y="393"/>
                    <a:pt x="3328" y="578"/>
                    <a:pt x="3676" y="578"/>
                  </a:cubicBezTo>
                  <a:lnTo>
                    <a:pt x="3684" y="578"/>
                  </a:lnTo>
                  <a:cubicBezTo>
                    <a:pt x="4009" y="571"/>
                    <a:pt x="4350" y="400"/>
                    <a:pt x="4639" y="82"/>
                  </a:cubicBezTo>
                  <a:cubicBezTo>
                    <a:pt x="4898" y="356"/>
                    <a:pt x="5165" y="520"/>
                    <a:pt x="5448" y="564"/>
                  </a:cubicBezTo>
                  <a:lnTo>
                    <a:pt x="5462" y="564"/>
                  </a:lnTo>
                  <a:lnTo>
                    <a:pt x="5469" y="512"/>
                  </a:lnTo>
                  <a:lnTo>
                    <a:pt x="5455" y="512"/>
                  </a:lnTo>
                  <a:cubicBezTo>
                    <a:pt x="5181" y="468"/>
                    <a:pt x="4914" y="304"/>
                    <a:pt x="4662" y="30"/>
                  </a:cubicBezTo>
                  <a:lnTo>
                    <a:pt x="4639" y="9"/>
                  </a:lnTo>
                  <a:lnTo>
                    <a:pt x="4624" y="30"/>
                  </a:lnTo>
                  <a:cubicBezTo>
                    <a:pt x="4454" y="215"/>
                    <a:pt x="4114" y="520"/>
                    <a:pt x="3676" y="527"/>
                  </a:cubicBezTo>
                  <a:cubicBezTo>
                    <a:pt x="3335" y="527"/>
                    <a:pt x="2986" y="342"/>
                    <a:pt x="2736" y="30"/>
                  </a:cubicBezTo>
                  <a:lnTo>
                    <a:pt x="2713" y="0"/>
                  </a:lnTo>
                  <a:lnTo>
                    <a:pt x="2698" y="23"/>
                  </a:lnTo>
                  <a:cubicBezTo>
                    <a:pt x="2528" y="215"/>
                    <a:pt x="2186" y="527"/>
                    <a:pt x="1749" y="527"/>
                  </a:cubicBezTo>
                  <a:cubicBezTo>
                    <a:pt x="1409" y="527"/>
                    <a:pt x="1060" y="342"/>
                    <a:pt x="815" y="30"/>
                  </a:cubicBezTo>
                  <a:lnTo>
                    <a:pt x="794" y="0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40"/>
            <p:cNvSpPr/>
            <p:nvPr/>
          </p:nvSpPr>
          <p:spPr>
            <a:xfrm>
              <a:off x="6729579" y="3448773"/>
              <a:ext cx="76" cy="3929"/>
            </a:xfrm>
            <a:custGeom>
              <a:avLst/>
              <a:gdLst/>
              <a:ahLst/>
              <a:cxnLst/>
              <a:rect l="l" t="t" r="r" b="b"/>
              <a:pathLst>
                <a:path w="1" h="52" extrusionOk="0">
                  <a:moveTo>
                    <a:pt x="1" y="22"/>
                  </a:moveTo>
                  <a:lnTo>
                    <a:pt x="1" y="45"/>
                  </a:lnTo>
                  <a:lnTo>
                    <a:pt x="1" y="52"/>
                  </a:lnTo>
                  <a:lnTo>
                    <a:pt x="1" y="52"/>
                  </a:lnTo>
                  <a:close/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40"/>
            <p:cNvSpPr/>
            <p:nvPr/>
          </p:nvSpPr>
          <p:spPr>
            <a:xfrm>
              <a:off x="6730108" y="3429656"/>
              <a:ext cx="416109" cy="43749"/>
            </a:xfrm>
            <a:custGeom>
              <a:avLst/>
              <a:gdLst/>
              <a:ahLst/>
              <a:cxnLst/>
              <a:rect l="l" t="t" r="r" b="b"/>
              <a:pathLst>
                <a:path w="5507" h="579" extrusionOk="0">
                  <a:moveTo>
                    <a:pt x="787" y="1"/>
                  </a:moveTo>
                  <a:lnTo>
                    <a:pt x="772" y="24"/>
                  </a:lnTo>
                  <a:cubicBezTo>
                    <a:pt x="527" y="298"/>
                    <a:pt x="267" y="462"/>
                    <a:pt x="1" y="513"/>
                  </a:cubicBezTo>
                  <a:lnTo>
                    <a:pt x="24" y="513"/>
                  </a:lnTo>
                  <a:lnTo>
                    <a:pt x="38" y="520"/>
                  </a:lnTo>
                  <a:lnTo>
                    <a:pt x="38" y="558"/>
                  </a:lnTo>
                  <a:cubicBezTo>
                    <a:pt x="298" y="497"/>
                    <a:pt x="550" y="342"/>
                    <a:pt x="787" y="83"/>
                  </a:cubicBezTo>
                  <a:cubicBezTo>
                    <a:pt x="1039" y="394"/>
                    <a:pt x="1395" y="579"/>
                    <a:pt x="1742" y="579"/>
                  </a:cubicBezTo>
                  <a:cubicBezTo>
                    <a:pt x="2186" y="579"/>
                    <a:pt x="2535" y="275"/>
                    <a:pt x="2706" y="83"/>
                  </a:cubicBezTo>
                  <a:cubicBezTo>
                    <a:pt x="2965" y="387"/>
                    <a:pt x="3321" y="572"/>
                    <a:pt x="3669" y="572"/>
                  </a:cubicBezTo>
                  <a:lnTo>
                    <a:pt x="3677" y="572"/>
                  </a:lnTo>
                  <a:cubicBezTo>
                    <a:pt x="4002" y="572"/>
                    <a:pt x="4343" y="394"/>
                    <a:pt x="4632" y="83"/>
                  </a:cubicBezTo>
                  <a:cubicBezTo>
                    <a:pt x="4907" y="373"/>
                    <a:pt x="5188" y="534"/>
                    <a:pt x="5485" y="565"/>
                  </a:cubicBezTo>
                  <a:lnTo>
                    <a:pt x="5499" y="572"/>
                  </a:lnTo>
                  <a:lnTo>
                    <a:pt x="5507" y="520"/>
                  </a:lnTo>
                  <a:lnTo>
                    <a:pt x="5485" y="513"/>
                  </a:lnTo>
                  <a:cubicBezTo>
                    <a:pt x="5202" y="483"/>
                    <a:pt x="4921" y="319"/>
                    <a:pt x="4655" y="24"/>
                  </a:cubicBezTo>
                  <a:lnTo>
                    <a:pt x="4632" y="8"/>
                  </a:lnTo>
                  <a:lnTo>
                    <a:pt x="4617" y="31"/>
                  </a:lnTo>
                  <a:cubicBezTo>
                    <a:pt x="4447" y="209"/>
                    <a:pt x="4107" y="520"/>
                    <a:pt x="3669" y="520"/>
                  </a:cubicBezTo>
                  <a:cubicBezTo>
                    <a:pt x="3328" y="520"/>
                    <a:pt x="2979" y="335"/>
                    <a:pt x="2729" y="24"/>
                  </a:cubicBezTo>
                  <a:lnTo>
                    <a:pt x="2706" y="1"/>
                  </a:lnTo>
                  <a:lnTo>
                    <a:pt x="2691" y="24"/>
                  </a:lnTo>
                  <a:cubicBezTo>
                    <a:pt x="2521" y="209"/>
                    <a:pt x="2179" y="527"/>
                    <a:pt x="1742" y="527"/>
                  </a:cubicBezTo>
                  <a:cubicBezTo>
                    <a:pt x="1402" y="527"/>
                    <a:pt x="1053" y="335"/>
                    <a:pt x="808" y="24"/>
                  </a:cubicBezTo>
                  <a:lnTo>
                    <a:pt x="787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40"/>
            <p:cNvSpPr/>
            <p:nvPr/>
          </p:nvSpPr>
          <p:spPr>
            <a:xfrm>
              <a:off x="6729579" y="3468419"/>
              <a:ext cx="76" cy="3929"/>
            </a:xfrm>
            <a:custGeom>
              <a:avLst/>
              <a:gdLst/>
              <a:ahLst/>
              <a:cxnLst/>
              <a:rect l="l" t="t" r="r" b="b"/>
              <a:pathLst>
                <a:path w="1" h="52" extrusionOk="0">
                  <a:moveTo>
                    <a:pt x="1" y="52"/>
                  </a:moveTo>
                  <a:lnTo>
                    <a:pt x="1" y="52"/>
                  </a:lnTo>
                  <a:lnTo>
                    <a:pt x="1" y="52"/>
                  </a:lnTo>
                  <a:lnTo>
                    <a:pt x="1" y="52"/>
                  </a:lnTo>
                  <a:lnTo>
                    <a:pt x="1" y="52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40"/>
            <p:cNvSpPr/>
            <p:nvPr/>
          </p:nvSpPr>
          <p:spPr>
            <a:xfrm>
              <a:off x="7073981" y="3741568"/>
              <a:ext cx="414371" cy="43749"/>
            </a:xfrm>
            <a:custGeom>
              <a:avLst/>
              <a:gdLst/>
              <a:ahLst/>
              <a:cxnLst/>
              <a:rect l="l" t="t" r="r" b="b"/>
              <a:pathLst>
                <a:path w="5484" h="579" extrusionOk="0">
                  <a:moveTo>
                    <a:pt x="808" y="0"/>
                  </a:moveTo>
                  <a:lnTo>
                    <a:pt x="785" y="24"/>
                  </a:lnTo>
                  <a:cubicBezTo>
                    <a:pt x="548" y="297"/>
                    <a:pt x="289" y="459"/>
                    <a:pt x="22" y="513"/>
                  </a:cubicBezTo>
                  <a:lnTo>
                    <a:pt x="1" y="520"/>
                  </a:lnTo>
                  <a:lnTo>
                    <a:pt x="15" y="564"/>
                  </a:lnTo>
                  <a:lnTo>
                    <a:pt x="29" y="564"/>
                  </a:lnTo>
                  <a:cubicBezTo>
                    <a:pt x="303" y="513"/>
                    <a:pt x="562" y="349"/>
                    <a:pt x="808" y="82"/>
                  </a:cubicBezTo>
                  <a:cubicBezTo>
                    <a:pt x="1059" y="394"/>
                    <a:pt x="1414" y="578"/>
                    <a:pt x="1763" y="578"/>
                  </a:cubicBezTo>
                  <a:cubicBezTo>
                    <a:pt x="2207" y="578"/>
                    <a:pt x="2549" y="274"/>
                    <a:pt x="2727" y="82"/>
                  </a:cubicBezTo>
                  <a:cubicBezTo>
                    <a:pt x="2986" y="394"/>
                    <a:pt x="3342" y="578"/>
                    <a:pt x="3691" y="578"/>
                  </a:cubicBezTo>
                  <a:lnTo>
                    <a:pt x="3698" y="578"/>
                  </a:lnTo>
                  <a:cubicBezTo>
                    <a:pt x="4023" y="571"/>
                    <a:pt x="4365" y="401"/>
                    <a:pt x="4653" y="82"/>
                  </a:cubicBezTo>
                  <a:cubicBezTo>
                    <a:pt x="4912" y="356"/>
                    <a:pt x="5179" y="520"/>
                    <a:pt x="5453" y="564"/>
                  </a:cubicBezTo>
                  <a:lnTo>
                    <a:pt x="5476" y="564"/>
                  </a:lnTo>
                  <a:lnTo>
                    <a:pt x="5483" y="513"/>
                  </a:lnTo>
                  <a:lnTo>
                    <a:pt x="5460" y="513"/>
                  </a:lnTo>
                  <a:cubicBezTo>
                    <a:pt x="5193" y="468"/>
                    <a:pt x="4927" y="305"/>
                    <a:pt x="4669" y="31"/>
                  </a:cubicBezTo>
                  <a:lnTo>
                    <a:pt x="4653" y="8"/>
                  </a:lnTo>
                  <a:lnTo>
                    <a:pt x="4631" y="31"/>
                  </a:lnTo>
                  <a:cubicBezTo>
                    <a:pt x="4468" y="216"/>
                    <a:pt x="4126" y="520"/>
                    <a:pt x="3691" y="527"/>
                  </a:cubicBezTo>
                  <a:cubicBezTo>
                    <a:pt x="3349" y="527"/>
                    <a:pt x="2994" y="342"/>
                    <a:pt x="2748" y="24"/>
                  </a:cubicBezTo>
                  <a:lnTo>
                    <a:pt x="2727" y="0"/>
                  </a:lnTo>
                  <a:lnTo>
                    <a:pt x="2704" y="24"/>
                  </a:lnTo>
                  <a:cubicBezTo>
                    <a:pt x="2542" y="216"/>
                    <a:pt x="2200" y="527"/>
                    <a:pt x="1763" y="527"/>
                  </a:cubicBezTo>
                  <a:cubicBezTo>
                    <a:pt x="1423" y="527"/>
                    <a:pt x="1075" y="342"/>
                    <a:pt x="829" y="31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40"/>
            <p:cNvSpPr/>
            <p:nvPr/>
          </p:nvSpPr>
          <p:spPr>
            <a:xfrm>
              <a:off x="7073981" y="3761214"/>
              <a:ext cx="414371" cy="43749"/>
            </a:xfrm>
            <a:custGeom>
              <a:avLst/>
              <a:gdLst/>
              <a:ahLst/>
              <a:cxnLst/>
              <a:rect l="l" t="t" r="r" b="b"/>
              <a:pathLst>
                <a:path w="5484" h="579" extrusionOk="0">
                  <a:moveTo>
                    <a:pt x="808" y="0"/>
                  </a:moveTo>
                  <a:lnTo>
                    <a:pt x="785" y="21"/>
                  </a:lnTo>
                  <a:cubicBezTo>
                    <a:pt x="548" y="297"/>
                    <a:pt x="289" y="459"/>
                    <a:pt x="22" y="511"/>
                  </a:cubicBezTo>
                  <a:lnTo>
                    <a:pt x="1" y="511"/>
                  </a:lnTo>
                  <a:lnTo>
                    <a:pt x="15" y="564"/>
                  </a:lnTo>
                  <a:lnTo>
                    <a:pt x="29" y="555"/>
                  </a:lnTo>
                  <a:cubicBezTo>
                    <a:pt x="303" y="503"/>
                    <a:pt x="562" y="349"/>
                    <a:pt x="808" y="82"/>
                  </a:cubicBezTo>
                  <a:cubicBezTo>
                    <a:pt x="1059" y="386"/>
                    <a:pt x="1414" y="578"/>
                    <a:pt x="1763" y="578"/>
                  </a:cubicBezTo>
                  <a:cubicBezTo>
                    <a:pt x="2207" y="578"/>
                    <a:pt x="2549" y="274"/>
                    <a:pt x="2727" y="82"/>
                  </a:cubicBezTo>
                  <a:cubicBezTo>
                    <a:pt x="2986" y="386"/>
                    <a:pt x="3342" y="571"/>
                    <a:pt x="3691" y="571"/>
                  </a:cubicBezTo>
                  <a:lnTo>
                    <a:pt x="3698" y="571"/>
                  </a:lnTo>
                  <a:cubicBezTo>
                    <a:pt x="4023" y="571"/>
                    <a:pt x="4365" y="393"/>
                    <a:pt x="4653" y="82"/>
                  </a:cubicBezTo>
                  <a:cubicBezTo>
                    <a:pt x="4912" y="356"/>
                    <a:pt x="5179" y="511"/>
                    <a:pt x="5453" y="555"/>
                  </a:cubicBezTo>
                  <a:lnTo>
                    <a:pt x="5476" y="564"/>
                  </a:lnTo>
                  <a:lnTo>
                    <a:pt x="5483" y="511"/>
                  </a:lnTo>
                  <a:lnTo>
                    <a:pt x="5460" y="511"/>
                  </a:lnTo>
                  <a:cubicBezTo>
                    <a:pt x="5193" y="466"/>
                    <a:pt x="4927" y="304"/>
                    <a:pt x="4669" y="21"/>
                  </a:cubicBezTo>
                  <a:lnTo>
                    <a:pt x="4653" y="7"/>
                  </a:lnTo>
                  <a:lnTo>
                    <a:pt x="4631" y="21"/>
                  </a:lnTo>
                  <a:cubicBezTo>
                    <a:pt x="4468" y="208"/>
                    <a:pt x="4126" y="519"/>
                    <a:pt x="3691" y="519"/>
                  </a:cubicBezTo>
                  <a:cubicBezTo>
                    <a:pt x="3349" y="519"/>
                    <a:pt x="2994" y="333"/>
                    <a:pt x="2748" y="21"/>
                  </a:cubicBezTo>
                  <a:lnTo>
                    <a:pt x="2727" y="0"/>
                  </a:lnTo>
                  <a:lnTo>
                    <a:pt x="2704" y="21"/>
                  </a:lnTo>
                  <a:cubicBezTo>
                    <a:pt x="2542" y="208"/>
                    <a:pt x="2200" y="527"/>
                    <a:pt x="1763" y="527"/>
                  </a:cubicBezTo>
                  <a:cubicBezTo>
                    <a:pt x="1423" y="527"/>
                    <a:pt x="1075" y="333"/>
                    <a:pt x="829" y="21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40"/>
            <p:cNvSpPr/>
            <p:nvPr/>
          </p:nvSpPr>
          <p:spPr>
            <a:xfrm>
              <a:off x="7073981" y="3780255"/>
              <a:ext cx="417167" cy="43749"/>
            </a:xfrm>
            <a:custGeom>
              <a:avLst/>
              <a:gdLst/>
              <a:ahLst/>
              <a:cxnLst/>
              <a:rect l="l" t="t" r="r" b="b"/>
              <a:pathLst>
                <a:path w="5521" h="579" extrusionOk="0">
                  <a:moveTo>
                    <a:pt x="808" y="1"/>
                  </a:moveTo>
                  <a:lnTo>
                    <a:pt x="785" y="22"/>
                  </a:lnTo>
                  <a:cubicBezTo>
                    <a:pt x="548" y="296"/>
                    <a:pt x="289" y="459"/>
                    <a:pt x="22" y="511"/>
                  </a:cubicBezTo>
                  <a:lnTo>
                    <a:pt x="1" y="518"/>
                  </a:lnTo>
                  <a:lnTo>
                    <a:pt x="15" y="563"/>
                  </a:lnTo>
                  <a:lnTo>
                    <a:pt x="29" y="563"/>
                  </a:lnTo>
                  <a:cubicBezTo>
                    <a:pt x="303" y="511"/>
                    <a:pt x="562" y="347"/>
                    <a:pt x="808" y="81"/>
                  </a:cubicBezTo>
                  <a:cubicBezTo>
                    <a:pt x="1059" y="392"/>
                    <a:pt x="1414" y="579"/>
                    <a:pt x="1763" y="579"/>
                  </a:cubicBezTo>
                  <a:cubicBezTo>
                    <a:pt x="2207" y="579"/>
                    <a:pt x="2549" y="275"/>
                    <a:pt x="2727" y="81"/>
                  </a:cubicBezTo>
                  <a:cubicBezTo>
                    <a:pt x="2986" y="392"/>
                    <a:pt x="3342" y="579"/>
                    <a:pt x="3691" y="579"/>
                  </a:cubicBezTo>
                  <a:lnTo>
                    <a:pt x="3698" y="579"/>
                  </a:lnTo>
                  <a:cubicBezTo>
                    <a:pt x="4023" y="579"/>
                    <a:pt x="4365" y="401"/>
                    <a:pt x="4653" y="81"/>
                  </a:cubicBezTo>
                  <a:cubicBezTo>
                    <a:pt x="4919" y="371"/>
                    <a:pt x="5209" y="534"/>
                    <a:pt x="5497" y="570"/>
                  </a:cubicBezTo>
                  <a:lnTo>
                    <a:pt x="5521" y="570"/>
                  </a:lnTo>
                  <a:lnTo>
                    <a:pt x="5521" y="518"/>
                  </a:lnTo>
                  <a:lnTo>
                    <a:pt x="5505" y="518"/>
                  </a:lnTo>
                  <a:cubicBezTo>
                    <a:pt x="5224" y="481"/>
                    <a:pt x="4943" y="319"/>
                    <a:pt x="4669" y="29"/>
                  </a:cubicBezTo>
                  <a:lnTo>
                    <a:pt x="4653" y="8"/>
                  </a:lnTo>
                  <a:lnTo>
                    <a:pt x="4631" y="29"/>
                  </a:lnTo>
                  <a:cubicBezTo>
                    <a:pt x="4468" y="214"/>
                    <a:pt x="4126" y="525"/>
                    <a:pt x="3691" y="525"/>
                  </a:cubicBezTo>
                  <a:cubicBezTo>
                    <a:pt x="3349" y="525"/>
                    <a:pt x="2994" y="340"/>
                    <a:pt x="2748" y="29"/>
                  </a:cubicBezTo>
                  <a:lnTo>
                    <a:pt x="2727" y="1"/>
                  </a:lnTo>
                  <a:lnTo>
                    <a:pt x="2704" y="22"/>
                  </a:lnTo>
                  <a:cubicBezTo>
                    <a:pt x="2542" y="214"/>
                    <a:pt x="2200" y="525"/>
                    <a:pt x="1763" y="525"/>
                  </a:cubicBezTo>
                  <a:cubicBezTo>
                    <a:pt x="1423" y="525"/>
                    <a:pt x="1075" y="340"/>
                    <a:pt x="829" y="29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40"/>
            <p:cNvSpPr/>
            <p:nvPr/>
          </p:nvSpPr>
          <p:spPr>
            <a:xfrm>
              <a:off x="6315812" y="3391121"/>
              <a:ext cx="413842" cy="43749"/>
            </a:xfrm>
            <a:custGeom>
              <a:avLst/>
              <a:gdLst/>
              <a:ahLst/>
              <a:cxnLst/>
              <a:rect l="l" t="t" r="r" b="b"/>
              <a:pathLst>
                <a:path w="5477" h="579" extrusionOk="0">
                  <a:moveTo>
                    <a:pt x="808" y="1"/>
                  </a:moveTo>
                  <a:lnTo>
                    <a:pt x="787" y="22"/>
                  </a:lnTo>
                  <a:cubicBezTo>
                    <a:pt x="549" y="296"/>
                    <a:pt x="289" y="459"/>
                    <a:pt x="15" y="511"/>
                  </a:cubicBezTo>
                  <a:lnTo>
                    <a:pt x="1" y="511"/>
                  </a:lnTo>
                  <a:lnTo>
                    <a:pt x="8" y="562"/>
                  </a:lnTo>
                  <a:lnTo>
                    <a:pt x="31" y="555"/>
                  </a:lnTo>
                  <a:cubicBezTo>
                    <a:pt x="305" y="504"/>
                    <a:pt x="565" y="349"/>
                    <a:pt x="801" y="82"/>
                  </a:cubicBezTo>
                  <a:cubicBezTo>
                    <a:pt x="1061" y="385"/>
                    <a:pt x="1417" y="571"/>
                    <a:pt x="1756" y="578"/>
                  </a:cubicBezTo>
                  <a:lnTo>
                    <a:pt x="1765" y="578"/>
                  </a:lnTo>
                  <a:cubicBezTo>
                    <a:pt x="2201" y="578"/>
                    <a:pt x="2549" y="274"/>
                    <a:pt x="2727" y="73"/>
                  </a:cubicBezTo>
                  <a:cubicBezTo>
                    <a:pt x="2980" y="385"/>
                    <a:pt x="3343" y="571"/>
                    <a:pt x="3691" y="571"/>
                  </a:cubicBezTo>
                  <a:cubicBezTo>
                    <a:pt x="4024" y="571"/>
                    <a:pt x="4358" y="394"/>
                    <a:pt x="4655" y="82"/>
                  </a:cubicBezTo>
                  <a:cubicBezTo>
                    <a:pt x="4906" y="356"/>
                    <a:pt x="5180" y="511"/>
                    <a:pt x="5455" y="555"/>
                  </a:cubicBezTo>
                  <a:lnTo>
                    <a:pt x="5469" y="562"/>
                  </a:lnTo>
                  <a:lnTo>
                    <a:pt x="5477" y="548"/>
                  </a:lnTo>
                  <a:lnTo>
                    <a:pt x="5469" y="511"/>
                  </a:lnTo>
                  <a:lnTo>
                    <a:pt x="5462" y="511"/>
                  </a:lnTo>
                  <a:cubicBezTo>
                    <a:pt x="5188" y="459"/>
                    <a:pt x="4922" y="305"/>
                    <a:pt x="4669" y="22"/>
                  </a:cubicBezTo>
                  <a:lnTo>
                    <a:pt x="4646" y="8"/>
                  </a:lnTo>
                  <a:lnTo>
                    <a:pt x="4632" y="22"/>
                  </a:lnTo>
                  <a:cubicBezTo>
                    <a:pt x="4468" y="207"/>
                    <a:pt x="4129" y="518"/>
                    <a:pt x="3691" y="518"/>
                  </a:cubicBezTo>
                  <a:cubicBezTo>
                    <a:pt x="3350" y="518"/>
                    <a:pt x="2994" y="333"/>
                    <a:pt x="2743" y="22"/>
                  </a:cubicBezTo>
                  <a:lnTo>
                    <a:pt x="2727" y="1"/>
                  </a:lnTo>
                  <a:lnTo>
                    <a:pt x="2706" y="22"/>
                  </a:lnTo>
                  <a:cubicBezTo>
                    <a:pt x="2542" y="207"/>
                    <a:pt x="2201" y="527"/>
                    <a:pt x="1765" y="527"/>
                  </a:cubicBezTo>
                  <a:lnTo>
                    <a:pt x="1756" y="527"/>
                  </a:lnTo>
                  <a:cubicBezTo>
                    <a:pt x="1424" y="527"/>
                    <a:pt x="1068" y="333"/>
                    <a:pt x="823" y="22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40"/>
            <p:cNvSpPr/>
            <p:nvPr/>
          </p:nvSpPr>
          <p:spPr>
            <a:xfrm>
              <a:off x="6729579" y="3429656"/>
              <a:ext cx="76" cy="1889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1" y="1"/>
                  </a:moveTo>
                  <a:lnTo>
                    <a:pt x="1" y="24"/>
                  </a:lnTo>
                  <a:close/>
                </a:path>
              </a:pathLst>
            </a:custGeom>
            <a:solidFill>
              <a:srgbClr val="E5E6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40"/>
            <p:cNvSpPr/>
            <p:nvPr/>
          </p:nvSpPr>
          <p:spPr>
            <a:xfrm>
              <a:off x="6729050" y="3429656"/>
              <a:ext cx="604" cy="2947"/>
            </a:xfrm>
            <a:custGeom>
              <a:avLst/>
              <a:gdLst/>
              <a:ahLst/>
              <a:cxnLst/>
              <a:rect l="l" t="t" r="r" b="b"/>
              <a:pathLst>
                <a:path w="8" h="39" extrusionOk="0">
                  <a:moveTo>
                    <a:pt x="0" y="1"/>
                  </a:moveTo>
                  <a:lnTo>
                    <a:pt x="8" y="38"/>
                  </a:lnTo>
                  <a:lnTo>
                    <a:pt x="8" y="24"/>
                  </a:lnTo>
                  <a:lnTo>
                    <a:pt x="8" y="1"/>
                  </a:lnTo>
                  <a:close/>
                </a:path>
              </a:pathLst>
            </a:custGeom>
            <a:solidFill>
              <a:srgbClr val="E2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40"/>
            <p:cNvSpPr/>
            <p:nvPr/>
          </p:nvSpPr>
          <p:spPr>
            <a:xfrm>
              <a:off x="6315812" y="3410086"/>
              <a:ext cx="413842" cy="43749"/>
            </a:xfrm>
            <a:custGeom>
              <a:avLst/>
              <a:gdLst/>
              <a:ahLst/>
              <a:cxnLst/>
              <a:rect l="l" t="t" r="r" b="b"/>
              <a:pathLst>
                <a:path w="5477" h="579" extrusionOk="0">
                  <a:moveTo>
                    <a:pt x="808" y="0"/>
                  </a:moveTo>
                  <a:lnTo>
                    <a:pt x="787" y="23"/>
                  </a:lnTo>
                  <a:cubicBezTo>
                    <a:pt x="549" y="297"/>
                    <a:pt x="289" y="461"/>
                    <a:pt x="15" y="512"/>
                  </a:cubicBezTo>
                  <a:lnTo>
                    <a:pt x="1" y="520"/>
                  </a:lnTo>
                  <a:lnTo>
                    <a:pt x="8" y="564"/>
                  </a:lnTo>
                  <a:lnTo>
                    <a:pt x="31" y="564"/>
                  </a:lnTo>
                  <a:cubicBezTo>
                    <a:pt x="305" y="512"/>
                    <a:pt x="565" y="349"/>
                    <a:pt x="801" y="82"/>
                  </a:cubicBezTo>
                  <a:cubicBezTo>
                    <a:pt x="1061" y="393"/>
                    <a:pt x="1417" y="578"/>
                    <a:pt x="1756" y="578"/>
                  </a:cubicBezTo>
                  <a:lnTo>
                    <a:pt x="1765" y="578"/>
                  </a:lnTo>
                  <a:cubicBezTo>
                    <a:pt x="2201" y="578"/>
                    <a:pt x="2549" y="276"/>
                    <a:pt x="2727" y="82"/>
                  </a:cubicBezTo>
                  <a:cubicBezTo>
                    <a:pt x="2980" y="393"/>
                    <a:pt x="3343" y="578"/>
                    <a:pt x="3691" y="578"/>
                  </a:cubicBezTo>
                  <a:cubicBezTo>
                    <a:pt x="4024" y="571"/>
                    <a:pt x="4358" y="400"/>
                    <a:pt x="4655" y="82"/>
                  </a:cubicBezTo>
                  <a:cubicBezTo>
                    <a:pt x="4906" y="356"/>
                    <a:pt x="5180" y="520"/>
                    <a:pt x="5455" y="564"/>
                  </a:cubicBezTo>
                  <a:lnTo>
                    <a:pt x="5469" y="564"/>
                  </a:lnTo>
                  <a:lnTo>
                    <a:pt x="5477" y="557"/>
                  </a:lnTo>
                  <a:lnTo>
                    <a:pt x="5469" y="520"/>
                  </a:lnTo>
                  <a:lnTo>
                    <a:pt x="5477" y="512"/>
                  </a:lnTo>
                  <a:lnTo>
                    <a:pt x="5462" y="512"/>
                  </a:lnTo>
                  <a:cubicBezTo>
                    <a:pt x="5188" y="468"/>
                    <a:pt x="4922" y="304"/>
                    <a:pt x="4669" y="30"/>
                  </a:cubicBezTo>
                  <a:lnTo>
                    <a:pt x="4646" y="9"/>
                  </a:lnTo>
                  <a:lnTo>
                    <a:pt x="4632" y="30"/>
                  </a:lnTo>
                  <a:cubicBezTo>
                    <a:pt x="4468" y="215"/>
                    <a:pt x="4129" y="520"/>
                    <a:pt x="3691" y="527"/>
                  </a:cubicBezTo>
                  <a:cubicBezTo>
                    <a:pt x="3350" y="527"/>
                    <a:pt x="2994" y="342"/>
                    <a:pt x="2743" y="30"/>
                  </a:cubicBezTo>
                  <a:lnTo>
                    <a:pt x="2727" y="0"/>
                  </a:lnTo>
                  <a:lnTo>
                    <a:pt x="2706" y="23"/>
                  </a:lnTo>
                  <a:cubicBezTo>
                    <a:pt x="2542" y="215"/>
                    <a:pt x="2201" y="527"/>
                    <a:pt x="1765" y="527"/>
                  </a:cubicBezTo>
                  <a:lnTo>
                    <a:pt x="1756" y="527"/>
                  </a:lnTo>
                  <a:cubicBezTo>
                    <a:pt x="1424" y="527"/>
                    <a:pt x="1068" y="342"/>
                    <a:pt x="823" y="30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40"/>
            <p:cNvSpPr/>
            <p:nvPr/>
          </p:nvSpPr>
          <p:spPr>
            <a:xfrm>
              <a:off x="6729579" y="3448773"/>
              <a:ext cx="76" cy="1662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1" y="0"/>
                  </a:moveTo>
                  <a:lnTo>
                    <a:pt x="1" y="22"/>
                  </a:lnTo>
                  <a:close/>
                </a:path>
              </a:pathLst>
            </a:custGeom>
            <a:solidFill>
              <a:srgbClr val="E5E6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40"/>
            <p:cNvSpPr/>
            <p:nvPr/>
          </p:nvSpPr>
          <p:spPr>
            <a:xfrm>
              <a:off x="6729050" y="3448773"/>
              <a:ext cx="604" cy="3400"/>
            </a:xfrm>
            <a:custGeom>
              <a:avLst/>
              <a:gdLst/>
              <a:ahLst/>
              <a:cxnLst/>
              <a:rect l="l" t="t" r="r" b="b"/>
              <a:pathLst>
                <a:path w="8" h="45" extrusionOk="0">
                  <a:moveTo>
                    <a:pt x="8" y="0"/>
                  </a:moveTo>
                  <a:lnTo>
                    <a:pt x="0" y="8"/>
                  </a:lnTo>
                  <a:lnTo>
                    <a:pt x="8" y="45"/>
                  </a:lnTo>
                  <a:lnTo>
                    <a:pt x="8" y="22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2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40"/>
            <p:cNvSpPr/>
            <p:nvPr/>
          </p:nvSpPr>
          <p:spPr>
            <a:xfrm>
              <a:off x="6729579" y="3471743"/>
              <a:ext cx="3476" cy="1133"/>
            </a:xfrm>
            <a:custGeom>
              <a:avLst/>
              <a:gdLst/>
              <a:ahLst/>
              <a:cxnLst/>
              <a:rect l="l" t="t" r="r" b="b"/>
              <a:pathLst>
                <a:path w="46" h="15" extrusionOk="0">
                  <a:moveTo>
                    <a:pt x="15" y="1"/>
                  </a:moveTo>
                  <a:lnTo>
                    <a:pt x="1" y="8"/>
                  </a:lnTo>
                  <a:lnTo>
                    <a:pt x="24" y="8"/>
                  </a:lnTo>
                  <a:lnTo>
                    <a:pt x="38" y="15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40"/>
            <p:cNvSpPr/>
            <p:nvPr/>
          </p:nvSpPr>
          <p:spPr>
            <a:xfrm>
              <a:off x="6315812" y="3429656"/>
              <a:ext cx="413842" cy="43749"/>
            </a:xfrm>
            <a:custGeom>
              <a:avLst/>
              <a:gdLst/>
              <a:ahLst/>
              <a:cxnLst/>
              <a:rect l="l" t="t" r="r" b="b"/>
              <a:pathLst>
                <a:path w="5477" h="579" extrusionOk="0">
                  <a:moveTo>
                    <a:pt x="808" y="1"/>
                  </a:moveTo>
                  <a:lnTo>
                    <a:pt x="787" y="24"/>
                  </a:lnTo>
                  <a:cubicBezTo>
                    <a:pt x="549" y="298"/>
                    <a:pt x="289" y="462"/>
                    <a:pt x="15" y="513"/>
                  </a:cubicBezTo>
                  <a:lnTo>
                    <a:pt x="1" y="513"/>
                  </a:lnTo>
                  <a:lnTo>
                    <a:pt x="8" y="565"/>
                  </a:lnTo>
                  <a:lnTo>
                    <a:pt x="31" y="558"/>
                  </a:lnTo>
                  <a:cubicBezTo>
                    <a:pt x="305" y="506"/>
                    <a:pt x="565" y="349"/>
                    <a:pt x="801" y="83"/>
                  </a:cubicBezTo>
                  <a:cubicBezTo>
                    <a:pt x="1061" y="394"/>
                    <a:pt x="1417" y="579"/>
                    <a:pt x="1756" y="579"/>
                  </a:cubicBezTo>
                  <a:lnTo>
                    <a:pt x="1765" y="579"/>
                  </a:lnTo>
                  <a:cubicBezTo>
                    <a:pt x="2201" y="579"/>
                    <a:pt x="2549" y="275"/>
                    <a:pt x="2727" y="83"/>
                  </a:cubicBezTo>
                  <a:cubicBezTo>
                    <a:pt x="2980" y="387"/>
                    <a:pt x="3343" y="572"/>
                    <a:pt x="3691" y="572"/>
                  </a:cubicBezTo>
                  <a:cubicBezTo>
                    <a:pt x="4024" y="572"/>
                    <a:pt x="4358" y="394"/>
                    <a:pt x="4655" y="83"/>
                  </a:cubicBezTo>
                  <a:cubicBezTo>
                    <a:pt x="4913" y="364"/>
                    <a:pt x="5196" y="520"/>
                    <a:pt x="5477" y="565"/>
                  </a:cubicBezTo>
                  <a:lnTo>
                    <a:pt x="5469" y="513"/>
                  </a:lnTo>
                  <a:lnTo>
                    <a:pt x="5477" y="513"/>
                  </a:lnTo>
                  <a:cubicBezTo>
                    <a:pt x="5203" y="469"/>
                    <a:pt x="4929" y="305"/>
                    <a:pt x="4669" y="24"/>
                  </a:cubicBezTo>
                  <a:lnTo>
                    <a:pt x="4646" y="8"/>
                  </a:lnTo>
                  <a:lnTo>
                    <a:pt x="4632" y="31"/>
                  </a:lnTo>
                  <a:cubicBezTo>
                    <a:pt x="4468" y="209"/>
                    <a:pt x="4129" y="520"/>
                    <a:pt x="3691" y="520"/>
                  </a:cubicBezTo>
                  <a:cubicBezTo>
                    <a:pt x="3350" y="520"/>
                    <a:pt x="2994" y="335"/>
                    <a:pt x="2743" y="24"/>
                  </a:cubicBezTo>
                  <a:lnTo>
                    <a:pt x="2727" y="1"/>
                  </a:lnTo>
                  <a:lnTo>
                    <a:pt x="2706" y="24"/>
                  </a:lnTo>
                  <a:cubicBezTo>
                    <a:pt x="2542" y="209"/>
                    <a:pt x="2201" y="527"/>
                    <a:pt x="1765" y="527"/>
                  </a:cubicBezTo>
                  <a:lnTo>
                    <a:pt x="1756" y="527"/>
                  </a:lnTo>
                  <a:cubicBezTo>
                    <a:pt x="1424" y="527"/>
                    <a:pt x="1068" y="335"/>
                    <a:pt x="823" y="24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40"/>
            <p:cNvSpPr/>
            <p:nvPr/>
          </p:nvSpPr>
          <p:spPr>
            <a:xfrm>
              <a:off x="6729579" y="3468419"/>
              <a:ext cx="3476" cy="3929"/>
            </a:xfrm>
            <a:custGeom>
              <a:avLst/>
              <a:gdLst/>
              <a:ahLst/>
              <a:cxnLst/>
              <a:rect l="l" t="t" r="r" b="b"/>
              <a:pathLst>
                <a:path w="46" h="52" extrusionOk="0">
                  <a:moveTo>
                    <a:pt x="1" y="0"/>
                  </a:moveTo>
                  <a:lnTo>
                    <a:pt x="1" y="52"/>
                  </a:lnTo>
                  <a:lnTo>
                    <a:pt x="15" y="45"/>
                  </a:lnTo>
                  <a:lnTo>
                    <a:pt x="45" y="45"/>
                  </a:lnTo>
                  <a:lnTo>
                    <a:pt x="45" y="7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E5E6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40"/>
            <p:cNvSpPr/>
            <p:nvPr/>
          </p:nvSpPr>
          <p:spPr>
            <a:xfrm>
              <a:off x="6729050" y="3468419"/>
              <a:ext cx="604" cy="3929"/>
            </a:xfrm>
            <a:custGeom>
              <a:avLst/>
              <a:gdLst/>
              <a:ahLst/>
              <a:cxnLst/>
              <a:rect l="l" t="t" r="r" b="b"/>
              <a:pathLst>
                <a:path w="8" h="52" extrusionOk="0">
                  <a:moveTo>
                    <a:pt x="0" y="0"/>
                  </a:moveTo>
                  <a:lnTo>
                    <a:pt x="8" y="52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2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40"/>
            <p:cNvSpPr/>
            <p:nvPr/>
          </p:nvSpPr>
          <p:spPr>
            <a:xfrm>
              <a:off x="5631616" y="3319339"/>
              <a:ext cx="414447" cy="43749"/>
            </a:xfrm>
            <a:custGeom>
              <a:avLst/>
              <a:gdLst/>
              <a:ahLst/>
              <a:cxnLst/>
              <a:rect l="l" t="t" r="r" b="b"/>
              <a:pathLst>
                <a:path w="5485" h="579" extrusionOk="0">
                  <a:moveTo>
                    <a:pt x="808" y="1"/>
                  </a:moveTo>
                  <a:lnTo>
                    <a:pt x="787" y="24"/>
                  </a:lnTo>
                  <a:cubicBezTo>
                    <a:pt x="550" y="291"/>
                    <a:pt x="290" y="461"/>
                    <a:pt x="24" y="506"/>
                  </a:cubicBezTo>
                  <a:lnTo>
                    <a:pt x="1" y="513"/>
                  </a:lnTo>
                  <a:lnTo>
                    <a:pt x="17" y="565"/>
                  </a:lnTo>
                  <a:lnTo>
                    <a:pt x="31" y="557"/>
                  </a:lnTo>
                  <a:cubicBezTo>
                    <a:pt x="305" y="506"/>
                    <a:pt x="564" y="342"/>
                    <a:pt x="808" y="76"/>
                  </a:cubicBezTo>
                  <a:cubicBezTo>
                    <a:pt x="1060" y="387"/>
                    <a:pt x="1416" y="572"/>
                    <a:pt x="1765" y="579"/>
                  </a:cubicBezTo>
                  <a:cubicBezTo>
                    <a:pt x="2209" y="579"/>
                    <a:pt x="2551" y="268"/>
                    <a:pt x="2729" y="76"/>
                  </a:cubicBezTo>
                  <a:cubicBezTo>
                    <a:pt x="2986" y="387"/>
                    <a:pt x="3342" y="572"/>
                    <a:pt x="3691" y="572"/>
                  </a:cubicBezTo>
                  <a:lnTo>
                    <a:pt x="3698" y="572"/>
                  </a:lnTo>
                  <a:cubicBezTo>
                    <a:pt x="4025" y="572"/>
                    <a:pt x="4365" y="394"/>
                    <a:pt x="4655" y="83"/>
                  </a:cubicBezTo>
                  <a:cubicBezTo>
                    <a:pt x="4914" y="349"/>
                    <a:pt x="5181" y="513"/>
                    <a:pt x="5455" y="557"/>
                  </a:cubicBezTo>
                  <a:lnTo>
                    <a:pt x="5476" y="565"/>
                  </a:lnTo>
                  <a:lnTo>
                    <a:pt x="5485" y="513"/>
                  </a:lnTo>
                  <a:lnTo>
                    <a:pt x="5469" y="506"/>
                  </a:lnTo>
                  <a:cubicBezTo>
                    <a:pt x="5195" y="461"/>
                    <a:pt x="4928" y="298"/>
                    <a:pt x="4669" y="24"/>
                  </a:cubicBezTo>
                  <a:lnTo>
                    <a:pt x="4655" y="1"/>
                  </a:lnTo>
                  <a:lnTo>
                    <a:pt x="4631" y="24"/>
                  </a:lnTo>
                  <a:cubicBezTo>
                    <a:pt x="4470" y="209"/>
                    <a:pt x="4128" y="520"/>
                    <a:pt x="3691" y="520"/>
                  </a:cubicBezTo>
                  <a:cubicBezTo>
                    <a:pt x="3351" y="520"/>
                    <a:pt x="3002" y="335"/>
                    <a:pt x="2750" y="24"/>
                  </a:cubicBezTo>
                  <a:lnTo>
                    <a:pt x="2729" y="1"/>
                  </a:lnTo>
                  <a:lnTo>
                    <a:pt x="2713" y="24"/>
                  </a:lnTo>
                  <a:cubicBezTo>
                    <a:pt x="2542" y="209"/>
                    <a:pt x="2202" y="527"/>
                    <a:pt x="1765" y="527"/>
                  </a:cubicBezTo>
                  <a:cubicBezTo>
                    <a:pt x="1423" y="520"/>
                    <a:pt x="1075" y="335"/>
                    <a:pt x="831" y="24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40"/>
            <p:cNvSpPr/>
            <p:nvPr/>
          </p:nvSpPr>
          <p:spPr>
            <a:xfrm>
              <a:off x="5631616" y="3338455"/>
              <a:ext cx="414447" cy="43749"/>
            </a:xfrm>
            <a:custGeom>
              <a:avLst/>
              <a:gdLst/>
              <a:ahLst/>
              <a:cxnLst/>
              <a:rect l="l" t="t" r="r" b="b"/>
              <a:pathLst>
                <a:path w="5485" h="579" extrusionOk="0">
                  <a:moveTo>
                    <a:pt x="808" y="0"/>
                  </a:moveTo>
                  <a:lnTo>
                    <a:pt x="787" y="24"/>
                  </a:lnTo>
                  <a:cubicBezTo>
                    <a:pt x="550" y="297"/>
                    <a:pt x="290" y="459"/>
                    <a:pt x="24" y="513"/>
                  </a:cubicBezTo>
                  <a:lnTo>
                    <a:pt x="1" y="513"/>
                  </a:lnTo>
                  <a:lnTo>
                    <a:pt x="17" y="564"/>
                  </a:lnTo>
                  <a:lnTo>
                    <a:pt x="31" y="564"/>
                  </a:lnTo>
                  <a:cubicBezTo>
                    <a:pt x="305" y="513"/>
                    <a:pt x="564" y="349"/>
                    <a:pt x="808" y="82"/>
                  </a:cubicBezTo>
                  <a:cubicBezTo>
                    <a:pt x="1060" y="393"/>
                    <a:pt x="1416" y="578"/>
                    <a:pt x="1765" y="578"/>
                  </a:cubicBezTo>
                  <a:cubicBezTo>
                    <a:pt x="2209" y="578"/>
                    <a:pt x="2551" y="274"/>
                    <a:pt x="2729" y="82"/>
                  </a:cubicBezTo>
                  <a:cubicBezTo>
                    <a:pt x="2986" y="393"/>
                    <a:pt x="3342" y="578"/>
                    <a:pt x="3691" y="578"/>
                  </a:cubicBezTo>
                  <a:lnTo>
                    <a:pt x="3698" y="578"/>
                  </a:lnTo>
                  <a:cubicBezTo>
                    <a:pt x="4025" y="571"/>
                    <a:pt x="4365" y="401"/>
                    <a:pt x="4655" y="82"/>
                  </a:cubicBezTo>
                  <a:cubicBezTo>
                    <a:pt x="4914" y="356"/>
                    <a:pt x="5181" y="520"/>
                    <a:pt x="5455" y="564"/>
                  </a:cubicBezTo>
                  <a:lnTo>
                    <a:pt x="5476" y="564"/>
                  </a:lnTo>
                  <a:lnTo>
                    <a:pt x="5485" y="513"/>
                  </a:lnTo>
                  <a:lnTo>
                    <a:pt x="5469" y="513"/>
                  </a:lnTo>
                  <a:cubicBezTo>
                    <a:pt x="5195" y="468"/>
                    <a:pt x="4928" y="304"/>
                    <a:pt x="4669" y="31"/>
                  </a:cubicBezTo>
                  <a:lnTo>
                    <a:pt x="4655" y="8"/>
                  </a:lnTo>
                  <a:lnTo>
                    <a:pt x="4631" y="31"/>
                  </a:lnTo>
                  <a:cubicBezTo>
                    <a:pt x="4470" y="216"/>
                    <a:pt x="4128" y="520"/>
                    <a:pt x="3691" y="527"/>
                  </a:cubicBezTo>
                  <a:cubicBezTo>
                    <a:pt x="3351" y="527"/>
                    <a:pt x="3002" y="335"/>
                    <a:pt x="2750" y="24"/>
                  </a:cubicBezTo>
                  <a:lnTo>
                    <a:pt x="2729" y="0"/>
                  </a:lnTo>
                  <a:lnTo>
                    <a:pt x="2713" y="24"/>
                  </a:lnTo>
                  <a:cubicBezTo>
                    <a:pt x="2542" y="216"/>
                    <a:pt x="2202" y="527"/>
                    <a:pt x="1765" y="527"/>
                  </a:cubicBezTo>
                  <a:cubicBezTo>
                    <a:pt x="1423" y="527"/>
                    <a:pt x="1075" y="342"/>
                    <a:pt x="831" y="24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40"/>
            <p:cNvSpPr/>
            <p:nvPr/>
          </p:nvSpPr>
          <p:spPr>
            <a:xfrm>
              <a:off x="5631616" y="3358101"/>
              <a:ext cx="417847" cy="43674"/>
            </a:xfrm>
            <a:custGeom>
              <a:avLst/>
              <a:gdLst/>
              <a:ahLst/>
              <a:cxnLst/>
              <a:rect l="l" t="t" r="r" b="b"/>
              <a:pathLst>
                <a:path w="5530" h="578" extrusionOk="0">
                  <a:moveTo>
                    <a:pt x="808" y="0"/>
                  </a:moveTo>
                  <a:lnTo>
                    <a:pt x="787" y="21"/>
                  </a:lnTo>
                  <a:cubicBezTo>
                    <a:pt x="550" y="297"/>
                    <a:pt x="290" y="459"/>
                    <a:pt x="24" y="510"/>
                  </a:cubicBezTo>
                  <a:lnTo>
                    <a:pt x="1" y="510"/>
                  </a:lnTo>
                  <a:lnTo>
                    <a:pt x="17" y="564"/>
                  </a:lnTo>
                  <a:lnTo>
                    <a:pt x="31" y="555"/>
                  </a:lnTo>
                  <a:cubicBezTo>
                    <a:pt x="305" y="503"/>
                    <a:pt x="564" y="349"/>
                    <a:pt x="808" y="75"/>
                  </a:cubicBezTo>
                  <a:cubicBezTo>
                    <a:pt x="1060" y="386"/>
                    <a:pt x="1416" y="571"/>
                    <a:pt x="1765" y="578"/>
                  </a:cubicBezTo>
                  <a:cubicBezTo>
                    <a:pt x="2209" y="578"/>
                    <a:pt x="2551" y="274"/>
                    <a:pt x="2729" y="75"/>
                  </a:cubicBezTo>
                  <a:cubicBezTo>
                    <a:pt x="2986" y="386"/>
                    <a:pt x="3342" y="571"/>
                    <a:pt x="3691" y="571"/>
                  </a:cubicBezTo>
                  <a:lnTo>
                    <a:pt x="3698" y="571"/>
                  </a:lnTo>
                  <a:cubicBezTo>
                    <a:pt x="4025" y="571"/>
                    <a:pt x="4365" y="393"/>
                    <a:pt x="4655" y="82"/>
                  </a:cubicBezTo>
                  <a:cubicBezTo>
                    <a:pt x="4928" y="363"/>
                    <a:pt x="5209" y="526"/>
                    <a:pt x="5506" y="564"/>
                  </a:cubicBezTo>
                  <a:lnTo>
                    <a:pt x="5521" y="564"/>
                  </a:lnTo>
                  <a:lnTo>
                    <a:pt x="5529" y="519"/>
                  </a:lnTo>
                  <a:lnTo>
                    <a:pt x="5506" y="510"/>
                  </a:lnTo>
                  <a:cubicBezTo>
                    <a:pt x="5225" y="482"/>
                    <a:pt x="4943" y="311"/>
                    <a:pt x="4669" y="21"/>
                  </a:cubicBezTo>
                  <a:lnTo>
                    <a:pt x="4655" y="7"/>
                  </a:lnTo>
                  <a:lnTo>
                    <a:pt x="4631" y="21"/>
                  </a:lnTo>
                  <a:cubicBezTo>
                    <a:pt x="4470" y="208"/>
                    <a:pt x="4128" y="519"/>
                    <a:pt x="3691" y="519"/>
                  </a:cubicBezTo>
                  <a:cubicBezTo>
                    <a:pt x="3351" y="519"/>
                    <a:pt x="3002" y="333"/>
                    <a:pt x="2750" y="21"/>
                  </a:cubicBezTo>
                  <a:lnTo>
                    <a:pt x="2729" y="0"/>
                  </a:lnTo>
                  <a:lnTo>
                    <a:pt x="2713" y="21"/>
                  </a:lnTo>
                  <a:cubicBezTo>
                    <a:pt x="2542" y="208"/>
                    <a:pt x="2202" y="526"/>
                    <a:pt x="1765" y="526"/>
                  </a:cubicBezTo>
                  <a:cubicBezTo>
                    <a:pt x="1423" y="526"/>
                    <a:pt x="1075" y="333"/>
                    <a:pt x="831" y="21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40"/>
            <p:cNvSpPr/>
            <p:nvPr/>
          </p:nvSpPr>
          <p:spPr>
            <a:xfrm>
              <a:off x="4971071" y="2283638"/>
              <a:ext cx="1088971" cy="605840"/>
            </a:xfrm>
            <a:custGeom>
              <a:avLst/>
              <a:gdLst/>
              <a:ahLst/>
              <a:cxnLst/>
              <a:rect l="l" t="t" r="r" b="b"/>
              <a:pathLst>
                <a:path w="14412" h="8018" extrusionOk="0">
                  <a:moveTo>
                    <a:pt x="8469" y="0"/>
                  </a:moveTo>
                  <a:cubicBezTo>
                    <a:pt x="8269" y="0"/>
                    <a:pt x="8106" y="171"/>
                    <a:pt x="8106" y="370"/>
                  </a:cubicBezTo>
                  <a:lnTo>
                    <a:pt x="8106" y="1675"/>
                  </a:lnTo>
                  <a:cubicBezTo>
                    <a:pt x="8106" y="1875"/>
                    <a:pt x="7935" y="2038"/>
                    <a:pt x="7736" y="2038"/>
                  </a:cubicBezTo>
                  <a:cubicBezTo>
                    <a:pt x="7542" y="2038"/>
                    <a:pt x="7387" y="1891"/>
                    <a:pt x="7371" y="1704"/>
                  </a:cubicBezTo>
                  <a:lnTo>
                    <a:pt x="7371" y="1037"/>
                  </a:lnTo>
                  <a:cubicBezTo>
                    <a:pt x="7371" y="838"/>
                    <a:pt x="7210" y="667"/>
                    <a:pt x="7009" y="667"/>
                  </a:cubicBezTo>
                  <a:cubicBezTo>
                    <a:pt x="6802" y="667"/>
                    <a:pt x="6639" y="838"/>
                    <a:pt x="6639" y="1037"/>
                  </a:cubicBezTo>
                  <a:lnTo>
                    <a:pt x="6639" y="1809"/>
                  </a:lnTo>
                  <a:cubicBezTo>
                    <a:pt x="6639" y="2015"/>
                    <a:pt x="6475" y="2179"/>
                    <a:pt x="6276" y="2179"/>
                  </a:cubicBezTo>
                  <a:cubicBezTo>
                    <a:pt x="6068" y="2179"/>
                    <a:pt x="5904" y="2015"/>
                    <a:pt x="5904" y="1809"/>
                  </a:cubicBezTo>
                  <a:lnTo>
                    <a:pt x="5904" y="601"/>
                  </a:lnTo>
                  <a:cubicBezTo>
                    <a:pt x="5904" y="393"/>
                    <a:pt x="5742" y="230"/>
                    <a:pt x="5534" y="230"/>
                  </a:cubicBezTo>
                  <a:cubicBezTo>
                    <a:pt x="5408" y="230"/>
                    <a:pt x="5298" y="297"/>
                    <a:pt x="5237" y="393"/>
                  </a:cubicBezTo>
                  <a:cubicBezTo>
                    <a:pt x="5193" y="452"/>
                    <a:pt x="5172" y="519"/>
                    <a:pt x="5172" y="601"/>
                  </a:cubicBezTo>
                  <a:lnTo>
                    <a:pt x="5172" y="993"/>
                  </a:lnTo>
                  <a:cubicBezTo>
                    <a:pt x="5172" y="1179"/>
                    <a:pt x="5015" y="1334"/>
                    <a:pt x="4830" y="1334"/>
                  </a:cubicBezTo>
                  <a:lnTo>
                    <a:pt x="4802" y="1334"/>
                  </a:lnTo>
                  <a:cubicBezTo>
                    <a:pt x="4631" y="1334"/>
                    <a:pt x="4490" y="1201"/>
                    <a:pt x="4467" y="1037"/>
                  </a:cubicBezTo>
                  <a:lnTo>
                    <a:pt x="288" y="6959"/>
                  </a:lnTo>
                  <a:cubicBezTo>
                    <a:pt x="0" y="7366"/>
                    <a:pt x="237" y="7982"/>
                    <a:pt x="711" y="8010"/>
                  </a:cubicBezTo>
                  <a:cubicBezTo>
                    <a:pt x="726" y="8017"/>
                    <a:pt x="740" y="8017"/>
                    <a:pt x="756" y="8017"/>
                  </a:cubicBezTo>
                  <a:lnTo>
                    <a:pt x="13656" y="8017"/>
                  </a:lnTo>
                  <a:cubicBezTo>
                    <a:pt x="13670" y="8017"/>
                    <a:pt x="13685" y="8017"/>
                    <a:pt x="13701" y="8010"/>
                  </a:cubicBezTo>
                  <a:cubicBezTo>
                    <a:pt x="14174" y="7982"/>
                    <a:pt x="14412" y="7366"/>
                    <a:pt x="14122" y="6959"/>
                  </a:cubicBezTo>
                  <a:lnTo>
                    <a:pt x="9550" y="527"/>
                  </a:lnTo>
                  <a:lnTo>
                    <a:pt x="9550" y="1341"/>
                  </a:lnTo>
                  <a:cubicBezTo>
                    <a:pt x="9550" y="1526"/>
                    <a:pt x="9395" y="1683"/>
                    <a:pt x="9210" y="1683"/>
                  </a:cubicBezTo>
                  <a:lnTo>
                    <a:pt x="9180" y="1683"/>
                  </a:lnTo>
                  <a:cubicBezTo>
                    <a:pt x="8988" y="1683"/>
                    <a:pt x="8839" y="1526"/>
                    <a:pt x="8839" y="1341"/>
                  </a:cubicBezTo>
                  <a:lnTo>
                    <a:pt x="8839" y="393"/>
                  </a:lnTo>
                  <a:lnTo>
                    <a:pt x="8839" y="370"/>
                  </a:lnTo>
                  <a:cubicBezTo>
                    <a:pt x="8839" y="171"/>
                    <a:pt x="8670" y="0"/>
                    <a:pt x="84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40"/>
            <p:cNvSpPr/>
            <p:nvPr/>
          </p:nvSpPr>
          <p:spPr>
            <a:xfrm>
              <a:off x="5296206" y="2150350"/>
              <a:ext cx="396463" cy="297933"/>
            </a:xfrm>
            <a:custGeom>
              <a:avLst/>
              <a:gdLst/>
              <a:ahLst/>
              <a:cxnLst/>
              <a:rect l="l" t="t" r="r" b="b"/>
              <a:pathLst>
                <a:path w="5247" h="3943" extrusionOk="0">
                  <a:moveTo>
                    <a:pt x="2891" y="0"/>
                  </a:moveTo>
                  <a:cubicBezTo>
                    <a:pt x="2418" y="0"/>
                    <a:pt x="1973" y="238"/>
                    <a:pt x="1683" y="646"/>
                  </a:cubicBezTo>
                  <a:lnTo>
                    <a:pt x="890" y="1771"/>
                  </a:lnTo>
                  <a:lnTo>
                    <a:pt x="890" y="1764"/>
                  </a:lnTo>
                  <a:lnTo>
                    <a:pt x="165" y="2804"/>
                  </a:lnTo>
                  <a:lnTo>
                    <a:pt x="165" y="2804"/>
                  </a:lnTo>
                  <a:cubicBezTo>
                    <a:pt x="165" y="2803"/>
                    <a:pt x="164" y="2802"/>
                    <a:pt x="164" y="2801"/>
                  </a:cubicBezTo>
                  <a:lnTo>
                    <a:pt x="1" y="3039"/>
                  </a:lnTo>
                  <a:lnTo>
                    <a:pt x="1" y="3039"/>
                  </a:lnTo>
                  <a:lnTo>
                    <a:pt x="165" y="2804"/>
                  </a:lnTo>
                  <a:lnTo>
                    <a:pt x="165" y="2804"/>
                  </a:lnTo>
                  <a:cubicBezTo>
                    <a:pt x="189" y="2966"/>
                    <a:pt x="329" y="3091"/>
                    <a:pt x="499" y="3091"/>
                  </a:cubicBezTo>
                  <a:lnTo>
                    <a:pt x="534" y="3091"/>
                  </a:lnTo>
                  <a:cubicBezTo>
                    <a:pt x="721" y="3091"/>
                    <a:pt x="876" y="2943"/>
                    <a:pt x="876" y="2749"/>
                  </a:cubicBezTo>
                  <a:lnTo>
                    <a:pt x="876" y="2356"/>
                  </a:lnTo>
                  <a:cubicBezTo>
                    <a:pt x="876" y="2283"/>
                    <a:pt x="899" y="2209"/>
                    <a:pt x="934" y="2157"/>
                  </a:cubicBezTo>
                  <a:cubicBezTo>
                    <a:pt x="943" y="2143"/>
                    <a:pt x="957" y="2127"/>
                    <a:pt x="965" y="2120"/>
                  </a:cubicBezTo>
                  <a:cubicBezTo>
                    <a:pt x="972" y="2113"/>
                    <a:pt x="972" y="2106"/>
                    <a:pt x="979" y="2099"/>
                  </a:cubicBezTo>
                  <a:cubicBezTo>
                    <a:pt x="988" y="2090"/>
                    <a:pt x="1002" y="2083"/>
                    <a:pt x="1009" y="2075"/>
                  </a:cubicBezTo>
                  <a:cubicBezTo>
                    <a:pt x="1023" y="2068"/>
                    <a:pt x="1032" y="2054"/>
                    <a:pt x="1046" y="2045"/>
                  </a:cubicBezTo>
                  <a:cubicBezTo>
                    <a:pt x="1053" y="2045"/>
                    <a:pt x="1061" y="2038"/>
                    <a:pt x="1068" y="2038"/>
                  </a:cubicBezTo>
                  <a:cubicBezTo>
                    <a:pt x="1091" y="2024"/>
                    <a:pt x="1121" y="2017"/>
                    <a:pt x="1142" y="2010"/>
                  </a:cubicBezTo>
                  <a:cubicBezTo>
                    <a:pt x="1173" y="2001"/>
                    <a:pt x="1201" y="1994"/>
                    <a:pt x="1231" y="1994"/>
                  </a:cubicBezTo>
                  <a:cubicBezTo>
                    <a:pt x="1439" y="1994"/>
                    <a:pt x="1601" y="2157"/>
                    <a:pt x="1601" y="2365"/>
                  </a:cubicBezTo>
                  <a:lnTo>
                    <a:pt x="1601" y="3573"/>
                  </a:lnTo>
                  <a:cubicBezTo>
                    <a:pt x="1601" y="3779"/>
                    <a:pt x="1765" y="3943"/>
                    <a:pt x="1973" y="3943"/>
                  </a:cubicBezTo>
                  <a:cubicBezTo>
                    <a:pt x="2172" y="3943"/>
                    <a:pt x="2336" y="3779"/>
                    <a:pt x="2336" y="3573"/>
                  </a:cubicBezTo>
                  <a:lnTo>
                    <a:pt x="2336" y="2801"/>
                  </a:lnTo>
                  <a:cubicBezTo>
                    <a:pt x="2336" y="2602"/>
                    <a:pt x="2499" y="2431"/>
                    <a:pt x="2706" y="2431"/>
                  </a:cubicBezTo>
                  <a:cubicBezTo>
                    <a:pt x="2907" y="2431"/>
                    <a:pt x="3068" y="2602"/>
                    <a:pt x="3068" y="2801"/>
                  </a:cubicBezTo>
                  <a:lnTo>
                    <a:pt x="3068" y="3468"/>
                  </a:lnTo>
                  <a:cubicBezTo>
                    <a:pt x="3084" y="3655"/>
                    <a:pt x="3239" y="3802"/>
                    <a:pt x="3433" y="3802"/>
                  </a:cubicBezTo>
                  <a:cubicBezTo>
                    <a:pt x="3632" y="3802"/>
                    <a:pt x="3803" y="3639"/>
                    <a:pt x="3803" y="3439"/>
                  </a:cubicBezTo>
                  <a:lnTo>
                    <a:pt x="3803" y="2134"/>
                  </a:lnTo>
                  <a:cubicBezTo>
                    <a:pt x="3803" y="1935"/>
                    <a:pt x="3966" y="1764"/>
                    <a:pt x="4166" y="1764"/>
                  </a:cubicBezTo>
                  <a:cubicBezTo>
                    <a:pt x="4367" y="1764"/>
                    <a:pt x="4536" y="1935"/>
                    <a:pt x="4536" y="2134"/>
                  </a:cubicBezTo>
                  <a:lnTo>
                    <a:pt x="4536" y="2157"/>
                  </a:lnTo>
                  <a:lnTo>
                    <a:pt x="4536" y="3105"/>
                  </a:lnTo>
                  <a:cubicBezTo>
                    <a:pt x="4536" y="3290"/>
                    <a:pt x="4685" y="3447"/>
                    <a:pt x="4870" y="3447"/>
                  </a:cubicBezTo>
                  <a:lnTo>
                    <a:pt x="4907" y="3447"/>
                  </a:lnTo>
                  <a:cubicBezTo>
                    <a:pt x="5092" y="3447"/>
                    <a:pt x="5247" y="3290"/>
                    <a:pt x="5247" y="3105"/>
                  </a:cubicBezTo>
                  <a:lnTo>
                    <a:pt x="5247" y="2291"/>
                  </a:lnTo>
                  <a:lnTo>
                    <a:pt x="4062" y="631"/>
                  </a:lnTo>
                  <a:cubicBezTo>
                    <a:pt x="3780" y="231"/>
                    <a:pt x="3351" y="0"/>
                    <a:pt x="2891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40"/>
            <p:cNvSpPr/>
            <p:nvPr/>
          </p:nvSpPr>
          <p:spPr>
            <a:xfrm>
              <a:off x="5013536" y="2662118"/>
              <a:ext cx="690467" cy="226756"/>
            </a:xfrm>
            <a:custGeom>
              <a:avLst/>
              <a:gdLst/>
              <a:ahLst/>
              <a:cxnLst/>
              <a:rect l="l" t="t" r="r" b="b"/>
              <a:pathLst>
                <a:path w="9138" h="3001" extrusionOk="0">
                  <a:moveTo>
                    <a:pt x="1104" y="1"/>
                  </a:moveTo>
                  <a:lnTo>
                    <a:pt x="0" y="1571"/>
                  </a:lnTo>
                  <a:cubicBezTo>
                    <a:pt x="75" y="1550"/>
                    <a:pt x="149" y="1534"/>
                    <a:pt x="229" y="1534"/>
                  </a:cubicBezTo>
                  <a:cubicBezTo>
                    <a:pt x="608" y="1534"/>
                    <a:pt x="912" y="1808"/>
                    <a:pt x="971" y="2172"/>
                  </a:cubicBezTo>
                  <a:cubicBezTo>
                    <a:pt x="1015" y="2149"/>
                    <a:pt x="1067" y="2135"/>
                    <a:pt x="1128" y="2135"/>
                  </a:cubicBezTo>
                  <a:cubicBezTo>
                    <a:pt x="1163" y="2135"/>
                    <a:pt x="1200" y="2142"/>
                    <a:pt x="1238" y="2156"/>
                  </a:cubicBezTo>
                  <a:cubicBezTo>
                    <a:pt x="1341" y="2030"/>
                    <a:pt x="1490" y="1957"/>
                    <a:pt x="1661" y="1957"/>
                  </a:cubicBezTo>
                  <a:cubicBezTo>
                    <a:pt x="1956" y="1957"/>
                    <a:pt x="2195" y="2201"/>
                    <a:pt x="2195" y="2498"/>
                  </a:cubicBezTo>
                  <a:lnTo>
                    <a:pt x="2195" y="2535"/>
                  </a:lnTo>
                  <a:cubicBezTo>
                    <a:pt x="2246" y="2498"/>
                    <a:pt x="2305" y="2467"/>
                    <a:pt x="2372" y="2467"/>
                  </a:cubicBezTo>
                  <a:cubicBezTo>
                    <a:pt x="2527" y="2467"/>
                    <a:pt x="2653" y="2594"/>
                    <a:pt x="2653" y="2750"/>
                  </a:cubicBezTo>
                  <a:cubicBezTo>
                    <a:pt x="2653" y="2860"/>
                    <a:pt x="2595" y="2957"/>
                    <a:pt x="2497" y="3001"/>
                  </a:cubicBezTo>
                  <a:lnTo>
                    <a:pt x="5188" y="3001"/>
                  </a:lnTo>
                  <a:cubicBezTo>
                    <a:pt x="5136" y="2973"/>
                    <a:pt x="5106" y="2912"/>
                    <a:pt x="5106" y="2853"/>
                  </a:cubicBezTo>
                  <a:cubicBezTo>
                    <a:pt x="5106" y="2750"/>
                    <a:pt x="5188" y="2668"/>
                    <a:pt x="5291" y="2668"/>
                  </a:cubicBezTo>
                  <a:cubicBezTo>
                    <a:pt x="5335" y="2668"/>
                    <a:pt x="5380" y="2683"/>
                    <a:pt x="5410" y="2706"/>
                  </a:cubicBezTo>
                  <a:lnTo>
                    <a:pt x="5410" y="2683"/>
                  </a:lnTo>
                  <a:cubicBezTo>
                    <a:pt x="5410" y="2483"/>
                    <a:pt x="5573" y="2327"/>
                    <a:pt x="5765" y="2327"/>
                  </a:cubicBezTo>
                  <a:cubicBezTo>
                    <a:pt x="5876" y="2327"/>
                    <a:pt x="5981" y="2379"/>
                    <a:pt x="6039" y="2453"/>
                  </a:cubicBezTo>
                  <a:cubicBezTo>
                    <a:pt x="6070" y="2446"/>
                    <a:pt x="6091" y="2446"/>
                    <a:pt x="6121" y="2446"/>
                  </a:cubicBezTo>
                  <a:cubicBezTo>
                    <a:pt x="6159" y="2446"/>
                    <a:pt x="6187" y="2453"/>
                    <a:pt x="6224" y="2467"/>
                  </a:cubicBezTo>
                  <a:cubicBezTo>
                    <a:pt x="6240" y="2357"/>
                    <a:pt x="6292" y="2261"/>
                    <a:pt x="6365" y="2186"/>
                  </a:cubicBezTo>
                  <a:lnTo>
                    <a:pt x="6388" y="734"/>
                  </a:lnTo>
                  <a:cubicBezTo>
                    <a:pt x="6402" y="734"/>
                    <a:pt x="6409" y="1505"/>
                    <a:pt x="6418" y="2142"/>
                  </a:cubicBezTo>
                  <a:cubicBezTo>
                    <a:pt x="6498" y="2083"/>
                    <a:pt x="6603" y="2046"/>
                    <a:pt x="6713" y="2046"/>
                  </a:cubicBezTo>
                  <a:cubicBezTo>
                    <a:pt x="6774" y="2046"/>
                    <a:pt x="6833" y="2060"/>
                    <a:pt x="6884" y="2074"/>
                  </a:cubicBezTo>
                  <a:cubicBezTo>
                    <a:pt x="7076" y="2135"/>
                    <a:pt x="7218" y="2306"/>
                    <a:pt x="7218" y="2512"/>
                  </a:cubicBezTo>
                  <a:lnTo>
                    <a:pt x="7218" y="2549"/>
                  </a:lnTo>
                  <a:cubicBezTo>
                    <a:pt x="7233" y="2542"/>
                    <a:pt x="7247" y="2542"/>
                    <a:pt x="7270" y="2542"/>
                  </a:cubicBezTo>
                  <a:lnTo>
                    <a:pt x="7284" y="2542"/>
                  </a:lnTo>
                  <a:cubicBezTo>
                    <a:pt x="7441" y="2386"/>
                    <a:pt x="7626" y="2245"/>
                    <a:pt x="7832" y="2112"/>
                  </a:cubicBezTo>
                  <a:cubicBezTo>
                    <a:pt x="7841" y="1934"/>
                    <a:pt x="7900" y="1756"/>
                    <a:pt x="8010" y="1601"/>
                  </a:cubicBezTo>
                  <a:lnTo>
                    <a:pt x="9137" y="1"/>
                  </a:lnTo>
                  <a:close/>
                </a:path>
              </a:pathLst>
            </a:custGeom>
            <a:solidFill>
              <a:srgbClr val="DFD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40"/>
            <p:cNvSpPr/>
            <p:nvPr/>
          </p:nvSpPr>
          <p:spPr>
            <a:xfrm>
              <a:off x="5588472" y="2006559"/>
              <a:ext cx="1504551" cy="886923"/>
            </a:xfrm>
            <a:custGeom>
              <a:avLst/>
              <a:gdLst/>
              <a:ahLst/>
              <a:cxnLst/>
              <a:rect l="l" t="t" r="r" b="b"/>
              <a:pathLst>
                <a:path w="19912" h="11738" extrusionOk="0">
                  <a:moveTo>
                    <a:pt x="8752" y="0"/>
                  </a:moveTo>
                  <a:cubicBezTo>
                    <a:pt x="8604" y="0"/>
                    <a:pt x="8471" y="59"/>
                    <a:pt x="8368" y="155"/>
                  </a:cubicBezTo>
                  <a:cubicBezTo>
                    <a:pt x="8270" y="251"/>
                    <a:pt x="8211" y="391"/>
                    <a:pt x="8211" y="541"/>
                  </a:cubicBezTo>
                  <a:lnTo>
                    <a:pt x="8211" y="770"/>
                  </a:lnTo>
                  <a:lnTo>
                    <a:pt x="8211" y="3512"/>
                  </a:lnTo>
                  <a:lnTo>
                    <a:pt x="8211" y="3742"/>
                  </a:lnTo>
                  <a:cubicBezTo>
                    <a:pt x="8211" y="3890"/>
                    <a:pt x="8153" y="4023"/>
                    <a:pt x="8048" y="4126"/>
                  </a:cubicBezTo>
                  <a:cubicBezTo>
                    <a:pt x="7952" y="4224"/>
                    <a:pt x="7818" y="4283"/>
                    <a:pt x="7664" y="4283"/>
                  </a:cubicBezTo>
                  <a:cubicBezTo>
                    <a:pt x="7367" y="4283"/>
                    <a:pt x="7123" y="4037"/>
                    <a:pt x="7123" y="3742"/>
                  </a:cubicBezTo>
                  <a:lnTo>
                    <a:pt x="7123" y="770"/>
                  </a:lnTo>
                  <a:lnTo>
                    <a:pt x="7123" y="756"/>
                  </a:lnTo>
                  <a:lnTo>
                    <a:pt x="401" y="10277"/>
                  </a:lnTo>
                  <a:cubicBezTo>
                    <a:pt x="1" y="10848"/>
                    <a:pt x="328" y="11693"/>
                    <a:pt x="979" y="11737"/>
                  </a:cubicBezTo>
                  <a:lnTo>
                    <a:pt x="18933" y="11737"/>
                  </a:lnTo>
                  <a:cubicBezTo>
                    <a:pt x="19586" y="11693"/>
                    <a:pt x="19911" y="10839"/>
                    <a:pt x="19511" y="10277"/>
                  </a:cubicBezTo>
                  <a:lnTo>
                    <a:pt x="12561" y="496"/>
                  </a:lnTo>
                  <a:lnTo>
                    <a:pt x="12561" y="3393"/>
                  </a:lnTo>
                  <a:cubicBezTo>
                    <a:pt x="12561" y="3541"/>
                    <a:pt x="12494" y="3674"/>
                    <a:pt x="12398" y="3770"/>
                  </a:cubicBezTo>
                  <a:cubicBezTo>
                    <a:pt x="12302" y="3875"/>
                    <a:pt x="12161" y="3934"/>
                    <a:pt x="12014" y="3934"/>
                  </a:cubicBezTo>
                  <a:cubicBezTo>
                    <a:pt x="11717" y="3934"/>
                    <a:pt x="11471" y="3690"/>
                    <a:pt x="11471" y="3393"/>
                  </a:cubicBezTo>
                  <a:lnTo>
                    <a:pt x="11471" y="1592"/>
                  </a:lnTo>
                  <a:cubicBezTo>
                    <a:pt x="11471" y="1290"/>
                    <a:pt x="11227" y="1044"/>
                    <a:pt x="10923" y="1044"/>
                  </a:cubicBezTo>
                  <a:cubicBezTo>
                    <a:pt x="10776" y="1044"/>
                    <a:pt x="10642" y="1112"/>
                    <a:pt x="10537" y="1208"/>
                  </a:cubicBezTo>
                  <a:cubicBezTo>
                    <a:pt x="10441" y="1304"/>
                    <a:pt x="10383" y="1444"/>
                    <a:pt x="10383" y="1592"/>
                  </a:cubicBezTo>
                  <a:lnTo>
                    <a:pt x="10383" y="2734"/>
                  </a:lnTo>
                  <a:cubicBezTo>
                    <a:pt x="10383" y="2890"/>
                    <a:pt x="10324" y="3023"/>
                    <a:pt x="10219" y="3119"/>
                  </a:cubicBezTo>
                  <a:cubicBezTo>
                    <a:pt x="10123" y="3223"/>
                    <a:pt x="9990" y="3281"/>
                    <a:pt x="9835" y="3281"/>
                  </a:cubicBezTo>
                  <a:cubicBezTo>
                    <a:pt x="9538" y="3281"/>
                    <a:pt x="9293" y="3038"/>
                    <a:pt x="9293" y="2734"/>
                  </a:cubicBezTo>
                  <a:lnTo>
                    <a:pt x="9302" y="2734"/>
                  </a:lnTo>
                  <a:lnTo>
                    <a:pt x="9302" y="541"/>
                  </a:lnTo>
                  <a:cubicBezTo>
                    <a:pt x="9302" y="244"/>
                    <a:pt x="9056" y="0"/>
                    <a:pt x="87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40"/>
            <p:cNvSpPr/>
            <p:nvPr/>
          </p:nvSpPr>
          <p:spPr>
            <a:xfrm>
              <a:off x="6126685" y="1872667"/>
              <a:ext cx="410971" cy="457516"/>
            </a:xfrm>
            <a:custGeom>
              <a:avLst/>
              <a:gdLst/>
              <a:ahLst/>
              <a:cxnLst/>
              <a:rect l="l" t="t" r="r" b="b"/>
              <a:pathLst>
                <a:path w="5439" h="6055" extrusionOk="0">
                  <a:moveTo>
                    <a:pt x="2815" y="1"/>
                  </a:moveTo>
                  <a:cubicBezTo>
                    <a:pt x="2163" y="1"/>
                    <a:pt x="1547" y="334"/>
                    <a:pt x="1147" y="897"/>
                  </a:cubicBezTo>
                  <a:lnTo>
                    <a:pt x="0" y="2528"/>
                  </a:lnTo>
                  <a:lnTo>
                    <a:pt x="0" y="2542"/>
                  </a:lnTo>
                  <a:lnTo>
                    <a:pt x="0" y="5514"/>
                  </a:lnTo>
                  <a:cubicBezTo>
                    <a:pt x="0" y="5809"/>
                    <a:pt x="244" y="6055"/>
                    <a:pt x="541" y="6055"/>
                  </a:cubicBezTo>
                  <a:cubicBezTo>
                    <a:pt x="695" y="6055"/>
                    <a:pt x="829" y="5996"/>
                    <a:pt x="925" y="5898"/>
                  </a:cubicBezTo>
                  <a:cubicBezTo>
                    <a:pt x="1030" y="5795"/>
                    <a:pt x="1088" y="5662"/>
                    <a:pt x="1088" y="5514"/>
                  </a:cubicBezTo>
                  <a:lnTo>
                    <a:pt x="1088" y="5284"/>
                  </a:lnTo>
                  <a:lnTo>
                    <a:pt x="1088" y="2542"/>
                  </a:lnTo>
                  <a:lnTo>
                    <a:pt x="1088" y="2313"/>
                  </a:lnTo>
                  <a:cubicBezTo>
                    <a:pt x="1088" y="2163"/>
                    <a:pt x="1147" y="2023"/>
                    <a:pt x="1245" y="1927"/>
                  </a:cubicBezTo>
                  <a:cubicBezTo>
                    <a:pt x="1348" y="1831"/>
                    <a:pt x="1481" y="1772"/>
                    <a:pt x="1629" y="1772"/>
                  </a:cubicBezTo>
                  <a:cubicBezTo>
                    <a:pt x="1933" y="1772"/>
                    <a:pt x="2179" y="2016"/>
                    <a:pt x="2179" y="2313"/>
                  </a:cubicBezTo>
                  <a:lnTo>
                    <a:pt x="2179" y="4506"/>
                  </a:lnTo>
                  <a:lnTo>
                    <a:pt x="2170" y="4506"/>
                  </a:lnTo>
                  <a:cubicBezTo>
                    <a:pt x="2170" y="4810"/>
                    <a:pt x="2415" y="5053"/>
                    <a:pt x="2712" y="5053"/>
                  </a:cubicBezTo>
                  <a:cubicBezTo>
                    <a:pt x="2867" y="5053"/>
                    <a:pt x="3000" y="4995"/>
                    <a:pt x="3096" y="4891"/>
                  </a:cubicBezTo>
                  <a:cubicBezTo>
                    <a:pt x="3201" y="4795"/>
                    <a:pt x="3260" y="4662"/>
                    <a:pt x="3260" y="4506"/>
                  </a:cubicBezTo>
                  <a:lnTo>
                    <a:pt x="3260" y="3364"/>
                  </a:lnTo>
                  <a:cubicBezTo>
                    <a:pt x="3260" y="3216"/>
                    <a:pt x="3318" y="3076"/>
                    <a:pt x="3414" y="2980"/>
                  </a:cubicBezTo>
                  <a:cubicBezTo>
                    <a:pt x="3519" y="2884"/>
                    <a:pt x="3653" y="2816"/>
                    <a:pt x="3800" y="2816"/>
                  </a:cubicBezTo>
                  <a:cubicBezTo>
                    <a:pt x="4104" y="2816"/>
                    <a:pt x="4348" y="3062"/>
                    <a:pt x="4348" y="3364"/>
                  </a:cubicBezTo>
                  <a:lnTo>
                    <a:pt x="4348" y="5165"/>
                  </a:lnTo>
                  <a:cubicBezTo>
                    <a:pt x="4348" y="5462"/>
                    <a:pt x="4594" y="5706"/>
                    <a:pt x="4891" y="5706"/>
                  </a:cubicBezTo>
                  <a:cubicBezTo>
                    <a:pt x="5038" y="5706"/>
                    <a:pt x="5179" y="5647"/>
                    <a:pt x="5275" y="5542"/>
                  </a:cubicBezTo>
                  <a:cubicBezTo>
                    <a:pt x="5371" y="5446"/>
                    <a:pt x="5438" y="5313"/>
                    <a:pt x="5438" y="5165"/>
                  </a:cubicBezTo>
                  <a:lnTo>
                    <a:pt x="5438" y="2268"/>
                  </a:lnTo>
                  <a:lnTo>
                    <a:pt x="4437" y="867"/>
                  </a:lnTo>
                  <a:cubicBezTo>
                    <a:pt x="4053" y="326"/>
                    <a:pt x="3452" y="1"/>
                    <a:pt x="2815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40"/>
            <p:cNvSpPr/>
            <p:nvPr/>
          </p:nvSpPr>
          <p:spPr>
            <a:xfrm>
              <a:off x="5655116" y="2892198"/>
              <a:ext cx="10201" cy="1285"/>
            </a:xfrm>
            <a:custGeom>
              <a:avLst/>
              <a:gdLst/>
              <a:ahLst/>
              <a:cxnLst/>
              <a:rect l="l" t="t" r="r" b="b"/>
              <a:pathLst>
                <a:path w="135" h="17" extrusionOk="0">
                  <a:moveTo>
                    <a:pt x="1" y="0"/>
                  </a:moveTo>
                  <a:lnTo>
                    <a:pt x="1" y="0"/>
                  </a:lnTo>
                  <a:cubicBezTo>
                    <a:pt x="31" y="8"/>
                    <a:pt x="61" y="16"/>
                    <a:pt x="97" y="16"/>
                  </a:cubicBezTo>
                  <a:lnTo>
                    <a:pt x="134" y="16"/>
                  </a:lnTo>
                  <a:lnTo>
                    <a:pt x="97" y="16"/>
                  </a:lnTo>
                  <a:cubicBezTo>
                    <a:pt x="61" y="16"/>
                    <a:pt x="31" y="8"/>
                    <a:pt x="1" y="0"/>
                  </a:cubicBezTo>
                  <a:close/>
                </a:path>
              </a:pathLst>
            </a:custGeom>
            <a:solidFill>
              <a:srgbClr val="677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40"/>
            <p:cNvSpPr/>
            <p:nvPr/>
          </p:nvSpPr>
          <p:spPr>
            <a:xfrm>
              <a:off x="5605246" y="2579757"/>
              <a:ext cx="1122142" cy="313725"/>
            </a:xfrm>
            <a:custGeom>
              <a:avLst/>
              <a:gdLst/>
              <a:ahLst/>
              <a:cxnLst/>
              <a:rect l="l" t="t" r="r" b="b"/>
              <a:pathLst>
                <a:path w="14851" h="4152" extrusionOk="0">
                  <a:moveTo>
                    <a:pt x="661" y="4135"/>
                  </a:moveTo>
                  <a:cubicBezTo>
                    <a:pt x="691" y="4143"/>
                    <a:pt x="721" y="4151"/>
                    <a:pt x="757" y="4151"/>
                  </a:cubicBezTo>
                  <a:lnTo>
                    <a:pt x="6101" y="4151"/>
                  </a:lnTo>
                  <a:cubicBezTo>
                    <a:pt x="6101" y="4151"/>
                    <a:pt x="6101" y="4143"/>
                    <a:pt x="6108" y="4135"/>
                  </a:cubicBezTo>
                  <a:close/>
                  <a:moveTo>
                    <a:pt x="2076" y="1"/>
                  </a:moveTo>
                  <a:lnTo>
                    <a:pt x="179" y="2691"/>
                  </a:lnTo>
                  <a:cubicBezTo>
                    <a:pt x="69" y="2846"/>
                    <a:pt x="10" y="3024"/>
                    <a:pt x="1" y="3202"/>
                  </a:cubicBezTo>
                  <a:cubicBezTo>
                    <a:pt x="862" y="2661"/>
                    <a:pt x="2121" y="2313"/>
                    <a:pt x="3522" y="2313"/>
                  </a:cubicBezTo>
                  <a:cubicBezTo>
                    <a:pt x="4811" y="2313"/>
                    <a:pt x="5982" y="2602"/>
                    <a:pt x="6826" y="3068"/>
                  </a:cubicBezTo>
                  <a:cubicBezTo>
                    <a:pt x="7664" y="2231"/>
                    <a:pt x="8982" y="1683"/>
                    <a:pt x="10472" y="1683"/>
                  </a:cubicBezTo>
                  <a:cubicBezTo>
                    <a:pt x="12524" y="1683"/>
                    <a:pt x="14265" y="2720"/>
                    <a:pt x="14843" y="4151"/>
                  </a:cubicBezTo>
                  <a:lnTo>
                    <a:pt x="14850" y="1"/>
                  </a:lnTo>
                  <a:close/>
                </a:path>
              </a:pathLst>
            </a:custGeom>
            <a:solidFill>
              <a:srgbClr val="DFD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40"/>
            <p:cNvSpPr/>
            <p:nvPr/>
          </p:nvSpPr>
          <p:spPr>
            <a:xfrm>
              <a:off x="6934497" y="2286433"/>
              <a:ext cx="503456" cy="610978"/>
            </a:xfrm>
            <a:custGeom>
              <a:avLst/>
              <a:gdLst/>
              <a:ahLst/>
              <a:cxnLst/>
              <a:rect l="l" t="t" r="r" b="b"/>
              <a:pathLst>
                <a:path w="6663" h="8086" extrusionOk="0">
                  <a:moveTo>
                    <a:pt x="1" y="1"/>
                  </a:moveTo>
                  <a:lnTo>
                    <a:pt x="1" y="8085"/>
                  </a:lnTo>
                  <a:lnTo>
                    <a:pt x="6662" y="8085"/>
                  </a:lnTo>
                  <a:lnTo>
                    <a:pt x="6662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40"/>
            <p:cNvSpPr/>
            <p:nvPr/>
          </p:nvSpPr>
          <p:spPr>
            <a:xfrm>
              <a:off x="6934497" y="2505860"/>
              <a:ext cx="503456" cy="31509"/>
            </a:xfrm>
            <a:custGeom>
              <a:avLst/>
              <a:gdLst/>
              <a:ahLst/>
              <a:cxnLst/>
              <a:rect l="l" t="t" r="r" b="b"/>
              <a:pathLst>
                <a:path w="6663" h="417" extrusionOk="0">
                  <a:moveTo>
                    <a:pt x="1" y="1"/>
                  </a:moveTo>
                  <a:lnTo>
                    <a:pt x="1" y="417"/>
                  </a:lnTo>
                  <a:lnTo>
                    <a:pt x="6662" y="417"/>
                  </a:lnTo>
                  <a:lnTo>
                    <a:pt x="6662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40"/>
            <p:cNvSpPr/>
            <p:nvPr/>
          </p:nvSpPr>
          <p:spPr>
            <a:xfrm>
              <a:off x="6934497" y="2620635"/>
              <a:ext cx="503456" cy="105935"/>
            </a:xfrm>
            <a:custGeom>
              <a:avLst/>
              <a:gdLst/>
              <a:ahLst/>
              <a:cxnLst/>
              <a:rect l="l" t="t" r="r" b="b"/>
              <a:pathLst>
                <a:path w="6663" h="1402" extrusionOk="0">
                  <a:moveTo>
                    <a:pt x="1" y="0"/>
                  </a:moveTo>
                  <a:lnTo>
                    <a:pt x="1" y="1402"/>
                  </a:lnTo>
                  <a:lnTo>
                    <a:pt x="6662" y="1402"/>
                  </a:lnTo>
                  <a:lnTo>
                    <a:pt x="6662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40"/>
            <p:cNvSpPr/>
            <p:nvPr/>
          </p:nvSpPr>
          <p:spPr>
            <a:xfrm>
              <a:off x="7294994" y="2616177"/>
              <a:ext cx="62337" cy="113793"/>
            </a:xfrm>
            <a:custGeom>
              <a:avLst/>
              <a:gdLst/>
              <a:ahLst/>
              <a:cxnLst/>
              <a:rect l="l" t="t" r="r" b="b"/>
              <a:pathLst>
                <a:path w="825" h="1506" extrusionOk="0">
                  <a:moveTo>
                    <a:pt x="743" y="82"/>
                  </a:moveTo>
                  <a:lnTo>
                    <a:pt x="743" y="1423"/>
                  </a:lnTo>
                  <a:lnTo>
                    <a:pt x="83" y="1423"/>
                  </a:lnTo>
                  <a:lnTo>
                    <a:pt x="83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40"/>
            <p:cNvSpPr/>
            <p:nvPr/>
          </p:nvSpPr>
          <p:spPr>
            <a:xfrm>
              <a:off x="7183090" y="2616177"/>
              <a:ext cx="62261" cy="113793"/>
            </a:xfrm>
            <a:custGeom>
              <a:avLst/>
              <a:gdLst/>
              <a:ahLst/>
              <a:cxnLst/>
              <a:rect l="l" t="t" r="r" b="b"/>
              <a:pathLst>
                <a:path w="824" h="1506" extrusionOk="0">
                  <a:moveTo>
                    <a:pt x="742" y="82"/>
                  </a:moveTo>
                  <a:lnTo>
                    <a:pt x="742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40"/>
            <p:cNvSpPr/>
            <p:nvPr/>
          </p:nvSpPr>
          <p:spPr>
            <a:xfrm>
              <a:off x="7407654" y="2616177"/>
              <a:ext cx="33095" cy="113793"/>
            </a:xfrm>
            <a:custGeom>
              <a:avLst/>
              <a:gdLst/>
              <a:ahLst/>
              <a:cxnLst/>
              <a:rect l="l" t="t" r="r" b="b"/>
              <a:pathLst>
                <a:path w="438" h="1506" extrusionOk="0">
                  <a:moveTo>
                    <a:pt x="363" y="82"/>
                  </a:moveTo>
                  <a:lnTo>
                    <a:pt x="363" y="1423"/>
                  </a:lnTo>
                  <a:lnTo>
                    <a:pt x="75" y="1423"/>
                  </a:lnTo>
                  <a:lnTo>
                    <a:pt x="75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438" y="1505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40"/>
            <p:cNvSpPr/>
            <p:nvPr/>
          </p:nvSpPr>
          <p:spPr>
            <a:xfrm>
              <a:off x="7351060" y="2616177"/>
              <a:ext cx="62261" cy="113793"/>
            </a:xfrm>
            <a:custGeom>
              <a:avLst/>
              <a:gdLst/>
              <a:ahLst/>
              <a:cxnLst/>
              <a:rect l="l" t="t" r="r" b="b"/>
              <a:pathLst>
                <a:path w="824" h="1506" extrusionOk="0">
                  <a:moveTo>
                    <a:pt x="749" y="82"/>
                  </a:moveTo>
                  <a:lnTo>
                    <a:pt x="749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40"/>
            <p:cNvSpPr/>
            <p:nvPr/>
          </p:nvSpPr>
          <p:spPr>
            <a:xfrm>
              <a:off x="7239155" y="2616177"/>
              <a:ext cx="62110" cy="113793"/>
            </a:xfrm>
            <a:custGeom>
              <a:avLst/>
              <a:gdLst/>
              <a:ahLst/>
              <a:cxnLst/>
              <a:rect l="l" t="t" r="r" b="b"/>
              <a:pathLst>
                <a:path w="822" h="1506" extrusionOk="0">
                  <a:moveTo>
                    <a:pt x="740" y="82"/>
                  </a:moveTo>
                  <a:lnTo>
                    <a:pt x="740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822" y="1505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40"/>
            <p:cNvSpPr/>
            <p:nvPr/>
          </p:nvSpPr>
          <p:spPr>
            <a:xfrm>
              <a:off x="6931173" y="2616177"/>
              <a:ext cx="33624" cy="113793"/>
            </a:xfrm>
            <a:custGeom>
              <a:avLst/>
              <a:gdLst/>
              <a:ahLst/>
              <a:cxnLst/>
              <a:rect l="l" t="t" r="r" b="b"/>
              <a:pathLst>
                <a:path w="445" h="1506" extrusionOk="0">
                  <a:moveTo>
                    <a:pt x="363" y="82"/>
                  </a:moveTo>
                  <a:lnTo>
                    <a:pt x="363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445" y="1505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40"/>
            <p:cNvSpPr/>
            <p:nvPr/>
          </p:nvSpPr>
          <p:spPr>
            <a:xfrm>
              <a:off x="6958526" y="2616177"/>
              <a:ext cx="62337" cy="113793"/>
            </a:xfrm>
            <a:custGeom>
              <a:avLst/>
              <a:gdLst/>
              <a:ahLst/>
              <a:cxnLst/>
              <a:rect l="l" t="t" r="r" b="b"/>
              <a:pathLst>
                <a:path w="825" h="1506" extrusionOk="0">
                  <a:moveTo>
                    <a:pt x="750" y="82"/>
                  </a:moveTo>
                  <a:lnTo>
                    <a:pt x="750" y="1423"/>
                  </a:lnTo>
                  <a:lnTo>
                    <a:pt x="83" y="1423"/>
                  </a:lnTo>
                  <a:lnTo>
                    <a:pt x="83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40"/>
            <p:cNvSpPr/>
            <p:nvPr/>
          </p:nvSpPr>
          <p:spPr>
            <a:xfrm>
              <a:off x="7015120" y="2616177"/>
              <a:ext cx="61657" cy="113793"/>
            </a:xfrm>
            <a:custGeom>
              <a:avLst/>
              <a:gdLst/>
              <a:ahLst/>
              <a:cxnLst/>
              <a:rect l="l" t="t" r="r" b="b"/>
              <a:pathLst>
                <a:path w="816" h="1506" extrusionOk="0">
                  <a:moveTo>
                    <a:pt x="742" y="82"/>
                  </a:moveTo>
                  <a:lnTo>
                    <a:pt x="742" y="1423"/>
                  </a:lnTo>
                  <a:lnTo>
                    <a:pt x="75" y="1423"/>
                  </a:lnTo>
                  <a:lnTo>
                    <a:pt x="75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15" y="1505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40"/>
            <p:cNvSpPr/>
            <p:nvPr/>
          </p:nvSpPr>
          <p:spPr>
            <a:xfrm>
              <a:off x="7127024" y="2616177"/>
              <a:ext cx="62337" cy="113793"/>
            </a:xfrm>
            <a:custGeom>
              <a:avLst/>
              <a:gdLst/>
              <a:ahLst/>
              <a:cxnLst/>
              <a:rect l="l" t="t" r="r" b="b"/>
              <a:pathLst>
                <a:path w="825" h="1506" extrusionOk="0">
                  <a:moveTo>
                    <a:pt x="743" y="82"/>
                  </a:moveTo>
                  <a:lnTo>
                    <a:pt x="743" y="1423"/>
                  </a:lnTo>
                  <a:lnTo>
                    <a:pt x="83" y="1423"/>
                  </a:lnTo>
                  <a:lnTo>
                    <a:pt x="83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40"/>
            <p:cNvSpPr/>
            <p:nvPr/>
          </p:nvSpPr>
          <p:spPr>
            <a:xfrm>
              <a:off x="7071185" y="2616177"/>
              <a:ext cx="62110" cy="113793"/>
            </a:xfrm>
            <a:custGeom>
              <a:avLst/>
              <a:gdLst/>
              <a:ahLst/>
              <a:cxnLst/>
              <a:rect l="l" t="t" r="r" b="b"/>
              <a:pathLst>
                <a:path w="822" h="1506" extrusionOk="0">
                  <a:moveTo>
                    <a:pt x="740" y="82"/>
                  </a:moveTo>
                  <a:lnTo>
                    <a:pt x="740" y="1423"/>
                  </a:lnTo>
                  <a:lnTo>
                    <a:pt x="73" y="1423"/>
                  </a:lnTo>
                  <a:lnTo>
                    <a:pt x="73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822" y="1505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40"/>
            <p:cNvSpPr/>
            <p:nvPr/>
          </p:nvSpPr>
          <p:spPr>
            <a:xfrm>
              <a:off x="7082822" y="1942031"/>
              <a:ext cx="157996" cy="955381"/>
            </a:xfrm>
            <a:custGeom>
              <a:avLst/>
              <a:gdLst/>
              <a:ahLst/>
              <a:cxnLst/>
              <a:rect l="l" t="t" r="r" b="b"/>
              <a:pathLst>
                <a:path w="2091" h="12644" extrusionOk="0">
                  <a:moveTo>
                    <a:pt x="565" y="1"/>
                  </a:moveTo>
                  <a:lnTo>
                    <a:pt x="1" y="12613"/>
                  </a:lnTo>
                  <a:lnTo>
                    <a:pt x="2090" y="12643"/>
                  </a:lnTo>
                  <a:lnTo>
                    <a:pt x="1824" y="17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40"/>
            <p:cNvSpPr/>
            <p:nvPr/>
          </p:nvSpPr>
          <p:spPr>
            <a:xfrm>
              <a:off x="7082822" y="1942711"/>
              <a:ext cx="90294" cy="945633"/>
            </a:xfrm>
            <a:custGeom>
              <a:avLst/>
              <a:gdLst/>
              <a:ahLst/>
              <a:cxnLst/>
              <a:rect l="l" t="t" r="r" b="b"/>
              <a:pathLst>
                <a:path w="1195" h="12515" extrusionOk="0">
                  <a:moveTo>
                    <a:pt x="565" y="0"/>
                  </a:moveTo>
                  <a:lnTo>
                    <a:pt x="1" y="12515"/>
                  </a:lnTo>
                  <a:lnTo>
                    <a:pt x="1047" y="12515"/>
                  </a:lnTo>
                  <a:lnTo>
                    <a:pt x="1194" y="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9293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40"/>
            <p:cNvSpPr/>
            <p:nvPr/>
          </p:nvSpPr>
          <p:spPr>
            <a:xfrm>
              <a:off x="7113121" y="2171658"/>
              <a:ext cx="113189" cy="57199"/>
            </a:xfrm>
            <a:custGeom>
              <a:avLst/>
              <a:gdLst/>
              <a:ahLst/>
              <a:cxnLst/>
              <a:rect l="l" t="t" r="r" b="b"/>
              <a:pathLst>
                <a:path w="1498" h="757" extrusionOk="0">
                  <a:moveTo>
                    <a:pt x="37" y="1"/>
                  </a:moveTo>
                  <a:lnTo>
                    <a:pt x="0" y="734"/>
                  </a:lnTo>
                  <a:lnTo>
                    <a:pt x="749" y="741"/>
                  </a:lnTo>
                  <a:lnTo>
                    <a:pt x="1497" y="757"/>
                  </a:lnTo>
                  <a:lnTo>
                    <a:pt x="1483" y="22"/>
                  </a:lnTo>
                  <a:lnTo>
                    <a:pt x="756" y="1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40"/>
            <p:cNvSpPr/>
            <p:nvPr/>
          </p:nvSpPr>
          <p:spPr>
            <a:xfrm>
              <a:off x="7106396" y="2301470"/>
              <a:ext cx="123238" cy="82436"/>
            </a:xfrm>
            <a:custGeom>
              <a:avLst/>
              <a:gdLst/>
              <a:ahLst/>
              <a:cxnLst/>
              <a:rect l="l" t="t" r="r" b="b"/>
              <a:pathLst>
                <a:path w="1631" h="1091" extrusionOk="0">
                  <a:moveTo>
                    <a:pt x="45" y="1"/>
                  </a:moveTo>
                  <a:lnTo>
                    <a:pt x="0" y="1068"/>
                  </a:lnTo>
                  <a:lnTo>
                    <a:pt x="816" y="1077"/>
                  </a:lnTo>
                  <a:lnTo>
                    <a:pt x="1631" y="1091"/>
                  </a:lnTo>
                  <a:lnTo>
                    <a:pt x="1608" y="17"/>
                  </a:lnTo>
                  <a:lnTo>
                    <a:pt x="831" y="10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40"/>
            <p:cNvSpPr/>
            <p:nvPr/>
          </p:nvSpPr>
          <p:spPr>
            <a:xfrm>
              <a:off x="6440108" y="1279143"/>
              <a:ext cx="292342" cy="233632"/>
            </a:xfrm>
            <a:custGeom>
              <a:avLst/>
              <a:gdLst/>
              <a:ahLst/>
              <a:cxnLst/>
              <a:rect l="l" t="t" r="r" b="b"/>
              <a:pathLst>
                <a:path w="3869" h="3092" extrusionOk="0">
                  <a:moveTo>
                    <a:pt x="3647" y="1"/>
                  </a:moveTo>
                  <a:cubicBezTo>
                    <a:pt x="2706" y="1"/>
                    <a:pt x="1898" y="579"/>
                    <a:pt x="1557" y="1393"/>
                  </a:cubicBezTo>
                  <a:cubicBezTo>
                    <a:pt x="1505" y="1386"/>
                    <a:pt x="1445" y="1386"/>
                    <a:pt x="1393" y="1386"/>
                  </a:cubicBezTo>
                  <a:cubicBezTo>
                    <a:pt x="623" y="1386"/>
                    <a:pt x="1" y="2009"/>
                    <a:pt x="1" y="2772"/>
                  </a:cubicBezTo>
                  <a:cubicBezTo>
                    <a:pt x="1" y="2884"/>
                    <a:pt x="15" y="2987"/>
                    <a:pt x="38" y="3092"/>
                  </a:cubicBezTo>
                  <a:lnTo>
                    <a:pt x="3869" y="3092"/>
                  </a:lnTo>
                  <a:lnTo>
                    <a:pt x="3869" y="2217"/>
                  </a:lnTo>
                  <a:lnTo>
                    <a:pt x="3869" y="8"/>
                  </a:lnTo>
                  <a:cubicBezTo>
                    <a:pt x="3794" y="1"/>
                    <a:pt x="3721" y="1"/>
                    <a:pt x="3647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40"/>
            <p:cNvSpPr/>
            <p:nvPr/>
          </p:nvSpPr>
          <p:spPr>
            <a:xfrm>
              <a:off x="6728521" y="1278085"/>
              <a:ext cx="355585" cy="235218"/>
            </a:xfrm>
            <a:custGeom>
              <a:avLst/>
              <a:gdLst/>
              <a:ahLst/>
              <a:cxnLst/>
              <a:rect l="l" t="t" r="r" b="b"/>
              <a:pathLst>
                <a:path w="4706" h="3113" extrusionOk="0">
                  <a:moveTo>
                    <a:pt x="0" y="1"/>
                  </a:moveTo>
                  <a:lnTo>
                    <a:pt x="0" y="8"/>
                  </a:lnTo>
                  <a:lnTo>
                    <a:pt x="0" y="2231"/>
                  </a:lnTo>
                  <a:lnTo>
                    <a:pt x="0" y="3113"/>
                  </a:lnTo>
                  <a:lnTo>
                    <a:pt x="3061" y="3113"/>
                  </a:lnTo>
                  <a:cubicBezTo>
                    <a:pt x="3075" y="3097"/>
                    <a:pt x="3089" y="3090"/>
                    <a:pt x="3105" y="3075"/>
                  </a:cubicBezTo>
                  <a:cubicBezTo>
                    <a:pt x="3112" y="3090"/>
                    <a:pt x="3120" y="3097"/>
                    <a:pt x="3120" y="3113"/>
                  </a:cubicBezTo>
                  <a:lnTo>
                    <a:pt x="4638" y="3113"/>
                  </a:lnTo>
                  <a:cubicBezTo>
                    <a:pt x="4683" y="3017"/>
                    <a:pt x="4706" y="2912"/>
                    <a:pt x="4706" y="2794"/>
                  </a:cubicBezTo>
                  <a:cubicBezTo>
                    <a:pt x="4706" y="2341"/>
                    <a:pt x="4334" y="1971"/>
                    <a:pt x="3883" y="1971"/>
                  </a:cubicBezTo>
                  <a:cubicBezTo>
                    <a:pt x="3719" y="1971"/>
                    <a:pt x="3571" y="2016"/>
                    <a:pt x="3445" y="2097"/>
                  </a:cubicBezTo>
                  <a:cubicBezTo>
                    <a:pt x="3363" y="1571"/>
                    <a:pt x="2904" y="1171"/>
                    <a:pt x="2357" y="1171"/>
                  </a:cubicBezTo>
                  <a:cubicBezTo>
                    <a:pt x="2172" y="1171"/>
                    <a:pt x="1994" y="1215"/>
                    <a:pt x="1837" y="1297"/>
                  </a:cubicBezTo>
                  <a:cubicBezTo>
                    <a:pt x="1505" y="593"/>
                    <a:pt x="815" y="82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40"/>
            <p:cNvSpPr/>
            <p:nvPr/>
          </p:nvSpPr>
          <p:spPr>
            <a:xfrm>
              <a:off x="7822479" y="2368114"/>
              <a:ext cx="568438" cy="527484"/>
            </a:xfrm>
            <a:custGeom>
              <a:avLst/>
              <a:gdLst/>
              <a:ahLst/>
              <a:cxnLst/>
              <a:rect l="l" t="t" r="r" b="b"/>
              <a:pathLst>
                <a:path w="7523" h="6981" extrusionOk="0">
                  <a:moveTo>
                    <a:pt x="0" y="1"/>
                  </a:moveTo>
                  <a:lnTo>
                    <a:pt x="0" y="6981"/>
                  </a:lnTo>
                  <a:lnTo>
                    <a:pt x="7523" y="6981"/>
                  </a:lnTo>
                  <a:lnTo>
                    <a:pt x="7523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40"/>
            <p:cNvSpPr/>
            <p:nvPr/>
          </p:nvSpPr>
          <p:spPr>
            <a:xfrm>
              <a:off x="8390841" y="2379977"/>
              <a:ext cx="604" cy="508368"/>
            </a:xfrm>
            <a:custGeom>
              <a:avLst/>
              <a:gdLst/>
              <a:ahLst/>
              <a:cxnLst/>
              <a:rect l="l" t="t" r="r" b="b"/>
              <a:pathLst>
                <a:path w="8" h="6728" extrusionOk="0">
                  <a:moveTo>
                    <a:pt x="1" y="0"/>
                  </a:moveTo>
                  <a:lnTo>
                    <a:pt x="1" y="6728"/>
                  </a:lnTo>
                  <a:lnTo>
                    <a:pt x="8" y="6728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5259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40"/>
            <p:cNvSpPr/>
            <p:nvPr/>
          </p:nvSpPr>
          <p:spPr>
            <a:xfrm>
              <a:off x="8250299" y="2379977"/>
              <a:ext cx="140617" cy="477615"/>
            </a:xfrm>
            <a:custGeom>
              <a:avLst/>
              <a:gdLst/>
              <a:ahLst/>
              <a:cxnLst/>
              <a:rect l="l" t="t" r="r" b="b"/>
              <a:pathLst>
                <a:path w="1861" h="6321" extrusionOk="0">
                  <a:moveTo>
                    <a:pt x="0" y="0"/>
                  </a:moveTo>
                  <a:lnTo>
                    <a:pt x="0" y="6321"/>
                  </a:lnTo>
                  <a:lnTo>
                    <a:pt x="1861" y="6321"/>
                  </a:lnTo>
                  <a:lnTo>
                    <a:pt x="1861" y="0"/>
                  </a:lnTo>
                  <a:close/>
                </a:path>
              </a:pathLst>
            </a:custGeom>
            <a:solidFill>
              <a:srgbClr val="8586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40"/>
            <p:cNvSpPr/>
            <p:nvPr/>
          </p:nvSpPr>
          <p:spPr>
            <a:xfrm>
              <a:off x="7798904" y="2357006"/>
              <a:ext cx="614832" cy="23046"/>
            </a:xfrm>
            <a:custGeom>
              <a:avLst/>
              <a:gdLst/>
              <a:ahLst/>
              <a:cxnLst/>
              <a:rect l="l" t="t" r="r" b="b"/>
              <a:pathLst>
                <a:path w="8137" h="305" extrusionOk="0">
                  <a:moveTo>
                    <a:pt x="150" y="0"/>
                  </a:moveTo>
                  <a:cubicBezTo>
                    <a:pt x="68" y="0"/>
                    <a:pt x="1" y="66"/>
                    <a:pt x="1" y="148"/>
                  </a:cubicBezTo>
                  <a:cubicBezTo>
                    <a:pt x="1" y="237"/>
                    <a:pt x="68" y="304"/>
                    <a:pt x="150" y="304"/>
                  </a:cubicBezTo>
                  <a:lnTo>
                    <a:pt x="7989" y="304"/>
                  </a:lnTo>
                  <a:cubicBezTo>
                    <a:pt x="8071" y="304"/>
                    <a:pt x="8137" y="237"/>
                    <a:pt x="8137" y="148"/>
                  </a:cubicBezTo>
                  <a:cubicBezTo>
                    <a:pt x="8137" y="66"/>
                    <a:pt x="8071" y="0"/>
                    <a:pt x="7989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40"/>
            <p:cNvSpPr/>
            <p:nvPr/>
          </p:nvSpPr>
          <p:spPr>
            <a:xfrm>
              <a:off x="8316263" y="2470649"/>
              <a:ext cx="35967" cy="52665"/>
            </a:xfrm>
            <a:custGeom>
              <a:avLst/>
              <a:gdLst/>
              <a:ahLst/>
              <a:cxnLst/>
              <a:rect l="l" t="t" r="r" b="b"/>
              <a:pathLst>
                <a:path w="476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75" y="696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40"/>
            <p:cNvSpPr/>
            <p:nvPr/>
          </p:nvSpPr>
          <p:spPr>
            <a:xfrm>
              <a:off x="8251886" y="2470649"/>
              <a:ext cx="35438" cy="52665"/>
            </a:xfrm>
            <a:custGeom>
              <a:avLst/>
              <a:gdLst/>
              <a:ahLst/>
              <a:cxnLst/>
              <a:rect l="l" t="t" r="r" b="b"/>
              <a:pathLst>
                <a:path w="469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40"/>
            <p:cNvSpPr/>
            <p:nvPr/>
          </p:nvSpPr>
          <p:spPr>
            <a:xfrm>
              <a:off x="8186980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7" y="696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40"/>
            <p:cNvSpPr/>
            <p:nvPr/>
          </p:nvSpPr>
          <p:spPr>
            <a:xfrm>
              <a:off x="8122074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7" y="696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40"/>
            <p:cNvSpPr/>
            <p:nvPr/>
          </p:nvSpPr>
          <p:spPr>
            <a:xfrm>
              <a:off x="8057092" y="2470649"/>
              <a:ext cx="35362" cy="52665"/>
            </a:xfrm>
            <a:custGeom>
              <a:avLst/>
              <a:gdLst/>
              <a:ahLst/>
              <a:cxnLst/>
              <a:rect l="l" t="t" r="r" b="b"/>
              <a:pathLst>
                <a:path w="468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40"/>
            <p:cNvSpPr/>
            <p:nvPr/>
          </p:nvSpPr>
          <p:spPr>
            <a:xfrm>
              <a:off x="7992186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6" y="696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40"/>
            <p:cNvSpPr/>
            <p:nvPr/>
          </p:nvSpPr>
          <p:spPr>
            <a:xfrm>
              <a:off x="7927280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6" y="696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40"/>
            <p:cNvSpPr/>
            <p:nvPr/>
          </p:nvSpPr>
          <p:spPr>
            <a:xfrm>
              <a:off x="7862223" y="2470649"/>
              <a:ext cx="35438" cy="52665"/>
            </a:xfrm>
            <a:custGeom>
              <a:avLst/>
              <a:gdLst/>
              <a:ahLst/>
              <a:cxnLst/>
              <a:rect l="l" t="t" r="r" b="b"/>
              <a:pathLst>
                <a:path w="469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40"/>
            <p:cNvSpPr/>
            <p:nvPr/>
          </p:nvSpPr>
          <p:spPr>
            <a:xfrm>
              <a:off x="8316263" y="2571975"/>
              <a:ext cx="35967" cy="52741"/>
            </a:xfrm>
            <a:custGeom>
              <a:avLst/>
              <a:gdLst/>
              <a:ahLst/>
              <a:cxnLst/>
              <a:rect l="l" t="t" r="r" b="b"/>
              <a:pathLst>
                <a:path w="476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75" y="698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40"/>
            <p:cNvSpPr/>
            <p:nvPr/>
          </p:nvSpPr>
          <p:spPr>
            <a:xfrm>
              <a:off x="8251886" y="2571975"/>
              <a:ext cx="35438" cy="52741"/>
            </a:xfrm>
            <a:custGeom>
              <a:avLst/>
              <a:gdLst/>
              <a:ahLst/>
              <a:cxnLst/>
              <a:rect l="l" t="t" r="r" b="b"/>
              <a:pathLst>
                <a:path w="469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40"/>
            <p:cNvSpPr/>
            <p:nvPr/>
          </p:nvSpPr>
          <p:spPr>
            <a:xfrm>
              <a:off x="8186980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7" y="698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40"/>
            <p:cNvSpPr/>
            <p:nvPr/>
          </p:nvSpPr>
          <p:spPr>
            <a:xfrm>
              <a:off x="8122074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7" y="698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40"/>
            <p:cNvSpPr/>
            <p:nvPr/>
          </p:nvSpPr>
          <p:spPr>
            <a:xfrm>
              <a:off x="8057092" y="2571975"/>
              <a:ext cx="35362" cy="52741"/>
            </a:xfrm>
            <a:custGeom>
              <a:avLst/>
              <a:gdLst/>
              <a:ahLst/>
              <a:cxnLst/>
              <a:rect l="l" t="t" r="r" b="b"/>
              <a:pathLst>
                <a:path w="468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40"/>
            <p:cNvSpPr/>
            <p:nvPr/>
          </p:nvSpPr>
          <p:spPr>
            <a:xfrm>
              <a:off x="7992186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6" y="698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40"/>
            <p:cNvSpPr/>
            <p:nvPr/>
          </p:nvSpPr>
          <p:spPr>
            <a:xfrm>
              <a:off x="7927280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6" y="698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40"/>
            <p:cNvSpPr/>
            <p:nvPr/>
          </p:nvSpPr>
          <p:spPr>
            <a:xfrm>
              <a:off x="7862223" y="2571975"/>
              <a:ext cx="35438" cy="52741"/>
            </a:xfrm>
            <a:custGeom>
              <a:avLst/>
              <a:gdLst/>
              <a:ahLst/>
              <a:cxnLst/>
              <a:rect l="l" t="t" r="r" b="b"/>
              <a:pathLst>
                <a:path w="469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40"/>
            <p:cNvSpPr/>
            <p:nvPr/>
          </p:nvSpPr>
          <p:spPr>
            <a:xfrm>
              <a:off x="8316263" y="2673301"/>
              <a:ext cx="35967" cy="53270"/>
            </a:xfrm>
            <a:custGeom>
              <a:avLst/>
              <a:gdLst/>
              <a:ahLst/>
              <a:cxnLst/>
              <a:rect l="l" t="t" r="r" b="b"/>
              <a:pathLst>
                <a:path w="476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75" y="705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40"/>
            <p:cNvSpPr/>
            <p:nvPr/>
          </p:nvSpPr>
          <p:spPr>
            <a:xfrm>
              <a:off x="8251886" y="2673301"/>
              <a:ext cx="35438" cy="53270"/>
            </a:xfrm>
            <a:custGeom>
              <a:avLst/>
              <a:gdLst/>
              <a:ahLst/>
              <a:cxnLst/>
              <a:rect l="l" t="t" r="r" b="b"/>
              <a:pathLst>
                <a:path w="469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40"/>
            <p:cNvSpPr/>
            <p:nvPr/>
          </p:nvSpPr>
          <p:spPr>
            <a:xfrm>
              <a:off x="8186980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7" y="705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40"/>
            <p:cNvSpPr/>
            <p:nvPr/>
          </p:nvSpPr>
          <p:spPr>
            <a:xfrm>
              <a:off x="8122074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7" y="705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40"/>
            <p:cNvSpPr/>
            <p:nvPr/>
          </p:nvSpPr>
          <p:spPr>
            <a:xfrm>
              <a:off x="8057092" y="2673301"/>
              <a:ext cx="35362" cy="53270"/>
            </a:xfrm>
            <a:custGeom>
              <a:avLst/>
              <a:gdLst/>
              <a:ahLst/>
              <a:cxnLst/>
              <a:rect l="l" t="t" r="r" b="b"/>
              <a:pathLst>
                <a:path w="468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40"/>
            <p:cNvSpPr/>
            <p:nvPr/>
          </p:nvSpPr>
          <p:spPr>
            <a:xfrm>
              <a:off x="7992186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6" y="705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40"/>
            <p:cNvSpPr/>
            <p:nvPr/>
          </p:nvSpPr>
          <p:spPr>
            <a:xfrm>
              <a:off x="7927280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6" y="705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40"/>
            <p:cNvSpPr/>
            <p:nvPr/>
          </p:nvSpPr>
          <p:spPr>
            <a:xfrm>
              <a:off x="7862223" y="2673301"/>
              <a:ext cx="35438" cy="53270"/>
            </a:xfrm>
            <a:custGeom>
              <a:avLst/>
              <a:gdLst/>
              <a:ahLst/>
              <a:cxnLst/>
              <a:rect l="l" t="t" r="r" b="b"/>
              <a:pathLst>
                <a:path w="469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40"/>
            <p:cNvSpPr/>
            <p:nvPr/>
          </p:nvSpPr>
          <p:spPr>
            <a:xfrm>
              <a:off x="7821874" y="2857516"/>
              <a:ext cx="569042" cy="33700"/>
            </a:xfrm>
            <a:custGeom>
              <a:avLst/>
              <a:gdLst/>
              <a:ahLst/>
              <a:cxnLst/>
              <a:rect l="l" t="t" r="r" b="b"/>
              <a:pathLst>
                <a:path w="7531" h="446" extrusionOk="0">
                  <a:moveTo>
                    <a:pt x="1" y="1"/>
                  </a:moveTo>
                  <a:lnTo>
                    <a:pt x="1" y="445"/>
                  </a:lnTo>
                  <a:lnTo>
                    <a:pt x="7531" y="445"/>
                  </a:lnTo>
                  <a:lnTo>
                    <a:pt x="7531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40"/>
            <p:cNvSpPr/>
            <p:nvPr/>
          </p:nvSpPr>
          <p:spPr>
            <a:xfrm>
              <a:off x="7432740" y="2206340"/>
              <a:ext cx="472174" cy="691072"/>
            </a:xfrm>
            <a:custGeom>
              <a:avLst/>
              <a:gdLst/>
              <a:ahLst/>
              <a:cxnLst/>
              <a:rect l="l" t="t" r="r" b="b"/>
              <a:pathLst>
                <a:path w="6249" h="9146" extrusionOk="0">
                  <a:moveTo>
                    <a:pt x="1246" y="1"/>
                  </a:moveTo>
                  <a:cubicBezTo>
                    <a:pt x="1246" y="1"/>
                    <a:pt x="854" y="8122"/>
                    <a:pt x="1" y="9145"/>
                  </a:cubicBezTo>
                  <a:lnTo>
                    <a:pt x="6248" y="9145"/>
                  </a:lnTo>
                  <a:cubicBezTo>
                    <a:pt x="6248" y="9145"/>
                    <a:pt x="4966" y="6373"/>
                    <a:pt x="4758" y="1"/>
                  </a:cubicBez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40"/>
            <p:cNvSpPr/>
            <p:nvPr/>
          </p:nvSpPr>
          <p:spPr>
            <a:xfrm>
              <a:off x="7668563" y="2206340"/>
              <a:ext cx="232423" cy="682005"/>
            </a:xfrm>
            <a:custGeom>
              <a:avLst/>
              <a:gdLst/>
              <a:ahLst/>
              <a:cxnLst/>
              <a:rect l="l" t="t" r="r" b="b"/>
              <a:pathLst>
                <a:path w="3076" h="9026" extrusionOk="0">
                  <a:moveTo>
                    <a:pt x="1" y="1"/>
                  </a:moveTo>
                  <a:lnTo>
                    <a:pt x="1" y="9026"/>
                  </a:lnTo>
                  <a:lnTo>
                    <a:pt x="3076" y="9026"/>
                  </a:lnTo>
                  <a:cubicBezTo>
                    <a:pt x="3038" y="8944"/>
                    <a:pt x="2987" y="8804"/>
                    <a:pt x="2926" y="8619"/>
                  </a:cubicBezTo>
                  <a:cubicBezTo>
                    <a:pt x="2697" y="7959"/>
                    <a:pt x="2327" y="6684"/>
                    <a:pt x="2037" y="4706"/>
                  </a:cubicBezTo>
                  <a:cubicBezTo>
                    <a:pt x="1934" y="3981"/>
                    <a:pt x="1838" y="3164"/>
                    <a:pt x="1763" y="2247"/>
                  </a:cubicBezTo>
                  <a:cubicBezTo>
                    <a:pt x="1756" y="2186"/>
                    <a:pt x="1749" y="2128"/>
                    <a:pt x="1749" y="2069"/>
                  </a:cubicBezTo>
                  <a:cubicBezTo>
                    <a:pt x="1697" y="1423"/>
                    <a:pt x="1660" y="735"/>
                    <a:pt x="1637" y="1"/>
                  </a:cubicBezTo>
                  <a:close/>
                </a:path>
              </a:pathLst>
            </a:custGeom>
            <a:solidFill>
              <a:srgbClr val="A964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40"/>
            <p:cNvSpPr/>
            <p:nvPr/>
          </p:nvSpPr>
          <p:spPr>
            <a:xfrm>
              <a:off x="7511776" y="2397280"/>
              <a:ext cx="295137" cy="34758"/>
            </a:xfrm>
            <a:custGeom>
              <a:avLst/>
              <a:gdLst/>
              <a:ahLst/>
              <a:cxnLst/>
              <a:rect l="l" t="t" r="r" b="b"/>
              <a:pathLst>
                <a:path w="3906" h="460" extrusionOk="0">
                  <a:moveTo>
                    <a:pt x="38" y="1"/>
                  </a:moveTo>
                  <a:lnTo>
                    <a:pt x="0" y="460"/>
                  </a:lnTo>
                  <a:lnTo>
                    <a:pt x="3906" y="460"/>
                  </a:lnTo>
                  <a:lnTo>
                    <a:pt x="386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40"/>
            <p:cNvSpPr/>
            <p:nvPr/>
          </p:nvSpPr>
          <p:spPr>
            <a:xfrm>
              <a:off x="7499384" y="2533968"/>
              <a:ext cx="324379" cy="35287"/>
            </a:xfrm>
            <a:custGeom>
              <a:avLst/>
              <a:gdLst/>
              <a:ahLst/>
              <a:cxnLst/>
              <a:rect l="l" t="t" r="r" b="b"/>
              <a:pathLst>
                <a:path w="4293" h="467" extrusionOk="0">
                  <a:moveTo>
                    <a:pt x="45" y="0"/>
                  </a:moveTo>
                  <a:lnTo>
                    <a:pt x="1" y="466"/>
                  </a:lnTo>
                  <a:lnTo>
                    <a:pt x="4292" y="466"/>
                  </a:lnTo>
                  <a:lnTo>
                    <a:pt x="422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40"/>
            <p:cNvSpPr/>
            <p:nvPr/>
          </p:nvSpPr>
          <p:spPr>
            <a:xfrm>
              <a:off x="7527492" y="2206340"/>
              <a:ext cx="265971" cy="39291"/>
            </a:xfrm>
            <a:custGeom>
              <a:avLst/>
              <a:gdLst/>
              <a:ahLst/>
              <a:cxnLst/>
              <a:rect l="l" t="t" r="r" b="b"/>
              <a:pathLst>
                <a:path w="3520" h="520" extrusionOk="0">
                  <a:moveTo>
                    <a:pt x="29" y="1"/>
                  </a:moveTo>
                  <a:lnTo>
                    <a:pt x="1" y="513"/>
                  </a:lnTo>
                  <a:lnTo>
                    <a:pt x="3520" y="520"/>
                  </a:lnTo>
                  <a:lnTo>
                    <a:pt x="350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40"/>
            <p:cNvSpPr/>
            <p:nvPr/>
          </p:nvSpPr>
          <p:spPr>
            <a:xfrm>
              <a:off x="6726783" y="1889517"/>
              <a:ext cx="267180" cy="1007895"/>
            </a:xfrm>
            <a:custGeom>
              <a:avLst/>
              <a:gdLst/>
              <a:ahLst/>
              <a:cxnLst/>
              <a:rect l="l" t="t" r="r" b="b"/>
              <a:pathLst>
                <a:path w="3536" h="13339" extrusionOk="0">
                  <a:moveTo>
                    <a:pt x="7" y="0"/>
                  </a:moveTo>
                  <a:lnTo>
                    <a:pt x="0" y="13338"/>
                  </a:lnTo>
                  <a:lnTo>
                    <a:pt x="3536" y="13338"/>
                  </a:lnTo>
                  <a:cubicBezTo>
                    <a:pt x="3536" y="13338"/>
                    <a:pt x="3491" y="5773"/>
                    <a:pt x="3395" y="5261"/>
                  </a:cubicBezTo>
                  <a:cubicBezTo>
                    <a:pt x="3306" y="4757"/>
                    <a:pt x="3009" y="3794"/>
                    <a:pt x="2076" y="2757"/>
                  </a:cubicBezTo>
                  <a:cubicBezTo>
                    <a:pt x="1149" y="1711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40"/>
            <p:cNvSpPr/>
            <p:nvPr/>
          </p:nvSpPr>
          <p:spPr>
            <a:xfrm>
              <a:off x="6727312" y="1889517"/>
              <a:ext cx="266651" cy="998828"/>
            </a:xfrm>
            <a:custGeom>
              <a:avLst/>
              <a:gdLst/>
              <a:ahLst/>
              <a:cxnLst/>
              <a:rect l="l" t="t" r="r" b="b"/>
              <a:pathLst>
                <a:path w="3529" h="13219" extrusionOk="0">
                  <a:moveTo>
                    <a:pt x="0" y="0"/>
                  </a:moveTo>
                  <a:lnTo>
                    <a:pt x="1275" y="2853"/>
                  </a:lnTo>
                  <a:cubicBezTo>
                    <a:pt x="1334" y="2972"/>
                    <a:pt x="2261" y="4839"/>
                    <a:pt x="2268" y="6810"/>
                  </a:cubicBezTo>
                  <a:lnTo>
                    <a:pt x="2328" y="13219"/>
                  </a:lnTo>
                  <a:lnTo>
                    <a:pt x="3529" y="13219"/>
                  </a:lnTo>
                  <a:cubicBezTo>
                    <a:pt x="3529" y="12931"/>
                    <a:pt x="3521" y="12122"/>
                    <a:pt x="3513" y="11122"/>
                  </a:cubicBezTo>
                  <a:lnTo>
                    <a:pt x="3513" y="11040"/>
                  </a:lnTo>
                  <a:cubicBezTo>
                    <a:pt x="3505" y="10619"/>
                    <a:pt x="3505" y="10158"/>
                    <a:pt x="3498" y="9699"/>
                  </a:cubicBezTo>
                  <a:lnTo>
                    <a:pt x="3498" y="9618"/>
                  </a:lnTo>
                  <a:cubicBezTo>
                    <a:pt x="3491" y="9269"/>
                    <a:pt x="3491" y="8913"/>
                    <a:pt x="3484" y="8574"/>
                  </a:cubicBezTo>
                  <a:cubicBezTo>
                    <a:pt x="3484" y="8431"/>
                    <a:pt x="3477" y="8298"/>
                    <a:pt x="3477" y="8158"/>
                  </a:cubicBezTo>
                  <a:cubicBezTo>
                    <a:pt x="3454" y="6706"/>
                    <a:pt x="3424" y="5462"/>
                    <a:pt x="3388" y="5261"/>
                  </a:cubicBezTo>
                  <a:lnTo>
                    <a:pt x="3388" y="5254"/>
                  </a:lnTo>
                  <a:cubicBezTo>
                    <a:pt x="3299" y="4741"/>
                    <a:pt x="2995" y="3786"/>
                    <a:pt x="2069" y="2757"/>
                  </a:cubicBezTo>
                  <a:cubicBezTo>
                    <a:pt x="1142" y="171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964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40"/>
            <p:cNvSpPr/>
            <p:nvPr/>
          </p:nvSpPr>
          <p:spPr>
            <a:xfrm>
              <a:off x="6727312" y="2305550"/>
              <a:ext cx="259397" cy="47603"/>
            </a:xfrm>
            <a:custGeom>
              <a:avLst/>
              <a:gdLst/>
              <a:ahLst/>
              <a:cxnLst/>
              <a:rect l="l" t="t" r="r" b="b"/>
              <a:pathLst>
                <a:path w="3433" h="630" extrusionOk="0">
                  <a:moveTo>
                    <a:pt x="0" y="0"/>
                  </a:moveTo>
                  <a:lnTo>
                    <a:pt x="0" y="630"/>
                  </a:lnTo>
                  <a:lnTo>
                    <a:pt x="3433" y="630"/>
                  </a:lnTo>
                  <a:lnTo>
                    <a:pt x="3433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40"/>
            <p:cNvSpPr/>
            <p:nvPr/>
          </p:nvSpPr>
          <p:spPr>
            <a:xfrm>
              <a:off x="6726783" y="2440954"/>
              <a:ext cx="263327" cy="11258"/>
            </a:xfrm>
            <a:custGeom>
              <a:avLst/>
              <a:gdLst/>
              <a:ahLst/>
              <a:cxnLst/>
              <a:rect l="l" t="t" r="r" b="b"/>
              <a:pathLst>
                <a:path w="3485" h="149" extrusionOk="0">
                  <a:moveTo>
                    <a:pt x="0" y="1"/>
                  </a:moveTo>
                  <a:lnTo>
                    <a:pt x="0" y="148"/>
                  </a:lnTo>
                  <a:lnTo>
                    <a:pt x="3484" y="148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40"/>
            <p:cNvSpPr/>
            <p:nvPr/>
          </p:nvSpPr>
          <p:spPr>
            <a:xfrm>
              <a:off x="6726783" y="2467324"/>
              <a:ext cx="263327" cy="11183"/>
            </a:xfrm>
            <a:custGeom>
              <a:avLst/>
              <a:gdLst/>
              <a:ahLst/>
              <a:cxnLst/>
              <a:rect l="l" t="t" r="r" b="b"/>
              <a:pathLst>
                <a:path w="3485" h="148" extrusionOk="0">
                  <a:moveTo>
                    <a:pt x="0" y="0"/>
                  </a:moveTo>
                  <a:lnTo>
                    <a:pt x="0" y="148"/>
                  </a:lnTo>
                  <a:lnTo>
                    <a:pt x="3484" y="148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40"/>
            <p:cNvSpPr/>
            <p:nvPr/>
          </p:nvSpPr>
          <p:spPr>
            <a:xfrm>
              <a:off x="6726783" y="2493619"/>
              <a:ext cx="263327" cy="11258"/>
            </a:xfrm>
            <a:custGeom>
              <a:avLst/>
              <a:gdLst/>
              <a:ahLst/>
              <a:cxnLst/>
              <a:rect l="l" t="t" r="r" b="b"/>
              <a:pathLst>
                <a:path w="3485" h="149" extrusionOk="0">
                  <a:moveTo>
                    <a:pt x="0" y="1"/>
                  </a:moveTo>
                  <a:lnTo>
                    <a:pt x="0" y="148"/>
                  </a:lnTo>
                  <a:lnTo>
                    <a:pt x="3484" y="148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40"/>
            <p:cNvSpPr/>
            <p:nvPr/>
          </p:nvSpPr>
          <p:spPr>
            <a:xfrm>
              <a:off x="6726783" y="2519838"/>
              <a:ext cx="263327" cy="11334"/>
            </a:xfrm>
            <a:custGeom>
              <a:avLst/>
              <a:gdLst/>
              <a:ahLst/>
              <a:cxnLst/>
              <a:rect l="l" t="t" r="r" b="b"/>
              <a:pathLst>
                <a:path w="3485" h="150" extrusionOk="0">
                  <a:moveTo>
                    <a:pt x="0" y="1"/>
                  </a:moveTo>
                  <a:lnTo>
                    <a:pt x="0" y="150"/>
                  </a:lnTo>
                  <a:lnTo>
                    <a:pt x="3484" y="150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40"/>
            <p:cNvSpPr/>
            <p:nvPr/>
          </p:nvSpPr>
          <p:spPr>
            <a:xfrm>
              <a:off x="6726783" y="2546209"/>
              <a:ext cx="263327" cy="11334"/>
            </a:xfrm>
            <a:custGeom>
              <a:avLst/>
              <a:gdLst/>
              <a:ahLst/>
              <a:cxnLst/>
              <a:rect l="l" t="t" r="r" b="b"/>
              <a:pathLst>
                <a:path w="3485" h="150" extrusionOk="0">
                  <a:moveTo>
                    <a:pt x="0" y="0"/>
                  </a:moveTo>
                  <a:lnTo>
                    <a:pt x="0" y="150"/>
                  </a:lnTo>
                  <a:lnTo>
                    <a:pt x="3484" y="150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40"/>
            <p:cNvSpPr/>
            <p:nvPr/>
          </p:nvSpPr>
          <p:spPr>
            <a:xfrm>
              <a:off x="5534220" y="2754452"/>
              <a:ext cx="674751" cy="137821"/>
            </a:xfrm>
            <a:custGeom>
              <a:avLst/>
              <a:gdLst/>
              <a:ahLst/>
              <a:cxnLst/>
              <a:rect l="l" t="t" r="r" b="b"/>
              <a:pathLst>
                <a:path w="8930" h="1824" extrusionOk="0">
                  <a:moveTo>
                    <a:pt x="4462" y="1"/>
                  </a:moveTo>
                  <a:cubicBezTo>
                    <a:pt x="2364" y="1"/>
                    <a:pt x="585" y="772"/>
                    <a:pt x="0" y="1823"/>
                  </a:cubicBezTo>
                  <a:lnTo>
                    <a:pt x="8929" y="1823"/>
                  </a:lnTo>
                  <a:cubicBezTo>
                    <a:pt x="8344" y="772"/>
                    <a:pt x="6566" y="1"/>
                    <a:pt x="4462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40"/>
            <p:cNvSpPr/>
            <p:nvPr/>
          </p:nvSpPr>
          <p:spPr>
            <a:xfrm>
              <a:off x="6065482" y="2706925"/>
              <a:ext cx="661377" cy="187615"/>
            </a:xfrm>
            <a:custGeom>
              <a:avLst/>
              <a:gdLst/>
              <a:ahLst/>
              <a:cxnLst/>
              <a:rect l="l" t="t" r="r" b="b"/>
              <a:pathLst>
                <a:path w="8753" h="2483" extrusionOk="0">
                  <a:moveTo>
                    <a:pt x="4381" y="0"/>
                  </a:moveTo>
                  <a:cubicBezTo>
                    <a:pt x="2322" y="0"/>
                    <a:pt x="572" y="1046"/>
                    <a:pt x="1" y="2483"/>
                  </a:cubicBezTo>
                  <a:lnTo>
                    <a:pt x="8752" y="2483"/>
                  </a:lnTo>
                  <a:cubicBezTo>
                    <a:pt x="8181" y="1046"/>
                    <a:pt x="6440" y="0"/>
                    <a:pt x="4381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40"/>
            <p:cNvSpPr/>
            <p:nvPr/>
          </p:nvSpPr>
          <p:spPr>
            <a:xfrm>
              <a:off x="6193178" y="2750599"/>
              <a:ext cx="113189" cy="62790"/>
            </a:xfrm>
            <a:custGeom>
              <a:avLst/>
              <a:gdLst/>
              <a:ahLst/>
              <a:cxnLst/>
              <a:rect l="l" t="t" r="r" b="b"/>
              <a:pathLst>
                <a:path w="1498" h="831" extrusionOk="0">
                  <a:moveTo>
                    <a:pt x="978" y="0"/>
                  </a:moveTo>
                  <a:cubicBezTo>
                    <a:pt x="882" y="0"/>
                    <a:pt x="772" y="14"/>
                    <a:pt x="660" y="52"/>
                  </a:cubicBezTo>
                  <a:cubicBezTo>
                    <a:pt x="246" y="171"/>
                    <a:pt x="0" y="475"/>
                    <a:pt x="89" y="660"/>
                  </a:cubicBezTo>
                  <a:cubicBezTo>
                    <a:pt x="143" y="779"/>
                    <a:pt x="290" y="831"/>
                    <a:pt x="475" y="831"/>
                  </a:cubicBezTo>
                  <a:cubicBezTo>
                    <a:pt x="594" y="831"/>
                    <a:pt x="735" y="807"/>
                    <a:pt x="868" y="770"/>
                  </a:cubicBezTo>
                  <a:cubicBezTo>
                    <a:pt x="1224" y="667"/>
                    <a:pt x="1498" y="459"/>
                    <a:pt x="1467" y="260"/>
                  </a:cubicBezTo>
                  <a:cubicBezTo>
                    <a:pt x="1446" y="112"/>
                    <a:pt x="1245" y="0"/>
                    <a:pt x="978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40"/>
            <p:cNvSpPr/>
            <p:nvPr/>
          </p:nvSpPr>
          <p:spPr>
            <a:xfrm>
              <a:off x="6323670" y="2760119"/>
              <a:ext cx="58937" cy="30300"/>
            </a:xfrm>
            <a:custGeom>
              <a:avLst/>
              <a:gdLst/>
              <a:ahLst/>
              <a:cxnLst/>
              <a:rect l="l" t="t" r="r" b="b"/>
              <a:pathLst>
                <a:path w="780" h="401" extrusionOk="0">
                  <a:moveTo>
                    <a:pt x="393" y="0"/>
                  </a:moveTo>
                  <a:cubicBezTo>
                    <a:pt x="171" y="0"/>
                    <a:pt x="0" y="103"/>
                    <a:pt x="16" y="215"/>
                  </a:cubicBezTo>
                  <a:cubicBezTo>
                    <a:pt x="23" y="326"/>
                    <a:pt x="185" y="400"/>
                    <a:pt x="386" y="400"/>
                  </a:cubicBezTo>
                  <a:lnTo>
                    <a:pt x="393" y="400"/>
                  </a:lnTo>
                  <a:cubicBezTo>
                    <a:pt x="594" y="400"/>
                    <a:pt x="763" y="319"/>
                    <a:pt x="772" y="215"/>
                  </a:cubicBezTo>
                  <a:cubicBezTo>
                    <a:pt x="779" y="103"/>
                    <a:pt x="608" y="0"/>
                    <a:pt x="393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40"/>
            <p:cNvSpPr/>
            <p:nvPr/>
          </p:nvSpPr>
          <p:spPr>
            <a:xfrm>
              <a:off x="5428436" y="2641414"/>
              <a:ext cx="131097" cy="165250"/>
            </a:xfrm>
            <a:custGeom>
              <a:avLst/>
              <a:gdLst/>
              <a:ahLst/>
              <a:cxnLst/>
              <a:rect l="l" t="t" r="r" b="b"/>
              <a:pathLst>
                <a:path w="1735" h="2187" extrusionOk="0">
                  <a:moveTo>
                    <a:pt x="867" y="1"/>
                  </a:moveTo>
                  <a:cubicBezTo>
                    <a:pt x="490" y="1"/>
                    <a:pt x="178" y="303"/>
                    <a:pt x="178" y="682"/>
                  </a:cubicBezTo>
                  <a:cubicBezTo>
                    <a:pt x="178" y="712"/>
                    <a:pt x="186" y="741"/>
                    <a:pt x="193" y="778"/>
                  </a:cubicBezTo>
                  <a:cubicBezTo>
                    <a:pt x="66" y="926"/>
                    <a:pt x="1" y="1112"/>
                    <a:pt x="1" y="1319"/>
                  </a:cubicBezTo>
                  <a:cubicBezTo>
                    <a:pt x="1" y="1801"/>
                    <a:pt x="385" y="2187"/>
                    <a:pt x="867" y="2187"/>
                  </a:cubicBezTo>
                  <a:cubicBezTo>
                    <a:pt x="1342" y="2187"/>
                    <a:pt x="1735" y="1801"/>
                    <a:pt x="1735" y="1319"/>
                  </a:cubicBezTo>
                  <a:cubicBezTo>
                    <a:pt x="1735" y="1112"/>
                    <a:pt x="1660" y="926"/>
                    <a:pt x="1541" y="778"/>
                  </a:cubicBezTo>
                  <a:cubicBezTo>
                    <a:pt x="1541" y="741"/>
                    <a:pt x="1550" y="712"/>
                    <a:pt x="1550" y="682"/>
                  </a:cubicBezTo>
                  <a:cubicBezTo>
                    <a:pt x="1550" y="303"/>
                    <a:pt x="1245" y="1"/>
                    <a:pt x="86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40"/>
            <p:cNvSpPr/>
            <p:nvPr/>
          </p:nvSpPr>
          <p:spPr>
            <a:xfrm>
              <a:off x="5493342" y="2717503"/>
              <a:ext cx="5743" cy="172579"/>
            </a:xfrm>
            <a:custGeom>
              <a:avLst/>
              <a:gdLst/>
              <a:ahLst/>
              <a:cxnLst/>
              <a:rect l="l" t="t" r="r" b="b"/>
              <a:pathLst>
                <a:path w="76" h="2284" extrusionOk="0">
                  <a:moveTo>
                    <a:pt x="38" y="1"/>
                  </a:moveTo>
                  <a:lnTo>
                    <a:pt x="1" y="2247"/>
                  </a:lnTo>
                  <a:cubicBezTo>
                    <a:pt x="1" y="2268"/>
                    <a:pt x="15" y="2284"/>
                    <a:pt x="38" y="2284"/>
                  </a:cubicBezTo>
                  <a:cubicBezTo>
                    <a:pt x="59" y="2284"/>
                    <a:pt x="75" y="2268"/>
                    <a:pt x="75" y="2247"/>
                  </a:cubicBezTo>
                  <a:cubicBezTo>
                    <a:pt x="75" y="2247"/>
                    <a:pt x="59" y="1"/>
                    <a:pt x="38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40"/>
            <p:cNvSpPr/>
            <p:nvPr/>
          </p:nvSpPr>
          <p:spPr>
            <a:xfrm>
              <a:off x="5463118" y="2758381"/>
              <a:ext cx="33095" cy="26899"/>
            </a:xfrm>
            <a:custGeom>
              <a:avLst/>
              <a:gdLst/>
              <a:ahLst/>
              <a:cxnLst/>
              <a:rect l="l" t="t" r="r" b="b"/>
              <a:pathLst>
                <a:path w="438" h="356" extrusionOk="0">
                  <a:moveTo>
                    <a:pt x="0" y="0"/>
                  </a:moveTo>
                  <a:cubicBezTo>
                    <a:pt x="205" y="342"/>
                    <a:pt x="404" y="356"/>
                    <a:pt x="434" y="356"/>
                  </a:cubicBezTo>
                  <a:cubicBezTo>
                    <a:pt x="437" y="356"/>
                    <a:pt x="438" y="356"/>
                    <a:pt x="438" y="356"/>
                  </a:cubicBezTo>
                  <a:lnTo>
                    <a:pt x="438" y="311"/>
                  </a:lnTo>
                  <a:cubicBezTo>
                    <a:pt x="438" y="311"/>
                    <a:pt x="434" y="314"/>
                    <a:pt x="422" y="314"/>
                  </a:cubicBezTo>
                  <a:cubicBezTo>
                    <a:pt x="396" y="314"/>
                    <a:pt x="334" y="300"/>
                    <a:pt x="201" y="208"/>
                  </a:cubicBezTo>
                  <a:cubicBezTo>
                    <a:pt x="82" y="12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40"/>
            <p:cNvSpPr/>
            <p:nvPr/>
          </p:nvSpPr>
          <p:spPr>
            <a:xfrm>
              <a:off x="5496137" y="2751127"/>
              <a:ext cx="28562" cy="23046"/>
            </a:xfrm>
            <a:custGeom>
              <a:avLst/>
              <a:gdLst/>
              <a:ahLst/>
              <a:cxnLst/>
              <a:rect l="l" t="t" r="r" b="b"/>
              <a:pathLst>
                <a:path w="378" h="305" extrusionOk="0">
                  <a:moveTo>
                    <a:pt x="378" y="0"/>
                  </a:moveTo>
                  <a:cubicBezTo>
                    <a:pt x="378" y="0"/>
                    <a:pt x="305" y="105"/>
                    <a:pt x="209" y="171"/>
                  </a:cubicBezTo>
                  <a:cubicBezTo>
                    <a:pt x="96" y="250"/>
                    <a:pt x="41" y="263"/>
                    <a:pt x="17" y="263"/>
                  </a:cubicBezTo>
                  <a:cubicBezTo>
                    <a:pt x="5" y="263"/>
                    <a:pt x="1" y="260"/>
                    <a:pt x="1" y="260"/>
                  </a:cubicBezTo>
                  <a:lnTo>
                    <a:pt x="1" y="260"/>
                  </a:lnTo>
                  <a:lnTo>
                    <a:pt x="8" y="304"/>
                  </a:lnTo>
                  <a:cubicBezTo>
                    <a:pt x="8" y="304"/>
                    <a:pt x="8" y="304"/>
                    <a:pt x="9" y="304"/>
                  </a:cubicBezTo>
                  <a:cubicBezTo>
                    <a:pt x="24" y="304"/>
                    <a:pt x="194" y="298"/>
                    <a:pt x="378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40"/>
            <p:cNvSpPr/>
            <p:nvPr/>
          </p:nvSpPr>
          <p:spPr>
            <a:xfrm>
              <a:off x="5473167" y="2734806"/>
              <a:ext cx="23046" cy="18663"/>
            </a:xfrm>
            <a:custGeom>
              <a:avLst/>
              <a:gdLst/>
              <a:ahLst/>
              <a:cxnLst/>
              <a:rect l="l" t="t" r="r" b="b"/>
              <a:pathLst>
                <a:path w="305" h="247" extrusionOk="0">
                  <a:moveTo>
                    <a:pt x="1" y="1"/>
                  </a:moveTo>
                  <a:cubicBezTo>
                    <a:pt x="149" y="240"/>
                    <a:pt x="289" y="246"/>
                    <a:pt x="304" y="246"/>
                  </a:cubicBezTo>
                  <a:cubicBezTo>
                    <a:pt x="304" y="246"/>
                    <a:pt x="305" y="246"/>
                    <a:pt x="305" y="246"/>
                  </a:cubicBezTo>
                  <a:lnTo>
                    <a:pt x="305" y="209"/>
                  </a:lnTo>
                  <a:cubicBezTo>
                    <a:pt x="305" y="209"/>
                    <a:pt x="302" y="211"/>
                    <a:pt x="293" y="211"/>
                  </a:cubicBezTo>
                  <a:cubicBezTo>
                    <a:pt x="275" y="211"/>
                    <a:pt x="232" y="201"/>
                    <a:pt x="141" y="134"/>
                  </a:cubicBezTo>
                  <a:cubicBezTo>
                    <a:pt x="60" y="8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40"/>
            <p:cNvSpPr/>
            <p:nvPr/>
          </p:nvSpPr>
          <p:spPr>
            <a:xfrm>
              <a:off x="6368553" y="2355873"/>
              <a:ext cx="480410" cy="467565"/>
            </a:xfrm>
            <a:custGeom>
              <a:avLst/>
              <a:gdLst/>
              <a:ahLst/>
              <a:cxnLst/>
              <a:rect l="l" t="t" r="r" b="b"/>
              <a:pathLst>
                <a:path w="6358" h="6188" extrusionOk="0">
                  <a:moveTo>
                    <a:pt x="3090" y="1"/>
                  </a:moveTo>
                  <a:cubicBezTo>
                    <a:pt x="2978" y="1"/>
                    <a:pt x="2867" y="30"/>
                    <a:pt x="2771" y="90"/>
                  </a:cubicBezTo>
                  <a:cubicBezTo>
                    <a:pt x="2067" y="534"/>
                    <a:pt x="0" y="6188"/>
                    <a:pt x="3089" y="6188"/>
                  </a:cubicBezTo>
                  <a:cubicBezTo>
                    <a:pt x="6358" y="6188"/>
                    <a:pt x="4112" y="534"/>
                    <a:pt x="3415" y="90"/>
                  </a:cubicBezTo>
                  <a:cubicBezTo>
                    <a:pt x="3315" y="30"/>
                    <a:pt x="3202" y="1"/>
                    <a:pt x="3090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40"/>
            <p:cNvSpPr/>
            <p:nvPr/>
          </p:nvSpPr>
          <p:spPr>
            <a:xfrm>
              <a:off x="6368553" y="2362447"/>
              <a:ext cx="233480" cy="460992"/>
            </a:xfrm>
            <a:custGeom>
              <a:avLst/>
              <a:gdLst/>
              <a:ahLst/>
              <a:cxnLst/>
              <a:rect l="l" t="t" r="r" b="b"/>
              <a:pathLst>
                <a:path w="3090" h="6101" extrusionOk="0">
                  <a:moveTo>
                    <a:pt x="2776" y="1"/>
                  </a:moveTo>
                  <a:cubicBezTo>
                    <a:pt x="2775" y="1"/>
                    <a:pt x="2773" y="2"/>
                    <a:pt x="2771" y="3"/>
                  </a:cubicBezTo>
                  <a:cubicBezTo>
                    <a:pt x="2067" y="447"/>
                    <a:pt x="0" y="6101"/>
                    <a:pt x="3089" y="6101"/>
                  </a:cubicBezTo>
                  <a:cubicBezTo>
                    <a:pt x="3089" y="6101"/>
                    <a:pt x="2312" y="6033"/>
                    <a:pt x="2268" y="3826"/>
                  </a:cubicBezTo>
                  <a:cubicBezTo>
                    <a:pt x="2215" y="1638"/>
                    <a:pt x="2848" y="1"/>
                    <a:pt x="2776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40"/>
            <p:cNvSpPr/>
            <p:nvPr/>
          </p:nvSpPr>
          <p:spPr>
            <a:xfrm>
              <a:off x="6594704" y="2568197"/>
              <a:ext cx="33624" cy="323548"/>
            </a:xfrm>
            <a:custGeom>
              <a:avLst/>
              <a:gdLst/>
              <a:ahLst/>
              <a:cxnLst/>
              <a:rect l="l" t="t" r="r" b="b"/>
              <a:pathLst>
                <a:path w="445" h="4282" extrusionOk="0">
                  <a:moveTo>
                    <a:pt x="224" y="1"/>
                  </a:moveTo>
                  <a:cubicBezTo>
                    <a:pt x="223" y="1"/>
                    <a:pt x="222" y="6"/>
                    <a:pt x="222" y="20"/>
                  </a:cubicBezTo>
                  <a:lnTo>
                    <a:pt x="0" y="4281"/>
                  </a:lnTo>
                  <a:lnTo>
                    <a:pt x="445" y="4281"/>
                  </a:lnTo>
                  <a:cubicBezTo>
                    <a:pt x="430" y="2458"/>
                    <a:pt x="267" y="20"/>
                    <a:pt x="229" y="20"/>
                  </a:cubicBezTo>
                  <a:cubicBezTo>
                    <a:pt x="229" y="20"/>
                    <a:pt x="226" y="1"/>
                    <a:pt x="224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40"/>
            <p:cNvSpPr/>
            <p:nvPr/>
          </p:nvSpPr>
          <p:spPr>
            <a:xfrm>
              <a:off x="6520202" y="2682821"/>
              <a:ext cx="91881" cy="73973"/>
            </a:xfrm>
            <a:custGeom>
              <a:avLst/>
              <a:gdLst/>
              <a:ahLst/>
              <a:cxnLst/>
              <a:rect l="l" t="t" r="r" b="b"/>
              <a:pathLst>
                <a:path w="1216" h="979" extrusionOk="0">
                  <a:moveTo>
                    <a:pt x="1" y="1"/>
                  </a:moveTo>
                  <a:cubicBezTo>
                    <a:pt x="595" y="952"/>
                    <a:pt x="1136" y="979"/>
                    <a:pt x="1196" y="979"/>
                  </a:cubicBezTo>
                  <a:cubicBezTo>
                    <a:pt x="1199" y="979"/>
                    <a:pt x="1201" y="979"/>
                    <a:pt x="1201" y="979"/>
                  </a:cubicBezTo>
                  <a:lnTo>
                    <a:pt x="1215" y="838"/>
                  </a:lnTo>
                  <a:lnTo>
                    <a:pt x="1215" y="838"/>
                  </a:lnTo>
                  <a:cubicBezTo>
                    <a:pt x="1215" y="838"/>
                    <a:pt x="1203" y="847"/>
                    <a:pt x="1168" y="847"/>
                  </a:cubicBezTo>
                  <a:cubicBezTo>
                    <a:pt x="1093" y="847"/>
                    <a:pt x="919" y="806"/>
                    <a:pt x="556" y="548"/>
                  </a:cubicBezTo>
                  <a:cubicBezTo>
                    <a:pt x="245" y="33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40"/>
            <p:cNvSpPr/>
            <p:nvPr/>
          </p:nvSpPr>
          <p:spPr>
            <a:xfrm>
              <a:off x="6612007" y="2662118"/>
              <a:ext cx="77373" cy="62715"/>
            </a:xfrm>
            <a:custGeom>
              <a:avLst/>
              <a:gdLst/>
              <a:ahLst/>
              <a:cxnLst/>
              <a:rect l="l" t="t" r="r" b="b"/>
              <a:pathLst>
                <a:path w="1024" h="830" extrusionOk="0">
                  <a:moveTo>
                    <a:pt x="1023" y="1"/>
                  </a:moveTo>
                  <a:lnTo>
                    <a:pt x="1023" y="1"/>
                  </a:lnTo>
                  <a:cubicBezTo>
                    <a:pt x="1023" y="1"/>
                    <a:pt x="824" y="282"/>
                    <a:pt x="557" y="467"/>
                  </a:cubicBezTo>
                  <a:cubicBezTo>
                    <a:pt x="255" y="685"/>
                    <a:pt x="108" y="721"/>
                    <a:pt x="44" y="721"/>
                  </a:cubicBezTo>
                  <a:cubicBezTo>
                    <a:pt x="12" y="721"/>
                    <a:pt x="0" y="712"/>
                    <a:pt x="0" y="712"/>
                  </a:cubicBezTo>
                  <a:lnTo>
                    <a:pt x="0" y="712"/>
                  </a:lnTo>
                  <a:lnTo>
                    <a:pt x="8" y="830"/>
                  </a:lnTo>
                  <a:cubicBezTo>
                    <a:pt x="8" y="830"/>
                    <a:pt x="10" y="830"/>
                    <a:pt x="14" y="830"/>
                  </a:cubicBezTo>
                  <a:cubicBezTo>
                    <a:pt x="72" y="830"/>
                    <a:pt x="531" y="803"/>
                    <a:pt x="1023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40"/>
            <p:cNvSpPr/>
            <p:nvPr/>
          </p:nvSpPr>
          <p:spPr>
            <a:xfrm>
              <a:off x="6549217" y="2617235"/>
              <a:ext cx="62866" cy="50474"/>
            </a:xfrm>
            <a:custGeom>
              <a:avLst/>
              <a:gdLst/>
              <a:ahLst/>
              <a:cxnLst/>
              <a:rect l="l" t="t" r="r" b="b"/>
              <a:pathLst>
                <a:path w="832" h="668" extrusionOk="0">
                  <a:moveTo>
                    <a:pt x="1" y="1"/>
                  </a:moveTo>
                  <a:lnTo>
                    <a:pt x="1" y="1"/>
                  </a:lnTo>
                  <a:cubicBezTo>
                    <a:pt x="398" y="648"/>
                    <a:pt x="774" y="668"/>
                    <a:pt x="820" y="668"/>
                  </a:cubicBezTo>
                  <a:cubicBezTo>
                    <a:pt x="823" y="668"/>
                    <a:pt x="824" y="668"/>
                    <a:pt x="824" y="668"/>
                  </a:cubicBezTo>
                  <a:lnTo>
                    <a:pt x="831" y="572"/>
                  </a:lnTo>
                  <a:lnTo>
                    <a:pt x="831" y="572"/>
                  </a:lnTo>
                  <a:cubicBezTo>
                    <a:pt x="831" y="572"/>
                    <a:pt x="821" y="580"/>
                    <a:pt x="793" y="580"/>
                  </a:cubicBezTo>
                  <a:cubicBezTo>
                    <a:pt x="739" y="580"/>
                    <a:pt x="618" y="550"/>
                    <a:pt x="380" y="380"/>
                  </a:cubicBezTo>
                  <a:cubicBezTo>
                    <a:pt x="165" y="23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40"/>
            <p:cNvSpPr/>
            <p:nvPr/>
          </p:nvSpPr>
          <p:spPr>
            <a:xfrm>
              <a:off x="5897512" y="2520292"/>
              <a:ext cx="334429" cy="325512"/>
            </a:xfrm>
            <a:custGeom>
              <a:avLst/>
              <a:gdLst/>
              <a:ahLst/>
              <a:cxnLst/>
              <a:rect l="l" t="t" r="r" b="b"/>
              <a:pathLst>
                <a:path w="4426" h="4308" extrusionOk="0">
                  <a:moveTo>
                    <a:pt x="2151" y="1"/>
                  </a:moveTo>
                  <a:cubicBezTo>
                    <a:pt x="2073" y="1"/>
                    <a:pt x="1995" y="21"/>
                    <a:pt x="1929" y="62"/>
                  </a:cubicBezTo>
                  <a:cubicBezTo>
                    <a:pt x="1440" y="366"/>
                    <a:pt x="1" y="4307"/>
                    <a:pt x="2151" y="4307"/>
                  </a:cubicBezTo>
                  <a:cubicBezTo>
                    <a:pt x="4425" y="4307"/>
                    <a:pt x="2862" y="366"/>
                    <a:pt x="2373" y="62"/>
                  </a:cubicBezTo>
                  <a:cubicBezTo>
                    <a:pt x="2307" y="21"/>
                    <a:pt x="2229" y="1"/>
                    <a:pt x="2151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40"/>
            <p:cNvSpPr/>
            <p:nvPr/>
          </p:nvSpPr>
          <p:spPr>
            <a:xfrm>
              <a:off x="5897512" y="2524825"/>
              <a:ext cx="162530" cy="320979"/>
            </a:xfrm>
            <a:custGeom>
              <a:avLst/>
              <a:gdLst/>
              <a:ahLst/>
              <a:cxnLst/>
              <a:rect l="l" t="t" r="r" b="b"/>
              <a:pathLst>
                <a:path w="2151" h="4248" extrusionOk="0">
                  <a:moveTo>
                    <a:pt x="1932" y="1"/>
                  </a:moveTo>
                  <a:cubicBezTo>
                    <a:pt x="1931" y="1"/>
                    <a:pt x="1930" y="1"/>
                    <a:pt x="1929" y="2"/>
                  </a:cubicBezTo>
                  <a:cubicBezTo>
                    <a:pt x="1440" y="306"/>
                    <a:pt x="1" y="4247"/>
                    <a:pt x="2151" y="4247"/>
                  </a:cubicBezTo>
                  <a:cubicBezTo>
                    <a:pt x="2151" y="4247"/>
                    <a:pt x="1610" y="4203"/>
                    <a:pt x="1580" y="2663"/>
                  </a:cubicBezTo>
                  <a:cubicBezTo>
                    <a:pt x="1543" y="1142"/>
                    <a:pt x="1985" y="1"/>
                    <a:pt x="1932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40"/>
            <p:cNvSpPr/>
            <p:nvPr/>
          </p:nvSpPr>
          <p:spPr>
            <a:xfrm>
              <a:off x="6054903" y="2668163"/>
              <a:ext cx="23575" cy="225320"/>
            </a:xfrm>
            <a:custGeom>
              <a:avLst/>
              <a:gdLst/>
              <a:ahLst/>
              <a:cxnLst/>
              <a:rect l="l" t="t" r="r" b="b"/>
              <a:pathLst>
                <a:path w="312" h="2982" extrusionOk="0">
                  <a:moveTo>
                    <a:pt x="159" y="0"/>
                  </a:moveTo>
                  <a:cubicBezTo>
                    <a:pt x="158" y="0"/>
                    <a:pt x="157" y="4"/>
                    <a:pt x="157" y="17"/>
                  </a:cubicBezTo>
                  <a:lnTo>
                    <a:pt x="0" y="2981"/>
                  </a:lnTo>
                  <a:lnTo>
                    <a:pt x="312" y="2981"/>
                  </a:lnTo>
                  <a:cubicBezTo>
                    <a:pt x="304" y="1713"/>
                    <a:pt x="185" y="17"/>
                    <a:pt x="164" y="17"/>
                  </a:cubicBezTo>
                  <a:cubicBezTo>
                    <a:pt x="164" y="17"/>
                    <a:pt x="161" y="0"/>
                    <a:pt x="159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40"/>
            <p:cNvSpPr/>
            <p:nvPr/>
          </p:nvSpPr>
          <p:spPr>
            <a:xfrm>
              <a:off x="6003447" y="2747727"/>
              <a:ext cx="63319" cy="51683"/>
            </a:xfrm>
            <a:custGeom>
              <a:avLst/>
              <a:gdLst/>
              <a:ahLst/>
              <a:cxnLst/>
              <a:rect l="l" t="t" r="r" b="b"/>
              <a:pathLst>
                <a:path w="838" h="684" extrusionOk="0">
                  <a:moveTo>
                    <a:pt x="0" y="1"/>
                  </a:moveTo>
                  <a:lnTo>
                    <a:pt x="0" y="1"/>
                  </a:lnTo>
                  <a:cubicBezTo>
                    <a:pt x="406" y="665"/>
                    <a:pt x="785" y="684"/>
                    <a:pt x="827" y="684"/>
                  </a:cubicBezTo>
                  <a:cubicBezTo>
                    <a:pt x="829" y="684"/>
                    <a:pt x="831" y="684"/>
                    <a:pt x="831" y="684"/>
                  </a:cubicBezTo>
                  <a:lnTo>
                    <a:pt x="838" y="586"/>
                  </a:lnTo>
                  <a:lnTo>
                    <a:pt x="838" y="586"/>
                  </a:lnTo>
                  <a:cubicBezTo>
                    <a:pt x="838" y="586"/>
                    <a:pt x="830" y="592"/>
                    <a:pt x="806" y="592"/>
                  </a:cubicBezTo>
                  <a:cubicBezTo>
                    <a:pt x="757" y="592"/>
                    <a:pt x="639" y="564"/>
                    <a:pt x="386" y="387"/>
                  </a:cubicBezTo>
                  <a:cubicBezTo>
                    <a:pt x="164" y="23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40"/>
            <p:cNvSpPr/>
            <p:nvPr/>
          </p:nvSpPr>
          <p:spPr>
            <a:xfrm>
              <a:off x="6066691" y="2733749"/>
              <a:ext cx="54403" cy="43749"/>
            </a:xfrm>
            <a:custGeom>
              <a:avLst/>
              <a:gdLst/>
              <a:ahLst/>
              <a:cxnLst/>
              <a:rect l="l" t="t" r="r" b="b"/>
              <a:pathLst>
                <a:path w="720" h="579" extrusionOk="0">
                  <a:moveTo>
                    <a:pt x="719" y="1"/>
                  </a:moveTo>
                  <a:cubicBezTo>
                    <a:pt x="719" y="1"/>
                    <a:pt x="579" y="193"/>
                    <a:pt x="394" y="326"/>
                  </a:cubicBezTo>
                  <a:cubicBezTo>
                    <a:pt x="184" y="472"/>
                    <a:pt x="81" y="497"/>
                    <a:pt x="34" y="497"/>
                  </a:cubicBezTo>
                  <a:cubicBezTo>
                    <a:pt x="10" y="497"/>
                    <a:pt x="1" y="490"/>
                    <a:pt x="1" y="490"/>
                  </a:cubicBezTo>
                  <a:lnTo>
                    <a:pt x="1" y="490"/>
                  </a:lnTo>
                  <a:lnTo>
                    <a:pt x="8" y="579"/>
                  </a:lnTo>
                  <a:cubicBezTo>
                    <a:pt x="8" y="579"/>
                    <a:pt x="9" y="579"/>
                    <a:pt x="10" y="579"/>
                  </a:cubicBezTo>
                  <a:cubicBezTo>
                    <a:pt x="39" y="579"/>
                    <a:pt x="366" y="566"/>
                    <a:pt x="71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40"/>
            <p:cNvSpPr/>
            <p:nvPr/>
          </p:nvSpPr>
          <p:spPr>
            <a:xfrm>
              <a:off x="6023017" y="2702467"/>
              <a:ext cx="43749" cy="35287"/>
            </a:xfrm>
            <a:custGeom>
              <a:avLst/>
              <a:gdLst/>
              <a:ahLst/>
              <a:cxnLst/>
              <a:rect l="l" t="t" r="r" b="b"/>
              <a:pathLst>
                <a:path w="579" h="467" extrusionOk="0">
                  <a:moveTo>
                    <a:pt x="1" y="0"/>
                  </a:moveTo>
                  <a:lnTo>
                    <a:pt x="1" y="0"/>
                  </a:lnTo>
                  <a:cubicBezTo>
                    <a:pt x="296" y="460"/>
                    <a:pt x="563" y="466"/>
                    <a:pt x="578" y="466"/>
                  </a:cubicBezTo>
                  <a:cubicBezTo>
                    <a:pt x="579" y="466"/>
                    <a:pt x="579" y="466"/>
                    <a:pt x="579" y="466"/>
                  </a:cubicBezTo>
                  <a:lnTo>
                    <a:pt x="579" y="393"/>
                  </a:lnTo>
                  <a:cubicBezTo>
                    <a:pt x="579" y="393"/>
                    <a:pt x="571" y="400"/>
                    <a:pt x="550" y="400"/>
                  </a:cubicBezTo>
                  <a:cubicBezTo>
                    <a:pt x="511" y="400"/>
                    <a:pt x="429" y="379"/>
                    <a:pt x="268" y="260"/>
                  </a:cubicBezTo>
                  <a:cubicBezTo>
                    <a:pt x="118" y="155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40"/>
            <p:cNvSpPr/>
            <p:nvPr/>
          </p:nvSpPr>
          <p:spPr>
            <a:xfrm>
              <a:off x="6267076" y="2470724"/>
              <a:ext cx="364124" cy="354376"/>
            </a:xfrm>
            <a:custGeom>
              <a:avLst/>
              <a:gdLst/>
              <a:ahLst/>
              <a:cxnLst/>
              <a:rect l="l" t="t" r="r" b="b"/>
              <a:pathLst>
                <a:path w="4819" h="4690" extrusionOk="0">
                  <a:moveTo>
                    <a:pt x="2476" y="1"/>
                  </a:moveTo>
                  <a:cubicBezTo>
                    <a:pt x="2391" y="1"/>
                    <a:pt x="2306" y="25"/>
                    <a:pt x="2232" y="73"/>
                  </a:cubicBezTo>
                  <a:cubicBezTo>
                    <a:pt x="1699" y="407"/>
                    <a:pt x="0" y="4689"/>
                    <a:pt x="2476" y="4689"/>
                  </a:cubicBezTo>
                  <a:cubicBezTo>
                    <a:pt x="4818" y="4689"/>
                    <a:pt x="3255" y="407"/>
                    <a:pt x="2721" y="73"/>
                  </a:cubicBezTo>
                  <a:cubicBezTo>
                    <a:pt x="2647" y="25"/>
                    <a:pt x="2561" y="1"/>
                    <a:pt x="2476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40"/>
            <p:cNvSpPr/>
            <p:nvPr/>
          </p:nvSpPr>
          <p:spPr>
            <a:xfrm>
              <a:off x="6272743" y="2486139"/>
              <a:ext cx="170312" cy="336771"/>
            </a:xfrm>
            <a:custGeom>
              <a:avLst/>
              <a:gdLst/>
              <a:ahLst/>
              <a:cxnLst/>
              <a:rect l="l" t="t" r="r" b="b"/>
              <a:pathLst>
                <a:path w="2254" h="4457" extrusionOk="0">
                  <a:moveTo>
                    <a:pt x="2028" y="0"/>
                  </a:moveTo>
                  <a:cubicBezTo>
                    <a:pt x="2027" y="0"/>
                    <a:pt x="2025" y="1"/>
                    <a:pt x="2024" y="2"/>
                  </a:cubicBezTo>
                  <a:cubicBezTo>
                    <a:pt x="1505" y="322"/>
                    <a:pt x="0" y="4457"/>
                    <a:pt x="2253" y="4457"/>
                  </a:cubicBezTo>
                  <a:cubicBezTo>
                    <a:pt x="2253" y="4457"/>
                    <a:pt x="1690" y="4412"/>
                    <a:pt x="1652" y="2796"/>
                  </a:cubicBezTo>
                  <a:cubicBezTo>
                    <a:pt x="1616" y="1200"/>
                    <a:pt x="2077" y="0"/>
                    <a:pt x="2028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40"/>
            <p:cNvSpPr/>
            <p:nvPr/>
          </p:nvSpPr>
          <p:spPr>
            <a:xfrm>
              <a:off x="6437313" y="2654713"/>
              <a:ext cx="24708" cy="240356"/>
            </a:xfrm>
            <a:custGeom>
              <a:avLst/>
              <a:gdLst/>
              <a:ahLst/>
              <a:cxnLst/>
              <a:rect l="l" t="t" r="r" b="b"/>
              <a:pathLst>
                <a:path w="327" h="3181" extrusionOk="0">
                  <a:moveTo>
                    <a:pt x="166" y="0"/>
                  </a:moveTo>
                  <a:cubicBezTo>
                    <a:pt x="165" y="0"/>
                    <a:pt x="164" y="5"/>
                    <a:pt x="164" y="17"/>
                  </a:cubicBezTo>
                  <a:lnTo>
                    <a:pt x="1" y="3181"/>
                  </a:lnTo>
                  <a:cubicBezTo>
                    <a:pt x="13" y="3178"/>
                    <a:pt x="49" y="3178"/>
                    <a:pt x="94" y="3178"/>
                  </a:cubicBezTo>
                  <a:cubicBezTo>
                    <a:pt x="182" y="3178"/>
                    <a:pt x="302" y="3181"/>
                    <a:pt x="326" y="3181"/>
                  </a:cubicBezTo>
                  <a:cubicBezTo>
                    <a:pt x="319" y="1826"/>
                    <a:pt x="193" y="17"/>
                    <a:pt x="171" y="17"/>
                  </a:cubicBezTo>
                  <a:cubicBezTo>
                    <a:pt x="171" y="17"/>
                    <a:pt x="168" y="0"/>
                    <a:pt x="166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40"/>
            <p:cNvSpPr/>
            <p:nvPr/>
          </p:nvSpPr>
          <p:spPr>
            <a:xfrm>
              <a:off x="6381927" y="2739416"/>
              <a:ext cx="67853" cy="54932"/>
            </a:xfrm>
            <a:custGeom>
              <a:avLst/>
              <a:gdLst/>
              <a:ahLst/>
              <a:cxnLst/>
              <a:rect l="l" t="t" r="r" b="b"/>
              <a:pathLst>
                <a:path w="898" h="727" extrusionOk="0">
                  <a:moveTo>
                    <a:pt x="1" y="0"/>
                  </a:moveTo>
                  <a:lnTo>
                    <a:pt x="1" y="0"/>
                  </a:lnTo>
                  <a:cubicBezTo>
                    <a:pt x="433" y="706"/>
                    <a:pt x="840" y="726"/>
                    <a:pt x="886" y="726"/>
                  </a:cubicBezTo>
                  <a:cubicBezTo>
                    <a:pt x="889" y="726"/>
                    <a:pt x="890" y="726"/>
                    <a:pt x="890" y="726"/>
                  </a:cubicBezTo>
                  <a:lnTo>
                    <a:pt x="897" y="623"/>
                  </a:lnTo>
                  <a:lnTo>
                    <a:pt x="897" y="623"/>
                  </a:lnTo>
                  <a:cubicBezTo>
                    <a:pt x="897" y="623"/>
                    <a:pt x="888" y="630"/>
                    <a:pt x="862" y="630"/>
                  </a:cubicBezTo>
                  <a:cubicBezTo>
                    <a:pt x="807" y="630"/>
                    <a:pt x="678" y="600"/>
                    <a:pt x="408" y="415"/>
                  </a:cubicBezTo>
                  <a:cubicBezTo>
                    <a:pt x="179" y="25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40"/>
            <p:cNvSpPr/>
            <p:nvPr/>
          </p:nvSpPr>
          <p:spPr>
            <a:xfrm>
              <a:off x="6449704" y="2724228"/>
              <a:ext cx="57728" cy="46545"/>
            </a:xfrm>
            <a:custGeom>
              <a:avLst/>
              <a:gdLst/>
              <a:ahLst/>
              <a:cxnLst/>
              <a:rect l="l" t="t" r="r" b="b"/>
              <a:pathLst>
                <a:path w="764" h="616" extrusionOk="0">
                  <a:moveTo>
                    <a:pt x="763" y="0"/>
                  </a:moveTo>
                  <a:lnTo>
                    <a:pt x="763" y="0"/>
                  </a:lnTo>
                  <a:cubicBezTo>
                    <a:pt x="763" y="1"/>
                    <a:pt x="615" y="209"/>
                    <a:pt x="415" y="349"/>
                  </a:cubicBezTo>
                  <a:cubicBezTo>
                    <a:pt x="192" y="507"/>
                    <a:pt x="82" y="533"/>
                    <a:pt x="33" y="533"/>
                  </a:cubicBezTo>
                  <a:cubicBezTo>
                    <a:pt x="9" y="533"/>
                    <a:pt x="0" y="527"/>
                    <a:pt x="0" y="527"/>
                  </a:cubicBezTo>
                  <a:lnTo>
                    <a:pt x="0" y="527"/>
                  </a:lnTo>
                  <a:lnTo>
                    <a:pt x="7" y="616"/>
                  </a:lnTo>
                  <a:cubicBezTo>
                    <a:pt x="7" y="616"/>
                    <a:pt x="9" y="616"/>
                    <a:pt x="12" y="616"/>
                  </a:cubicBezTo>
                  <a:cubicBezTo>
                    <a:pt x="56" y="616"/>
                    <a:pt x="397" y="596"/>
                    <a:pt x="763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40"/>
            <p:cNvSpPr/>
            <p:nvPr/>
          </p:nvSpPr>
          <p:spPr>
            <a:xfrm>
              <a:off x="6403160" y="2690604"/>
              <a:ext cx="46621" cy="38233"/>
            </a:xfrm>
            <a:custGeom>
              <a:avLst/>
              <a:gdLst/>
              <a:ahLst/>
              <a:cxnLst/>
              <a:rect l="l" t="t" r="r" b="b"/>
              <a:pathLst>
                <a:path w="617" h="506" extrusionOk="0">
                  <a:moveTo>
                    <a:pt x="1" y="1"/>
                  </a:moveTo>
                  <a:lnTo>
                    <a:pt x="1" y="1"/>
                  </a:lnTo>
                  <a:cubicBezTo>
                    <a:pt x="303" y="493"/>
                    <a:pt x="579" y="506"/>
                    <a:pt x="607" y="506"/>
                  </a:cubicBezTo>
                  <a:cubicBezTo>
                    <a:pt x="608" y="506"/>
                    <a:pt x="609" y="506"/>
                    <a:pt x="609" y="506"/>
                  </a:cubicBezTo>
                  <a:lnTo>
                    <a:pt x="616" y="431"/>
                  </a:lnTo>
                  <a:lnTo>
                    <a:pt x="616" y="431"/>
                  </a:lnTo>
                  <a:cubicBezTo>
                    <a:pt x="616" y="431"/>
                    <a:pt x="610" y="436"/>
                    <a:pt x="593" y="436"/>
                  </a:cubicBezTo>
                  <a:cubicBezTo>
                    <a:pt x="557" y="436"/>
                    <a:pt x="469" y="415"/>
                    <a:pt x="282" y="284"/>
                  </a:cubicBezTo>
                  <a:cubicBezTo>
                    <a:pt x="127" y="17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40"/>
            <p:cNvSpPr/>
            <p:nvPr/>
          </p:nvSpPr>
          <p:spPr>
            <a:xfrm>
              <a:off x="5607588" y="2469515"/>
              <a:ext cx="363973" cy="353923"/>
            </a:xfrm>
            <a:custGeom>
              <a:avLst/>
              <a:gdLst/>
              <a:ahLst/>
              <a:cxnLst/>
              <a:rect l="l" t="t" r="r" b="b"/>
              <a:pathLst>
                <a:path w="4817" h="4684" extrusionOk="0">
                  <a:moveTo>
                    <a:pt x="2475" y="1"/>
                  </a:moveTo>
                  <a:cubicBezTo>
                    <a:pt x="2390" y="1"/>
                    <a:pt x="2305" y="23"/>
                    <a:pt x="2230" y="67"/>
                  </a:cubicBezTo>
                  <a:cubicBezTo>
                    <a:pt x="1704" y="400"/>
                    <a:pt x="0" y="4684"/>
                    <a:pt x="2476" y="4684"/>
                  </a:cubicBezTo>
                  <a:cubicBezTo>
                    <a:pt x="4816" y="4684"/>
                    <a:pt x="3253" y="400"/>
                    <a:pt x="2719" y="67"/>
                  </a:cubicBezTo>
                  <a:cubicBezTo>
                    <a:pt x="2646" y="23"/>
                    <a:pt x="2561" y="1"/>
                    <a:pt x="2475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40"/>
            <p:cNvSpPr/>
            <p:nvPr/>
          </p:nvSpPr>
          <p:spPr>
            <a:xfrm>
              <a:off x="5613180" y="2484552"/>
              <a:ext cx="170917" cy="337149"/>
            </a:xfrm>
            <a:custGeom>
              <a:avLst/>
              <a:gdLst/>
              <a:ahLst/>
              <a:cxnLst/>
              <a:rect l="l" t="t" r="r" b="b"/>
              <a:pathLst>
                <a:path w="2262" h="4462" extrusionOk="0">
                  <a:moveTo>
                    <a:pt x="2027" y="0"/>
                  </a:moveTo>
                  <a:cubicBezTo>
                    <a:pt x="2026" y="0"/>
                    <a:pt x="2024" y="1"/>
                    <a:pt x="2023" y="2"/>
                  </a:cubicBezTo>
                  <a:cubicBezTo>
                    <a:pt x="1512" y="327"/>
                    <a:pt x="1" y="4462"/>
                    <a:pt x="2261" y="4462"/>
                  </a:cubicBezTo>
                  <a:cubicBezTo>
                    <a:pt x="2261" y="4462"/>
                    <a:pt x="1690" y="4410"/>
                    <a:pt x="1653" y="2795"/>
                  </a:cubicBezTo>
                  <a:cubicBezTo>
                    <a:pt x="1623" y="1194"/>
                    <a:pt x="2088" y="0"/>
                    <a:pt x="2027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40"/>
            <p:cNvSpPr/>
            <p:nvPr/>
          </p:nvSpPr>
          <p:spPr>
            <a:xfrm>
              <a:off x="5777825" y="2653051"/>
              <a:ext cx="25161" cy="240432"/>
            </a:xfrm>
            <a:custGeom>
              <a:avLst/>
              <a:gdLst/>
              <a:ahLst/>
              <a:cxnLst/>
              <a:rect l="l" t="t" r="r" b="b"/>
              <a:pathLst>
                <a:path w="333" h="3182" extrusionOk="0">
                  <a:moveTo>
                    <a:pt x="165" y="0"/>
                  </a:moveTo>
                  <a:cubicBezTo>
                    <a:pt x="163" y="0"/>
                    <a:pt x="162" y="4"/>
                    <a:pt x="162" y="16"/>
                  </a:cubicBezTo>
                  <a:lnTo>
                    <a:pt x="0" y="3181"/>
                  </a:lnTo>
                  <a:lnTo>
                    <a:pt x="333" y="3181"/>
                  </a:lnTo>
                  <a:cubicBezTo>
                    <a:pt x="319" y="1825"/>
                    <a:pt x="200" y="16"/>
                    <a:pt x="171" y="16"/>
                  </a:cubicBezTo>
                  <a:cubicBezTo>
                    <a:pt x="171" y="16"/>
                    <a:pt x="167" y="0"/>
                    <a:pt x="165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40"/>
            <p:cNvSpPr/>
            <p:nvPr/>
          </p:nvSpPr>
          <p:spPr>
            <a:xfrm>
              <a:off x="5722288" y="2738207"/>
              <a:ext cx="68533" cy="55008"/>
            </a:xfrm>
            <a:custGeom>
              <a:avLst/>
              <a:gdLst/>
              <a:ahLst/>
              <a:cxnLst/>
              <a:rect l="l" t="t" r="r" b="b"/>
              <a:pathLst>
                <a:path w="907" h="728" extrusionOk="0">
                  <a:moveTo>
                    <a:pt x="1" y="0"/>
                  </a:moveTo>
                  <a:cubicBezTo>
                    <a:pt x="443" y="709"/>
                    <a:pt x="844" y="728"/>
                    <a:pt x="886" y="728"/>
                  </a:cubicBezTo>
                  <a:cubicBezTo>
                    <a:pt x="889" y="728"/>
                    <a:pt x="890" y="728"/>
                    <a:pt x="890" y="728"/>
                  </a:cubicBezTo>
                  <a:lnTo>
                    <a:pt x="906" y="623"/>
                  </a:lnTo>
                  <a:lnTo>
                    <a:pt x="906" y="623"/>
                  </a:lnTo>
                  <a:cubicBezTo>
                    <a:pt x="906" y="623"/>
                    <a:pt x="896" y="630"/>
                    <a:pt x="868" y="630"/>
                  </a:cubicBezTo>
                  <a:cubicBezTo>
                    <a:pt x="812" y="630"/>
                    <a:pt x="681" y="599"/>
                    <a:pt x="417" y="409"/>
                  </a:cubicBezTo>
                  <a:cubicBezTo>
                    <a:pt x="186" y="246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40"/>
            <p:cNvSpPr/>
            <p:nvPr/>
          </p:nvSpPr>
          <p:spPr>
            <a:xfrm>
              <a:off x="5790746" y="2723170"/>
              <a:ext cx="57728" cy="46545"/>
            </a:xfrm>
            <a:custGeom>
              <a:avLst/>
              <a:gdLst/>
              <a:ahLst/>
              <a:cxnLst/>
              <a:rect l="l" t="t" r="r" b="b"/>
              <a:pathLst>
                <a:path w="764" h="616" extrusionOk="0">
                  <a:moveTo>
                    <a:pt x="763" y="0"/>
                  </a:moveTo>
                  <a:lnTo>
                    <a:pt x="763" y="0"/>
                  </a:lnTo>
                  <a:cubicBezTo>
                    <a:pt x="763" y="0"/>
                    <a:pt x="606" y="208"/>
                    <a:pt x="414" y="342"/>
                  </a:cubicBezTo>
                  <a:cubicBezTo>
                    <a:pt x="184" y="506"/>
                    <a:pt x="76" y="533"/>
                    <a:pt x="30" y="533"/>
                  </a:cubicBezTo>
                  <a:cubicBezTo>
                    <a:pt x="8" y="533"/>
                    <a:pt x="0" y="527"/>
                    <a:pt x="0" y="527"/>
                  </a:cubicBezTo>
                  <a:lnTo>
                    <a:pt x="0" y="527"/>
                  </a:lnTo>
                  <a:lnTo>
                    <a:pt x="7" y="616"/>
                  </a:lnTo>
                  <a:cubicBezTo>
                    <a:pt x="7" y="616"/>
                    <a:pt x="8" y="616"/>
                    <a:pt x="9" y="616"/>
                  </a:cubicBezTo>
                  <a:cubicBezTo>
                    <a:pt x="39" y="616"/>
                    <a:pt x="387" y="603"/>
                    <a:pt x="763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40"/>
            <p:cNvSpPr/>
            <p:nvPr/>
          </p:nvSpPr>
          <p:spPr>
            <a:xfrm>
              <a:off x="5743672" y="2689546"/>
              <a:ext cx="47149" cy="37553"/>
            </a:xfrm>
            <a:custGeom>
              <a:avLst/>
              <a:gdLst/>
              <a:ahLst/>
              <a:cxnLst/>
              <a:rect l="l" t="t" r="r" b="b"/>
              <a:pathLst>
                <a:path w="624" h="497" extrusionOk="0">
                  <a:moveTo>
                    <a:pt x="1" y="1"/>
                  </a:moveTo>
                  <a:cubicBezTo>
                    <a:pt x="302" y="484"/>
                    <a:pt x="583" y="497"/>
                    <a:pt x="612" y="497"/>
                  </a:cubicBezTo>
                  <a:cubicBezTo>
                    <a:pt x="613" y="497"/>
                    <a:pt x="614" y="497"/>
                    <a:pt x="614" y="497"/>
                  </a:cubicBezTo>
                  <a:lnTo>
                    <a:pt x="623" y="422"/>
                  </a:lnTo>
                  <a:lnTo>
                    <a:pt x="623" y="422"/>
                  </a:lnTo>
                  <a:cubicBezTo>
                    <a:pt x="623" y="422"/>
                    <a:pt x="615" y="429"/>
                    <a:pt x="591" y="429"/>
                  </a:cubicBezTo>
                  <a:cubicBezTo>
                    <a:pt x="549" y="429"/>
                    <a:pt x="458" y="407"/>
                    <a:pt x="282" y="282"/>
                  </a:cubicBezTo>
                  <a:cubicBezTo>
                    <a:pt x="125" y="17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40"/>
            <p:cNvSpPr/>
            <p:nvPr/>
          </p:nvSpPr>
          <p:spPr>
            <a:xfrm>
              <a:off x="5706723" y="2403703"/>
              <a:ext cx="428350" cy="416411"/>
            </a:xfrm>
            <a:custGeom>
              <a:avLst/>
              <a:gdLst/>
              <a:ahLst/>
              <a:cxnLst/>
              <a:rect l="l" t="t" r="r" b="b"/>
              <a:pathLst>
                <a:path w="5669" h="5511" extrusionOk="0">
                  <a:moveTo>
                    <a:pt x="2909" y="1"/>
                  </a:moveTo>
                  <a:cubicBezTo>
                    <a:pt x="2808" y="1"/>
                    <a:pt x="2708" y="27"/>
                    <a:pt x="2624" y="79"/>
                  </a:cubicBezTo>
                  <a:cubicBezTo>
                    <a:pt x="2001" y="471"/>
                    <a:pt x="1" y="5510"/>
                    <a:pt x="2912" y="5510"/>
                  </a:cubicBezTo>
                  <a:cubicBezTo>
                    <a:pt x="5668" y="5510"/>
                    <a:pt x="3824" y="471"/>
                    <a:pt x="3202" y="79"/>
                  </a:cubicBezTo>
                  <a:cubicBezTo>
                    <a:pt x="3113" y="27"/>
                    <a:pt x="3011" y="1"/>
                    <a:pt x="2909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40"/>
            <p:cNvSpPr/>
            <p:nvPr/>
          </p:nvSpPr>
          <p:spPr>
            <a:xfrm>
              <a:off x="5715035" y="2421232"/>
              <a:ext cx="202727" cy="400468"/>
            </a:xfrm>
            <a:custGeom>
              <a:avLst/>
              <a:gdLst/>
              <a:ahLst/>
              <a:cxnLst/>
              <a:rect l="l" t="t" r="r" b="b"/>
              <a:pathLst>
                <a:path w="2683" h="5300" extrusionOk="0">
                  <a:moveTo>
                    <a:pt x="2413" y="1"/>
                  </a:moveTo>
                  <a:cubicBezTo>
                    <a:pt x="2412" y="1"/>
                    <a:pt x="2410" y="1"/>
                    <a:pt x="2409" y="2"/>
                  </a:cubicBezTo>
                  <a:cubicBezTo>
                    <a:pt x="1793" y="388"/>
                    <a:pt x="1" y="5300"/>
                    <a:pt x="2683" y="5300"/>
                  </a:cubicBezTo>
                  <a:cubicBezTo>
                    <a:pt x="2683" y="5300"/>
                    <a:pt x="2009" y="5241"/>
                    <a:pt x="1971" y="3322"/>
                  </a:cubicBezTo>
                  <a:cubicBezTo>
                    <a:pt x="1928" y="1421"/>
                    <a:pt x="2478" y="1"/>
                    <a:pt x="2413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40"/>
            <p:cNvSpPr/>
            <p:nvPr/>
          </p:nvSpPr>
          <p:spPr>
            <a:xfrm>
              <a:off x="5909904" y="2626151"/>
              <a:ext cx="28033" cy="267331"/>
            </a:xfrm>
            <a:custGeom>
              <a:avLst/>
              <a:gdLst/>
              <a:ahLst/>
              <a:cxnLst/>
              <a:rect l="l" t="t" r="r" b="b"/>
              <a:pathLst>
                <a:path w="371" h="3538" extrusionOk="0">
                  <a:moveTo>
                    <a:pt x="187" y="0"/>
                  </a:moveTo>
                  <a:cubicBezTo>
                    <a:pt x="186" y="0"/>
                    <a:pt x="185" y="4"/>
                    <a:pt x="185" y="16"/>
                  </a:cubicBezTo>
                  <a:lnTo>
                    <a:pt x="1" y="3537"/>
                  </a:lnTo>
                  <a:lnTo>
                    <a:pt x="370" y="3537"/>
                  </a:lnTo>
                  <a:cubicBezTo>
                    <a:pt x="356" y="2033"/>
                    <a:pt x="223" y="16"/>
                    <a:pt x="193" y="16"/>
                  </a:cubicBezTo>
                  <a:cubicBezTo>
                    <a:pt x="193" y="16"/>
                    <a:pt x="189" y="0"/>
                    <a:pt x="187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40"/>
            <p:cNvSpPr/>
            <p:nvPr/>
          </p:nvSpPr>
          <p:spPr>
            <a:xfrm>
              <a:off x="5848927" y="2720903"/>
              <a:ext cx="75560" cy="61052"/>
            </a:xfrm>
            <a:custGeom>
              <a:avLst/>
              <a:gdLst/>
              <a:ahLst/>
              <a:cxnLst/>
              <a:rect l="l" t="t" r="r" b="b"/>
              <a:pathLst>
                <a:path w="1000" h="808" extrusionOk="0">
                  <a:moveTo>
                    <a:pt x="0" y="0"/>
                  </a:moveTo>
                  <a:lnTo>
                    <a:pt x="0" y="0"/>
                  </a:lnTo>
                  <a:cubicBezTo>
                    <a:pt x="484" y="787"/>
                    <a:pt x="935" y="807"/>
                    <a:pt x="981" y="807"/>
                  </a:cubicBezTo>
                  <a:cubicBezTo>
                    <a:pt x="984" y="807"/>
                    <a:pt x="985" y="807"/>
                    <a:pt x="985" y="807"/>
                  </a:cubicBezTo>
                  <a:lnTo>
                    <a:pt x="1000" y="690"/>
                  </a:lnTo>
                  <a:lnTo>
                    <a:pt x="1000" y="690"/>
                  </a:lnTo>
                  <a:cubicBezTo>
                    <a:pt x="1000" y="690"/>
                    <a:pt x="989" y="697"/>
                    <a:pt x="960" y="697"/>
                  </a:cubicBezTo>
                  <a:cubicBezTo>
                    <a:pt x="899" y="697"/>
                    <a:pt x="755" y="664"/>
                    <a:pt x="452" y="452"/>
                  </a:cubicBezTo>
                  <a:cubicBezTo>
                    <a:pt x="199" y="27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40"/>
            <p:cNvSpPr/>
            <p:nvPr/>
          </p:nvSpPr>
          <p:spPr>
            <a:xfrm>
              <a:off x="5924411" y="2704054"/>
              <a:ext cx="63924" cy="51683"/>
            </a:xfrm>
            <a:custGeom>
              <a:avLst/>
              <a:gdLst/>
              <a:ahLst/>
              <a:cxnLst/>
              <a:rect l="l" t="t" r="r" b="b"/>
              <a:pathLst>
                <a:path w="846" h="684" extrusionOk="0">
                  <a:moveTo>
                    <a:pt x="845" y="1"/>
                  </a:moveTo>
                  <a:cubicBezTo>
                    <a:pt x="845" y="1"/>
                    <a:pt x="676" y="230"/>
                    <a:pt x="461" y="387"/>
                  </a:cubicBezTo>
                  <a:cubicBezTo>
                    <a:pt x="210" y="564"/>
                    <a:pt x="89" y="593"/>
                    <a:pt x="37" y="593"/>
                  </a:cubicBezTo>
                  <a:cubicBezTo>
                    <a:pt x="10" y="593"/>
                    <a:pt x="1" y="586"/>
                    <a:pt x="1" y="586"/>
                  </a:cubicBezTo>
                  <a:lnTo>
                    <a:pt x="1" y="586"/>
                  </a:lnTo>
                  <a:lnTo>
                    <a:pt x="9" y="684"/>
                  </a:lnTo>
                  <a:cubicBezTo>
                    <a:pt x="9" y="684"/>
                    <a:pt x="11" y="684"/>
                    <a:pt x="13" y="684"/>
                  </a:cubicBezTo>
                  <a:cubicBezTo>
                    <a:pt x="55" y="684"/>
                    <a:pt x="434" y="665"/>
                    <a:pt x="845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40"/>
            <p:cNvSpPr/>
            <p:nvPr/>
          </p:nvSpPr>
          <p:spPr>
            <a:xfrm>
              <a:off x="5872426" y="2666576"/>
              <a:ext cx="52061" cy="42162"/>
            </a:xfrm>
            <a:custGeom>
              <a:avLst/>
              <a:gdLst/>
              <a:ahLst/>
              <a:cxnLst/>
              <a:rect l="l" t="t" r="r" b="b"/>
              <a:pathLst>
                <a:path w="689" h="558" extrusionOk="0">
                  <a:moveTo>
                    <a:pt x="0" y="1"/>
                  </a:moveTo>
                  <a:lnTo>
                    <a:pt x="0" y="1"/>
                  </a:lnTo>
                  <a:cubicBezTo>
                    <a:pt x="339" y="544"/>
                    <a:pt x="650" y="557"/>
                    <a:pt x="679" y="557"/>
                  </a:cubicBezTo>
                  <a:cubicBezTo>
                    <a:pt x="681" y="557"/>
                    <a:pt x="681" y="557"/>
                    <a:pt x="681" y="557"/>
                  </a:cubicBezTo>
                  <a:lnTo>
                    <a:pt x="689" y="475"/>
                  </a:lnTo>
                  <a:lnTo>
                    <a:pt x="689" y="475"/>
                  </a:lnTo>
                  <a:cubicBezTo>
                    <a:pt x="689" y="475"/>
                    <a:pt x="681" y="481"/>
                    <a:pt x="660" y="481"/>
                  </a:cubicBezTo>
                  <a:cubicBezTo>
                    <a:pt x="617" y="481"/>
                    <a:pt x="517" y="457"/>
                    <a:pt x="312" y="312"/>
                  </a:cubicBezTo>
                  <a:cubicBezTo>
                    <a:pt x="141" y="193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40"/>
            <p:cNvSpPr/>
            <p:nvPr/>
          </p:nvSpPr>
          <p:spPr>
            <a:xfrm>
              <a:off x="5555527" y="2525505"/>
              <a:ext cx="195474" cy="246401"/>
            </a:xfrm>
            <a:custGeom>
              <a:avLst/>
              <a:gdLst/>
              <a:ahLst/>
              <a:cxnLst/>
              <a:rect l="l" t="t" r="r" b="b"/>
              <a:pathLst>
                <a:path w="2587" h="3261" extrusionOk="0">
                  <a:moveTo>
                    <a:pt x="1290" y="0"/>
                  </a:moveTo>
                  <a:cubicBezTo>
                    <a:pt x="734" y="0"/>
                    <a:pt x="275" y="452"/>
                    <a:pt x="275" y="1016"/>
                  </a:cubicBezTo>
                  <a:cubicBezTo>
                    <a:pt x="275" y="1067"/>
                    <a:pt x="282" y="1112"/>
                    <a:pt x="289" y="1156"/>
                  </a:cubicBezTo>
                  <a:cubicBezTo>
                    <a:pt x="111" y="1379"/>
                    <a:pt x="1" y="1659"/>
                    <a:pt x="1" y="1964"/>
                  </a:cubicBezTo>
                  <a:cubicBezTo>
                    <a:pt x="1" y="2682"/>
                    <a:pt x="579" y="3260"/>
                    <a:pt x="1290" y="3260"/>
                  </a:cubicBezTo>
                  <a:cubicBezTo>
                    <a:pt x="2009" y="3260"/>
                    <a:pt x="2587" y="2682"/>
                    <a:pt x="2587" y="1964"/>
                  </a:cubicBezTo>
                  <a:cubicBezTo>
                    <a:pt x="2587" y="1659"/>
                    <a:pt x="2475" y="1379"/>
                    <a:pt x="2297" y="1156"/>
                  </a:cubicBezTo>
                  <a:cubicBezTo>
                    <a:pt x="2304" y="1112"/>
                    <a:pt x="2313" y="1067"/>
                    <a:pt x="2313" y="1016"/>
                  </a:cubicBezTo>
                  <a:cubicBezTo>
                    <a:pt x="2313" y="452"/>
                    <a:pt x="1852" y="0"/>
                    <a:pt x="1290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40"/>
            <p:cNvSpPr/>
            <p:nvPr/>
          </p:nvSpPr>
          <p:spPr>
            <a:xfrm>
              <a:off x="5653000" y="2600687"/>
              <a:ext cx="8916" cy="292795"/>
            </a:xfrm>
            <a:custGeom>
              <a:avLst/>
              <a:gdLst/>
              <a:ahLst/>
              <a:cxnLst/>
              <a:rect l="l" t="t" r="r" b="b"/>
              <a:pathLst>
                <a:path w="118" h="3875" extrusionOk="0">
                  <a:moveTo>
                    <a:pt x="54" y="0"/>
                  </a:moveTo>
                  <a:cubicBezTo>
                    <a:pt x="53" y="0"/>
                    <a:pt x="52" y="4"/>
                    <a:pt x="52" y="14"/>
                  </a:cubicBezTo>
                  <a:lnTo>
                    <a:pt x="0" y="3821"/>
                  </a:lnTo>
                  <a:cubicBezTo>
                    <a:pt x="0" y="3851"/>
                    <a:pt x="22" y="3874"/>
                    <a:pt x="52" y="3874"/>
                  </a:cubicBezTo>
                  <a:lnTo>
                    <a:pt x="59" y="3874"/>
                  </a:lnTo>
                  <a:cubicBezTo>
                    <a:pt x="96" y="3874"/>
                    <a:pt x="118" y="3851"/>
                    <a:pt x="118" y="3821"/>
                  </a:cubicBezTo>
                  <a:cubicBezTo>
                    <a:pt x="118" y="3821"/>
                    <a:pt x="96" y="14"/>
                    <a:pt x="59" y="14"/>
                  </a:cubicBezTo>
                  <a:cubicBezTo>
                    <a:pt x="59" y="14"/>
                    <a:pt x="56" y="0"/>
                    <a:pt x="54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40"/>
            <p:cNvSpPr/>
            <p:nvPr/>
          </p:nvSpPr>
          <p:spPr>
            <a:xfrm>
              <a:off x="5601921" y="2671714"/>
              <a:ext cx="55537" cy="45336"/>
            </a:xfrm>
            <a:custGeom>
              <a:avLst/>
              <a:gdLst/>
              <a:ahLst/>
              <a:cxnLst/>
              <a:rect l="l" t="t" r="r" b="b"/>
              <a:pathLst>
                <a:path w="735" h="600" extrusionOk="0">
                  <a:moveTo>
                    <a:pt x="0" y="0"/>
                  </a:moveTo>
                  <a:lnTo>
                    <a:pt x="0" y="0"/>
                  </a:lnTo>
                  <a:cubicBezTo>
                    <a:pt x="353" y="580"/>
                    <a:pt x="679" y="600"/>
                    <a:pt x="723" y="600"/>
                  </a:cubicBezTo>
                  <a:cubicBezTo>
                    <a:pt x="726" y="600"/>
                    <a:pt x="728" y="599"/>
                    <a:pt x="728" y="599"/>
                  </a:cubicBezTo>
                  <a:lnTo>
                    <a:pt x="735" y="511"/>
                  </a:lnTo>
                  <a:lnTo>
                    <a:pt x="735" y="511"/>
                  </a:lnTo>
                  <a:cubicBezTo>
                    <a:pt x="735" y="511"/>
                    <a:pt x="726" y="517"/>
                    <a:pt x="702" y="517"/>
                  </a:cubicBezTo>
                  <a:cubicBezTo>
                    <a:pt x="656" y="517"/>
                    <a:pt x="550" y="492"/>
                    <a:pt x="335" y="340"/>
                  </a:cubicBezTo>
                  <a:cubicBezTo>
                    <a:pt x="150" y="199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40"/>
            <p:cNvSpPr/>
            <p:nvPr/>
          </p:nvSpPr>
          <p:spPr>
            <a:xfrm>
              <a:off x="5657382" y="2658793"/>
              <a:ext cx="47149" cy="38611"/>
            </a:xfrm>
            <a:custGeom>
              <a:avLst/>
              <a:gdLst/>
              <a:ahLst/>
              <a:cxnLst/>
              <a:rect l="l" t="t" r="r" b="b"/>
              <a:pathLst>
                <a:path w="624" h="511" extrusionOk="0">
                  <a:moveTo>
                    <a:pt x="623" y="0"/>
                  </a:moveTo>
                  <a:cubicBezTo>
                    <a:pt x="623" y="0"/>
                    <a:pt x="497" y="178"/>
                    <a:pt x="342" y="289"/>
                  </a:cubicBezTo>
                  <a:cubicBezTo>
                    <a:pt x="156" y="421"/>
                    <a:pt x="67" y="444"/>
                    <a:pt x="28" y="444"/>
                  </a:cubicBezTo>
                  <a:cubicBezTo>
                    <a:pt x="8" y="444"/>
                    <a:pt x="1" y="438"/>
                    <a:pt x="1" y="438"/>
                  </a:cubicBezTo>
                  <a:lnTo>
                    <a:pt x="1" y="438"/>
                  </a:lnTo>
                  <a:lnTo>
                    <a:pt x="8" y="511"/>
                  </a:lnTo>
                  <a:cubicBezTo>
                    <a:pt x="8" y="511"/>
                    <a:pt x="9" y="511"/>
                    <a:pt x="11" y="511"/>
                  </a:cubicBezTo>
                  <a:cubicBezTo>
                    <a:pt x="42" y="511"/>
                    <a:pt x="323" y="497"/>
                    <a:pt x="623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40"/>
            <p:cNvSpPr/>
            <p:nvPr/>
          </p:nvSpPr>
          <p:spPr>
            <a:xfrm>
              <a:off x="5619376" y="2631365"/>
              <a:ext cx="38082" cy="30828"/>
            </a:xfrm>
            <a:custGeom>
              <a:avLst/>
              <a:gdLst/>
              <a:ahLst/>
              <a:cxnLst/>
              <a:rect l="l" t="t" r="r" b="b"/>
              <a:pathLst>
                <a:path w="504" h="408" extrusionOk="0">
                  <a:moveTo>
                    <a:pt x="1" y="1"/>
                  </a:moveTo>
                  <a:lnTo>
                    <a:pt x="1" y="1"/>
                  </a:lnTo>
                  <a:cubicBezTo>
                    <a:pt x="242" y="395"/>
                    <a:pt x="467" y="408"/>
                    <a:pt x="494" y="408"/>
                  </a:cubicBezTo>
                  <a:cubicBezTo>
                    <a:pt x="496" y="408"/>
                    <a:pt x="497" y="408"/>
                    <a:pt x="497" y="408"/>
                  </a:cubicBezTo>
                  <a:lnTo>
                    <a:pt x="504" y="347"/>
                  </a:lnTo>
                  <a:lnTo>
                    <a:pt x="504" y="347"/>
                  </a:lnTo>
                  <a:cubicBezTo>
                    <a:pt x="504" y="347"/>
                    <a:pt x="497" y="353"/>
                    <a:pt x="479" y="353"/>
                  </a:cubicBezTo>
                  <a:cubicBezTo>
                    <a:pt x="446" y="353"/>
                    <a:pt x="374" y="334"/>
                    <a:pt x="230" y="230"/>
                  </a:cubicBezTo>
                  <a:cubicBezTo>
                    <a:pt x="104" y="14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40"/>
            <p:cNvSpPr/>
            <p:nvPr/>
          </p:nvSpPr>
          <p:spPr>
            <a:xfrm>
              <a:off x="5198280" y="2625698"/>
              <a:ext cx="140088" cy="177113"/>
            </a:xfrm>
            <a:custGeom>
              <a:avLst/>
              <a:gdLst/>
              <a:ahLst/>
              <a:cxnLst/>
              <a:rect l="l" t="t" r="r" b="b"/>
              <a:pathLst>
                <a:path w="1854" h="2344" extrusionOk="0">
                  <a:moveTo>
                    <a:pt x="927" y="1"/>
                  </a:moveTo>
                  <a:cubicBezTo>
                    <a:pt x="527" y="1"/>
                    <a:pt x="194" y="326"/>
                    <a:pt x="194" y="734"/>
                  </a:cubicBezTo>
                  <a:cubicBezTo>
                    <a:pt x="194" y="764"/>
                    <a:pt x="201" y="801"/>
                    <a:pt x="208" y="831"/>
                  </a:cubicBezTo>
                  <a:cubicBezTo>
                    <a:pt x="75" y="993"/>
                    <a:pt x="0" y="1194"/>
                    <a:pt x="0" y="1417"/>
                  </a:cubicBezTo>
                  <a:cubicBezTo>
                    <a:pt x="0" y="1927"/>
                    <a:pt x="416" y="2343"/>
                    <a:pt x="927" y="2343"/>
                  </a:cubicBezTo>
                  <a:cubicBezTo>
                    <a:pt x="1439" y="2343"/>
                    <a:pt x="1853" y="1927"/>
                    <a:pt x="1853" y="1417"/>
                  </a:cubicBezTo>
                  <a:cubicBezTo>
                    <a:pt x="1853" y="1194"/>
                    <a:pt x="1772" y="993"/>
                    <a:pt x="1645" y="831"/>
                  </a:cubicBezTo>
                  <a:cubicBezTo>
                    <a:pt x="1652" y="801"/>
                    <a:pt x="1652" y="764"/>
                    <a:pt x="1652" y="734"/>
                  </a:cubicBezTo>
                  <a:cubicBezTo>
                    <a:pt x="1652" y="326"/>
                    <a:pt x="1327" y="1"/>
                    <a:pt x="92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40"/>
            <p:cNvSpPr/>
            <p:nvPr/>
          </p:nvSpPr>
          <p:spPr>
            <a:xfrm>
              <a:off x="5267719" y="2679874"/>
              <a:ext cx="6800" cy="210208"/>
            </a:xfrm>
            <a:custGeom>
              <a:avLst/>
              <a:gdLst/>
              <a:ahLst/>
              <a:cxnLst/>
              <a:rect l="l" t="t" r="r" b="b"/>
              <a:pathLst>
                <a:path w="90" h="2782" extrusionOk="0">
                  <a:moveTo>
                    <a:pt x="47" y="0"/>
                  </a:moveTo>
                  <a:cubicBezTo>
                    <a:pt x="46" y="0"/>
                    <a:pt x="45" y="2"/>
                    <a:pt x="45" y="10"/>
                  </a:cubicBezTo>
                  <a:lnTo>
                    <a:pt x="1" y="2738"/>
                  </a:lnTo>
                  <a:cubicBezTo>
                    <a:pt x="1" y="2759"/>
                    <a:pt x="22" y="2782"/>
                    <a:pt x="45" y="2782"/>
                  </a:cubicBezTo>
                  <a:lnTo>
                    <a:pt x="52" y="2782"/>
                  </a:lnTo>
                  <a:cubicBezTo>
                    <a:pt x="75" y="2782"/>
                    <a:pt x="90" y="2759"/>
                    <a:pt x="90" y="2738"/>
                  </a:cubicBezTo>
                  <a:cubicBezTo>
                    <a:pt x="90" y="2738"/>
                    <a:pt x="75" y="10"/>
                    <a:pt x="52" y="10"/>
                  </a:cubicBezTo>
                  <a:cubicBezTo>
                    <a:pt x="52" y="10"/>
                    <a:pt x="49" y="0"/>
                    <a:pt x="47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40"/>
            <p:cNvSpPr/>
            <p:nvPr/>
          </p:nvSpPr>
          <p:spPr>
            <a:xfrm>
              <a:off x="5231299" y="2730424"/>
              <a:ext cx="39896" cy="33095"/>
            </a:xfrm>
            <a:custGeom>
              <a:avLst/>
              <a:gdLst/>
              <a:ahLst/>
              <a:cxnLst/>
              <a:rect l="l" t="t" r="r" b="b"/>
              <a:pathLst>
                <a:path w="528" h="438" extrusionOk="0">
                  <a:moveTo>
                    <a:pt x="1" y="0"/>
                  </a:moveTo>
                  <a:cubicBezTo>
                    <a:pt x="266" y="431"/>
                    <a:pt x="505" y="438"/>
                    <a:pt x="519" y="438"/>
                  </a:cubicBezTo>
                  <a:cubicBezTo>
                    <a:pt x="520" y="438"/>
                    <a:pt x="520" y="438"/>
                    <a:pt x="520" y="438"/>
                  </a:cubicBezTo>
                  <a:lnTo>
                    <a:pt x="527" y="370"/>
                  </a:lnTo>
                  <a:lnTo>
                    <a:pt x="527" y="370"/>
                  </a:lnTo>
                  <a:cubicBezTo>
                    <a:pt x="527" y="370"/>
                    <a:pt x="521" y="375"/>
                    <a:pt x="504" y="375"/>
                  </a:cubicBezTo>
                  <a:cubicBezTo>
                    <a:pt x="470" y="375"/>
                    <a:pt x="396" y="356"/>
                    <a:pt x="246" y="246"/>
                  </a:cubicBezTo>
                  <a:cubicBezTo>
                    <a:pt x="104" y="14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40"/>
            <p:cNvSpPr/>
            <p:nvPr/>
          </p:nvSpPr>
          <p:spPr>
            <a:xfrm>
              <a:off x="5271120" y="2721432"/>
              <a:ext cx="34153" cy="28108"/>
            </a:xfrm>
            <a:custGeom>
              <a:avLst/>
              <a:gdLst/>
              <a:ahLst/>
              <a:cxnLst/>
              <a:rect l="l" t="t" r="r" b="b"/>
              <a:pathLst>
                <a:path w="452" h="372" extrusionOk="0">
                  <a:moveTo>
                    <a:pt x="452" y="0"/>
                  </a:moveTo>
                  <a:lnTo>
                    <a:pt x="452" y="0"/>
                  </a:lnTo>
                  <a:cubicBezTo>
                    <a:pt x="452" y="0"/>
                    <a:pt x="356" y="126"/>
                    <a:pt x="244" y="208"/>
                  </a:cubicBezTo>
                  <a:cubicBezTo>
                    <a:pt x="102" y="308"/>
                    <a:pt x="39" y="323"/>
                    <a:pt x="14" y="323"/>
                  </a:cubicBezTo>
                  <a:cubicBezTo>
                    <a:pt x="4" y="323"/>
                    <a:pt x="0" y="320"/>
                    <a:pt x="0" y="320"/>
                  </a:cubicBezTo>
                  <a:lnTo>
                    <a:pt x="0" y="320"/>
                  </a:lnTo>
                  <a:lnTo>
                    <a:pt x="7" y="372"/>
                  </a:lnTo>
                  <a:cubicBezTo>
                    <a:pt x="7" y="372"/>
                    <a:pt x="8" y="372"/>
                    <a:pt x="8" y="372"/>
                  </a:cubicBezTo>
                  <a:cubicBezTo>
                    <a:pt x="22" y="372"/>
                    <a:pt x="224" y="365"/>
                    <a:pt x="452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40"/>
            <p:cNvSpPr/>
            <p:nvPr/>
          </p:nvSpPr>
          <p:spPr>
            <a:xfrm>
              <a:off x="5243691" y="2701938"/>
              <a:ext cx="27504" cy="22366"/>
            </a:xfrm>
            <a:custGeom>
              <a:avLst/>
              <a:gdLst/>
              <a:ahLst/>
              <a:cxnLst/>
              <a:rect l="l" t="t" r="r" b="b"/>
              <a:pathLst>
                <a:path w="364" h="296" extrusionOk="0">
                  <a:moveTo>
                    <a:pt x="0" y="0"/>
                  </a:moveTo>
                  <a:cubicBezTo>
                    <a:pt x="184" y="289"/>
                    <a:pt x="348" y="295"/>
                    <a:pt x="362" y="295"/>
                  </a:cubicBezTo>
                  <a:cubicBezTo>
                    <a:pt x="363" y="295"/>
                    <a:pt x="363" y="295"/>
                    <a:pt x="363" y="295"/>
                  </a:cubicBezTo>
                  <a:lnTo>
                    <a:pt x="363" y="251"/>
                  </a:lnTo>
                  <a:cubicBezTo>
                    <a:pt x="363" y="251"/>
                    <a:pt x="359" y="254"/>
                    <a:pt x="347" y="254"/>
                  </a:cubicBezTo>
                  <a:cubicBezTo>
                    <a:pt x="325" y="254"/>
                    <a:pt x="274" y="241"/>
                    <a:pt x="171" y="162"/>
                  </a:cubicBezTo>
                  <a:cubicBezTo>
                    <a:pt x="73" y="9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40"/>
            <p:cNvSpPr/>
            <p:nvPr/>
          </p:nvSpPr>
          <p:spPr>
            <a:xfrm>
              <a:off x="4939033" y="2777951"/>
              <a:ext cx="275038" cy="114322"/>
            </a:xfrm>
            <a:custGeom>
              <a:avLst/>
              <a:gdLst/>
              <a:ahLst/>
              <a:cxnLst/>
              <a:rect l="l" t="t" r="r" b="b"/>
              <a:pathLst>
                <a:path w="3640" h="1513" extrusionOk="0">
                  <a:moveTo>
                    <a:pt x="1215" y="1"/>
                  </a:moveTo>
                  <a:cubicBezTo>
                    <a:pt x="801" y="1"/>
                    <a:pt x="469" y="335"/>
                    <a:pt x="469" y="750"/>
                  </a:cubicBezTo>
                  <a:lnTo>
                    <a:pt x="469" y="764"/>
                  </a:lnTo>
                  <a:cubicBezTo>
                    <a:pt x="438" y="757"/>
                    <a:pt x="408" y="750"/>
                    <a:pt x="380" y="750"/>
                  </a:cubicBezTo>
                  <a:cubicBezTo>
                    <a:pt x="172" y="750"/>
                    <a:pt x="1" y="920"/>
                    <a:pt x="1" y="1128"/>
                  </a:cubicBezTo>
                  <a:cubicBezTo>
                    <a:pt x="1" y="1335"/>
                    <a:pt x="172" y="1498"/>
                    <a:pt x="380" y="1498"/>
                  </a:cubicBezTo>
                  <a:lnTo>
                    <a:pt x="380" y="1512"/>
                  </a:lnTo>
                  <a:lnTo>
                    <a:pt x="3403" y="1512"/>
                  </a:lnTo>
                  <a:lnTo>
                    <a:pt x="3403" y="1498"/>
                  </a:lnTo>
                  <a:cubicBezTo>
                    <a:pt x="3536" y="1475"/>
                    <a:pt x="3639" y="1365"/>
                    <a:pt x="3639" y="1217"/>
                  </a:cubicBezTo>
                  <a:cubicBezTo>
                    <a:pt x="3639" y="1061"/>
                    <a:pt x="3513" y="934"/>
                    <a:pt x="3358" y="934"/>
                  </a:cubicBezTo>
                  <a:cubicBezTo>
                    <a:pt x="3291" y="934"/>
                    <a:pt x="3232" y="965"/>
                    <a:pt x="3181" y="1002"/>
                  </a:cubicBezTo>
                  <a:lnTo>
                    <a:pt x="3181" y="965"/>
                  </a:lnTo>
                  <a:cubicBezTo>
                    <a:pt x="3181" y="668"/>
                    <a:pt x="2942" y="424"/>
                    <a:pt x="2647" y="424"/>
                  </a:cubicBezTo>
                  <a:cubicBezTo>
                    <a:pt x="2476" y="424"/>
                    <a:pt x="2327" y="497"/>
                    <a:pt x="2224" y="623"/>
                  </a:cubicBezTo>
                  <a:cubicBezTo>
                    <a:pt x="2186" y="609"/>
                    <a:pt x="2149" y="602"/>
                    <a:pt x="2114" y="602"/>
                  </a:cubicBezTo>
                  <a:cubicBezTo>
                    <a:pt x="2053" y="602"/>
                    <a:pt x="2001" y="616"/>
                    <a:pt x="1957" y="639"/>
                  </a:cubicBezTo>
                  <a:cubicBezTo>
                    <a:pt x="1898" y="275"/>
                    <a:pt x="1594" y="1"/>
                    <a:pt x="1215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40"/>
            <p:cNvSpPr/>
            <p:nvPr/>
          </p:nvSpPr>
          <p:spPr>
            <a:xfrm>
              <a:off x="4973187" y="2781351"/>
              <a:ext cx="37553" cy="54328"/>
            </a:xfrm>
            <a:custGeom>
              <a:avLst/>
              <a:gdLst/>
              <a:ahLst/>
              <a:cxnLst/>
              <a:rect l="l" t="t" r="r" b="b"/>
              <a:pathLst>
                <a:path w="497" h="719" extrusionOk="0">
                  <a:moveTo>
                    <a:pt x="497" y="0"/>
                  </a:moveTo>
                  <a:lnTo>
                    <a:pt x="497" y="0"/>
                  </a:lnTo>
                  <a:cubicBezTo>
                    <a:pt x="209" y="82"/>
                    <a:pt x="1" y="349"/>
                    <a:pt x="1" y="667"/>
                  </a:cubicBezTo>
                  <a:lnTo>
                    <a:pt x="1" y="712"/>
                  </a:lnTo>
                  <a:cubicBezTo>
                    <a:pt x="8" y="712"/>
                    <a:pt x="8" y="712"/>
                    <a:pt x="17" y="719"/>
                  </a:cubicBezTo>
                  <a:lnTo>
                    <a:pt x="17" y="705"/>
                  </a:lnTo>
                  <a:cubicBezTo>
                    <a:pt x="17" y="386"/>
                    <a:pt x="216" y="112"/>
                    <a:pt x="497" y="0"/>
                  </a:cubicBezTo>
                  <a:close/>
                </a:path>
              </a:pathLst>
            </a:custGeom>
            <a:solidFill>
              <a:srgbClr val="959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40"/>
            <p:cNvSpPr/>
            <p:nvPr/>
          </p:nvSpPr>
          <p:spPr>
            <a:xfrm>
              <a:off x="4973187" y="2779689"/>
              <a:ext cx="51683" cy="103744"/>
            </a:xfrm>
            <a:custGeom>
              <a:avLst/>
              <a:gdLst/>
              <a:ahLst/>
              <a:cxnLst/>
              <a:rect l="l" t="t" r="r" b="b"/>
              <a:pathLst>
                <a:path w="684" h="1373" extrusionOk="0">
                  <a:moveTo>
                    <a:pt x="683" y="1"/>
                  </a:moveTo>
                  <a:cubicBezTo>
                    <a:pt x="623" y="1"/>
                    <a:pt x="557" y="8"/>
                    <a:pt x="497" y="22"/>
                  </a:cubicBezTo>
                  <a:cubicBezTo>
                    <a:pt x="216" y="134"/>
                    <a:pt x="17" y="408"/>
                    <a:pt x="17" y="727"/>
                  </a:cubicBezTo>
                  <a:lnTo>
                    <a:pt x="17" y="741"/>
                  </a:lnTo>
                  <a:cubicBezTo>
                    <a:pt x="8" y="734"/>
                    <a:pt x="8" y="734"/>
                    <a:pt x="1" y="734"/>
                  </a:cubicBezTo>
                  <a:cubicBezTo>
                    <a:pt x="24" y="1089"/>
                    <a:pt x="319" y="1372"/>
                    <a:pt x="683" y="1372"/>
                  </a:cubicBezTo>
                  <a:cubicBezTo>
                    <a:pt x="683" y="1372"/>
                    <a:pt x="290" y="1246"/>
                    <a:pt x="260" y="689"/>
                  </a:cubicBezTo>
                  <a:cubicBezTo>
                    <a:pt x="230" y="179"/>
                    <a:pt x="683" y="1"/>
                    <a:pt x="683" y="1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40"/>
            <p:cNvSpPr/>
            <p:nvPr/>
          </p:nvSpPr>
          <p:spPr>
            <a:xfrm>
              <a:off x="5072321" y="2823967"/>
              <a:ext cx="54403" cy="27428"/>
            </a:xfrm>
            <a:custGeom>
              <a:avLst/>
              <a:gdLst/>
              <a:ahLst/>
              <a:cxnLst/>
              <a:rect l="l" t="t" r="r" b="b"/>
              <a:pathLst>
                <a:path w="720" h="363" extrusionOk="0">
                  <a:moveTo>
                    <a:pt x="357" y="0"/>
                  </a:moveTo>
                  <a:cubicBezTo>
                    <a:pt x="163" y="7"/>
                    <a:pt x="1" y="171"/>
                    <a:pt x="8" y="363"/>
                  </a:cubicBezTo>
                  <a:cubicBezTo>
                    <a:pt x="8" y="363"/>
                    <a:pt x="67" y="164"/>
                    <a:pt x="357" y="141"/>
                  </a:cubicBezTo>
                  <a:lnTo>
                    <a:pt x="385" y="141"/>
                  </a:lnTo>
                  <a:cubicBezTo>
                    <a:pt x="630" y="141"/>
                    <a:pt x="719" y="356"/>
                    <a:pt x="719" y="356"/>
                  </a:cubicBezTo>
                  <a:cubicBezTo>
                    <a:pt x="719" y="164"/>
                    <a:pt x="556" y="0"/>
                    <a:pt x="364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40"/>
            <p:cNvSpPr/>
            <p:nvPr/>
          </p:nvSpPr>
          <p:spPr>
            <a:xfrm>
              <a:off x="5751436" y="1850082"/>
              <a:ext cx="141037" cy="61800"/>
            </a:xfrm>
            <a:custGeom>
              <a:avLst/>
              <a:gdLst/>
              <a:ahLst/>
              <a:cxnLst/>
              <a:rect l="l" t="t" r="r" b="b"/>
              <a:pathLst>
                <a:path w="1180" h="517" extrusionOk="0">
                  <a:moveTo>
                    <a:pt x="1026" y="0"/>
                  </a:moveTo>
                  <a:cubicBezTo>
                    <a:pt x="950" y="0"/>
                    <a:pt x="859" y="34"/>
                    <a:pt x="771" y="102"/>
                  </a:cubicBezTo>
                  <a:cubicBezTo>
                    <a:pt x="698" y="154"/>
                    <a:pt x="637" y="228"/>
                    <a:pt x="609" y="294"/>
                  </a:cubicBezTo>
                  <a:cubicBezTo>
                    <a:pt x="548" y="250"/>
                    <a:pt x="468" y="220"/>
                    <a:pt x="380" y="205"/>
                  </a:cubicBezTo>
                  <a:cubicBezTo>
                    <a:pt x="346" y="200"/>
                    <a:pt x="315" y="198"/>
                    <a:pt x="285" y="198"/>
                  </a:cubicBezTo>
                  <a:cubicBezTo>
                    <a:pt x="128" y="198"/>
                    <a:pt x="20" y="263"/>
                    <a:pt x="1" y="369"/>
                  </a:cubicBezTo>
                  <a:cubicBezTo>
                    <a:pt x="1" y="369"/>
                    <a:pt x="44" y="287"/>
                    <a:pt x="248" y="287"/>
                  </a:cubicBezTo>
                  <a:cubicBezTo>
                    <a:pt x="282" y="287"/>
                    <a:pt x="320" y="289"/>
                    <a:pt x="364" y="294"/>
                  </a:cubicBezTo>
                  <a:cubicBezTo>
                    <a:pt x="460" y="301"/>
                    <a:pt x="534" y="332"/>
                    <a:pt x="586" y="362"/>
                  </a:cubicBezTo>
                  <a:lnTo>
                    <a:pt x="579" y="517"/>
                  </a:lnTo>
                  <a:lnTo>
                    <a:pt x="653" y="502"/>
                  </a:lnTo>
                  <a:lnTo>
                    <a:pt x="742" y="479"/>
                  </a:lnTo>
                  <a:lnTo>
                    <a:pt x="661" y="346"/>
                  </a:lnTo>
                  <a:cubicBezTo>
                    <a:pt x="698" y="294"/>
                    <a:pt x="742" y="236"/>
                    <a:pt x="824" y="168"/>
                  </a:cubicBezTo>
                  <a:cubicBezTo>
                    <a:pt x="938" y="77"/>
                    <a:pt x="1032" y="56"/>
                    <a:pt x="1094" y="56"/>
                  </a:cubicBezTo>
                  <a:cubicBezTo>
                    <a:pt x="1149" y="56"/>
                    <a:pt x="1180" y="72"/>
                    <a:pt x="1180" y="72"/>
                  </a:cubicBezTo>
                  <a:cubicBezTo>
                    <a:pt x="1145" y="25"/>
                    <a:pt x="1091" y="0"/>
                    <a:pt x="1026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40"/>
            <p:cNvSpPr/>
            <p:nvPr/>
          </p:nvSpPr>
          <p:spPr>
            <a:xfrm>
              <a:off x="5217723" y="1873467"/>
              <a:ext cx="219038" cy="106107"/>
            </a:xfrm>
            <a:custGeom>
              <a:avLst/>
              <a:gdLst/>
              <a:ahLst/>
              <a:cxnLst/>
              <a:rect l="l" t="t" r="r" b="b"/>
              <a:pathLst>
                <a:path w="993" h="481" extrusionOk="0">
                  <a:moveTo>
                    <a:pt x="851" y="0"/>
                  </a:moveTo>
                  <a:cubicBezTo>
                    <a:pt x="787" y="0"/>
                    <a:pt x="715" y="30"/>
                    <a:pt x="644" y="89"/>
                  </a:cubicBezTo>
                  <a:cubicBezTo>
                    <a:pt x="578" y="141"/>
                    <a:pt x="534" y="207"/>
                    <a:pt x="511" y="267"/>
                  </a:cubicBezTo>
                  <a:cubicBezTo>
                    <a:pt x="459" y="230"/>
                    <a:pt x="394" y="192"/>
                    <a:pt x="312" y="178"/>
                  </a:cubicBezTo>
                  <a:cubicBezTo>
                    <a:pt x="281" y="173"/>
                    <a:pt x="251" y="170"/>
                    <a:pt x="224" y="170"/>
                  </a:cubicBezTo>
                  <a:cubicBezTo>
                    <a:pt x="93" y="170"/>
                    <a:pt x="6" y="227"/>
                    <a:pt x="1" y="326"/>
                  </a:cubicBezTo>
                  <a:cubicBezTo>
                    <a:pt x="1" y="326"/>
                    <a:pt x="33" y="251"/>
                    <a:pt x="203" y="251"/>
                  </a:cubicBezTo>
                  <a:cubicBezTo>
                    <a:pt x="233" y="251"/>
                    <a:pt x="266" y="253"/>
                    <a:pt x="305" y="258"/>
                  </a:cubicBezTo>
                  <a:cubicBezTo>
                    <a:pt x="386" y="274"/>
                    <a:pt x="445" y="303"/>
                    <a:pt x="490" y="333"/>
                  </a:cubicBezTo>
                  <a:lnTo>
                    <a:pt x="490" y="480"/>
                  </a:lnTo>
                  <a:lnTo>
                    <a:pt x="555" y="466"/>
                  </a:lnTo>
                  <a:lnTo>
                    <a:pt x="630" y="452"/>
                  </a:lnTo>
                  <a:lnTo>
                    <a:pt x="555" y="319"/>
                  </a:lnTo>
                  <a:cubicBezTo>
                    <a:pt x="586" y="274"/>
                    <a:pt x="623" y="214"/>
                    <a:pt x="689" y="162"/>
                  </a:cubicBezTo>
                  <a:cubicBezTo>
                    <a:pt x="782" y="77"/>
                    <a:pt x="862" y="57"/>
                    <a:pt x="916" y="57"/>
                  </a:cubicBezTo>
                  <a:cubicBezTo>
                    <a:pt x="964" y="57"/>
                    <a:pt x="993" y="73"/>
                    <a:pt x="993" y="73"/>
                  </a:cubicBezTo>
                  <a:cubicBezTo>
                    <a:pt x="958" y="24"/>
                    <a:pt x="908" y="0"/>
                    <a:pt x="851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40"/>
            <p:cNvSpPr/>
            <p:nvPr/>
          </p:nvSpPr>
          <p:spPr>
            <a:xfrm>
              <a:off x="5221912" y="2206840"/>
              <a:ext cx="83808" cy="35976"/>
            </a:xfrm>
            <a:custGeom>
              <a:avLst/>
              <a:gdLst/>
              <a:ahLst/>
              <a:cxnLst/>
              <a:rect l="l" t="t" r="r" b="b"/>
              <a:pathLst>
                <a:path w="601" h="258" extrusionOk="0">
                  <a:moveTo>
                    <a:pt x="520" y="1"/>
                  </a:moveTo>
                  <a:cubicBezTo>
                    <a:pt x="482" y="1"/>
                    <a:pt x="437" y="17"/>
                    <a:pt x="392" y="50"/>
                  </a:cubicBezTo>
                  <a:cubicBezTo>
                    <a:pt x="348" y="80"/>
                    <a:pt x="326" y="110"/>
                    <a:pt x="303" y="146"/>
                  </a:cubicBezTo>
                  <a:cubicBezTo>
                    <a:pt x="275" y="124"/>
                    <a:pt x="237" y="110"/>
                    <a:pt x="193" y="101"/>
                  </a:cubicBezTo>
                  <a:cubicBezTo>
                    <a:pt x="178" y="99"/>
                    <a:pt x="164" y="98"/>
                    <a:pt x="150" y="98"/>
                  </a:cubicBezTo>
                  <a:cubicBezTo>
                    <a:pt x="68" y="98"/>
                    <a:pt x="7" y="133"/>
                    <a:pt x="1" y="183"/>
                  </a:cubicBezTo>
                  <a:cubicBezTo>
                    <a:pt x="1" y="183"/>
                    <a:pt x="23" y="143"/>
                    <a:pt x="134" y="143"/>
                  </a:cubicBezTo>
                  <a:cubicBezTo>
                    <a:pt x="150" y="143"/>
                    <a:pt x="167" y="144"/>
                    <a:pt x="186" y="146"/>
                  </a:cubicBezTo>
                  <a:cubicBezTo>
                    <a:pt x="230" y="146"/>
                    <a:pt x="268" y="162"/>
                    <a:pt x="296" y="176"/>
                  </a:cubicBezTo>
                  <a:lnTo>
                    <a:pt x="289" y="258"/>
                  </a:lnTo>
                  <a:lnTo>
                    <a:pt x="333" y="243"/>
                  </a:lnTo>
                  <a:lnTo>
                    <a:pt x="378" y="234"/>
                  </a:lnTo>
                  <a:lnTo>
                    <a:pt x="333" y="169"/>
                  </a:lnTo>
                  <a:cubicBezTo>
                    <a:pt x="348" y="146"/>
                    <a:pt x="378" y="117"/>
                    <a:pt x="415" y="87"/>
                  </a:cubicBezTo>
                  <a:cubicBezTo>
                    <a:pt x="475" y="39"/>
                    <a:pt x="524" y="28"/>
                    <a:pt x="557" y="28"/>
                  </a:cubicBezTo>
                  <a:cubicBezTo>
                    <a:pt x="585" y="28"/>
                    <a:pt x="600" y="35"/>
                    <a:pt x="600" y="35"/>
                  </a:cubicBezTo>
                  <a:cubicBezTo>
                    <a:pt x="580" y="12"/>
                    <a:pt x="552" y="1"/>
                    <a:pt x="520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40"/>
            <p:cNvSpPr/>
            <p:nvPr/>
          </p:nvSpPr>
          <p:spPr>
            <a:xfrm>
              <a:off x="4973175" y="2065234"/>
              <a:ext cx="113650" cy="48665"/>
            </a:xfrm>
            <a:custGeom>
              <a:avLst/>
              <a:gdLst/>
              <a:ahLst/>
              <a:cxnLst/>
              <a:rect l="l" t="t" r="r" b="b"/>
              <a:pathLst>
                <a:path w="815" h="349" extrusionOk="0">
                  <a:moveTo>
                    <a:pt x="712" y="1"/>
                  </a:moveTo>
                  <a:cubicBezTo>
                    <a:pt x="659" y="1"/>
                    <a:pt x="596" y="23"/>
                    <a:pt x="534" y="68"/>
                  </a:cubicBezTo>
                  <a:cubicBezTo>
                    <a:pt x="482" y="105"/>
                    <a:pt x="445" y="157"/>
                    <a:pt x="424" y="201"/>
                  </a:cubicBezTo>
                  <a:cubicBezTo>
                    <a:pt x="379" y="171"/>
                    <a:pt x="326" y="150"/>
                    <a:pt x="260" y="143"/>
                  </a:cubicBezTo>
                  <a:cubicBezTo>
                    <a:pt x="237" y="139"/>
                    <a:pt x="215" y="137"/>
                    <a:pt x="194" y="137"/>
                  </a:cubicBezTo>
                  <a:cubicBezTo>
                    <a:pt x="88" y="137"/>
                    <a:pt x="12" y="184"/>
                    <a:pt x="0" y="253"/>
                  </a:cubicBezTo>
                  <a:cubicBezTo>
                    <a:pt x="0" y="253"/>
                    <a:pt x="28" y="197"/>
                    <a:pt x="176" y="197"/>
                  </a:cubicBezTo>
                  <a:cubicBezTo>
                    <a:pt x="198" y="197"/>
                    <a:pt x="224" y="198"/>
                    <a:pt x="253" y="201"/>
                  </a:cubicBezTo>
                  <a:cubicBezTo>
                    <a:pt x="319" y="209"/>
                    <a:pt x="370" y="223"/>
                    <a:pt x="400" y="246"/>
                  </a:cubicBezTo>
                  <a:lnTo>
                    <a:pt x="400" y="349"/>
                  </a:lnTo>
                  <a:lnTo>
                    <a:pt x="452" y="342"/>
                  </a:lnTo>
                  <a:lnTo>
                    <a:pt x="512" y="328"/>
                  </a:lnTo>
                  <a:lnTo>
                    <a:pt x="459" y="232"/>
                  </a:lnTo>
                  <a:cubicBezTo>
                    <a:pt x="482" y="201"/>
                    <a:pt x="512" y="157"/>
                    <a:pt x="571" y="120"/>
                  </a:cubicBezTo>
                  <a:cubicBezTo>
                    <a:pt x="656" y="51"/>
                    <a:pt x="723" y="37"/>
                    <a:pt x="766" y="37"/>
                  </a:cubicBezTo>
                  <a:cubicBezTo>
                    <a:pt x="797" y="37"/>
                    <a:pt x="815" y="45"/>
                    <a:pt x="815" y="45"/>
                  </a:cubicBezTo>
                  <a:cubicBezTo>
                    <a:pt x="792" y="15"/>
                    <a:pt x="755" y="1"/>
                    <a:pt x="712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40"/>
            <p:cNvSpPr/>
            <p:nvPr/>
          </p:nvSpPr>
          <p:spPr>
            <a:xfrm>
              <a:off x="5632066" y="2074209"/>
              <a:ext cx="52351" cy="22473"/>
            </a:xfrm>
            <a:custGeom>
              <a:avLst/>
              <a:gdLst/>
              <a:ahLst/>
              <a:cxnLst/>
              <a:rect l="l" t="t" r="r" b="b"/>
              <a:pathLst>
                <a:path w="438" h="188" extrusionOk="0">
                  <a:moveTo>
                    <a:pt x="385" y="1"/>
                  </a:moveTo>
                  <a:cubicBezTo>
                    <a:pt x="357" y="1"/>
                    <a:pt x="324" y="14"/>
                    <a:pt x="290" y="40"/>
                  </a:cubicBezTo>
                  <a:cubicBezTo>
                    <a:pt x="260" y="54"/>
                    <a:pt x="237" y="84"/>
                    <a:pt x="230" y="105"/>
                  </a:cubicBezTo>
                  <a:cubicBezTo>
                    <a:pt x="208" y="91"/>
                    <a:pt x="178" y="77"/>
                    <a:pt x="141" y="77"/>
                  </a:cubicBezTo>
                  <a:cubicBezTo>
                    <a:pt x="127" y="74"/>
                    <a:pt x="114" y="73"/>
                    <a:pt x="102" y="73"/>
                  </a:cubicBezTo>
                  <a:cubicBezTo>
                    <a:pt x="47" y="73"/>
                    <a:pt x="6" y="99"/>
                    <a:pt x="0" y="136"/>
                  </a:cubicBezTo>
                  <a:cubicBezTo>
                    <a:pt x="0" y="136"/>
                    <a:pt x="17" y="103"/>
                    <a:pt x="93" y="103"/>
                  </a:cubicBezTo>
                  <a:cubicBezTo>
                    <a:pt x="105" y="103"/>
                    <a:pt x="118" y="103"/>
                    <a:pt x="134" y="105"/>
                  </a:cubicBezTo>
                  <a:cubicBezTo>
                    <a:pt x="171" y="105"/>
                    <a:pt x="201" y="121"/>
                    <a:pt x="215" y="128"/>
                  </a:cubicBezTo>
                  <a:lnTo>
                    <a:pt x="215" y="187"/>
                  </a:lnTo>
                  <a:lnTo>
                    <a:pt x="246" y="180"/>
                  </a:lnTo>
                  <a:lnTo>
                    <a:pt x="274" y="173"/>
                  </a:lnTo>
                  <a:lnTo>
                    <a:pt x="246" y="121"/>
                  </a:lnTo>
                  <a:cubicBezTo>
                    <a:pt x="260" y="105"/>
                    <a:pt x="274" y="84"/>
                    <a:pt x="304" y="61"/>
                  </a:cubicBezTo>
                  <a:cubicBezTo>
                    <a:pt x="348" y="26"/>
                    <a:pt x="383" y="17"/>
                    <a:pt x="406" y="17"/>
                  </a:cubicBezTo>
                  <a:cubicBezTo>
                    <a:pt x="427" y="17"/>
                    <a:pt x="438" y="24"/>
                    <a:pt x="438" y="24"/>
                  </a:cubicBezTo>
                  <a:cubicBezTo>
                    <a:pt x="425" y="8"/>
                    <a:pt x="407" y="1"/>
                    <a:pt x="385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40"/>
            <p:cNvSpPr/>
            <p:nvPr/>
          </p:nvSpPr>
          <p:spPr>
            <a:xfrm>
              <a:off x="6500632" y="2823363"/>
              <a:ext cx="176357" cy="73444"/>
            </a:xfrm>
            <a:custGeom>
              <a:avLst/>
              <a:gdLst/>
              <a:ahLst/>
              <a:cxnLst/>
              <a:rect l="l" t="t" r="r" b="b"/>
              <a:pathLst>
                <a:path w="2334" h="972" extrusionOk="0">
                  <a:moveTo>
                    <a:pt x="777" y="1"/>
                  </a:moveTo>
                  <a:cubicBezTo>
                    <a:pt x="511" y="1"/>
                    <a:pt x="297" y="216"/>
                    <a:pt x="297" y="474"/>
                  </a:cubicBezTo>
                  <a:lnTo>
                    <a:pt x="297" y="483"/>
                  </a:lnTo>
                  <a:cubicBezTo>
                    <a:pt x="281" y="483"/>
                    <a:pt x="260" y="474"/>
                    <a:pt x="244" y="474"/>
                  </a:cubicBezTo>
                  <a:cubicBezTo>
                    <a:pt x="110" y="474"/>
                    <a:pt x="0" y="586"/>
                    <a:pt x="0" y="719"/>
                  </a:cubicBezTo>
                  <a:cubicBezTo>
                    <a:pt x="0" y="853"/>
                    <a:pt x="110" y="956"/>
                    <a:pt x="244" y="956"/>
                  </a:cubicBezTo>
                  <a:lnTo>
                    <a:pt x="244" y="972"/>
                  </a:lnTo>
                  <a:lnTo>
                    <a:pt x="2179" y="972"/>
                  </a:lnTo>
                  <a:lnTo>
                    <a:pt x="2179" y="956"/>
                  </a:lnTo>
                  <a:cubicBezTo>
                    <a:pt x="2268" y="949"/>
                    <a:pt x="2333" y="867"/>
                    <a:pt x="2333" y="778"/>
                  </a:cubicBezTo>
                  <a:cubicBezTo>
                    <a:pt x="2333" y="682"/>
                    <a:pt x="2253" y="600"/>
                    <a:pt x="2156" y="600"/>
                  </a:cubicBezTo>
                  <a:cubicBezTo>
                    <a:pt x="2111" y="600"/>
                    <a:pt x="2076" y="616"/>
                    <a:pt x="2038" y="638"/>
                  </a:cubicBezTo>
                  <a:lnTo>
                    <a:pt x="2038" y="616"/>
                  </a:lnTo>
                  <a:cubicBezTo>
                    <a:pt x="2038" y="422"/>
                    <a:pt x="1889" y="268"/>
                    <a:pt x="1697" y="268"/>
                  </a:cubicBezTo>
                  <a:cubicBezTo>
                    <a:pt x="1587" y="268"/>
                    <a:pt x="1489" y="319"/>
                    <a:pt x="1430" y="394"/>
                  </a:cubicBezTo>
                  <a:cubicBezTo>
                    <a:pt x="1409" y="385"/>
                    <a:pt x="1378" y="385"/>
                    <a:pt x="1355" y="385"/>
                  </a:cubicBezTo>
                  <a:cubicBezTo>
                    <a:pt x="1320" y="385"/>
                    <a:pt x="1282" y="394"/>
                    <a:pt x="1252" y="408"/>
                  </a:cubicBezTo>
                  <a:cubicBezTo>
                    <a:pt x="1222" y="172"/>
                    <a:pt x="1023" y="1"/>
                    <a:pt x="77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40"/>
            <p:cNvSpPr/>
            <p:nvPr/>
          </p:nvSpPr>
          <p:spPr>
            <a:xfrm>
              <a:off x="6522393" y="2823967"/>
              <a:ext cx="33095" cy="66719"/>
            </a:xfrm>
            <a:custGeom>
              <a:avLst/>
              <a:gdLst/>
              <a:ahLst/>
              <a:cxnLst/>
              <a:rect l="l" t="t" r="r" b="b"/>
              <a:pathLst>
                <a:path w="438" h="883" extrusionOk="0">
                  <a:moveTo>
                    <a:pt x="438" y="0"/>
                  </a:moveTo>
                  <a:cubicBezTo>
                    <a:pt x="201" y="0"/>
                    <a:pt x="0" y="199"/>
                    <a:pt x="0" y="445"/>
                  </a:cubicBezTo>
                  <a:cubicBezTo>
                    <a:pt x="0" y="688"/>
                    <a:pt x="201" y="882"/>
                    <a:pt x="438" y="882"/>
                  </a:cubicBezTo>
                  <a:cubicBezTo>
                    <a:pt x="438" y="882"/>
                    <a:pt x="187" y="800"/>
                    <a:pt x="171" y="445"/>
                  </a:cubicBezTo>
                  <a:cubicBezTo>
                    <a:pt x="150" y="119"/>
                    <a:pt x="438" y="0"/>
                    <a:pt x="438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40"/>
            <p:cNvSpPr/>
            <p:nvPr/>
          </p:nvSpPr>
          <p:spPr>
            <a:xfrm>
              <a:off x="6586241" y="2852453"/>
              <a:ext cx="34833" cy="18059"/>
            </a:xfrm>
            <a:custGeom>
              <a:avLst/>
              <a:gdLst/>
              <a:ahLst/>
              <a:cxnLst/>
              <a:rect l="l" t="t" r="r" b="b"/>
              <a:pathLst>
                <a:path w="461" h="239" extrusionOk="0">
                  <a:moveTo>
                    <a:pt x="231" y="0"/>
                  </a:moveTo>
                  <a:cubicBezTo>
                    <a:pt x="105" y="9"/>
                    <a:pt x="0" y="112"/>
                    <a:pt x="0" y="238"/>
                  </a:cubicBezTo>
                  <a:cubicBezTo>
                    <a:pt x="0" y="238"/>
                    <a:pt x="37" y="105"/>
                    <a:pt x="231" y="89"/>
                  </a:cubicBezTo>
                  <a:cubicBezTo>
                    <a:pt x="235" y="89"/>
                    <a:pt x="239" y="89"/>
                    <a:pt x="243" y="89"/>
                  </a:cubicBezTo>
                  <a:cubicBezTo>
                    <a:pt x="403" y="89"/>
                    <a:pt x="461" y="231"/>
                    <a:pt x="461" y="231"/>
                  </a:cubicBezTo>
                  <a:cubicBezTo>
                    <a:pt x="461" y="105"/>
                    <a:pt x="356" y="0"/>
                    <a:pt x="231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40"/>
            <p:cNvSpPr/>
            <p:nvPr/>
          </p:nvSpPr>
          <p:spPr>
            <a:xfrm>
              <a:off x="5399269" y="2816638"/>
              <a:ext cx="182024" cy="75636"/>
            </a:xfrm>
            <a:custGeom>
              <a:avLst/>
              <a:gdLst/>
              <a:ahLst/>
              <a:cxnLst/>
              <a:rect l="l" t="t" r="r" b="b"/>
              <a:pathLst>
                <a:path w="2409" h="1001" extrusionOk="0">
                  <a:moveTo>
                    <a:pt x="1608" y="1"/>
                  </a:moveTo>
                  <a:cubicBezTo>
                    <a:pt x="1358" y="1"/>
                    <a:pt x="1150" y="186"/>
                    <a:pt x="1119" y="422"/>
                  </a:cubicBezTo>
                  <a:cubicBezTo>
                    <a:pt x="1082" y="408"/>
                    <a:pt x="1054" y="401"/>
                    <a:pt x="1016" y="401"/>
                  </a:cubicBezTo>
                  <a:cubicBezTo>
                    <a:pt x="986" y="401"/>
                    <a:pt x="965" y="401"/>
                    <a:pt x="934" y="408"/>
                  </a:cubicBezTo>
                  <a:cubicBezTo>
                    <a:pt x="876" y="334"/>
                    <a:pt x="771" y="282"/>
                    <a:pt x="660" y="282"/>
                  </a:cubicBezTo>
                  <a:cubicBezTo>
                    <a:pt x="468" y="282"/>
                    <a:pt x="305" y="438"/>
                    <a:pt x="305" y="638"/>
                  </a:cubicBezTo>
                  <a:lnTo>
                    <a:pt x="305" y="661"/>
                  </a:lnTo>
                  <a:cubicBezTo>
                    <a:pt x="275" y="638"/>
                    <a:pt x="230" y="623"/>
                    <a:pt x="186" y="623"/>
                  </a:cubicBezTo>
                  <a:cubicBezTo>
                    <a:pt x="83" y="623"/>
                    <a:pt x="1" y="705"/>
                    <a:pt x="1" y="808"/>
                  </a:cubicBezTo>
                  <a:cubicBezTo>
                    <a:pt x="1" y="904"/>
                    <a:pt x="68" y="979"/>
                    <a:pt x="164" y="993"/>
                  </a:cubicBezTo>
                  <a:lnTo>
                    <a:pt x="164" y="1000"/>
                  </a:lnTo>
                  <a:lnTo>
                    <a:pt x="2165" y="1000"/>
                  </a:lnTo>
                  <a:lnTo>
                    <a:pt x="2165" y="993"/>
                  </a:lnTo>
                  <a:cubicBezTo>
                    <a:pt x="2298" y="993"/>
                    <a:pt x="2409" y="883"/>
                    <a:pt x="2409" y="750"/>
                  </a:cubicBezTo>
                  <a:cubicBezTo>
                    <a:pt x="2409" y="607"/>
                    <a:pt x="2298" y="497"/>
                    <a:pt x="2165" y="497"/>
                  </a:cubicBezTo>
                  <a:cubicBezTo>
                    <a:pt x="2142" y="497"/>
                    <a:pt x="2121" y="497"/>
                    <a:pt x="2105" y="504"/>
                  </a:cubicBezTo>
                  <a:lnTo>
                    <a:pt x="2105" y="497"/>
                  </a:lnTo>
                  <a:cubicBezTo>
                    <a:pt x="2105" y="223"/>
                    <a:pt x="1882" y="1"/>
                    <a:pt x="1608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40"/>
            <p:cNvSpPr/>
            <p:nvPr/>
          </p:nvSpPr>
          <p:spPr>
            <a:xfrm>
              <a:off x="5533691" y="2818829"/>
              <a:ext cx="25313" cy="35967"/>
            </a:xfrm>
            <a:custGeom>
              <a:avLst/>
              <a:gdLst/>
              <a:ahLst/>
              <a:cxnLst/>
              <a:rect l="l" t="t" r="r" b="b"/>
              <a:pathLst>
                <a:path w="335" h="476" extrusionOk="0">
                  <a:moveTo>
                    <a:pt x="0" y="0"/>
                  </a:moveTo>
                  <a:lnTo>
                    <a:pt x="0" y="0"/>
                  </a:lnTo>
                  <a:cubicBezTo>
                    <a:pt x="192" y="75"/>
                    <a:pt x="326" y="253"/>
                    <a:pt x="326" y="468"/>
                  </a:cubicBezTo>
                  <a:lnTo>
                    <a:pt x="326" y="475"/>
                  </a:lnTo>
                  <a:lnTo>
                    <a:pt x="334" y="475"/>
                  </a:lnTo>
                  <a:lnTo>
                    <a:pt x="334" y="438"/>
                  </a:lnTo>
                  <a:cubicBezTo>
                    <a:pt x="334" y="232"/>
                    <a:pt x="192" y="61"/>
                    <a:pt x="0" y="0"/>
                  </a:cubicBezTo>
                  <a:close/>
                </a:path>
              </a:pathLst>
            </a:custGeom>
            <a:solidFill>
              <a:srgbClr val="EDE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40"/>
            <p:cNvSpPr/>
            <p:nvPr/>
          </p:nvSpPr>
          <p:spPr>
            <a:xfrm>
              <a:off x="5524623" y="2817771"/>
              <a:ext cx="34380" cy="68986"/>
            </a:xfrm>
            <a:custGeom>
              <a:avLst/>
              <a:gdLst/>
              <a:ahLst/>
              <a:cxnLst/>
              <a:rect l="l" t="t" r="r" b="b"/>
              <a:pathLst>
                <a:path w="455" h="913" extrusionOk="0">
                  <a:moveTo>
                    <a:pt x="1" y="0"/>
                  </a:moveTo>
                  <a:cubicBezTo>
                    <a:pt x="1" y="0"/>
                    <a:pt x="298" y="119"/>
                    <a:pt x="284" y="452"/>
                  </a:cubicBezTo>
                  <a:cubicBezTo>
                    <a:pt x="261" y="824"/>
                    <a:pt x="1" y="913"/>
                    <a:pt x="1" y="913"/>
                  </a:cubicBezTo>
                  <a:cubicBezTo>
                    <a:pt x="239" y="913"/>
                    <a:pt x="438" y="719"/>
                    <a:pt x="454" y="489"/>
                  </a:cubicBezTo>
                  <a:lnTo>
                    <a:pt x="446" y="489"/>
                  </a:lnTo>
                  <a:lnTo>
                    <a:pt x="446" y="482"/>
                  </a:lnTo>
                  <a:cubicBezTo>
                    <a:pt x="446" y="267"/>
                    <a:pt x="312" y="89"/>
                    <a:pt x="120" y="14"/>
                  </a:cubicBezTo>
                  <a:cubicBezTo>
                    <a:pt x="83" y="7"/>
                    <a:pt x="45" y="0"/>
                    <a:pt x="1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40"/>
            <p:cNvSpPr/>
            <p:nvPr/>
          </p:nvSpPr>
          <p:spPr>
            <a:xfrm>
              <a:off x="5456922" y="2847466"/>
              <a:ext cx="35967" cy="17908"/>
            </a:xfrm>
            <a:custGeom>
              <a:avLst/>
              <a:gdLst/>
              <a:ahLst/>
              <a:cxnLst/>
              <a:rect l="l" t="t" r="r" b="b"/>
              <a:pathLst>
                <a:path w="476" h="237" extrusionOk="0">
                  <a:moveTo>
                    <a:pt x="239" y="0"/>
                  </a:moveTo>
                  <a:cubicBezTo>
                    <a:pt x="113" y="0"/>
                    <a:pt x="8" y="103"/>
                    <a:pt x="1" y="230"/>
                  </a:cubicBezTo>
                  <a:cubicBezTo>
                    <a:pt x="1" y="230"/>
                    <a:pt x="61" y="89"/>
                    <a:pt x="223" y="89"/>
                  </a:cubicBezTo>
                  <a:lnTo>
                    <a:pt x="246" y="89"/>
                  </a:lnTo>
                  <a:cubicBezTo>
                    <a:pt x="438" y="103"/>
                    <a:pt x="475" y="237"/>
                    <a:pt x="475" y="237"/>
                  </a:cubicBezTo>
                  <a:cubicBezTo>
                    <a:pt x="475" y="103"/>
                    <a:pt x="372" y="0"/>
                    <a:pt x="246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40"/>
            <p:cNvSpPr/>
            <p:nvPr/>
          </p:nvSpPr>
          <p:spPr>
            <a:xfrm>
              <a:off x="5269986" y="2551271"/>
              <a:ext cx="179757" cy="226227"/>
            </a:xfrm>
            <a:custGeom>
              <a:avLst/>
              <a:gdLst/>
              <a:ahLst/>
              <a:cxnLst/>
              <a:rect l="l" t="t" r="r" b="b"/>
              <a:pathLst>
                <a:path w="2379" h="2994" extrusionOk="0">
                  <a:moveTo>
                    <a:pt x="1185" y="1"/>
                  </a:moveTo>
                  <a:cubicBezTo>
                    <a:pt x="675" y="1"/>
                    <a:pt x="252" y="415"/>
                    <a:pt x="252" y="934"/>
                  </a:cubicBezTo>
                  <a:cubicBezTo>
                    <a:pt x="252" y="979"/>
                    <a:pt x="259" y="1023"/>
                    <a:pt x="268" y="1068"/>
                  </a:cubicBezTo>
                  <a:cubicBezTo>
                    <a:pt x="104" y="1267"/>
                    <a:pt x="1" y="1527"/>
                    <a:pt x="1" y="1808"/>
                  </a:cubicBezTo>
                  <a:cubicBezTo>
                    <a:pt x="1" y="2467"/>
                    <a:pt x="534" y="2994"/>
                    <a:pt x="1185" y="2994"/>
                  </a:cubicBezTo>
                  <a:cubicBezTo>
                    <a:pt x="1845" y="2994"/>
                    <a:pt x="2379" y="2467"/>
                    <a:pt x="2379" y="1808"/>
                  </a:cubicBezTo>
                  <a:cubicBezTo>
                    <a:pt x="2379" y="1527"/>
                    <a:pt x="2275" y="1267"/>
                    <a:pt x="2112" y="1068"/>
                  </a:cubicBezTo>
                  <a:cubicBezTo>
                    <a:pt x="2119" y="1023"/>
                    <a:pt x="2126" y="979"/>
                    <a:pt x="2126" y="934"/>
                  </a:cubicBezTo>
                  <a:cubicBezTo>
                    <a:pt x="2126" y="415"/>
                    <a:pt x="1705" y="1"/>
                    <a:pt x="1185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40"/>
            <p:cNvSpPr/>
            <p:nvPr/>
          </p:nvSpPr>
          <p:spPr>
            <a:xfrm>
              <a:off x="5359525" y="2620786"/>
              <a:ext cx="8538" cy="269296"/>
            </a:xfrm>
            <a:custGeom>
              <a:avLst/>
              <a:gdLst/>
              <a:ahLst/>
              <a:cxnLst/>
              <a:rect l="l" t="t" r="r" b="b"/>
              <a:pathLst>
                <a:path w="113" h="3564" extrusionOk="0">
                  <a:moveTo>
                    <a:pt x="54" y="1"/>
                  </a:moveTo>
                  <a:cubicBezTo>
                    <a:pt x="53" y="1"/>
                    <a:pt x="52" y="4"/>
                    <a:pt x="52" y="14"/>
                  </a:cubicBezTo>
                  <a:lnTo>
                    <a:pt x="0" y="3511"/>
                  </a:lnTo>
                  <a:cubicBezTo>
                    <a:pt x="0" y="3534"/>
                    <a:pt x="23" y="3564"/>
                    <a:pt x="52" y="3564"/>
                  </a:cubicBezTo>
                  <a:lnTo>
                    <a:pt x="61" y="3564"/>
                  </a:lnTo>
                  <a:cubicBezTo>
                    <a:pt x="89" y="3564"/>
                    <a:pt x="112" y="3534"/>
                    <a:pt x="112" y="3511"/>
                  </a:cubicBezTo>
                  <a:cubicBezTo>
                    <a:pt x="112" y="3511"/>
                    <a:pt x="89" y="14"/>
                    <a:pt x="61" y="14"/>
                  </a:cubicBezTo>
                  <a:cubicBezTo>
                    <a:pt x="61" y="14"/>
                    <a:pt x="57" y="1"/>
                    <a:pt x="54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40"/>
            <p:cNvSpPr/>
            <p:nvPr/>
          </p:nvSpPr>
          <p:spPr>
            <a:xfrm>
              <a:off x="5312451" y="2685692"/>
              <a:ext cx="51003" cy="41936"/>
            </a:xfrm>
            <a:custGeom>
              <a:avLst/>
              <a:gdLst/>
              <a:ahLst/>
              <a:cxnLst/>
              <a:rect l="l" t="t" r="r" b="b"/>
              <a:pathLst>
                <a:path w="675" h="555" extrusionOk="0">
                  <a:moveTo>
                    <a:pt x="1" y="0"/>
                  </a:moveTo>
                  <a:lnTo>
                    <a:pt x="1" y="0"/>
                  </a:lnTo>
                  <a:cubicBezTo>
                    <a:pt x="331" y="541"/>
                    <a:pt x="634" y="555"/>
                    <a:pt x="665" y="555"/>
                  </a:cubicBezTo>
                  <a:cubicBezTo>
                    <a:pt x="667" y="555"/>
                    <a:pt x="668" y="555"/>
                    <a:pt x="668" y="555"/>
                  </a:cubicBezTo>
                  <a:lnTo>
                    <a:pt x="675" y="473"/>
                  </a:lnTo>
                  <a:lnTo>
                    <a:pt x="675" y="473"/>
                  </a:lnTo>
                  <a:cubicBezTo>
                    <a:pt x="675" y="473"/>
                    <a:pt x="668" y="479"/>
                    <a:pt x="647" y="479"/>
                  </a:cubicBezTo>
                  <a:cubicBezTo>
                    <a:pt x="606" y="479"/>
                    <a:pt x="511" y="455"/>
                    <a:pt x="312" y="311"/>
                  </a:cubicBezTo>
                  <a:cubicBezTo>
                    <a:pt x="134" y="185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40"/>
            <p:cNvSpPr/>
            <p:nvPr/>
          </p:nvSpPr>
          <p:spPr>
            <a:xfrm>
              <a:off x="5363378" y="2673830"/>
              <a:ext cx="43749" cy="35967"/>
            </a:xfrm>
            <a:custGeom>
              <a:avLst/>
              <a:gdLst/>
              <a:ahLst/>
              <a:cxnLst/>
              <a:rect l="l" t="t" r="r" b="b"/>
              <a:pathLst>
                <a:path w="579" h="476" extrusionOk="0">
                  <a:moveTo>
                    <a:pt x="579" y="1"/>
                  </a:moveTo>
                  <a:cubicBezTo>
                    <a:pt x="579" y="1"/>
                    <a:pt x="461" y="164"/>
                    <a:pt x="312" y="267"/>
                  </a:cubicBezTo>
                  <a:cubicBezTo>
                    <a:pt x="143" y="392"/>
                    <a:pt x="60" y="413"/>
                    <a:pt x="24" y="413"/>
                  </a:cubicBezTo>
                  <a:cubicBezTo>
                    <a:pt x="7" y="413"/>
                    <a:pt x="1" y="408"/>
                    <a:pt x="1" y="408"/>
                  </a:cubicBezTo>
                  <a:lnTo>
                    <a:pt x="1" y="408"/>
                  </a:lnTo>
                  <a:lnTo>
                    <a:pt x="10" y="475"/>
                  </a:lnTo>
                  <a:cubicBezTo>
                    <a:pt x="10" y="475"/>
                    <a:pt x="11" y="475"/>
                    <a:pt x="12" y="475"/>
                  </a:cubicBezTo>
                  <a:cubicBezTo>
                    <a:pt x="40" y="475"/>
                    <a:pt x="300" y="463"/>
                    <a:pt x="57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40"/>
            <p:cNvSpPr/>
            <p:nvPr/>
          </p:nvSpPr>
          <p:spPr>
            <a:xfrm>
              <a:off x="5328772" y="2648744"/>
              <a:ext cx="34682" cy="28562"/>
            </a:xfrm>
            <a:custGeom>
              <a:avLst/>
              <a:gdLst/>
              <a:ahLst/>
              <a:cxnLst/>
              <a:rect l="l" t="t" r="r" b="b"/>
              <a:pathLst>
                <a:path w="459" h="378" extrusionOk="0">
                  <a:moveTo>
                    <a:pt x="0" y="0"/>
                  </a:moveTo>
                  <a:cubicBezTo>
                    <a:pt x="228" y="370"/>
                    <a:pt x="443" y="377"/>
                    <a:pt x="458" y="377"/>
                  </a:cubicBezTo>
                  <a:cubicBezTo>
                    <a:pt x="459" y="377"/>
                    <a:pt x="459" y="377"/>
                    <a:pt x="459" y="377"/>
                  </a:cubicBezTo>
                  <a:lnTo>
                    <a:pt x="459" y="325"/>
                  </a:lnTo>
                  <a:cubicBezTo>
                    <a:pt x="459" y="325"/>
                    <a:pt x="455" y="328"/>
                    <a:pt x="444" y="328"/>
                  </a:cubicBezTo>
                  <a:cubicBezTo>
                    <a:pt x="417" y="328"/>
                    <a:pt x="352" y="313"/>
                    <a:pt x="208" y="215"/>
                  </a:cubicBezTo>
                  <a:cubicBezTo>
                    <a:pt x="89" y="12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40"/>
            <p:cNvSpPr/>
            <p:nvPr/>
          </p:nvSpPr>
          <p:spPr>
            <a:xfrm>
              <a:off x="7538675" y="1841914"/>
              <a:ext cx="105784" cy="106388"/>
            </a:xfrm>
            <a:custGeom>
              <a:avLst/>
              <a:gdLst/>
              <a:ahLst/>
              <a:cxnLst/>
              <a:rect l="l" t="t" r="r" b="b"/>
              <a:pathLst>
                <a:path w="1400" h="1408" extrusionOk="0">
                  <a:moveTo>
                    <a:pt x="697" y="1"/>
                  </a:moveTo>
                  <a:cubicBezTo>
                    <a:pt x="311" y="1"/>
                    <a:pt x="0" y="319"/>
                    <a:pt x="0" y="703"/>
                  </a:cubicBezTo>
                  <a:cubicBezTo>
                    <a:pt x="0" y="1089"/>
                    <a:pt x="311" y="1407"/>
                    <a:pt x="697" y="1407"/>
                  </a:cubicBezTo>
                  <a:cubicBezTo>
                    <a:pt x="1088" y="1407"/>
                    <a:pt x="1400" y="1089"/>
                    <a:pt x="1400" y="703"/>
                  </a:cubicBezTo>
                  <a:cubicBezTo>
                    <a:pt x="1400" y="319"/>
                    <a:pt x="1088" y="1"/>
                    <a:pt x="697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40"/>
            <p:cNvSpPr/>
            <p:nvPr/>
          </p:nvSpPr>
          <p:spPr>
            <a:xfrm>
              <a:off x="7105263" y="1836851"/>
              <a:ext cx="67324" cy="67248"/>
            </a:xfrm>
            <a:custGeom>
              <a:avLst/>
              <a:gdLst/>
              <a:ahLst/>
              <a:cxnLst/>
              <a:rect l="l" t="t" r="r" b="b"/>
              <a:pathLst>
                <a:path w="891" h="890" extrusionOk="0">
                  <a:moveTo>
                    <a:pt x="445" y="0"/>
                  </a:moveTo>
                  <a:cubicBezTo>
                    <a:pt x="200" y="0"/>
                    <a:pt x="1" y="201"/>
                    <a:pt x="1" y="445"/>
                  </a:cubicBezTo>
                  <a:cubicBezTo>
                    <a:pt x="1" y="697"/>
                    <a:pt x="200" y="889"/>
                    <a:pt x="445" y="889"/>
                  </a:cubicBezTo>
                  <a:cubicBezTo>
                    <a:pt x="689" y="889"/>
                    <a:pt x="890" y="697"/>
                    <a:pt x="890" y="445"/>
                  </a:cubicBezTo>
                  <a:cubicBezTo>
                    <a:pt x="890" y="201"/>
                    <a:pt x="689" y="0"/>
                    <a:pt x="445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40"/>
            <p:cNvSpPr/>
            <p:nvPr/>
          </p:nvSpPr>
          <p:spPr>
            <a:xfrm>
              <a:off x="7151279" y="1709684"/>
              <a:ext cx="130417" cy="130039"/>
            </a:xfrm>
            <a:custGeom>
              <a:avLst/>
              <a:gdLst/>
              <a:ahLst/>
              <a:cxnLst/>
              <a:rect l="l" t="t" r="r" b="b"/>
              <a:pathLst>
                <a:path w="1726" h="1721" extrusionOk="0">
                  <a:moveTo>
                    <a:pt x="866" y="1"/>
                  </a:moveTo>
                  <a:cubicBezTo>
                    <a:pt x="391" y="1"/>
                    <a:pt x="0" y="387"/>
                    <a:pt x="0" y="862"/>
                  </a:cubicBezTo>
                  <a:cubicBezTo>
                    <a:pt x="0" y="1335"/>
                    <a:pt x="391" y="1720"/>
                    <a:pt x="866" y="1720"/>
                  </a:cubicBezTo>
                  <a:cubicBezTo>
                    <a:pt x="1341" y="1720"/>
                    <a:pt x="1725" y="1335"/>
                    <a:pt x="1725" y="862"/>
                  </a:cubicBezTo>
                  <a:cubicBezTo>
                    <a:pt x="1725" y="387"/>
                    <a:pt x="1341" y="1"/>
                    <a:pt x="866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40"/>
            <p:cNvSpPr/>
            <p:nvPr/>
          </p:nvSpPr>
          <p:spPr>
            <a:xfrm>
              <a:off x="7489335" y="1954423"/>
              <a:ext cx="44958" cy="44278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7" y="0"/>
                  </a:moveTo>
                  <a:cubicBezTo>
                    <a:pt x="134" y="0"/>
                    <a:pt x="0" y="134"/>
                    <a:pt x="0" y="297"/>
                  </a:cubicBezTo>
                  <a:cubicBezTo>
                    <a:pt x="0" y="455"/>
                    <a:pt x="127" y="586"/>
                    <a:pt x="285" y="586"/>
                  </a:cubicBezTo>
                  <a:cubicBezTo>
                    <a:pt x="289" y="586"/>
                    <a:pt x="293" y="585"/>
                    <a:pt x="297" y="585"/>
                  </a:cubicBezTo>
                  <a:cubicBezTo>
                    <a:pt x="461" y="585"/>
                    <a:pt x="594" y="452"/>
                    <a:pt x="594" y="290"/>
                  </a:cubicBezTo>
                  <a:cubicBezTo>
                    <a:pt x="594" y="126"/>
                    <a:pt x="461" y="0"/>
                    <a:pt x="29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40"/>
            <p:cNvSpPr/>
            <p:nvPr/>
          </p:nvSpPr>
          <p:spPr>
            <a:xfrm>
              <a:off x="7954294" y="1977093"/>
              <a:ext cx="496731" cy="216177"/>
            </a:xfrm>
            <a:custGeom>
              <a:avLst/>
              <a:gdLst/>
              <a:ahLst/>
              <a:cxnLst/>
              <a:rect l="l" t="t" r="r" b="b"/>
              <a:pathLst>
                <a:path w="6574" h="2861" extrusionOk="0">
                  <a:moveTo>
                    <a:pt x="3078" y="1"/>
                  </a:moveTo>
                  <a:cubicBezTo>
                    <a:pt x="3067" y="1"/>
                    <a:pt x="3056" y="1"/>
                    <a:pt x="3045" y="1"/>
                  </a:cubicBezTo>
                  <a:cubicBezTo>
                    <a:pt x="2512" y="8"/>
                    <a:pt x="2083" y="401"/>
                    <a:pt x="2001" y="904"/>
                  </a:cubicBezTo>
                  <a:cubicBezTo>
                    <a:pt x="1964" y="904"/>
                    <a:pt x="1927" y="897"/>
                    <a:pt x="1889" y="897"/>
                  </a:cubicBezTo>
                  <a:cubicBezTo>
                    <a:pt x="1431" y="913"/>
                    <a:pt x="1068" y="1283"/>
                    <a:pt x="1061" y="1735"/>
                  </a:cubicBezTo>
                  <a:cubicBezTo>
                    <a:pt x="534" y="1891"/>
                    <a:pt x="127" y="2327"/>
                    <a:pt x="1" y="2861"/>
                  </a:cubicBezTo>
                  <a:lnTo>
                    <a:pt x="6574" y="2743"/>
                  </a:lnTo>
                  <a:cubicBezTo>
                    <a:pt x="6390" y="2086"/>
                    <a:pt x="6007" y="1601"/>
                    <a:pt x="5306" y="1601"/>
                  </a:cubicBezTo>
                  <a:cubicBezTo>
                    <a:pt x="5296" y="1601"/>
                    <a:pt x="5286" y="1601"/>
                    <a:pt x="5275" y="1602"/>
                  </a:cubicBezTo>
                  <a:lnTo>
                    <a:pt x="5217" y="1602"/>
                  </a:lnTo>
                  <a:cubicBezTo>
                    <a:pt x="5210" y="1101"/>
                    <a:pt x="4802" y="698"/>
                    <a:pt x="4305" y="698"/>
                  </a:cubicBezTo>
                  <a:cubicBezTo>
                    <a:pt x="4295" y="698"/>
                    <a:pt x="4286" y="698"/>
                    <a:pt x="4276" y="698"/>
                  </a:cubicBezTo>
                  <a:cubicBezTo>
                    <a:pt x="4208" y="698"/>
                    <a:pt x="4150" y="705"/>
                    <a:pt x="4084" y="719"/>
                  </a:cubicBezTo>
                  <a:cubicBezTo>
                    <a:pt x="3938" y="301"/>
                    <a:pt x="3545" y="1"/>
                    <a:pt x="30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40"/>
            <p:cNvSpPr/>
            <p:nvPr/>
          </p:nvSpPr>
          <p:spPr>
            <a:xfrm>
              <a:off x="8098236" y="2043208"/>
              <a:ext cx="54857" cy="109184"/>
            </a:xfrm>
            <a:custGeom>
              <a:avLst/>
              <a:gdLst/>
              <a:ahLst/>
              <a:cxnLst/>
              <a:rect l="l" t="t" r="r" b="b"/>
              <a:pathLst>
                <a:path w="726" h="1445" extrusionOk="0">
                  <a:moveTo>
                    <a:pt x="0" y="1"/>
                  </a:moveTo>
                  <a:cubicBezTo>
                    <a:pt x="0" y="1"/>
                    <a:pt x="578" y="186"/>
                    <a:pt x="548" y="719"/>
                  </a:cubicBezTo>
                  <a:cubicBezTo>
                    <a:pt x="518" y="1312"/>
                    <a:pt x="0" y="1445"/>
                    <a:pt x="0" y="1445"/>
                  </a:cubicBezTo>
                  <a:cubicBezTo>
                    <a:pt x="401" y="1445"/>
                    <a:pt x="726" y="1120"/>
                    <a:pt x="726" y="719"/>
                  </a:cubicBezTo>
                  <a:cubicBezTo>
                    <a:pt x="726" y="326"/>
                    <a:pt x="401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40"/>
            <p:cNvSpPr/>
            <p:nvPr/>
          </p:nvSpPr>
          <p:spPr>
            <a:xfrm>
              <a:off x="8286380" y="2097536"/>
              <a:ext cx="161850" cy="81756"/>
            </a:xfrm>
            <a:custGeom>
              <a:avLst/>
              <a:gdLst/>
              <a:ahLst/>
              <a:cxnLst/>
              <a:rect l="l" t="t" r="r" b="b"/>
              <a:pathLst>
                <a:path w="2142" h="1082" extrusionOk="0">
                  <a:moveTo>
                    <a:pt x="1068" y="0"/>
                  </a:moveTo>
                  <a:cubicBezTo>
                    <a:pt x="489" y="0"/>
                    <a:pt x="7" y="471"/>
                    <a:pt x="0" y="1053"/>
                  </a:cubicBezTo>
                  <a:cubicBezTo>
                    <a:pt x="0" y="1053"/>
                    <a:pt x="272" y="206"/>
                    <a:pt x="1007" y="206"/>
                  </a:cubicBezTo>
                  <a:cubicBezTo>
                    <a:pt x="1029" y="206"/>
                    <a:pt x="1052" y="207"/>
                    <a:pt x="1074" y="208"/>
                  </a:cubicBezTo>
                  <a:cubicBezTo>
                    <a:pt x="1947" y="274"/>
                    <a:pt x="2134" y="1082"/>
                    <a:pt x="2134" y="1082"/>
                  </a:cubicBezTo>
                  <a:cubicBezTo>
                    <a:pt x="2141" y="497"/>
                    <a:pt x="1674" y="15"/>
                    <a:pt x="1081" y="0"/>
                  </a:cubicBezTo>
                  <a:cubicBezTo>
                    <a:pt x="1077" y="0"/>
                    <a:pt x="1073" y="0"/>
                    <a:pt x="10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40"/>
            <p:cNvSpPr/>
            <p:nvPr/>
          </p:nvSpPr>
          <p:spPr>
            <a:xfrm>
              <a:off x="5828093" y="1513644"/>
              <a:ext cx="48118" cy="47927"/>
            </a:xfrm>
            <a:custGeom>
              <a:avLst/>
              <a:gdLst/>
              <a:ahLst/>
              <a:cxnLst/>
              <a:rect l="l" t="t" r="r" b="b"/>
              <a:pathLst>
                <a:path w="506" h="504" extrusionOk="0">
                  <a:moveTo>
                    <a:pt x="253" y="1"/>
                  </a:moveTo>
                  <a:cubicBezTo>
                    <a:pt x="113" y="1"/>
                    <a:pt x="0" y="113"/>
                    <a:pt x="0" y="253"/>
                  </a:cubicBezTo>
                  <a:cubicBezTo>
                    <a:pt x="0" y="394"/>
                    <a:pt x="113" y="504"/>
                    <a:pt x="253" y="504"/>
                  </a:cubicBezTo>
                  <a:cubicBezTo>
                    <a:pt x="394" y="504"/>
                    <a:pt x="506" y="394"/>
                    <a:pt x="506" y="253"/>
                  </a:cubicBezTo>
                  <a:cubicBezTo>
                    <a:pt x="506" y="113"/>
                    <a:pt x="394" y="1"/>
                    <a:pt x="253" y="1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08" name="Google Shape;3008;p40"/>
            <p:cNvGrpSpPr/>
            <p:nvPr/>
          </p:nvGrpSpPr>
          <p:grpSpPr>
            <a:xfrm>
              <a:off x="4884685" y="770013"/>
              <a:ext cx="661361" cy="663680"/>
              <a:chOff x="5281365" y="1361550"/>
              <a:chExt cx="373502" cy="374812"/>
            </a:xfrm>
          </p:grpSpPr>
          <p:sp>
            <p:nvSpPr>
              <p:cNvPr id="3009" name="Google Shape;3009;p40"/>
              <p:cNvSpPr/>
              <p:nvPr/>
            </p:nvSpPr>
            <p:spPr>
              <a:xfrm>
                <a:off x="5281365" y="1361550"/>
                <a:ext cx="373502" cy="374812"/>
              </a:xfrm>
              <a:custGeom>
                <a:avLst/>
                <a:gdLst/>
                <a:ahLst/>
                <a:cxnLst/>
                <a:rect l="l" t="t" r="r" b="b"/>
                <a:pathLst>
                  <a:path w="2542" h="2551" extrusionOk="0">
                    <a:moveTo>
                      <a:pt x="1275" y="1"/>
                    </a:moveTo>
                    <a:cubicBezTo>
                      <a:pt x="571" y="1"/>
                      <a:pt x="0" y="572"/>
                      <a:pt x="0" y="1276"/>
                    </a:cubicBezTo>
                    <a:cubicBezTo>
                      <a:pt x="0" y="1980"/>
                      <a:pt x="571" y="2551"/>
                      <a:pt x="1275" y="2551"/>
                    </a:cubicBezTo>
                    <a:cubicBezTo>
                      <a:pt x="1972" y="2551"/>
                      <a:pt x="2541" y="1980"/>
                      <a:pt x="2541" y="1276"/>
                    </a:cubicBezTo>
                    <a:cubicBezTo>
                      <a:pt x="2541" y="572"/>
                      <a:pt x="1972" y="1"/>
                      <a:pt x="1275" y="1"/>
                    </a:cubicBezTo>
                    <a:close/>
                  </a:path>
                </a:pathLst>
              </a:custGeom>
              <a:solidFill>
                <a:srgbClr val="FFD65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40"/>
              <p:cNvSpPr/>
              <p:nvPr/>
            </p:nvSpPr>
            <p:spPr>
              <a:xfrm>
                <a:off x="5281365" y="1361550"/>
                <a:ext cx="186457" cy="374812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2551" extrusionOk="0">
                    <a:moveTo>
                      <a:pt x="1268" y="1"/>
                    </a:moveTo>
                    <a:cubicBezTo>
                      <a:pt x="564" y="8"/>
                      <a:pt x="0" y="572"/>
                      <a:pt x="0" y="1276"/>
                    </a:cubicBezTo>
                    <a:cubicBezTo>
                      <a:pt x="0" y="1980"/>
                      <a:pt x="564" y="2542"/>
                      <a:pt x="1268" y="2551"/>
                    </a:cubicBezTo>
                    <a:cubicBezTo>
                      <a:pt x="1268" y="2542"/>
                      <a:pt x="578" y="1913"/>
                      <a:pt x="578" y="1276"/>
                    </a:cubicBezTo>
                    <a:cubicBezTo>
                      <a:pt x="578" y="639"/>
                      <a:pt x="1268" y="8"/>
                      <a:pt x="1268" y="1"/>
                    </a:cubicBezTo>
                    <a:close/>
                  </a:path>
                </a:pathLst>
              </a:custGeom>
              <a:solidFill>
                <a:srgbClr val="FFE9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11" name="Google Shape;3011;p40"/>
            <p:cNvSpPr/>
            <p:nvPr/>
          </p:nvSpPr>
          <p:spPr>
            <a:xfrm>
              <a:off x="7223439" y="1556373"/>
              <a:ext cx="233556" cy="122634"/>
            </a:xfrm>
            <a:custGeom>
              <a:avLst/>
              <a:gdLst/>
              <a:ahLst/>
              <a:cxnLst/>
              <a:rect l="l" t="t" r="r" b="b"/>
              <a:pathLst>
                <a:path w="3091" h="1623" extrusionOk="0">
                  <a:moveTo>
                    <a:pt x="807" y="1"/>
                  </a:moveTo>
                  <a:cubicBezTo>
                    <a:pt x="363" y="1"/>
                    <a:pt x="0" y="363"/>
                    <a:pt x="0" y="815"/>
                  </a:cubicBezTo>
                  <a:cubicBezTo>
                    <a:pt x="0" y="1260"/>
                    <a:pt x="363" y="1623"/>
                    <a:pt x="807" y="1623"/>
                  </a:cubicBezTo>
                  <a:lnTo>
                    <a:pt x="2275" y="1623"/>
                  </a:lnTo>
                  <a:cubicBezTo>
                    <a:pt x="2726" y="1623"/>
                    <a:pt x="3091" y="1260"/>
                    <a:pt x="3091" y="815"/>
                  </a:cubicBezTo>
                  <a:cubicBezTo>
                    <a:pt x="3091" y="363"/>
                    <a:pt x="2726" y="1"/>
                    <a:pt x="2275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40"/>
            <p:cNvSpPr/>
            <p:nvPr/>
          </p:nvSpPr>
          <p:spPr>
            <a:xfrm>
              <a:off x="6734717" y="1713613"/>
              <a:ext cx="114776" cy="122785"/>
            </a:xfrm>
            <a:custGeom>
              <a:avLst/>
              <a:gdLst/>
              <a:ahLst/>
              <a:cxnLst/>
              <a:rect l="l" t="t" r="r" b="b"/>
              <a:pathLst>
                <a:path w="1519" h="1625" extrusionOk="0">
                  <a:moveTo>
                    <a:pt x="0" y="0"/>
                  </a:moveTo>
                  <a:lnTo>
                    <a:pt x="0" y="1624"/>
                  </a:lnTo>
                  <a:lnTo>
                    <a:pt x="703" y="1624"/>
                  </a:lnTo>
                  <a:cubicBezTo>
                    <a:pt x="1156" y="1624"/>
                    <a:pt x="1519" y="1254"/>
                    <a:pt x="1519" y="810"/>
                  </a:cubicBezTo>
                  <a:cubicBezTo>
                    <a:pt x="1519" y="365"/>
                    <a:pt x="1156" y="0"/>
                    <a:pt x="703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40"/>
            <p:cNvSpPr/>
            <p:nvPr/>
          </p:nvSpPr>
          <p:spPr>
            <a:xfrm>
              <a:off x="7404783" y="1349187"/>
              <a:ext cx="373493" cy="196003"/>
            </a:xfrm>
            <a:custGeom>
              <a:avLst/>
              <a:gdLst/>
              <a:ahLst/>
              <a:cxnLst/>
              <a:rect l="l" t="t" r="r" b="b"/>
              <a:pathLst>
                <a:path w="4943" h="2594" extrusionOk="0">
                  <a:moveTo>
                    <a:pt x="1297" y="0"/>
                  </a:moveTo>
                  <a:cubicBezTo>
                    <a:pt x="586" y="0"/>
                    <a:pt x="1" y="578"/>
                    <a:pt x="1" y="1297"/>
                  </a:cubicBezTo>
                  <a:cubicBezTo>
                    <a:pt x="1" y="2008"/>
                    <a:pt x="586" y="2593"/>
                    <a:pt x="1297" y="2593"/>
                  </a:cubicBezTo>
                  <a:lnTo>
                    <a:pt x="3647" y="2593"/>
                  </a:lnTo>
                  <a:cubicBezTo>
                    <a:pt x="4358" y="2593"/>
                    <a:pt x="4943" y="2008"/>
                    <a:pt x="4943" y="1297"/>
                  </a:cubicBezTo>
                  <a:cubicBezTo>
                    <a:pt x="4943" y="578"/>
                    <a:pt x="4358" y="0"/>
                    <a:pt x="364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40"/>
            <p:cNvSpPr/>
            <p:nvPr/>
          </p:nvSpPr>
          <p:spPr>
            <a:xfrm>
              <a:off x="7551520" y="1664424"/>
              <a:ext cx="438928" cy="124901"/>
            </a:xfrm>
            <a:custGeom>
              <a:avLst/>
              <a:gdLst/>
              <a:ahLst/>
              <a:cxnLst/>
              <a:rect l="l" t="t" r="r" b="b"/>
              <a:pathLst>
                <a:path w="5809" h="1653" extrusionOk="0">
                  <a:moveTo>
                    <a:pt x="822" y="0"/>
                  </a:moveTo>
                  <a:cubicBezTo>
                    <a:pt x="371" y="0"/>
                    <a:pt x="1" y="370"/>
                    <a:pt x="1" y="822"/>
                  </a:cubicBezTo>
                  <a:cubicBezTo>
                    <a:pt x="1" y="1283"/>
                    <a:pt x="371" y="1653"/>
                    <a:pt x="822" y="1653"/>
                  </a:cubicBezTo>
                  <a:lnTo>
                    <a:pt x="4987" y="1653"/>
                  </a:lnTo>
                  <a:cubicBezTo>
                    <a:pt x="5439" y="1653"/>
                    <a:pt x="5809" y="1283"/>
                    <a:pt x="5809" y="822"/>
                  </a:cubicBezTo>
                  <a:cubicBezTo>
                    <a:pt x="5809" y="370"/>
                    <a:pt x="5439" y="0"/>
                    <a:pt x="498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40"/>
            <p:cNvSpPr/>
            <p:nvPr/>
          </p:nvSpPr>
          <p:spPr>
            <a:xfrm>
              <a:off x="6211690" y="3791438"/>
              <a:ext cx="214515" cy="61052"/>
            </a:xfrm>
            <a:custGeom>
              <a:avLst/>
              <a:gdLst/>
              <a:ahLst/>
              <a:cxnLst/>
              <a:rect l="l" t="t" r="r" b="b"/>
              <a:pathLst>
                <a:path w="2839" h="808" extrusionOk="0">
                  <a:moveTo>
                    <a:pt x="408" y="0"/>
                  </a:moveTo>
                  <a:cubicBezTo>
                    <a:pt x="186" y="0"/>
                    <a:pt x="1" y="185"/>
                    <a:pt x="1" y="408"/>
                  </a:cubicBezTo>
                  <a:cubicBezTo>
                    <a:pt x="1" y="630"/>
                    <a:pt x="186" y="808"/>
                    <a:pt x="408" y="808"/>
                  </a:cubicBezTo>
                  <a:lnTo>
                    <a:pt x="2439" y="808"/>
                  </a:lnTo>
                  <a:cubicBezTo>
                    <a:pt x="2661" y="808"/>
                    <a:pt x="2839" y="630"/>
                    <a:pt x="2839" y="408"/>
                  </a:cubicBezTo>
                  <a:cubicBezTo>
                    <a:pt x="2839" y="185"/>
                    <a:pt x="2661" y="0"/>
                    <a:pt x="2439" y="0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40"/>
            <p:cNvSpPr/>
            <p:nvPr/>
          </p:nvSpPr>
          <p:spPr>
            <a:xfrm>
              <a:off x="7496588" y="3335055"/>
              <a:ext cx="254864" cy="72915"/>
            </a:xfrm>
            <a:custGeom>
              <a:avLst/>
              <a:gdLst/>
              <a:ahLst/>
              <a:cxnLst/>
              <a:rect l="l" t="t" r="r" b="b"/>
              <a:pathLst>
                <a:path w="3373" h="965" extrusionOk="0">
                  <a:moveTo>
                    <a:pt x="482" y="1"/>
                  </a:moveTo>
                  <a:cubicBezTo>
                    <a:pt x="216" y="1"/>
                    <a:pt x="0" y="216"/>
                    <a:pt x="0" y="483"/>
                  </a:cubicBezTo>
                  <a:cubicBezTo>
                    <a:pt x="0" y="743"/>
                    <a:pt x="216" y="965"/>
                    <a:pt x="482" y="965"/>
                  </a:cubicBezTo>
                  <a:lnTo>
                    <a:pt x="2890" y="965"/>
                  </a:lnTo>
                  <a:cubicBezTo>
                    <a:pt x="3157" y="965"/>
                    <a:pt x="3372" y="743"/>
                    <a:pt x="3372" y="483"/>
                  </a:cubicBezTo>
                  <a:cubicBezTo>
                    <a:pt x="3372" y="216"/>
                    <a:pt x="3157" y="1"/>
                    <a:pt x="2890" y="1"/>
                  </a:cubicBez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40"/>
            <p:cNvSpPr/>
            <p:nvPr/>
          </p:nvSpPr>
          <p:spPr>
            <a:xfrm>
              <a:off x="7230693" y="3456027"/>
              <a:ext cx="416033" cy="118705"/>
            </a:xfrm>
            <a:custGeom>
              <a:avLst/>
              <a:gdLst/>
              <a:ahLst/>
              <a:cxnLst/>
              <a:rect l="l" t="t" r="r" b="b"/>
              <a:pathLst>
                <a:path w="5506" h="1571" extrusionOk="0">
                  <a:moveTo>
                    <a:pt x="786" y="0"/>
                  </a:moveTo>
                  <a:cubicBezTo>
                    <a:pt x="356" y="0"/>
                    <a:pt x="0" y="356"/>
                    <a:pt x="0" y="787"/>
                  </a:cubicBezTo>
                  <a:cubicBezTo>
                    <a:pt x="0" y="1215"/>
                    <a:pt x="356" y="1571"/>
                    <a:pt x="786" y="1571"/>
                  </a:cubicBezTo>
                  <a:lnTo>
                    <a:pt x="4720" y="1571"/>
                  </a:lnTo>
                  <a:cubicBezTo>
                    <a:pt x="5157" y="1571"/>
                    <a:pt x="5506" y="1215"/>
                    <a:pt x="5506" y="787"/>
                  </a:cubicBezTo>
                  <a:cubicBezTo>
                    <a:pt x="5506" y="356"/>
                    <a:pt x="5157" y="0"/>
                    <a:pt x="4720" y="0"/>
                  </a:cubicBez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40"/>
            <p:cNvSpPr/>
            <p:nvPr/>
          </p:nvSpPr>
          <p:spPr>
            <a:xfrm>
              <a:off x="5918895" y="3643038"/>
              <a:ext cx="416109" cy="118251"/>
            </a:xfrm>
            <a:custGeom>
              <a:avLst/>
              <a:gdLst/>
              <a:ahLst/>
              <a:cxnLst/>
              <a:rect l="l" t="t" r="r" b="b"/>
              <a:pathLst>
                <a:path w="5507" h="1565" extrusionOk="0">
                  <a:moveTo>
                    <a:pt x="785" y="1"/>
                  </a:moveTo>
                  <a:cubicBezTo>
                    <a:pt x="356" y="1"/>
                    <a:pt x="1" y="350"/>
                    <a:pt x="1" y="778"/>
                  </a:cubicBezTo>
                  <a:cubicBezTo>
                    <a:pt x="1" y="1216"/>
                    <a:pt x="356" y="1564"/>
                    <a:pt x="785" y="1564"/>
                  </a:cubicBezTo>
                  <a:lnTo>
                    <a:pt x="4720" y="1564"/>
                  </a:lnTo>
                  <a:cubicBezTo>
                    <a:pt x="5151" y="1564"/>
                    <a:pt x="5506" y="1216"/>
                    <a:pt x="5506" y="778"/>
                  </a:cubicBezTo>
                  <a:cubicBezTo>
                    <a:pt x="5506" y="350"/>
                    <a:pt x="5151" y="1"/>
                    <a:pt x="4720" y="1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40"/>
            <p:cNvSpPr/>
            <p:nvPr/>
          </p:nvSpPr>
          <p:spPr>
            <a:xfrm>
              <a:off x="4781189" y="2888269"/>
              <a:ext cx="1946879" cy="120518"/>
            </a:xfrm>
            <a:custGeom>
              <a:avLst/>
              <a:gdLst/>
              <a:ahLst/>
              <a:cxnLst/>
              <a:rect l="l" t="t" r="r" b="b"/>
              <a:pathLst>
                <a:path w="25766" h="1595" extrusionOk="0">
                  <a:moveTo>
                    <a:pt x="1615" y="1"/>
                  </a:moveTo>
                  <a:cubicBezTo>
                    <a:pt x="0" y="1"/>
                    <a:pt x="141" y="1594"/>
                    <a:pt x="1615" y="1594"/>
                  </a:cubicBezTo>
                  <a:lnTo>
                    <a:pt x="25765" y="1594"/>
                  </a:lnTo>
                  <a:lnTo>
                    <a:pt x="25765" y="1"/>
                  </a:ln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40"/>
            <p:cNvSpPr/>
            <p:nvPr/>
          </p:nvSpPr>
          <p:spPr>
            <a:xfrm>
              <a:off x="4621681" y="3008711"/>
              <a:ext cx="2106386" cy="120443"/>
            </a:xfrm>
            <a:custGeom>
              <a:avLst/>
              <a:gdLst/>
              <a:ahLst/>
              <a:cxnLst/>
              <a:rect l="l" t="t" r="r" b="b"/>
              <a:pathLst>
                <a:path w="27877" h="1594" extrusionOk="0">
                  <a:moveTo>
                    <a:pt x="1615" y="0"/>
                  </a:moveTo>
                  <a:cubicBezTo>
                    <a:pt x="45" y="0"/>
                    <a:pt x="0" y="1594"/>
                    <a:pt x="1615" y="1594"/>
                  </a:cubicBezTo>
                  <a:lnTo>
                    <a:pt x="27876" y="1594"/>
                  </a:lnTo>
                  <a:lnTo>
                    <a:pt x="27876" y="0"/>
                  </a:ln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40"/>
            <p:cNvSpPr/>
            <p:nvPr/>
          </p:nvSpPr>
          <p:spPr>
            <a:xfrm>
              <a:off x="6727312" y="2888269"/>
              <a:ext cx="1941741" cy="120518"/>
            </a:xfrm>
            <a:custGeom>
              <a:avLst/>
              <a:gdLst/>
              <a:ahLst/>
              <a:cxnLst/>
              <a:rect l="l" t="t" r="r" b="b"/>
              <a:pathLst>
                <a:path w="25698" h="1595" extrusionOk="0">
                  <a:moveTo>
                    <a:pt x="0" y="1"/>
                  </a:moveTo>
                  <a:lnTo>
                    <a:pt x="0" y="1594"/>
                  </a:lnTo>
                  <a:lnTo>
                    <a:pt x="24350" y="1594"/>
                  </a:lnTo>
                  <a:cubicBezTo>
                    <a:pt x="25698" y="1594"/>
                    <a:pt x="25557" y="1"/>
                    <a:pt x="2435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40"/>
            <p:cNvSpPr/>
            <p:nvPr/>
          </p:nvSpPr>
          <p:spPr>
            <a:xfrm>
              <a:off x="6727312" y="3008711"/>
              <a:ext cx="2094674" cy="120443"/>
            </a:xfrm>
            <a:custGeom>
              <a:avLst/>
              <a:gdLst/>
              <a:ahLst/>
              <a:cxnLst/>
              <a:rect l="l" t="t" r="r" b="b"/>
              <a:pathLst>
                <a:path w="27722" h="1594" extrusionOk="0">
                  <a:moveTo>
                    <a:pt x="0" y="0"/>
                  </a:moveTo>
                  <a:lnTo>
                    <a:pt x="0" y="1578"/>
                  </a:lnTo>
                  <a:lnTo>
                    <a:pt x="20763" y="1578"/>
                  </a:lnTo>
                  <a:cubicBezTo>
                    <a:pt x="20807" y="1578"/>
                    <a:pt x="20861" y="1587"/>
                    <a:pt x="20905" y="1594"/>
                  </a:cubicBezTo>
                  <a:lnTo>
                    <a:pt x="26692" y="1594"/>
                  </a:lnTo>
                  <a:cubicBezTo>
                    <a:pt x="27670" y="1594"/>
                    <a:pt x="27722" y="164"/>
                    <a:pt x="26774" y="15"/>
                  </a:cubicBezTo>
                  <a:cubicBezTo>
                    <a:pt x="26720" y="7"/>
                    <a:pt x="26662" y="0"/>
                    <a:pt x="26610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40"/>
            <p:cNvSpPr/>
            <p:nvPr/>
          </p:nvSpPr>
          <p:spPr>
            <a:xfrm>
              <a:off x="6727312" y="3127870"/>
              <a:ext cx="1579657" cy="1285"/>
            </a:xfrm>
            <a:custGeom>
              <a:avLst/>
              <a:gdLst/>
              <a:ahLst/>
              <a:cxnLst/>
              <a:rect l="l" t="t" r="r" b="b"/>
              <a:pathLst>
                <a:path w="20906" h="17" extrusionOk="0">
                  <a:moveTo>
                    <a:pt x="0" y="1"/>
                  </a:moveTo>
                  <a:lnTo>
                    <a:pt x="0" y="17"/>
                  </a:lnTo>
                  <a:lnTo>
                    <a:pt x="20905" y="17"/>
                  </a:lnTo>
                  <a:cubicBezTo>
                    <a:pt x="20861" y="10"/>
                    <a:pt x="20807" y="1"/>
                    <a:pt x="20763" y="1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40"/>
            <p:cNvSpPr/>
            <p:nvPr/>
          </p:nvSpPr>
          <p:spPr>
            <a:xfrm>
              <a:off x="7366247" y="2060282"/>
              <a:ext cx="138879" cy="837129"/>
            </a:xfrm>
            <a:custGeom>
              <a:avLst/>
              <a:gdLst/>
              <a:ahLst/>
              <a:cxnLst/>
              <a:rect l="l" t="t" r="r" b="b"/>
              <a:pathLst>
                <a:path w="1838" h="11079" extrusionOk="0">
                  <a:moveTo>
                    <a:pt x="497" y="1"/>
                  </a:moveTo>
                  <a:lnTo>
                    <a:pt x="0" y="11055"/>
                  </a:lnTo>
                  <a:lnTo>
                    <a:pt x="1838" y="11078"/>
                  </a:lnTo>
                  <a:lnTo>
                    <a:pt x="1838" y="11078"/>
                  </a:lnTo>
                  <a:lnTo>
                    <a:pt x="1601" y="15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40"/>
            <p:cNvSpPr/>
            <p:nvPr/>
          </p:nvSpPr>
          <p:spPr>
            <a:xfrm>
              <a:off x="7366247" y="2060282"/>
              <a:ext cx="79489" cy="835845"/>
            </a:xfrm>
            <a:custGeom>
              <a:avLst/>
              <a:gdLst/>
              <a:ahLst/>
              <a:cxnLst/>
              <a:rect l="l" t="t" r="r" b="b"/>
              <a:pathLst>
                <a:path w="1052" h="11062" extrusionOk="0">
                  <a:moveTo>
                    <a:pt x="497" y="1"/>
                  </a:moveTo>
                  <a:lnTo>
                    <a:pt x="363" y="2994"/>
                  </a:lnTo>
                  <a:lnTo>
                    <a:pt x="0" y="11055"/>
                  </a:lnTo>
                  <a:lnTo>
                    <a:pt x="918" y="11062"/>
                  </a:lnTo>
                  <a:lnTo>
                    <a:pt x="1051" y="8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9293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40"/>
            <p:cNvSpPr/>
            <p:nvPr/>
          </p:nvSpPr>
          <p:spPr>
            <a:xfrm>
              <a:off x="7393147" y="2261876"/>
              <a:ext cx="99059" cy="49794"/>
            </a:xfrm>
            <a:custGeom>
              <a:avLst/>
              <a:gdLst/>
              <a:ahLst/>
              <a:cxnLst/>
              <a:rect l="l" t="t" r="r" b="b"/>
              <a:pathLst>
                <a:path w="1311" h="659" extrusionOk="0">
                  <a:moveTo>
                    <a:pt x="29" y="0"/>
                  </a:moveTo>
                  <a:lnTo>
                    <a:pt x="0" y="637"/>
                  </a:lnTo>
                  <a:lnTo>
                    <a:pt x="651" y="651"/>
                  </a:lnTo>
                  <a:lnTo>
                    <a:pt x="1311" y="658"/>
                  </a:lnTo>
                  <a:lnTo>
                    <a:pt x="1297" y="14"/>
                  </a:lnTo>
                  <a:lnTo>
                    <a:pt x="667" y="7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40"/>
            <p:cNvSpPr/>
            <p:nvPr/>
          </p:nvSpPr>
          <p:spPr>
            <a:xfrm>
              <a:off x="7386951" y="2374839"/>
              <a:ext cx="108126" cy="72386"/>
            </a:xfrm>
            <a:custGeom>
              <a:avLst/>
              <a:gdLst/>
              <a:ahLst/>
              <a:cxnLst/>
              <a:rect l="l" t="t" r="r" b="b"/>
              <a:pathLst>
                <a:path w="1431" h="958" extrusionOk="0">
                  <a:moveTo>
                    <a:pt x="45" y="1"/>
                  </a:moveTo>
                  <a:lnTo>
                    <a:pt x="0" y="941"/>
                  </a:lnTo>
                  <a:lnTo>
                    <a:pt x="719" y="950"/>
                  </a:lnTo>
                  <a:lnTo>
                    <a:pt x="1430" y="957"/>
                  </a:lnTo>
                  <a:lnTo>
                    <a:pt x="1416" y="24"/>
                  </a:lnTo>
                  <a:lnTo>
                    <a:pt x="726" y="8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8" name="Google Shape;3028;p40"/>
          <p:cNvGrpSpPr/>
          <p:nvPr/>
        </p:nvGrpSpPr>
        <p:grpSpPr>
          <a:xfrm>
            <a:off x="5294399" y="4481088"/>
            <a:ext cx="2749703" cy="122913"/>
            <a:chOff x="5024149" y="4918613"/>
            <a:chExt cx="2749703" cy="122913"/>
          </a:xfrm>
        </p:grpSpPr>
        <p:sp>
          <p:nvSpPr>
            <p:cNvPr id="3029" name="Google Shape;3029;p40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40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40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40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40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40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40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40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40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40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40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40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40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40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40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40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40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40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40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40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40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40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40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40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40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40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40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40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40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40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5" name="Google Shape;4255;p47"/>
          <p:cNvSpPr txBox="1">
            <a:spLocks noGrp="1"/>
          </p:cNvSpPr>
          <p:nvPr>
            <p:ph type="title"/>
          </p:nvPr>
        </p:nvSpPr>
        <p:spPr>
          <a:xfrm>
            <a:off x="1336200" y="196932"/>
            <a:ext cx="6471600" cy="10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Base de donnees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5D5C20A-D804-8E63-82C3-E49D14D86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344" y="1078872"/>
            <a:ext cx="5990114" cy="122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344056F-D9B4-A79B-3265-5002F9A47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8200" y="1599011"/>
            <a:ext cx="1207624" cy="202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963C3DE-A8FC-3300-914F-425411CC9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571750"/>
            <a:ext cx="4572000" cy="2231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7211EBB2-F465-D45F-0A84-E3CAD0FF3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8414"/>
            <a:ext cx="9144000" cy="28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097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4">
          <a:extLst>
            <a:ext uri="{FF2B5EF4-FFF2-40B4-BE49-F238E27FC236}">
              <a16:creationId xmlns:a16="http://schemas.microsoft.com/office/drawing/2014/main" id="{94935E63-DC06-8050-F83E-5DB24AED2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5" name="Google Shape;2825;p40">
            <a:extLst>
              <a:ext uri="{FF2B5EF4-FFF2-40B4-BE49-F238E27FC236}">
                <a16:creationId xmlns:a16="http://schemas.microsoft.com/office/drawing/2014/main" id="{E56AC720-A554-56B1-0B07-0FD00D908275}"/>
              </a:ext>
            </a:extLst>
          </p:cNvPr>
          <p:cNvSpPr/>
          <p:nvPr/>
        </p:nvSpPr>
        <p:spPr>
          <a:xfrm>
            <a:off x="6715600" y="739628"/>
            <a:ext cx="3611700" cy="44178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6" name="Google Shape;2826;p40">
            <a:extLst>
              <a:ext uri="{FF2B5EF4-FFF2-40B4-BE49-F238E27FC236}">
                <a16:creationId xmlns:a16="http://schemas.microsoft.com/office/drawing/2014/main" id="{86015065-5452-7F60-5702-F564DBE8F5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0382" y="2205311"/>
            <a:ext cx="4098000" cy="16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</a:rPr>
              <a:t>Frontend React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27" name="Google Shape;2827;p40">
            <a:extLst>
              <a:ext uri="{FF2B5EF4-FFF2-40B4-BE49-F238E27FC236}">
                <a16:creationId xmlns:a16="http://schemas.microsoft.com/office/drawing/2014/main" id="{2044A907-4559-F2C8-750D-28E87DEF59D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670381" y="1363511"/>
            <a:ext cx="2661153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B)</a:t>
            </a:r>
            <a:endParaRPr dirty="0"/>
          </a:p>
        </p:txBody>
      </p:sp>
      <p:grpSp>
        <p:nvGrpSpPr>
          <p:cNvPr id="2829" name="Google Shape;2829;p40">
            <a:extLst>
              <a:ext uri="{FF2B5EF4-FFF2-40B4-BE49-F238E27FC236}">
                <a16:creationId xmlns:a16="http://schemas.microsoft.com/office/drawing/2014/main" id="{EE098A61-D8F6-9D67-64E9-315CF562407C}"/>
              </a:ext>
            </a:extLst>
          </p:cNvPr>
          <p:cNvGrpSpPr/>
          <p:nvPr/>
        </p:nvGrpSpPr>
        <p:grpSpPr>
          <a:xfrm>
            <a:off x="4815809" y="1231579"/>
            <a:ext cx="3760350" cy="2993849"/>
            <a:chOff x="4570602" y="770013"/>
            <a:chExt cx="4251385" cy="3384793"/>
          </a:xfrm>
        </p:grpSpPr>
        <p:sp>
          <p:nvSpPr>
            <p:cNvPr id="2830" name="Google Shape;2830;p40">
              <a:extLst>
                <a:ext uri="{FF2B5EF4-FFF2-40B4-BE49-F238E27FC236}">
                  <a16:creationId xmlns:a16="http://schemas.microsoft.com/office/drawing/2014/main" id="{7C47569A-DFE0-57A3-6867-41814FF5AB69}"/>
                </a:ext>
              </a:extLst>
            </p:cNvPr>
            <p:cNvSpPr/>
            <p:nvPr/>
          </p:nvSpPr>
          <p:spPr>
            <a:xfrm>
              <a:off x="6729050" y="3130136"/>
              <a:ext cx="1375116" cy="1024669"/>
            </a:xfrm>
            <a:custGeom>
              <a:avLst/>
              <a:gdLst/>
              <a:ahLst/>
              <a:cxnLst/>
              <a:rect l="l" t="t" r="r" b="b"/>
              <a:pathLst>
                <a:path w="18199" h="13561" extrusionOk="0">
                  <a:moveTo>
                    <a:pt x="0" y="1"/>
                  </a:moveTo>
                  <a:lnTo>
                    <a:pt x="0" y="13554"/>
                  </a:lnTo>
                  <a:cubicBezTo>
                    <a:pt x="52" y="13554"/>
                    <a:pt x="104" y="13561"/>
                    <a:pt x="148" y="13561"/>
                  </a:cubicBezTo>
                  <a:cubicBezTo>
                    <a:pt x="5640" y="13561"/>
                    <a:pt x="10582" y="11219"/>
                    <a:pt x="14035" y="7484"/>
                  </a:cubicBezTo>
                  <a:lnTo>
                    <a:pt x="14042" y="7484"/>
                  </a:lnTo>
                  <a:cubicBezTo>
                    <a:pt x="14050" y="7470"/>
                    <a:pt x="14064" y="7456"/>
                    <a:pt x="14071" y="7440"/>
                  </a:cubicBezTo>
                  <a:cubicBezTo>
                    <a:pt x="14108" y="7404"/>
                    <a:pt x="14138" y="7374"/>
                    <a:pt x="14169" y="7337"/>
                  </a:cubicBezTo>
                  <a:lnTo>
                    <a:pt x="14160" y="7337"/>
                  </a:lnTo>
                  <a:cubicBezTo>
                    <a:pt x="16013" y="5254"/>
                    <a:pt x="17414" y="2757"/>
                    <a:pt x="18198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40">
              <a:extLst>
                <a:ext uri="{FF2B5EF4-FFF2-40B4-BE49-F238E27FC236}">
                  <a16:creationId xmlns:a16="http://schemas.microsoft.com/office/drawing/2014/main" id="{BF0539DE-FD59-898D-6CC3-6E33914786ED}"/>
                </a:ext>
              </a:extLst>
            </p:cNvPr>
            <p:cNvSpPr/>
            <p:nvPr/>
          </p:nvSpPr>
          <p:spPr>
            <a:xfrm>
              <a:off x="5381966" y="3130136"/>
              <a:ext cx="1347688" cy="1024140"/>
            </a:xfrm>
            <a:custGeom>
              <a:avLst/>
              <a:gdLst/>
              <a:ahLst/>
              <a:cxnLst/>
              <a:rect l="l" t="t" r="r" b="b"/>
              <a:pathLst>
                <a:path w="17836" h="13554" extrusionOk="0">
                  <a:moveTo>
                    <a:pt x="0" y="1"/>
                  </a:moveTo>
                  <a:cubicBezTo>
                    <a:pt x="801" y="2816"/>
                    <a:pt x="2245" y="5366"/>
                    <a:pt x="4165" y="7484"/>
                  </a:cubicBezTo>
                  <a:lnTo>
                    <a:pt x="4172" y="7484"/>
                  </a:lnTo>
                  <a:cubicBezTo>
                    <a:pt x="7580" y="11167"/>
                    <a:pt x="12435" y="13495"/>
                    <a:pt x="17836" y="13554"/>
                  </a:cubicBezTo>
                  <a:lnTo>
                    <a:pt x="17836" y="1"/>
                  </a:ln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40">
              <a:extLst>
                <a:ext uri="{FF2B5EF4-FFF2-40B4-BE49-F238E27FC236}">
                  <a16:creationId xmlns:a16="http://schemas.microsoft.com/office/drawing/2014/main" id="{E4C917D8-488E-B4FB-BA3B-E22746841B14}"/>
                </a:ext>
              </a:extLst>
            </p:cNvPr>
            <p:cNvSpPr/>
            <p:nvPr/>
          </p:nvSpPr>
          <p:spPr>
            <a:xfrm>
              <a:off x="5198280" y="2452665"/>
              <a:ext cx="34153" cy="21459"/>
            </a:xfrm>
            <a:custGeom>
              <a:avLst/>
              <a:gdLst/>
              <a:ahLst/>
              <a:cxnLst/>
              <a:rect l="l" t="t" r="r" b="b"/>
              <a:pathLst>
                <a:path w="452" h="284" extrusionOk="0">
                  <a:moveTo>
                    <a:pt x="0" y="0"/>
                  </a:moveTo>
                  <a:lnTo>
                    <a:pt x="0" y="0"/>
                  </a:lnTo>
                  <a:cubicBezTo>
                    <a:pt x="164" y="61"/>
                    <a:pt x="297" y="157"/>
                    <a:pt x="416" y="283"/>
                  </a:cubicBezTo>
                  <a:lnTo>
                    <a:pt x="452" y="232"/>
                  </a:lnTo>
                  <a:cubicBezTo>
                    <a:pt x="319" y="120"/>
                    <a:pt x="171" y="38"/>
                    <a:pt x="0" y="0"/>
                  </a:cubicBezTo>
                  <a:close/>
                </a:path>
              </a:pathLst>
            </a:custGeom>
            <a:solidFill>
              <a:srgbClr val="959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33" name="Google Shape;2833;p40">
              <a:extLst>
                <a:ext uri="{FF2B5EF4-FFF2-40B4-BE49-F238E27FC236}">
                  <a16:creationId xmlns:a16="http://schemas.microsoft.com/office/drawing/2014/main" id="{903D4513-7B77-B371-F82D-C70DADAB776D}"/>
                </a:ext>
              </a:extLst>
            </p:cNvPr>
            <p:cNvGrpSpPr/>
            <p:nvPr/>
          </p:nvGrpSpPr>
          <p:grpSpPr>
            <a:xfrm>
              <a:off x="4570602" y="2237589"/>
              <a:ext cx="690475" cy="300836"/>
              <a:chOff x="4570602" y="2237589"/>
              <a:chExt cx="690475" cy="300836"/>
            </a:xfrm>
          </p:grpSpPr>
          <p:sp>
            <p:nvSpPr>
              <p:cNvPr id="2834" name="Google Shape;2834;p40">
                <a:extLst>
                  <a:ext uri="{FF2B5EF4-FFF2-40B4-BE49-F238E27FC236}">
                    <a16:creationId xmlns:a16="http://schemas.microsoft.com/office/drawing/2014/main" id="{D8AE870B-4946-E6C0-F25F-3A41D05BDA9F}"/>
                  </a:ext>
                </a:extLst>
              </p:cNvPr>
              <p:cNvSpPr/>
              <p:nvPr/>
            </p:nvSpPr>
            <p:spPr>
              <a:xfrm>
                <a:off x="4570602" y="2237589"/>
                <a:ext cx="690475" cy="300836"/>
              </a:xfrm>
              <a:custGeom>
                <a:avLst/>
                <a:gdLst/>
                <a:ahLst/>
                <a:cxnLst/>
                <a:rect l="l" t="t" r="r" b="b"/>
                <a:pathLst>
                  <a:path w="6789" h="2958" extrusionOk="0">
                    <a:moveTo>
                      <a:pt x="3232" y="0"/>
                    </a:moveTo>
                    <a:cubicBezTo>
                      <a:pt x="2690" y="0"/>
                      <a:pt x="2239" y="391"/>
                      <a:pt x="2135" y="906"/>
                    </a:cubicBezTo>
                    <a:cubicBezTo>
                      <a:pt x="2097" y="899"/>
                      <a:pt x="2062" y="899"/>
                      <a:pt x="2017" y="890"/>
                    </a:cubicBezTo>
                    <a:cubicBezTo>
                      <a:pt x="1550" y="890"/>
                      <a:pt x="1157" y="1261"/>
                      <a:pt x="1135" y="1727"/>
                    </a:cubicBezTo>
                    <a:cubicBezTo>
                      <a:pt x="586" y="1868"/>
                      <a:pt x="150" y="2305"/>
                      <a:pt x="1" y="2855"/>
                    </a:cubicBezTo>
                    <a:lnTo>
                      <a:pt x="6789" y="2958"/>
                    </a:lnTo>
                    <a:cubicBezTo>
                      <a:pt x="6625" y="2268"/>
                      <a:pt x="6241" y="1743"/>
                      <a:pt x="5499" y="1734"/>
                    </a:cubicBezTo>
                    <a:lnTo>
                      <a:pt x="5432" y="1734"/>
                    </a:lnTo>
                    <a:cubicBezTo>
                      <a:pt x="5441" y="1210"/>
                      <a:pt x="5025" y="772"/>
                      <a:pt x="4498" y="765"/>
                    </a:cubicBezTo>
                    <a:cubicBezTo>
                      <a:pt x="4425" y="765"/>
                      <a:pt x="4358" y="772"/>
                      <a:pt x="4292" y="787"/>
                    </a:cubicBezTo>
                    <a:cubicBezTo>
                      <a:pt x="4159" y="335"/>
                      <a:pt x="3742" y="9"/>
                      <a:pt x="3246" y="1"/>
                    </a:cubicBezTo>
                    <a:cubicBezTo>
                      <a:pt x="3241" y="1"/>
                      <a:pt x="3237" y="0"/>
                      <a:pt x="3232" y="0"/>
                    </a:cubicBezTo>
                    <a:close/>
                  </a:path>
                </a:pathLst>
              </a:custGeom>
              <a:solidFill>
                <a:srgbClr val="A1E1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40">
                <a:extLst>
                  <a:ext uri="{FF2B5EF4-FFF2-40B4-BE49-F238E27FC236}">
                    <a16:creationId xmlns:a16="http://schemas.microsoft.com/office/drawing/2014/main" id="{36A5260D-8C9D-D2F2-8E10-09F9EA8470CC}"/>
                  </a:ext>
                </a:extLst>
              </p:cNvPr>
              <p:cNvSpPr/>
              <p:nvPr/>
            </p:nvSpPr>
            <p:spPr>
              <a:xfrm>
                <a:off x="4789267" y="2330342"/>
                <a:ext cx="76075" cy="152452"/>
              </a:xfrm>
              <a:custGeom>
                <a:avLst/>
                <a:gdLst/>
                <a:ahLst/>
                <a:cxnLst/>
                <a:rect l="l" t="t" r="r" b="b"/>
                <a:pathLst>
                  <a:path w="748" h="1499" extrusionOk="0">
                    <a:moveTo>
                      <a:pt x="1" y="1"/>
                    </a:moveTo>
                    <a:cubicBezTo>
                      <a:pt x="1" y="1"/>
                      <a:pt x="593" y="193"/>
                      <a:pt x="563" y="750"/>
                    </a:cubicBezTo>
                    <a:cubicBezTo>
                      <a:pt x="534" y="1365"/>
                      <a:pt x="1" y="1498"/>
                      <a:pt x="1" y="1498"/>
                    </a:cubicBezTo>
                    <a:cubicBezTo>
                      <a:pt x="415" y="1498"/>
                      <a:pt x="748" y="1164"/>
                      <a:pt x="748" y="750"/>
                    </a:cubicBezTo>
                    <a:cubicBezTo>
                      <a:pt x="748" y="333"/>
                      <a:pt x="415" y="1"/>
                      <a:pt x="1" y="1"/>
                    </a:cubicBezTo>
                    <a:close/>
                  </a:path>
                </a:pathLst>
              </a:custGeom>
              <a:solidFill>
                <a:srgbClr val="CBEF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40">
                <a:extLst>
                  <a:ext uri="{FF2B5EF4-FFF2-40B4-BE49-F238E27FC236}">
                    <a16:creationId xmlns:a16="http://schemas.microsoft.com/office/drawing/2014/main" id="{E730A39E-FDE1-96A5-D8C8-7675F61E12F2}"/>
                  </a:ext>
                </a:extLst>
              </p:cNvPr>
              <p:cNvSpPr/>
              <p:nvPr/>
            </p:nvSpPr>
            <p:spPr>
              <a:xfrm>
                <a:off x="5037122" y="2419331"/>
                <a:ext cx="181849" cy="110856"/>
              </a:xfrm>
              <a:custGeom>
                <a:avLst/>
                <a:gdLst/>
                <a:ahLst/>
                <a:cxnLst/>
                <a:rect l="l" t="t" r="r" b="b"/>
                <a:pathLst>
                  <a:path w="1788" h="1090" extrusionOk="0">
                    <a:moveTo>
                      <a:pt x="1105" y="1"/>
                    </a:moveTo>
                    <a:cubicBezTo>
                      <a:pt x="505" y="1"/>
                      <a:pt x="16" y="481"/>
                      <a:pt x="0" y="1089"/>
                    </a:cubicBezTo>
                    <a:cubicBezTo>
                      <a:pt x="0" y="1089"/>
                      <a:pt x="283" y="214"/>
                      <a:pt x="1046" y="214"/>
                    </a:cubicBezTo>
                    <a:lnTo>
                      <a:pt x="1121" y="214"/>
                    </a:lnTo>
                    <a:cubicBezTo>
                      <a:pt x="1364" y="237"/>
                      <a:pt x="1565" y="312"/>
                      <a:pt x="1713" y="415"/>
                    </a:cubicBezTo>
                    <a:lnTo>
                      <a:pt x="1787" y="319"/>
                    </a:lnTo>
                    <a:cubicBezTo>
                      <a:pt x="1668" y="193"/>
                      <a:pt x="1535" y="97"/>
                      <a:pt x="1371" y="36"/>
                    </a:cubicBezTo>
                    <a:cubicBezTo>
                      <a:pt x="1298" y="15"/>
                      <a:pt x="1209" y="1"/>
                      <a:pt x="1121" y="1"/>
                    </a:cubicBezTo>
                    <a:close/>
                  </a:path>
                </a:pathLst>
              </a:custGeom>
              <a:solidFill>
                <a:srgbClr val="CBEF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37" name="Google Shape;2837;p40">
              <a:extLst>
                <a:ext uri="{FF2B5EF4-FFF2-40B4-BE49-F238E27FC236}">
                  <a16:creationId xmlns:a16="http://schemas.microsoft.com/office/drawing/2014/main" id="{1662C210-506E-F339-40F0-CF380DA9BA23}"/>
                </a:ext>
              </a:extLst>
            </p:cNvPr>
            <p:cNvSpPr/>
            <p:nvPr/>
          </p:nvSpPr>
          <p:spPr>
            <a:xfrm>
              <a:off x="5516525" y="1327946"/>
              <a:ext cx="814774" cy="354600"/>
            </a:xfrm>
            <a:custGeom>
              <a:avLst/>
              <a:gdLst/>
              <a:ahLst/>
              <a:cxnLst/>
              <a:rect l="l" t="t" r="r" b="b"/>
              <a:pathLst>
                <a:path w="8568" h="3729" extrusionOk="0">
                  <a:moveTo>
                    <a:pt x="4485" y="1"/>
                  </a:moveTo>
                  <a:cubicBezTo>
                    <a:pt x="4480" y="1"/>
                    <a:pt x="4475" y="1"/>
                    <a:pt x="4470" y="1"/>
                  </a:cubicBezTo>
                  <a:cubicBezTo>
                    <a:pt x="3848" y="17"/>
                    <a:pt x="3328" y="424"/>
                    <a:pt x="3150" y="995"/>
                  </a:cubicBezTo>
                  <a:cubicBezTo>
                    <a:pt x="3069" y="972"/>
                    <a:pt x="2987" y="965"/>
                    <a:pt x="2898" y="965"/>
                  </a:cubicBezTo>
                  <a:cubicBezTo>
                    <a:pt x="2231" y="979"/>
                    <a:pt x="1706" y="1521"/>
                    <a:pt x="1714" y="2188"/>
                  </a:cubicBezTo>
                  <a:lnTo>
                    <a:pt x="1632" y="2188"/>
                  </a:lnTo>
                  <a:cubicBezTo>
                    <a:pt x="698" y="2202"/>
                    <a:pt x="209" y="2862"/>
                    <a:pt x="1" y="3728"/>
                  </a:cubicBezTo>
                  <a:lnTo>
                    <a:pt x="8567" y="3602"/>
                  </a:lnTo>
                  <a:cubicBezTo>
                    <a:pt x="8382" y="2907"/>
                    <a:pt x="7826" y="2357"/>
                    <a:pt x="7130" y="2179"/>
                  </a:cubicBezTo>
                  <a:cubicBezTo>
                    <a:pt x="7108" y="1592"/>
                    <a:pt x="6626" y="1128"/>
                    <a:pt x="6033" y="1128"/>
                  </a:cubicBezTo>
                  <a:cubicBezTo>
                    <a:pt x="6028" y="1128"/>
                    <a:pt x="6024" y="1128"/>
                    <a:pt x="6019" y="1128"/>
                  </a:cubicBezTo>
                  <a:cubicBezTo>
                    <a:pt x="5975" y="1128"/>
                    <a:pt x="5921" y="1135"/>
                    <a:pt x="5877" y="1143"/>
                  </a:cubicBezTo>
                  <a:cubicBezTo>
                    <a:pt x="5744" y="488"/>
                    <a:pt x="5174" y="1"/>
                    <a:pt x="4485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40">
              <a:extLst>
                <a:ext uri="{FF2B5EF4-FFF2-40B4-BE49-F238E27FC236}">
                  <a16:creationId xmlns:a16="http://schemas.microsoft.com/office/drawing/2014/main" id="{240ADFB3-C023-8E2B-895B-6F11F3A88C5C}"/>
                </a:ext>
              </a:extLst>
            </p:cNvPr>
            <p:cNvSpPr/>
            <p:nvPr/>
          </p:nvSpPr>
          <p:spPr>
            <a:xfrm>
              <a:off x="5983828" y="1437873"/>
              <a:ext cx="89579" cy="179249"/>
            </a:xfrm>
            <a:custGeom>
              <a:avLst/>
              <a:gdLst/>
              <a:ahLst/>
              <a:cxnLst/>
              <a:rect l="l" t="t" r="r" b="b"/>
              <a:pathLst>
                <a:path w="942" h="1885" extrusionOk="0">
                  <a:moveTo>
                    <a:pt x="941" y="1"/>
                  </a:moveTo>
                  <a:cubicBezTo>
                    <a:pt x="422" y="1"/>
                    <a:pt x="1" y="424"/>
                    <a:pt x="1" y="943"/>
                  </a:cubicBezTo>
                  <a:cubicBezTo>
                    <a:pt x="1" y="1461"/>
                    <a:pt x="422" y="1884"/>
                    <a:pt x="941" y="1884"/>
                  </a:cubicBezTo>
                  <a:cubicBezTo>
                    <a:pt x="941" y="1884"/>
                    <a:pt x="274" y="1713"/>
                    <a:pt x="230" y="943"/>
                  </a:cubicBezTo>
                  <a:cubicBezTo>
                    <a:pt x="193" y="246"/>
                    <a:pt x="941" y="1"/>
                    <a:pt x="941" y="1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40">
              <a:extLst>
                <a:ext uri="{FF2B5EF4-FFF2-40B4-BE49-F238E27FC236}">
                  <a16:creationId xmlns:a16="http://schemas.microsoft.com/office/drawing/2014/main" id="{ADA4E56B-E7EA-377B-D595-B96CD79F5FA4}"/>
                </a:ext>
              </a:extLst>
            </p:cNvPr>
            <p:cNvSpPr/>
            <p:nvPr/>
          </p:nvSpPr>
          <p:spPr>
            <a:xfrm>
              <a:off x="5526511" y="1542950"/>
              <a:ext cx="254474" cy="129801"/>
            </a:xfrm>
            <a:custGeom>
              <a:avLst/>
              <a:gdLst/>
              <a:ahLst/>
              <a:cxnLst/>
              <a:rect l="l" t="t" r="r" b="b"/>
              <a:pathLst>
                <a:path w="2676" h="1365" extrusionOk="0">
                  <a:moveTo>
                    <a:pt x="1260" y="0"/>
                  </a:moveTo>
                  <a:cubicBezTo>
                    <a:pt x="1148" y="0"/>
                    <a:pt x="1045" y="16"/>
                    <a:pt x="942" y="38"/>
                  </a:cubicBezTo>
                  <a:cubicBezTo>
                    <a:pt x="481" y="222"/>
                    <a:pt x="186" y="616"/>
                    <a:pt x="1" y="1119"/>
                  </a:cubicBezTo>
                  <a:cubicBezTo>
                    <a:pt x="163" y="800"/>
                    <a:pt x="518" y="319"/>
                    <a:pt x="1267" y="267"/>
                  </a:cubicBezTo>
                  <a:lnTo>
                    <a:pt x="1356" y="267"/>
                  </a:lnTo>
                  <a:cubicBezTo>
                    <a:pt x="2320" y="267"/>
                    <a:pt x="2676" y="1364"/>
                    <a:pt x="2676" y="1364"/>
                  </a:cubicBezTo>
                  <a:cubicBezTo>
                    <a:pt x="2660" y="608"/>
                    <a:pt x="2037" y="0"/>
                    <a:pt x="1281" y="0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40">
              <a:extLst>
                <a:ext uri="{FF2B5EF4-FFF2-40B4-BE49-F238E27FC236}">
                  <a16:creationId xmlns:a16="http://schemas.microsoft.com/office/drawing/2014/main" id="{A81FAE5C-2562-C538-F823-3B0D56B80A71}"/>
                </a:ext>
              </a:extLst>
            </p:cNvPr>
            <p:cNvSpPr/>
            <p:nvPr/>
          </p:nvSpPr>
          <p:spPr>
            <a:xfrm>
              <a:off x="6729579" y="3391121"/>
              <a:ext cx="413313" cy="43749"/>
            </a:xfrm>
            <a:custGeom>
              <a:avLst/>
              <a:gdLst/>
              <a:ahLst/>
              <a:cxnLst/>
              <a:rect l="l" t="t" r="r" b="b"/>
              <a:pathLst>
                <a:path w="5470" h="579" extrusionOk="0">
                  <a:moveTo>
                    <a:pt x="794" y="1"/>
                  </a:moveTo>
                  <a:lnTo>
                    <a:pt x="779" y="22"/>
                  </a:lnTo>
                  <a:cubicBezTo>
                    <a:pt x="534" y="296"/>
                    <a:pt x="274" y="459"/>
                    <a:pt x="8" y="511"/>
                  </a:cubicBezTo>
                  <a:lnTo>
                    <a:pt x="1" y="511"/>
                  </a:lnTo>
                  <a:lnTo>
                    <a:pt x="1" y="534"/>
                  </a:lnTo>
                  <a:lnTo>
                    <a:pt x="1" y="562"/>
                  </a:lnTo>
                  <a:lnTo>
                    <a:pt x="15" y="555"/>
                  </a:lnTo>
                  <a:cubicBezTo>
                    <a:pt x="290" y="504"/>
                    <a:pt x="548" y="349"/>
                    <a:pt x="794" y="82"/>
                  </a:cubicBezTo>
                  <a:cubicBezTo>
                    <a:pt x="1046" y="385"/>
                    <a:pt x="1402" y="571"/>
                    <a:pt x="1749" y="578"/>
                  </a:cubicBezTo>
                  <a:cubicBezTo>
                    <a:pt x="2193" y="578"/>
                    <a:pt x="2542" y="274"/>
                    <a:pt x="2713" y="73"/>
                  </a:cubicBezTo>
                  <a:cubicBezTo>
                    <a:pt x="2972" y="385"/>
                    <a:pt x="3328" y="571"/>
                    <a:pt x="3676" y="571"/>
                  </a:cubicBezTo>
                  <a:lnTo>
                    <a:pt x="3684" y="571"/>
                  </a:lnTo>
                  <a:cubicBezTo>
                    <a:pt x="4009" y="571"/>
                    <a:pt x="4350" y="394"/>
                    <a:pt x="4639" y="82"/>
                  </a:cubicBezTo>
                  <a:cubicBezTo>
                    <a:pt x="4898" y="356"/>
                    <a:pt x="5165" y="511"/>
                    <a:pt x="5448" y="555"/>
                  </a:cubicBezTo>
                  <a:lnTo>
                    <a:pt x="5462" y="562"/>
                  </a:lnTo>
                  <a:lnTo>
                    <a:pt x="5469" y="511"/>
                  </a:lnTo>
                  <a:lnTo>
                    <a:pt x="5455" y="511"/>
                  </a:lnTo>
                  <a:cubicBezTo>
                    <a:pt x="5181" y="459"/>
                    <a:pt x="4914" y="305"/>
                    <a:pt x="4662" y="22"/>
                  </a:cubicBezTo>
                  <a:lnTo>
                    <a:pt x="4639" y="8"/>
                  </a:lnTo>
                  <a:lnTo>
                    <a:pt x="4624" y="22"/>
                  </a:lnTo>
                  <a:cubicBezTo>
                    <a:pt x="4454" y="207"/>
                    <a:pt x="4114" y="518"/>
                    <a:pt x="3676" y="518"/>
                  </a:cubicBezTo>
                  <a:cubicBezTo>
                    <a:pt x="3335" y="518"/>
                    <a:pt x="2986" y="333"/>
                    <a:pt x="2736" y="22"/>
                  </a:cubicBezTo>
                  <a:lnTo>
                    <a:pt x="2713" y="1"/>
                  </a:lnTo>
                  <a:lnTo>
                    <a:pt x="2698" y="22"/>
                  </a:lnTo>
                  <a:cubicBezTo>
                    <a:pt x="2528" y="207"/>
                    <a:pt x="2186" y="527"/>
                    <a:pt x="1749" y="527"/>
                  </a:cubicBezTo>
                  <a:cubicBezTo>
                    <a:pt x="1409" y="527"/>
                    <a:pt x="1060" y="333"/>
                    <a:pt x="815" y="22"/>
                  </a:cubicBezTo>
                  <a:lnTo>
                    <a:pt x="794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40">
              <a:extLst>
                <a:ext uri="{FF2B5EF4-FFF2-40B4-BE49-F238E27FC236}">
                  <a16:creationId xmlns:a16="http://schemas.microsoft.com/office/drawing/2014/main" id="{80245909-AC71-2B34-BDC6-AD35B402ADF2}"/>
                </a:ext>
              </a:extLst>
            </p:cNvPr>
            <p:cNvSpPr/>
            <p:nvPr/>
          </p:nvSpPr>
          <p:spPr>
            <a:xfrm>
              <a:off x="6729579" y="3429656"/>
              <a:ext cx="76" cy="4005"/>
            </a:xfrm>
            <a:custGeom>
              <a:avLst/>
              <a:gdLst/>
              <a:ahLst/>
              <a:cxnLst/>
              <a:rect l="l" t="t" r="r" b="b"/>
              <a:pathLst>
                <a:path w="1" h="53" extrusionOk="0">
                  <a:moveTo>
                    <a:pt x="1" y="24"/>
                  </a:moveTo>
                  <a:lnTo>
                    <a:pt x="1" y="38"/>
                  </a:lnTo>
                  <a:lnTo>
                    <a:pt x="1" y="52"/>
                  </a:lnTo>
                  <a:lnTo>
                    <a:pt x="1" y="52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40">
              <a:extLst>
                <a:ext uri="{FF2B5EF4-FFF2-40B4-BE49-F238E27FC236}">
                  <a16:creationId xmlns:a16="http://schemas.microsoft.com/office/drawing/2014/main" id="{0E382395-8E46-0D7D-FF46-9440FB526E4B}"/>
                </a:ext>
              </a:extLst>
            </p:cNvPr>
            <p:cNvSpPr/>
            <p:nvPr/>
          </p:nvSpPr>
          <p:spPr>
            <a:xfrm>
              <a:off x="6729579" y="3410086"/>
              <a:ext cx="413313" cy="43749"/>
            </a:xfrm>
            <a:custGeom>
              <a:avLst/>
              <a:gdLst/>
              <a:ahLst/>
              <a:cxnLst/>
              <a:rect l="l" t="t" r="r" b="b"/>
              <a:pathLst>
                <a:path w="5470" h="579" extrusionOk="0">
                  <a:moveTo>
                    <a:pt x="794" y="0"/>
                  </a:moveTo>
                  <a:lnTo>
                    <a:pt x="779" y="23"/>
                  </a:lnTo>
                  <a:cubicBezTo>
                    <a:pt x="534" y="297"/>
                    <a:pt x="274" y="461"/>
                    <a:pt x="8" y="512"/>
                  </a:cubicBezTo>
                  <a:lnTo>
                    <a:pt x="1" y="512"/>
                  </a:lnTo>
                  <a:lnTo>
                    <a:pt x="1" y="534"/>
                  </a:lnTo>
                  <a:lnTo>
                    <a:pt x="1" y="564"/>
                  </a:lnTo>
                  <a:lnTo>
                    <a:pt x="15" y="564"/>
                  </a:lnTo>
                  <a:cubicBezTo>
                    <a:pt x="290" y="512"/>
                    <a:pt x="548" y="349"/>
                    <a:pt x="794" y="82"/>
                  </a:cubicBezTo>
                  <a:cubicBezTo>
                    <a:pt x="1046" y="393"/>
                    <a:pt x="1402" y="578"/>
                    <a:pt x="1749" y="578"/>
                  </a:cubicBezTo>
                  <a:cubicBezTo>
                    <a:pt x="2193" y="578"/>
                    <a:pt x="2542" y="276"/>
                    <a:pt x="2713" y="82"/>
                  </a:cubicBezTo>
                  <a:cubicBezTo>
                    <a:pt x="2972" y="393"/>
                    <a:pt x="3328" y="578"/>
                    <a:pt x="3676" y="578"/>
                  </a:cubicBezTo>
                  <a:lnTo>
                    <a:pt x="3684" y="578"/>
                  </a:lnTo>
                  <a:cubicBezTo>
                    <a:pt x="4009" y="571"/>
                    <a:pt x="4350" y="400"/>
                    <a:pt x="4639" y="82"/>
                  </a:cubicBezTo>
                  <a:cubicBezTo>
                    <a:pt x="4898" y="356"/>
                    <a:pt x="5165" y="520"/>
                    <a:pt x="5448" y="564"/>
                  </a:cubicBezTo>
                  <a:lnTo>
                    <a:pt x="5462" y="564"/>
                  </a:lnTo>
                  <a:lnTo>
                    <a:pt x="5469" y="512"/>
                  </a:lnTo>
                  <a:lnTo>
                    <a:pt x="5455" y="512"/>
                  </a:lnTo>
                  <a:cubicBezTo>
                    <a:pt x="5181" y="468"/>
                    <a:pt x="4914" y="304"/>
                    <a:pt x="4662" y="30"/>
                  </a:cubicBezTo>
                  <a:lnTo>
                    <a:pt x="4639" y="9"/>
                  </a:lnTo>
                  <a:lnTo>
                    <a:pt x="4624" y="30"/>
                  </a:lnTo>
                  <a:cubicBezTo>
                    <a:pt x="4454" y="215"/>
                    <a:pt x="4114" y="520"/>
                    <a:pt x="3676" y="527"/>
                  </a:cubicBezTo>
                  <a:cubicBezTo>
                    <a:pt x="3335" y="527"/>
                    <a:pt x="2986" y="342"/>
                    <a:pt x="2736" y="30"/>
                  </a:cubicBezTo>
                  <a:lnTo>
                    <a:pt x="2713" y="0"/>
                  </a:lnTo>
                  <a:lnTo>
                    <a:pt x="2698" y="23"/>
                  </a:lnTo>
                  <a:cubicBezTo>
                    <a:pt x="2528" y="215"/>
                    <a:pt x="2186" y="527"/>
                    <a:pt x="1749" y="527"/>
                  </a:cubicBezTo>
                  <a:cubicBezTo>
                    <a:pt x="1409" y="527"/>
                    <a:pt x="1060" y="342"/>
                    <a:pt x="815" y="30"/>
                  </a:cubicBezTo>
                  <a:lnTo>
                    <a:pt x="794" y="0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40">
              <a:extLst>
                <a:ext uri="{FF2B5EF4-FFF2-40B4-BE49-F238E27FC236}">
                  <a16:creationId xmlns:a16="http://schemas.microsoft.com/office/drawing/2014/main" id="{828696EA-4B42-F944-2864-7820CCB1714B}"/>
                </a:ext>
              </a:extLst>
            </p:cNvPr>
            <p:cNvSpPr/>
            <p:nvPr/>
          </p:nvSpPr>
          <p:spPr>
            <a:xfrm>
              <a:off x="6729579" y="3448773"/>
              <a:ext cx="76" cy="3929"/>
            </a:xfrm>
            <a:custGeom>
              <a:avLst/>
              <a:gdLst/>
              <a:ahLst/>
              <a:cxnLst/>
              <a:rect l="l" t="t" r="r" b="b"/>
              <a:pathLst>
                <a:path w="1" h="52" extrusionOk="0">
                  <a:moveTo>
                    <a:pt x="1" y="22"/>
                  </a:moveTo>
                  <a:lnTo>
                    <a:pt x="1" y="45"/>
                  </a:lnTo>
                  <a:lnTo>
                    <a:pt x="1" y="52"/>
                  </a:lnTo>
                  <a:lnTo>
                    <a:pt x="1" y="52"/>
                  </a:lnTo>
                  <a:close/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40">
              <a:extLst>
                <a:ext uri="{FF2B5EF4-FFF2-40B4-BE49-F238E27FC236}">
                  <a16:creationId xmlns:a16="http://schemas.microsoft.com/office/drawing/2014/main" id="{E373DD6F-D592-4662-140B-993FF5C6C72A}"/>
                </a:ext>
              </a:extLst>
            </p:cNvPr>
            <p:cNvSpPr/>
            <p:nvPr/>
          </p:nvSpPr>
          <p:spPr>
            <a:xfrm>
              <a:off x="6730108" y="3429656"/>
              <a:ext cx="416109" cy="43749"/>
            </a:xfrm>
            <a:custGeom>
              <a:avLst/>
              <a:gdLst/>
              <a:ahLst/>
              <a:cxnLst/>
              <a:rect l="l" t="t" r="r" b="b"/>
              <a:pathLst>
                <a:path w="5507" h="579" extrusionOk="0">
                  <a:moveTo>
                    <a:pt x="787" y="1"/>
                  </a:moveTo>
                  <a:lnTo>
                    <a:pt x="772" y="24"/>
                  </a:lnTo>
                  <a:cubicBezTo>
                    <a:pt x="527" y="298"/>
                    <a:pt x="267" y="462"/>
                    <a:pt x="1" y="513"/>
                  </a:cubicBezTo>
                  <a:lnTo>
                    <a:pt x="24" y="513"/>
                  </a:lnTo>
                  <a:lnTo>
                    <a:pt x="38" y="520"/>
                  </a:lnTo>
                  <a:lnTo>
                    <a:pt x="38" y="558"/>
                  </a:lnTo>
                  <a:cubicBezTo>
                    <a:pt x="298" y="497"/>
                    <a:pt x="550" y="342"/>
                    <a:pt x="787" y="83"/>
                  </a:cubicBezTo>
                  <a:cubicBezTo>
                    <a:pt x="1039" y="394"/>
                    <a:pt x="1395" y="579"/>
                    <a:pt x="1742" y="579"/>
                  </a:cubicBezTo>
                  <a:cubicBezTo>
                    <a:pt x="2186" y="579"/>
                    <a:pt x="2535" y="275"/>
                    <a:pt x="2706" y="83"/>
                  </a:cubicBezTo>
                  <a:cubicBezTo>
                    <a:pt x="2965" y="387"/>
                    <a:pt x="3321" y="572"/>
                    <a:pt x="3669" y="572"/>
                  </a:cubicBezTo>
                  <a:lnTo>
                    <a:pt x="3677" y="572"/>
                  </a:lnTo>
                  <a:cubicBezTo>
                    <a:pt x="4002" y="572"/>
                    <a:pt x="4343" y="394"/>
                    <a:pt x="4632" y="83"/>
                  </a:cubicBezTo>
                  <a:cubicBezTo>
                    <a:pt x="4907" y="373"/>
                    <a:pt x="5188" y="534"/>
                    <a:pt x="5485" y="565"/>
                  </a:cubicBezTo>
                  <a:lnTo>
                    <a:pt x="5499" y="572"/>
                  </a:lnTo>
                  <a:lnTo>
                    <a:pt x="5507" y="520"/>
                  </a:lnTo>
                  <a:lnTo>
                    <a:pt x="5485" y="513"/>
                  </a:lnTo>
                  <a:cubicBezTo>
                    <a:pt x="5202" y="483"/>
                    <a:pt x="4921" y="319"/>
                    <a:pt x="4655" y="24"/>
                  </a:cubicBezTo>
                  <a:lnTo>
                    <a:pt x="4632" y="8"/>
                  </a:lnTo>
                  <a:lnTo>
                    <a:pt x="4617" y="31"/>
                  </a:lnTo>
                  <a:cubicBezTo>
                    <a:pt x="4447" y="209"/>
                    <a:pt x="4107" y="520"/>
                    <a:pt x="3669" y="520"/>
                  </a:cubicBezTo>
                  <a:cubicBezTo>
                    <a:pt x="3328" y="520"/>
                    <a:pt x="2979" y="335"/>
                    <a:pt x="2729" y="24"/>
                  </a:cubicBezTo>
                  <a:lnTo>
                    <a:pt x="2706" y="1"/>
                  </a:lnTo>
                  <a:lnTo>
                    <a:pt x="2691" y="24"/>
                  </a:lnTo>
                  <a:cubicBezTo>
                    <a:pt x="2521" y="209"/>
                    <a:pt x="2179" y="527"/>
                    <a:pt x="1742" y="527"/>
                  </a:cubicBezTo>
                  <a:cubicBezTo>
                    <a:pt x="1402" y="527"/>
                    <a:pt x="1053" y="335"/>
                    <a:pt x="808" y="24"/>
                  </a:cubicBezTo>
                  <a:lnTo>
                    <a:pt x="787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40">
              <a:extLst>
                <a:ext uri="{FF2B5EF4-FFF2-40B4-BE49-F238E27FC236}">
                  <a16:creationId xmlns:a16="http://schemas.microsoft.com/office/drawing/2014/main" id="{DC7BBA6D-5F3A-4E43-5C26-F9BE7AB68722}"/>
                </a:ext>
              </a:extLst>
            </p:cNvPr>
            <p:cNvSpPr/>
            <p:nvPr/>
          </p:nvSpPr>
          <p:spPr>
            <a:xfrm>
              <a:off x="6729579" y="3468419"/>
              <a:ext cx="76" cy="3929"/>
            </a:xfrm>
            <a:custGeom>
              <a:avLst/>
              <a:gdLst/>
              <a:ahLst/>
              <a:cxnLst/>
              <a:rect l="l" t="t" r="r" b="b"/>
              <a:pathLst>
                <a:path w="1" h="52" extrusionOk="0">
                  <a:moveTo>
                    <a:pt x="1" y="52"/>
                  </a:moveTo>
                  <a:lnTo>
                    <a:pt x="1" y="52"/>
                  </a:lnTo>
                  <a:lnTo>
                    <a:pt x="1" y="52"/>
                  </a:lnTo>
                  <a:lnTo>
                    <a:pt x="1" y="52"/>
                  </a:lnTo>
                  <a:lnTo>
                    <a:pt x="1" y="52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40">
              <a:extLst>
                <a:ext uri="{FF2B5EF4-FFF2-40B4-BE49-F238E27FC236}">
                  <a16:creationId xmlns:a16="http://schemas.microsoft.com/office/drawing/2014/main" id="{5978675C-7E0D-28EE-7C84-223D89435EE6}"/>
                </a:ext>
              </a:extLst>
            </p:cNvPr>
            <p:cNvSpPr/>
            <p:nvPr/>
          </p:nvSpPr>
          <p:spPr>
            <a:xfrm>
              <a:off x="7073981" y="3741568"/>
              <a:ext cx="414371" cy="43749"/>
            </a:xfrm>
            <a:custGeom>
              <a:avLst/>
              <a:gdLst/>
              <a:ahLst/>
              <a:cxnLst/>
              <a:rect l="l" t="t" r="r" b="b"/>
              <a:pathLst>
                <a:path w="5484" h="579" extrusionOk="0">
                  <a:moveTo>
                    <a:pt x="808" y="0"/>
                  </a:moveTo>
                  <a:lnTo>
                    <a:pt x="785" y="24"/>
                  </a:lnTo>
                  <a:cubicBezTo>
                    <a:pt x="548" y="297"/>
                    <a:pt x="289" y="459"/>
                    <a:pt x="22" y="513"/>
                  </a:cubicBezTo>
                  <a:lnTo>
                    <a:pt x="1" y="520"/>
                  </a:lnTo>
                  <a:lnTo>
                    <a:pt x="15" y="564"/>
                  </a:lnTo>
                  <a:lnTo>
                    <a:pt x="29" y="564"/>
                  </a:lnTo>
                  <a:cubicBezTo>
                    <a:pt x="303" y="513"/>
                    <a:pt x="562" y="349"/>
                    <a:pt x="808" y="82"/>
                  </a:cubicBezTo>
                  <a:cubicBezTo>
                    <a:pt x="1059" y="394"/>
                    <a:pt x="1414" y="578"/>
                    <a:pt x="1763" y="578"/>
                  </a:cubicBezTo>
                  <a:cubicBezTo>
                    <a:pt x="2207" y="578"/>
                    <a:pt x="2549" y="274"/>
                    <a:pt x="2727" y="82"/>
                  </a:cubicBezTo>
                  <a:cubicBezTo>
                    <a:pt x="2986" y="394"/>
                    <a:pt x="3342" y="578"/>
                    <a:pt x="3691" y="578"/>
                  </a:cubicBezTo>
                  <a:lnTo>
                    <a:pt x="3698" y="578"/>
                  </a:lnTo>
                  <a:cubicBezTo>
                    <a:pt x="4023" y="571"/>
                    <a:pt x="4365" y="401"/>
                    <a:pt x="4653" y="82"/>
                  </a:cubicBezTo>
                  <a:cubicBezTo>
                    <a:pt x="4912" y="356"/>
                    <a:pt x="5179" y="520"/>
                    <a:pt x="5453" y="564"/>
                  </a:cubicBezTo>
                  <a:lnTo>
                    <a:pt x="5476" y="564"/>
                  </a:lnTo>
                  <a:lnTo>
                    <a:pt x="5483" y="513"/>
                  </a:lnTo>
                  <a:lnTo>
                    <a:pt x="5460" y="513"/>
                  </a:lnTo>
                  <a:cubicBezTo>
                    <a:pt x="5193" y="468"/>
                    <a:pt x="4927" y="305"/>
                    <a:pt x="4669" y="31"/>
                  </a:cubicBezTo>
                  <a:lnTo>
                    <a:pt x="4653" y="8"/>
                  </a:lnTo>
                  <a:lnTo>
                    <a:pt x="4631" y="31"/>
                  </a:lnTo>
                  <a:cubicBezTo>
                    <a:pt x="4468" y="216"/>
                    <a:pt x="4126" y="520"/>
                    <a:pt x="3691" y="527"/>
                  </a:cubicBezTo>
                  <a:cubicBezTo>
                    <a:pt x="3349" y="527"/>
                    <a:pt x="2994" y="342"/>
                    <a:pt x="2748" y="24"/>
                  </a:cubicBezTo>
                  <a:lnTo>
                    <a:pt x="2727" y="0"/>
                  </a:lnTo>
                  <a:lnTo>
                    <a:pt x="2704" y="24"/>
                  </a:lnTo>
                  <a:cubicBezTo>
                    <a:pt x="2542" y="216"/>
                    <a:pt x="2200" y="527"/>
                    <a:pt x="1763" y="527"/>
                  </a:cubicBezTo>
                  <a:cubicBezTo>
                    <a:pt x="1423" y="527"/>
                    <a:pt x="1075" y="342"/>
                    <a:pt x="829" y="31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40">
              <a:extLst>
                <a:ext uri="{FF2B5EF4-FFF2-40B4-BE49-F238E27FC236}">
                  <a16:creationId xmlns:a16="http://schemas.microsoft.com/office/drawing/2014/main" id="{40CC30FF-4567-EB62-2BD0-E57332E61B1F}"/>
                </a:ext>
              </a:extLst>
            </p:cNvPr>
            <p:cNvSpPr/>
            <p:nvPr/>
          </p:nvSpPr>
          <p:spPr>
            <a:xfrm>
              <a:off x="7073981" y="3761214"/>
              <a:ext cx="414371" cy="43749"/>
            </a:xfrm>
            <a:custGeom>
              <a:avLst/>
              <a:gdLst/>
              <a:ahLst/>
              <a:cxnLst/>
              <a:rect l="l" t="t" r="r" b="b"/>
              <a:pathLst>
                <a:path w="5484" h="579" extrusionOk="0">
                  <a:moveTo>
                    <a:pt x="808" y="0"/>
                  </a:moveTo>
                  <a:lnTo>
                    <a:pt x="785" y="21"/>
                  </a:lnTo>
                  <a:cubicBezTo>
                    <a:pt x="548" y="297"/>
                    <a:pt x="289" y="459"/>
                    <a:pt x="22" y="511"/>
                  </a:cubicBezTo>
                  <a:lnTo>
                    <a:pt x="1" y="511"/>
                  </a:lnTo>
                  <a:lnTo>
                    <a:pt x="15" y="564"/>
                  </a:lnTo>
                  <a:lnTo>
                    <a:pt x="29" y="555"/>
                  </a:lnTo>
                  <a:cubicBezTo>
                    <a:pt x="303" y="503"/>
                    <a:pt x="562" y="349"/>
                    <a:pt x="808" y="82"/>
                  </a:cubicBezTo>
                  <a:cubicBezTo>
                    <a:pt x="1059" y="386"/>
                    <a:pt x="1414" y="578"/>
                    <a:pt x="1763" y="578"/>
                  </a:cubicBezTo>
                  <a:cubicBezTo>
                    <a:pt x="2207" y="578"/>
                    <a:pt x="2549" y="274"/>
                    <a:pt x="2727" y="82"/>
                  </a:cubicBezTo>
                  <a:cubicBezTo>
                    <a:pt x="2986" y="386"/>
                    <a:pt x="3342" y="571"/>
                    <a:pt x="3691" y="571"/>
                  </a:cubicBezTo>
                  <a:lnTo>
                    <a:pt x="3698" y="571"/>
                  </a:lnTo>
                  <a:cubicBezTo>
                    <a:pt x="4023" y="571"/>
                    <a:pt x="4365" y="393"/>
                    <a:pt x="4653" y="82"/>
                  </a:cubicBezTo>
                  <a:cubicBezTo>
                    <a:pt x="4912" y="356"/>
                    <a:pt x="5179" y="511"/>
                    <a:pt x="5453" y="555"/>
                  </a:cubicBezTo>
                  <a:lnTo>
                    <a:pt x="5476" y="564"/>
                  </a:lnTo>
                  <a:lnTo>
                    <a:pt x="5483" y="511"/>
                  </a:lnTo>
                  <a:lnTo>
                    <a:pt x="5460" y="511"/>
                  </a:lnTo>
                  <a:cubicBezTo>
                    <a:pt x="5193" y="466"/>
                    <a:pt x="4927" y="304"/>
                    <a:pt x="4669" y="21"/>
                  </a:cubicBezTo>
                  <a:lnTo>
                    <a:pt x="4653" y="7"/>
                  </a:lnTo>
                  <a:lnTo>
                    <a:pt x="4631" y="21"/>
                  </a:lnTo>
                  <a:cubicBezTo>
                    <a:pt x="4468" y="208"/>
                    <a:pt x="4126" y="519"/>
                    <a:pt x="3691" y="519"/>
                  </a:cubicBezTo>
                  <a:cubicBezTo>
                    <a:pt x="3349" y="519"/>
                    <a:pt x="2994" y="333"/>
                    <a:pt x="2748" y="21"/>
                  </a:cubicBezTo>
                  <a:lnTo>
                    <a:pt x="2727" y="0"/>
                  </a:lnTo>
                  <a:lnTo>
                    <a:pt x="2704" y="21"/>
                  </a:lnTo>
                  <a:cubicBezTo>
                    <a:pt x="2542" y="208"/>
                    <a:pt x="2200" y="527"/>
                    <a:pt x="1763" y="527"/>
                  </a:cubicBezTo>
                  <a:cubicBezTo>
                    <a:pt x="1423" y="527"/>
                    <a:pt x="1075" y="333"/>
                    <a:pt x="829" y="21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40">
              <a:extLst>
                <a:ext uri="{FF2B5EF4-FFF2-40B4-BE49-F238E27FC236}">
                  <a16:creationId xmlns:a16="http://schemas.microsoft.com/office/drawing/2014/main" id="{A165370D-DC9D-47EF-B781-14A7750BBFF1}"/>
                </a:ext>
              </a:extLst>
            </p:cNvPr>
            <p:cNvSpPr/>
            <p:nvPr/>
          </p:nvSpPr>
          <p:spPr>
            <a:xfrm>
              <a:off x="7073981" y="3780255"/>
              <a:ext cx="417167" cy="43749"/>
            </a:xfrm>
            <a:custGeom>
              <a:avLst/>
              <a:gdLst/>
              <a:ahLst/>
              <a:cxnLst/>
              <a:rect l="l" t="t" r="r" b="b"/>
              <a:pathLst>
                <a:path w="5521" h="579" extrusionOk="0">
                  <a:moveTo>
                    <a:pt x="808" y="1"/>
                  </a:moveTo>
                  <a:lnTo>
                    <a:pt x="785" y="22"/>
                  </a:lnTo>
                  <a:cubicBezTo>
                    <a:pt x="548" y="296"/>
                    <a:pt x="289" y="459"/>
                    <a:pt x="22" y="511"/>
                  </a:cubicBezTo>
                  <a:lnTo>
                    <a:pt x="1" y="518"/>
                  </a:lnTo>
                  <a:lnTo>
                    <a:pt x="15" y="563"/>
                  </a:lnTo>
                  <a:lnTo>
                    <a:pt x="29" y="563"/>
                  </a:lnTo>
                  <a:cubicBezTo>
                    <a:pt x="303" y="511"/>
                    <a:pt x="562" y="347"/>
                    <a:pt x="808" y="81"/>
                  </a:cubicBezTo>
                  <a:cubicBezTo>
                    <a:pt x="1059" y="392"/>
                    <a:pt x="1414" y="579"/>
                    <a:pt x="1763" y="579"/>
                  </a:cubicBezTo>
                  <a:cubicBezTo>
                    <a:pt x="2207" y="579"/>
                    <a:pt x="2549" y="275"/>
                    <a:pt x="2727" y="81"/>
                  </a:cubicBezTo>
                  <a:cubicBezTo>
                    <a:pt x="2986" y="392"/>
                    <a:pt x="3342" y="579"/>
                    <a:pt x="3691" y="579"/>
                  </a:cubicBezTo>
                  <a:lnTo>
                    <a:pt x="3698" y="579"/>
                  </a:lnTo>
                  <a:cubicBezTo>
                    <a:pt x="4023" y="579"/>
                    <a:pt x="4365" y="401"/>
                    <a:pt x="4653" y="81"/>
                  </a:cubicBezTo>
                  <a:cubicBezTo>
                    <a:pt x="4919" y="371"/>
                    <a:pt x="5209" y="534"/>
                    <a:pt x="5497" y="570"/>
                  </a:cubicBezTo>
                  <a:lnTo>
                    <a:pt x="5521" y="570"/>
                  </a:lnTo>
                  <a:lnTo>
                    <a:pt x="5521" y="518"/>
                  </a:lnTo>
                  <a:lnTo>
                    <a:pt x="5505" y="518"/>
                  </a:lnTo>
                  <a:cubicBezTo>
                    <a:pt x="5224" y="481"/>
                    <a:pt x="4943" y="319"/>
                    <a:pt x="4669" y="29"/>
                  </a:cubicBezTo>
                  <a:lnTo>
                    <a:pt x="4653" y="8"/>
                  </a:lnTo>
                  <a:lnTo>
                    <a:pt x="4631" y="29"/>
                  </a:lnTo>
                  <a:cubicBezTo>
                    <a:pt x="4468" y="214"/>
                    <a:pt x="4126" y="525"/>
                    <a:pt x="3691" y="525"/>
                  </a:cubicBezTo>
                  <a:cubicBezTo>
                    <a:pt x="3349" y="525"/>
                    <a:pt x="2994" y="340"/>
                    <a:pt x="2748" y="29"/>
                  </a:cubicBezTo>
                  <a:lnTo>
                    <a:pt x="2727" y="1"/>
                  </a:lnTo>
                  <a:lnTo>
                    <a:pt x="2704" y="22"/>
                  </a:lnTo>
                  <a:cubicBezTo>
                    <a:pt x="2542" y="214"/>
                    <a:pt x="2200" y="525"/>
                    <a:pt x="1763" y="525"/>
                  </a:cubicBezTo>
                  <a:cubicBezTo>
                    <a:pt x="1423" y="525"/>
                    <a:pt x="1075" y="340"/>
                    <a:pt x="829" y="29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40">
              <a:extLst>
                <a:ext uri="{FF2B5EF4-FFF2-40B4-BE49-F238E27FC236}">
                  <a16:creationId xmlns:a16="http://schemas.microsoft.com/office/drawing/2014/main" id="{98CCC13A-B749-EDB9-F3F9-35EED4A447C2}"/>
                </a:ext>
              </a:extLst>
            </p:cNvPr>
            <p:cNvSpPr/>
            <p:nvPr/>
          </p:nvSpPr>
          <p:spPr>
            <a:xfrm>
              <a:off x="6315812" y="3391121"/>
              <a:ext cx="413842" cy="43749"/>
            </a:xfrm>
            <a:custGeom>
              <a:avLst/>
              <a:gdLst/>
              <a:ahLst/>
              <a:cxnLst/>
              <a:rect l="l" t="t" r="r" b="b"/>
              <a:pathLst>
                <a:path w="5477" h="579" extrusionOk="0">
                  <a:moveTo>
                    <a:pt x="808" y="1"/>
                  </a:moveTo>
                  <a:lnTo>
                    <a:pt x="787" y="22"/>
                  </a:lnTo>
                  <a:cubicBezTo>
                    <a:pt x="549" y="296"/>
                    <a:pt x="289" y="459"/>
                    <a:pt x="15" y="511"/>
                  </a:cubicBezTo>
                  <a:lnTo>
                    <a:pt x="1" y="511"/>
                  </a:lnTo>
                  <a:lnTo>
                    <a:pt x="8" y="562"/>
                  </a:lnTo>
                  <a:lnTo>
                    <a:pt x="31" y="555"/>
                  </a:lnTo>
                  <a:cubicBezTo>
                    <a:pt x="305" y="504"/>
                    <a:pt x="565" y="349"/>
                    <a:pt x="801" y="82"/>
                  </a:cubicBezTo>
                  <a:cubicBezTo>
                    <a:pt x="1061" y="385"/>
                    <a:pt x="1417" y="571"/>
                    <a:pt x="1756" y="578"/>
                  </a:cubicBezTo>
                  <a:lnTo>
                    <a:pt x="1765" y="578"/>
                  </a:lnTo>
                  <a:cubicBezTo>
                    <a:pt x="2201" y="578"/>
                    <a:pt x="2549" y="274"/>
                    <a:pt x="2727" y="73"/>
                  </a:cubicBezTo>
                  <a:cubicBezTo>
                    <a:pt x="2980" y="385"/>
                    <a:pt x="3343" y="571"/>
                    <a:pt x="3691" y="571"/>
                  </a:cubicBezTo>
                  <a:cubicBezTo>
                    <a:pt x="4024" y="571"/>
                    <a:pt x="4358" y="394"/>
                    <a:pt x="4655" y="82"/>
                  </a:cubicBezTo>
                  <a:cubicBezTo>
                    <a:pt x="4906" y="356"/>
                    <a:pt x="5180" y="511"/>
                    <a:pt x="5455" y="555"/>
                  </a:cubicBezTo>
                  <a:lnTo>
                    <a:pt x="5469" y="562"/>
                  </a:lnTo>
                  <a:lnTo>
                    <a:pt x="5477" y="548"/>
                  </a:lnTo>
                  <a:lnTo>
                    <a:pt x="5469" y="511"/>
                  </a:lnTo>
                  <a:lnTo>
                    <a:pt x="5462" y="511"/>
                  </a:lnTo>
                  <a:cubicBezTo>
                    <a:pt x="5188" y="459"/>
                    <a:pt x="4922" y="305"/>
                    <a:pt x="4669" y="22"/>
                  </a:cubicBezTo>
                  <a:lnTo>
                    <a:pt x="4646" y="8"/>
                  </a:lnTo>
                  <a:lnTo>
                    <a:pt x="4632" y="22"/>
                  </a:lnTo>
                  <a:cubicBezTo>
                    <a:pt x="4468" y="207"/>
                    <a:pt x="4129" y="518"/>
                    <a:pt x="3691" y="518"/>
                  </a:cubicBezTo>
                  <a:cubicBezTo>
                    <a:pt x="3350" y="518"/>
                    <a:pt x="2994" y="333"/>
                    <a:pt x="2743" y="22"/>
                  </a:cubicBezTo>
                  <a:lnTo>
                    <a:pt x="2727" y="1"/>
                  </a:lnTo>
                  <a:lnTo>
                    <a:pt x="2706" y="22"/>
                  </a:lnTo>
                  <a:cubicBezTo>
                    <a:pt x="2542" y="207"/>
                    <a:pt x="2201" y="527"/>
                    <a:pt x="1765" y="527"/>
                  </a:cubicBezTo>
                  <a:lnTo>
                    <a:pt x="1756" y="527"/>
                  </a:lnTo>
                  <a:cubicBezTo>
                    <a:pt x="1424" y="527"/>
                    <a:pt x="1068" y="333"/>
                    <a:pt x="823" y="22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40">
              <a:extLst>
                <a:ext uri="{FF2B5EF4-FFF2-40B4-BE49-F238E27FC236}">
                  <a16:creationId xmlns:a16="http://schemas.microsoft.com/office/drawing/2014/main" id="{68B92CF9-3192-B9A8-851F-CBFC4ECE1E78}"/>
                </a:ext>
              </a:extLst>
            </p:cNvPr>
            <p:cNvSpPr/>
            <p:nvPr/>
          </p:nvSpPr>
          <p:spPr>
            <a:xfrm>
              <a:off x="6729579" y="3429656"/>
              <a:ext cx="76" cy="1889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1" y="1"/>
                  </a:moveTo>
                  <a:lnTo>
                    <a:pt x="1" y="24"/>
                  </a:lnTo>
                  <a:close/>
                </a:path>
              </a:pathLst>
            </a:custGeom>
            <a:solidFill>
              <a:srgbClr val="E5E6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40">
              <a:extLst>
                <a:ext uri="{FF2B5EF4-FFF2-40B4-BE49-F238E27FC236}">
                  <a16:creationId xmlns:a16="http://schemas.microsoft.com/office/drawing/2014/main" id="{85F8C6EB-8E3A-075E-E4FA-C073CCA07481}"/>
                </a:ext>
              </a:extLst>
            </p:cNvPr>
            <p:cNvSpPr/>
            <p:nvPr/>
          </p:nvSpPr>
          <p:spPr>
            <a:xfrm>
              <a:off x="6729050" y="3429656"/>
              <a:ext cx="604" cy="2947"/>
            </a:xfrm>
            <a:custGeom>
              <a:avLst/>
              <a:gdLst/>
              <a:ahLst/>
              <a:cxnLst/>
              <a:rect l="l" t="t" r="r" b="b"/>
              <a:pathLst>
                <a:path w="8" h="39" extrusionOk="0">
                  <a:moveTo>
                    <a:pt x="0" y="1"/>
                  </a:moveTo>
                  <a:lnTo>
                    <a:pt x="8" y="38"/>
                  </a:lnTo>
                  <a:lnTo>
                    <a:pt x="8" y="24"/>
                  </a:lnTo>
                  <a:lnTo>
                    <a:pt x="8" y="1"/>
                  </a:lnTo>
                  <a:close/>
                </a:path>
              </a:pathLst>
            </a:custGeom>
            <a:solidFill>
              <a:srgbClr val="E2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40">
              <a:extLst>
                <a:ext uri="{FF2B5EF4-FFF2-40B4-BE49-F238E27FC236}">
                  <a16:creationId xmlns:a16="http://schemas.microsoft.com/office/drawing/2014/main" id="{D9F7A697-E2BE-C23F-C73F-B6797268F731}"/>
                </a:ext>
              </a:extLst>
            </p:cNvPr>
            <p:cNvSpPr/>
            <p:nvPr/>
          </p:nvSpPr>
          <p:spPr>
            <a:xfrm>
              <a:off x="6315812" y="3410086"/>
              <a:ext cx="413842" cy="43749"/>
            </a:xfrm>
            <a:custGeom>
              <a:avLst/>
              <a:gdLst/>
              <a:ahLst/>
              <a:cxnLst/>
              <a:rect l="l" t="t" r="r" b="b"/>
              <a:pathLst>
                <a:path w="5477" h="579" extrusionOk="0">
                  <a:moveTo>
                    <a:pt x="808" y="0"/>
                  </a:moveTo>
                  <a:lnTo>
                    <a:pt x="787" y="23"/>
                  </a:lnTo>
                  <a:cubicBezTo>
                    <a:pt x="549" y="297"/>
                    <a:pt x="289" y="461"/>
                    <a:pt x="15" y="512"/>
                  </a:cubicBezTo>
                  <a:lnTo>
                    <a:pt x="1" y="520"/>
                  </a:lnTo>
                  <a:lnTo>
                    <a:pt x="8" y="564"/>
                  </a:lnTo>
                  <a:lnTo>
                    <a:pt x="31" y="564"/>
                  </a:lnTo>
                  <a:cubicBezTo>
                    <a:pt x="305" y="512"/>
                    <a:pt x="565" y="349"/>
                    <a:pt x="801" y="82"/>
                  </a:cubicBezTo>
                  <a:cubicBezTo>
                    <a:pt x="1061" y="393"/>
                    <a:pt x="1417" y="578"/>
                    <a:pt x="1756" y="578"/>
                  </a:cubicBezTo>
                  <a:lnTo>
                    <a:pt x="1765" y="578"/>
                  </a:lnTo>
                  <a:cubicBezTo>
                    <a:pt x="2201" y="578"/>
                    <a:pt x="2549" y="276"/>
                    <a:pt x="2727" y="82"/>
                  </a:cubicBezTo>
                  <a:cubicBezTo>
                    <a:pt x="2980" y="393"/>
                    <a:pt x="3343" y="578"/>
                    <a:pt x="3691" y="578"/>
                  </a:cubicBezTo>
                  <a:cubicBezTo>
                    <a:pt x="4024" y="571"/>
                    <a:pt x="4358" y="400"/>
                    <a:pt x="4655" y="82"/>
                  </a:cubicBezTo>
                  <a:cubicBezTo>
                    <a:pt x="4906" y="356"/>
                    <a:pt x="5180" y="520"/>
                    <a:pt x="5455" y="564"/>
                  </a:cubicBezTo>
                  <a:lnTo>
                    <a:pt x="5469" y="564"/>
                  </a:lnTo>
                  <a:lnTo>
                    <a:pt x="5477" y="557"/>
                  </a:lnTo>
                  <a:lnTo>
                    <a:pt x="5469" y="520"/>
                  </a:lnTo>
                  <a:lnTo>
                    <a:pt x="5477" y="512"/>
                  </a:lnTo>
                  <a:lnTo>
                    <a:pt x="5462" y="512"/>
                  </a:lnTo>
                  <a:cubicBezTo>
                    <a:pt x="5188" y="468"/>
                    <a:pt x="4922" y="304"/>
                    <a:pt x="4669" y="30"/>
                  </a:cubicBezTo>
                  <a:lnTo>
                    <a:pt x="4646" y="9"/>
                  </a:lnTo>
                  <a:lnTo>
                    <a:pt x="4632" y="30"/>
                  </a:lnTo>
                  <a:cubicBezTo>
                    <a:pt x="4468" y="215"/>
                    <a:pt x="4129" y="520"/>
                    <a:pt x="3691" y="527"/>
                  </a:cubicBezTo>
                  <a:cubicBezTo>
                    <a:pt x="3350" y="527"/>
                    <a:pt x="2994" y="342"/>
                    <a:pt x="2743" y="30"/>
                  </a:cubicBezTo>
                  <a:lnTo>
                    <a:pt x="2727" y="0"/>
                  </a:lnTo>
                  <a:lnTo>
                    <a:pt x="2706" y="23"/>
                  </a:lnTo>
                  <a:cubicBezTo>
                    <a:pt x="2542" y="215"/>
                    <a:pt x="2201" y="527"/>
                    <a:pt x="1765" y="527"/>
                  </a:cubicBezTo>
                  <a:lnTo>
                    <a:pt x="1756" y="527"/>
                  </a:lnTo>
                  <a:cubicBezTo>
                    <a:pt x="1424" y="527"/>
                    <a:pt x="1068" y="342"/>
                    <a:pt x="823" y="30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40">
              <a:extLst>
                <a:ext uri="{FF2B5EF4-FFF2-40B4-BE49-F238E27FC236}">
                  <a16:creationId xmlns:a16="http://schemas.microsoft.com/office/drawing/2014/main" id="{B3E2E57E-14AB-8386-7DD6-0AAFCACCE8B5}"/>
                </a:ext>
              </a:extLst>
            </p:cNvPr>
            <p:cNvSpPr/>
            <p:nvPr/>
          </p:nvSpPr>
          <p:spPr>
            <a:xfrm>
              <a:off x="6729579" y="3448773"/>
              <a:ext cx="76" cy="1662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1" y="0"/>
                  </a:moveTo>
                  <a:lnTo>
                    <a:pt x="1" y="22"/>
                  </a:lnTo>
                  <a:close/>
                </a:path>
              </a:pathLst>
            </a:custGeom>
            <a:solidFill>
              <a:srgbClr val="E5E6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40">
              <a:extLst>
                <a:ext uri="{FF2B5EF4-FFF2-40B4-BE49-F238E27FC236}">
                  <a16:creationId xmlns:a16="http://schemas.microsoft.com/office/drawing/2014/main" id="{2D26BDF9-17C4-0121-C5E7-EB76989DBBB1}"/>
                </a:ext>
              </a:extLst>
            </p:cNvPr>
            <p:cNvSpPr/>
            <p:nvPr/>
          </p:nvSpPr>
          <p:spPr>
            <a:xfrm>
              <a:off x="6729050" y="3448773"/>
              <a:ext cx="604" cy="3400"/>
            </a:xfrm>
            <a:custGeom>
              <a:avLst/>
              <a:gdLst/>
              <a:ahLst/>
              <a:cxnLst/>
              <a:rect l="l" t="t" r="r" b="b"/>
              <a:pathLst>
                <a:path w="8" h="45" extrusionOk="0">
                  <a:moveTo>
                    <a:pt x="8" y="0"/>
                  </a:moveTo>
                  <a:lnTo>
                    <a:pt x="0" y="8"/>
                  </a:lnTo>
                  <a:lnTo>
                    <a:pt x="8" y="45"/>
                  </a:lnTo>
                  <a:lnTo>
                    <a:pt x="8" y="22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2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40">
              <a:extLst>
                <a:ext uri="{FF2B5EF4-FFF2-40B4-BE49-F238E27FC236}">
                  <a16:creationId xmlns:a16="http://schemas.microsoft.com/office/drawing/2014/main" id="{0172CC40-8A4D-8BBA-3C94-AA7AE365A359}"/>
                </a:ext>
              </a:extLst>
            </p:cNvPr>
            <p:cNvSpPr/>
            <p:nvPr/>
          </p:nvSpPr>
          <p:spPr>
            <a:xfrm>
              <a:off x="6729579" y="3471743"/>
              <a:ext cx="3476" cy="1133"/>
            </a:xfrm>
            <a:custGeom>
              <a:avLst/>
              <a:gdLst/>
              <a:ahLst/>
              <a:cxnLst/>
              <a:rect l="l" t="t" r="r" b="b"/>
              <a:pathLst>
                <a:path w="46" h="15" extrusionOk="0">
                  <a:moveTo>
                    <a:pt x="15" y="1"/>
                  </a:moveTo>
                  <a:lnTo>
                    <a:pt x="1" y="8"/>
                  </a:lnTo>
                  <a:lnTo>
                    <a:pt x="24" y="8"/>
                  </a:lnTo>
                  <a:lnTo>
                    <a:pt x="38" y="15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40">
              <a:extLst>
                <a:ext uri="{FF2B5EF4-FFF2-40B4-BE49-F238E27FC236}">
                  <a16:creationId xmlns:a16="http://schemas.microsoft.com/office/drawing/2014/main" id="{9A5B448A-93BA-65FE-E7ED-84515579387A}"/>
                </a:ext>
              </a:extLst>
            </p:cNvPr>
            <p:cNvSpPr/>
            <p:nvPr/>
          </p:nvSpPr>
          <p:spPr>
            <a:xfrm>
              <a:off x="6315812" y="3429656"/>
              <a:ext cx="413842" cy="43749"/>
            </a:xfrm>
            <a:custGeom>
              <a:avLst/>
              <a:gdLst/>
              <a:ahLst/>
              <a:cxnLst/>
              <a:rect l="l" t="t" r="r" b="b"/>
              <a:pathLst>
                <a:path w="5477" h="579" extrusionOk="0">
                  <a:moveTo>
                    <a:pt x="808" y="1"/>
                  </a:moveTo>
                  <a:lnTo>
                    <a:pt x="787" y="24"/>
                  </a:lnTo>
                  <a:cubicBezTo>
                    <a:pt x="549" y="298"/>
                    <a:pt x="289" y="462"/>
                    <a:pt x="15" y="513"/>
                  </a:cubicBezTo>
                  <a:lnTo>
                    <a:pt x="1" y="513"/>
                  </a:lnTo>
                  <a:lnTo>
                    <a:pt x="8" y="565"/>
                  </a:lnTo>
                  <a:lnTo>
                    <a:pt x="31" y="558"/>
                  </a:lnTo>
                  <a:cubicBezTo>
                    <a:pt x="305" y="506"/>
                    <a:pt x="565" y="349"/>
                    <a:pt x="801" y="83"/>
                  </a:cubicBezTo>
                  <a:cubicBezTo>
                    <a:pt x="1061" y="394"/>
                    <a:pt x="1417" y="579"/>
                    <a:pt x="1756" y="579"/>
                  </a:cubicBezTo>
                  <a:lnTo>
                    <a:pt x="1765" y="579"/>
                  </a:lnTo>
                  <a:cubicBezTo>
                    <a:pt x="2201" y="579"/>
                    <a:pt x="2549" y="275"/>
                    <a:pt x="2727" y="83"/>
                  </a:cubicBezTo>
                  <a:cubicBezTo>
                    <a:pt x="2980" y="387"/>
                    <a:pt x="3343" y="572"/>
                    <a:pt x="3691" y="572"/>
                  </a:cubicBezTo>
                  <a:cubicBezTo>
                    <a:pt x="4024" y="572"/>
                    <a:pt x="4358" y="394"/>
                    <a:pt x="4655" y="83"/>
                  </a:cubicBezTo>
                  <a:cubicBezTo>
                    <a:pt x="4913" y="364"/>
                    <a:pt x="5196" y="520"/>
                    <a:pt x="5477" y="565"/>
                  </a:cubicBezTo>
                  <a:lnTo>
                    <a:pt x="5469" y="513"/>
                  </a:lnTo>
                  <a:lnTo>
                    <a:pt x="5477" y="513"/>
                  </a:lnTo>
                  <a:cubicBezTo>
                    <a:pt x="5203" y="469"/>
                    <a:pt x="4929" y="305"/>
                    <a:pt x="4669" y="24"/>
                  </a:cubicBezTo>
                  <a:lnTo>
                    <a:pt x="4646" y="8"/>
                  </a:lnTo>
                  <a:lnTo>
                    <a:pt x="4632" y="31"/>
                  </a:lnTo>
                  <a:cubicBezTo>
                    <a:pt x="4468" y="209"/>
                    <a:pt x="4129" y="520"/>
                    <a:pt x="3691" y="520"/>
                  </a:cubicBezTo>
                  <a:cubicBezTo>
                    <a:pt x="3350" y="520"/>
                    <a:pt x="2994" y="335"/>
                    <a:pt x="2743" y="24"/>
                  </a:cubicBezTo>
                  <a:lnTo>
                    <a:pt x="2727" y="1"/>
                  </a:lnTo>
                  <a:lnTo>
                    <a:pt x="2706" y="24"/>
                  </a:lnTo>
                  <a:cubicBezTo>
                    <a:pt x="2542" y="209"/>
                    <a:pt x="2201" y="527"/>
                    <a:pt x="1765" y="527"/>
                  </a:cubicBezTo>
                  <a:lnTo>
                    <a:pt x="1756" y="527"/>
                  </a:lnTo>
                  <a:cubicBezTo>
                    <a:pt x="1424" y="527"/>
                    <a:pt x="1068" y="335"/>
                    <a:pt x="823" y="24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40">
              <a:extLst>
                <a:ext uri="{FF2B5EF4-FFF2-40B4-BE49-F238E27FC236}">
                  <a16:creationId xmlns:a16="http://schemas.microsoft.com/office/drawing/2014/main" id="{49262E3B-89EB-C038-E844-0BC86AEE15BB}"/>
                </a:ext>
              </a:extLst>
            </p:cNvPr>
            <p:cNvSpPr/>
            <p:nvPr/>
          </p:nvSpPr>
          <p:spPr>
            <a:xfrm>
              <a:off x="6729579" y="3468419"/>
              <a:ext cx="3476" cy="3929"/>
            </a:xfrm>
            <a:custGeom>
              <a:avLst/>
              <a:gdLst/>
              <a:ahLst/>
              <a:cxnLst/>
              <a:rect l="l" t="t" r="r" b="b"/>
              <a:pathLst>
                <a:path w="46" h="52" extrusionOk="0">
                  <a:moveTo>
                    <a:pt x="1" y="0"/>
                  </a:moveTo>
                  <a:lnTo>
                    <a:pt x="1" y="52"/>
                  </a:lnTo>
                  <a:lnTo>
                    <a:pt x="15" y="45"/>
                  </a:lnTo>
                  <a:lnTo>
                    <a:pt x="45" y="45"/>
                  </a:lnTo>
                  <a:lnTo>
                    <a:pt x="45" y="7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E5E6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40">
              <a:extLst>
                <a:ext uri="{FF2B5EF4-FFF2-40B4-BE49-F238E27FC236}">
                  <a16:creationId xmlns:a16="http://schemas.microsoft.com/office/drawing/2014/main" id="{069C0591-BAFF-557E-3243-360CB1780B89}"/>
                </a:ext>
              </a:extLst>
            </p:cNvPr>
            <p:cNvSpPr/>
            <p:nvPr/>
          </p:nvSpPr>
          <p:spPr>
            <a:xfrm>
              <a:off x="6729050" y="3468419"/>
              <a:ext cx="604" cy="3929"/>
            </a:xfrm>
            <a:custGeom>
              <a:avLst/>
              <a:gdLst/>
              <a:ahLst/>
              <a:cxnLst/>
              <a:rect l="l" t="t" r="r" b="b"/>
              <a:pathLst>
                <a:path w="8" h="52" extrusionOk="0">
                  <a:moveTo>
                    <a:pt x="0" y="0"/>
                  </a:moveTo>
                  <a:lnTo>
                    <a:pt x="8" y="52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2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40">
              <a:extLst>
                <a:ext uri="{FF2B5EF4-FFF2-40B4-BE49-F238E27FC236}">
                  <a16:creationId xmlns:a16="http://schemas.microsoft.com/office/drawing/2014/main" id="{EF3B8FC1-2205-F858-233F-443EFF070974}"/>
                </a:ext>
              </a:extLst>
            </p:cNvPr>
            <p:cNvSpPr/>
            <p:nvPr/>
          </p:nvSpPr>
          <p:spPr>
            <a:xfrm>
              <a:off x="5631616" y="3319339"/>
              <a:ext cx="414447" cy="43749"/>
            </a:xfrm>
            <a:custGeom>
              <a:avLst/>
              <a:gdLst/>
              <a:ahLst/>
              <a:cxnLst/>
              <a:rect l="l" t="t" r="r" b="b"/>
              <a:pathLst>
                <a:path w="5485" h="579" extrusionOk="0">
                  <a:moveTo>
                    <a:pt x="808" y="1"/>
                  </a:moveTo>
                  <a:lnTo>
                    <a:pt x="787" y="24"/>
                  </a:lnTo>
                  <a:cubicBezTo>
                    <a:pt x="550" y="291"/>
                    <a:pt x="290" y="461"/>
                    <a:pt x="24" y="506"/>
                  </a:cubicBezTo>
                  <a:lnTo>
                    <a:pt x="1" y="513"/>
                  </a:lnTo>
                  <a:lnTo>
                    <a:pt x="17" y="565"/>
                  </a:lnTo>
                  <a:lnTo>
                    <a:pt x="31" y="557"/>
                  </a:lnTo>
                  <a:cubicBezTo>
                    <a:pt x="305" y="506"/>
                    <a:pt x="564" y="342"/>
                    <a:pt x="808" y="76"/>
                  </a:cubicBezTo>
                  <a:cubicBezTo>
                    <a:pt x="1060" y="387"/>
                    <a:pt x="1416" y="572"/>
                    <a:pt x="1765" y="579"/>
                  </a:cubicBezTo>
                  <a:cubicBezTo>
                    <a:pt x="2209" y="579"/>
                    <a:pt x="2551" y="268"/>
                    <a:pt x="2729" y="76"/>
                  </a:cubicBezTo>
                  <a:cubicBezTo>
                    <a:pt x="2986" y="387"/>
                    <a:pt x="3342" y="572"/>
                    <a:pt x="3691" y="572"/>
                  </a:cubicBezTo>
                  <a:lnTo>
                    <a:pt x="3698" y="572"/>
                  </a:lnTo>
                  <a:cubicBezTo>
                    <a:pt x="4025" y="572"/>
                    <a:pt x="4365" y="394"/>
                    <a:pt x="4655" y="83"/>
                  </a:cubicBezTo>
                  <a:cubicBezTo>
                    <a:pt x="4914" y="349"/>
                    <a:pt x="5181" y="513"/>
                    <a:pt x="5455" y="557"/>
                  </a:cubicBezTo>
                  <a:lnTo>
                    <a:pt x="5476" y="565"/>
                  </a:lnTo>
                  <a:lnTo>
                    <a:pt x="5485" y="513"/>
                  </a:lnTo>
                  <a:lnTo>
                    <a:pt x="5469" y="506"/>
                  </a:lnTo>
                  <a:cubicBezTo>
                    <a:pt x="5195" y="461"/>
                    <a:pt x="4928" y="298"/>
                    <a:pt x="4669" y="24"/>
                  </a:cubicBezTo>
                  <a:lnTo>
                    <a:pt x="4655" y="1"/>
                  </a:lnTo>
                  <a:lnTo>
                    <a:pt x="4631" y="24"/>
                  </a:lnTo>
                  <a:cubicBezTo>
                    <a:pt x="4470" y="209"/>
                    <a:pt x="4128" y="520"/>
                    <a:pt x="3691" y="520"/>
                  </a:cubicBezTo>
                  <a:cubicBezTo>
                    <a:pt x="3351" y="520"/>
                    <a:pt x="3002" y="335"/>
                    <a:pt x="2750" y="24"/>
                  </a:cubicBezTo>
                  <a:lnTo>
                    <a:pt x="2729" y="1"/>
                  </a:lnTo>
                  <a:lnTo>
                    <a:pt x="2713" y="24"/>
                  </a:lnTo>
                  <a:cubicBezTo>
                    <a:pt x="2542" y="209"/>
                    <a:pt x="2202" y="527"/>
                    <a:pt x="1765" y="527"/>
                  </a:cubicBezTo>
                  <a:cubicBezTo>
                    <a:pt x="1423" y="520"/>
                    <a:pt x="1075" y="335"/>
                    <a:pt x="831" y="24"/>
                  </a:cubicBezTo>
                  <a:lnTo>
                    <a:pt x="808" y="1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40">
              <a:extLst>
                <a:ext uri="{FF2B5EF4-FFF2-40B4-BE49-F238E27FC236}">
                  <a16:creationId xmlns:a16="http://schemas.microsoft.com/office/drawing/2014/main" id="{AC50E0F5-C207-E917-CD9C-2E5D046F2B14}"/>
                </a:ext>
              </a:extLst>
            </p:cNvPr>
            <p:cNvSpPr/>
            <p:nvPr/>
          </p:nvSpPr>
          <p:spPr>
            <a:xfrm>
              <a:off x="5631616" y="3338455"/>
              <a:ext cx="414447" cy="43749"/>
            </a:xfrm>
            <a:custGeom>
              <a:avLst/>
              <a:gdLst/>
              <a:ahLst/>
              <a:cxnLst/>
              <a:rect l="l" t="t" r="r" b="b"/>
              <a:pathLst>
                <a:path w="5485" h="579" extrusionOk="0">
                  <a:moveTo>
                    <a:pt x="808" y="0"/>
                  </a:moveTo>
                  <a:lnTo>
                    <a:pt x="787" y="24"/>
                  </a:lnTo>
                  <a:cubicBezTo>
                    <a:pt x="550" y="297"/>
                    <a:pt x="290" y="459"/>
                    <a:pt x="24" y="513"/>
                  </a:cubicBezTo>
                  <a:lnTo>
                    <a:pt x="1" y="513"/>
                  </a:lnTo>
                  <a:lnTo>
                    <a:pt x="17" y="564"/>
                  </a:lnTo>
                  <a:lnTo>
                    <a:pt x="31" y="564"/>
                  </a:lnTo>
                  <a:cubicBezTo>
                    <a:pt x="305" y="513"/>
                    <a:pt x="564" y="349"/>
                    <a:pt x="808" y="82"/>
                  </a:cubicBezTo>
                  <a:cubicBezTo>
                    <a:pt x="1060" y="393"/>
                    <a:pt x="1416" y="578"/>
                    <a:pt x="1765" y="578"/>
                  </a:cubicBezTo>
                  <a:cubicBezTo>
                    <a:pt x="2209" y="578"/>
                    <a:pt x="2551" y="274"/>
                    <a:pt x="2729" y="82"/>
                  </a:cubicBezTo>
                  <a:cubicBezTo>
                    <a:pt x="2986" y="393"/>
                    <a:pt x="3342" y="578"/>
                    <a:pt x="3691" y="578"/>
                  </a:cubicBezTo>
                  <a:lnTo>
                    <a:pt x="3698" y="578"/>
                  </a:lnTo>
                  <a:cubicBezTo>
                    <a:pt x="4025" y="571"/>
                    <a:pt x="4365" y="401"/>
                    <a:pt x="4655" y="82"/>
                  </a:cubicBezTo>
                  <a:cubicBezTo>
                    <a:pt x="4914" y="356"/>
                    <a:pt x="5181" y="520"/>
                    <a:pt x="5455" y="564"/>
                  </a:cubicBezTo>
                  <a:lnTo>
                    <a:pt x="5476" y="564"/>
                  </a:lnTo>
                  <a:lnTo>
                    <a:pt x="5485" y="513"/>
                  </a:lnTo>
                  <a:lnTo>
                    <a:pt x="5469" y="513"/>
                  </a:lnTo>
                  <a:cubicBezTo>
                    <a:pt x="5195" y="468"/>
                    <a:pt x="4928" y="304"/>
                    <a:pt x="4669" y="31"/>
                  </a:cubicBezTo>
                  <a:lnTo>
                    <a:pt x="4655" y="8"/>
                  </a:lnTo>
                  <a:lnTo>
                    <a:pt x="4631" y="31"/>
                  </a:lnTo>
                  <a:cubicBezTo>
                    <a:pt x="4470" y="216"/>
                    <a:pt x="4128" y="520"/>
                    <a:pt x="3691" y="527"/>
                  </a:cubicBezTo>
                  <a:cubicBezTo>
                    <a:pt x="3351" y="527"/>
                    <a:pt x="3002" y="335"/>
                    <a:pt x="2750" y="24"/>
                  </a:cubicBezTo>
                  <a:lnTo>
                    <a:pt x="2729" y="0"/>
                  </a:lnTo>
                  <a:lnTo>
                    <a:pt x="2713" y="24"/>
                  </a:lnTo>
                  <a:cubicBezTo>
                    <a:pt x="2542" y="216"/>
                    <a:pt x="2202" y="527"/>
                    <a:pt x="1765" y="527"/>
                  </a:cubicBezTo>
                  <a:cubicBezTo>
                    <a:pt x="1423" y="527"/>
                    <a:pt x="1075" y="342"/>
                    <a:pt x="831" y="24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40">
              <a:extLst>
                <a:ext uri="{FF2B5EF4-FFF2-40B4-BE49-F238E27FC236}">
                  <a16:creationId xmlns:a16="http://schemas.microsoft.com/office/drawing/2014/main" id="{CF48C79D-EFDE-FE1A-7BCF-BA713B754E12}"/>
                </a:ext>
              </a:extLst>
            </p:cNvPr>
            <p:cNvSpPr/>
            <p:nvPr/>
          </p:nvSpPr>
          <p:spPr>
            <a:xfrm>
              <a:off x="5631616" y="3358101"/>
              <a:ext cx="417847" cy="43674"/>
            </a:xfrm>
            <a:custGeom>
              <a:avLst/>
              <a:gdLst/>
              <a:ahLst/>
              <a:cxnLst/>
              <a:rect l="l" t="t" r="r" b="b"/>
              <a:pathLst>
                <a:path w="5530" h="578" extrusionOk="0">
                  <a:moveTo>
                    <a:pt x="808" y="0"/>
                  </a:moveTo>
                  <a:lnTo>
                    <a:pt x="787" y="21"/>
                  </a:lnTo>
                  <a:cubicBezTo>
                    <a:pt x="550" y="297"/>
                    <a:pt x="290" y="459"/>
                    <a:pt x="24" y="510"/>
                  </a:cubicBezTo>
                  <a:lnTo>
                    <a:pt x="1" y="510"/>
                  </a:lnTo>
                  <a:lnTo>
                    <a:pt x="17" y="564"/>
                  </a:lnTo>
                  <a:lnTo>
                    <a:pt x="31" y="555"/>
                  </a:lnTo>
                  <a:cubicBezTo>
                    <a:pt x="305" y="503"/>
                    <a:pt x="564" y="349"/>
                    <a:pt x="808" y="75"/>
                  </a:cubicBezTo>
                  <a:cubicBezTo>
                    <a:pt x="1060" y="386"/>
                    <a:pt x="1416" y="571"/>
                    <a:pt x="1765" y="578"/>
                  </a:cubicBezTo>
                  <a:cubicBezTo>
                    <a:pt x="2209" y="578"/>
                    <a:pt x="2551" y="274"/>
                    <a:pt x="2729" y="75"/>
                  </a:cubicBezTo>
                  <a:cubicBezTo>
                    <a:pt x="2986" y="386"/>
                    <a:pt x="3342" y="571"/>
                    <a:pt x="3691" y="571"/>
                  </a:cubicBezTo>
                  <a:lnTo>
                    <a:pt x="3698" y="571"/>
                  </a:lnTo>
                  <a:cubicBezTo>
                    <a:pt x="4025" y="571"/>
                    <a:pt x="4365" y="393"/>
                    <a:pt x="4655" y="82"/>
                  </a:cubicBezTo>
                  <a:cubicBezTo>
                    <a:pt x="4928" y="363"/>
                    <a:pt x="5209" y="526"/>
                    <a:pt x="5506" y="564"/>
                  </a:cubicBezTo>
                  <a:lnTo>
                    <a:pt x="5521" y="564"/>
                  </a:lnTo>
                  <a:lnTo>
                    <a:pt x="5529" y="519"/>
                  </a:lnTo>
                  <a:lnTo>
                    <a:pt x="5506" y="510"/>
                  </a:lnTo>
                  <a:cubicBezTo>
                    <a:pt x="5225" y="482"/>
                    <a:pt x="4943" y="311"/>
                    <a:pt x="4669" y="21"/>
                  </a:cubicBezTo>
                  <a:lnTo>
                    <a:pt x="4655" y="7"/>
                  </a:lnTo>
                  <a:lnTo>
                    <a:pt x="4631" y="21"/>
                  </a:lnTo>
                  <a:cubicBezTo>
                    <a:pt x="4470" y="208"/>
                    <a:pt x="4128" y="519"/>
                    <a:pt x="3691" y="519"/>
                  </a:cubicBezTo>
                  <a:cubicBezTo>
                    <a:pt x="3351" y="519"/>
                    <a:pt x="3002" y="333"/>
                    <a:pt x="2750" y="21"/>
                  </a:cubicBezTo>
                  <a:lnTo>
                    <a:pt x="2729" y="0"/>
                  </a:lnTo>
                  <a:lnTo>
                    <a:pt x="2713" y="21"/>
                  </a:lnTo>
                  <a:cubicBezTo>
                    <a:pt x="2542" y="208"/>
                    <a:pt x="2202" y="526"/>
                    <a:pt x="1765" y="526"/>
                  </a:cubicBezTo>
                  <a:cubicBezTo>
                    <a:pt x="1423" y="526"/>
                    <a:pt x="1075" y="333"/>
                    <a:pt x="831" y="21"/>
                  </a:cubicBezTo>
                  <a:lnTo>
                    <a:pt x="808" y="0"/>
                  </a:ln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40">
              <a:extLst>
                <a:ext uri="{FF2B5EF4-FFF2-40B4-BE49-F238E27FC236}">
                  <a16:creationId xmlns:a16="http://schemas.microsoft.com/office/drawing/2014/main" id="{822950C3-C718-ADEA-E783-697A628B5916}"/>
                </a:ext>
              </a:extLst>
            </p:cNvPr>
            <p:cNvSpPr/>
            <p:nvPr/>
          </p:nvSpPr>
          <p:spPr>
            <a:xfrm>
              <a:off x="4971071" y="2283638"/>
              <a:ext cx="1088971" cy="605840"/>
            </a:xfrm>
            <a:custGeom>
              <a:avLst/>
              <a:gdLst/>
              <a:ahLst/>
              <a:cxnLst/>
              <a:rect l="l" t="t" r="r" b="b"/>
              <a:pathLst>
                <a:path w="14412" h="8018" extrusionOk="0">
                  <a:moveTo>
                    <a:pt x="8469" y="0"/>
                  </a:moveTo>
                  <a:cubicBezTo>
                    <a:pt x="8269" y="0"/>
                    <a:pt x="8106" y="171"/>
                    <a:pt x="8106" y="370"/>
                  </a:cubicBezTo>
                  <a:lnTo>
                    <a:pt x="8106" y="1675"/>
                  </a:lnTo>
                  <a:cubicBezTo>
                    <a:pt x="8106" y="1875"/>
                    <a:pt x="7935" y="2038"/>
                    <a:pt x="7736" y="2038"/>
                  </a:cubicBezTo>
                  <a:cubicBezTo>
                    <a:pt x="7542" y="2038"/>
                    <a:pt x="7387" y="1891"/>
                    <a:pt x="7371" y="1704"/>
                  </a:cubicBezTo>
                  <a:lnTo>
                    <a:pt x="7371" y="1037"/>
                  </a:lnTo>
                  <a:cubicBezTo>
                    <a:pt x="7371" y="838"/>
                    <a:pt x="7210" y="667"/>
                    <a:pt x="7009" y="667"/>
                  </a:cubicBezTo>
                  <a:cubicBezTo>
                    <a:pt x="6802" y="667"/>
                    <a:pt x="6639" y="838"/>
                    <a:pt x="6639" y="1037"/>
                  </a:cubicBezTo>
                  <a:lnTo>
                    <a:pt x="6639" y="1809"/>
                  </a:lnTo>
                  <a:cubicBezTo>
                    <a:pt x="6639" y="2015"/>
                    <a:pt x="6475" y="2179"/>
                    <a:pt x="6276" y="2179"/>
                  </a:cubicBezTo>
                  <a:cubicBezTo>
                    <a:pt x="6068" y="2179"/>
                    <a:pt x="5904" y="2015"/>
                    <a:pt x="5904" y="1809"/>
                  </a:cubicBezTo>
                  <a:lnTo>
                    <a:pt x="5904" y="601"/>
                  </a:lnTo>
                  <a:cubicBezTo>
                    <a:pt x="5904" y="393"/>
                    <a:pt x="5742" y="230"/>
                    <a:pt x="5534" y="230"/>
                  </a:cubicBezTo>
                  <a:cubicBezTo>
                    <a:pt x="5408" y="230"/>
                    <a:pt x="5298" y="297"/>
                    <a:pt x="5237" y="393"/>
                  </a:cubicBezTo>
                  <a:cubicBezTo>
                    <a:pt x="5193" y="452"/>
                    <a:pt x="5172" y="519"/>
                    <a:pt x="5172" y="601"/>
                  </a:cubicBezTo>
                  <a:lnTo>
                    <a:pt x="5172" y="993"/>
                  </a:lnTo>
                  <a:cubicBezTo>
                    <a:pt x="5172" y="1179"/>
                    <a:pt x="5015" y="1334"/>
                    <a:pt x="4830" y="1334"/>
                  </a:cubicBezTo>
                  <a:lnTo>
                    <a:pt x="4802" y="1334"/>
                  </a:lnTo>
                  <a:cubicBezTo>
                    <a:pt x="4631" y="1334"/>
                    <a:pt x="4490" y="1201"/>
                    <a:pt x="4467" y="1037"/>
                  </a:cubicBezTo>
                  <a:lnTo>
                    <a:pt x="288" y="6959"/>
                  </a:lnTo>
                  <a:cubicBezTo>
                    <a:pt x="0" y="7366"/>
                    <a:pt x="237" y="7982"/>
                    <a:pt x="711" y="8010"/>
                  </a:cubicBezTo>
                  <a:cubicBezTo>
                    <a:pt x="726" y="8017"/>
                    <a:pt x="740" y="8017"/>
                    <a:pt x="756" y="8017"/>
                  </a:cubicBezTo>
                  <a:lnTo>
                    <a:pt x="13656" y="8017"/>
                  </a:lnTo>
                  <a:cubicBezTo>
                    <a:pt x="13670" y="8017"/>
                    <a:pt x="13685" y="8017"/>
                    <a:pt x="13701" y="8010"/>
                  </a:cubicBezTo>
                  <a:cubicBezTo>
                    <a:pt x="14174" y="7982"/>
                    <a:pt x="14412" y="7366"/>
                    <a:pt x="14122" y="6959"/>
                  </a:cubicBezTo>
                  <a:lnTo>
                    <a:pt x="9550" y="527"/>
                  </a:lnTo>
                  <a:lnTo>
                    <a:pt x="9550" y="1341"/>
                  </a:lnTo>
                  <a:cubicBezTo>
                    <a:pt x="9550" y="1526"/>
                    <a:pt x="9395" y="1683"/>
                    <a:pt x="9210" y="1683"/>
                  </a:cubicBezTo>
                  <a:lnTo>
                    <a:pt x="9180" y="1683"/>
                  </a:lnTo>
                  <a:cubicBezTo>
                    <a:pt x="8988" y="1683"/>
                    <a:pt x="8839" y="1526"/>
                    <a:pt x="8839" y="1341"/>
                  </a:cubicBezTo>
                  <a:lnTo>
                    <a:pt x="8839" y="393"/>
                  </a:lnTo>
                  <a:lnTo>
                    <a:pt x="8839" y="370"/>
                  </a:lnTo>
                  <a:cubicBezTo>
                    <a:pt x="8839" y="171"/>
                    <a:pt x="8670" y="0"/>
                    <a:pt x="84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40">
              <a:extLst>
                <a:ext uri="{FF2B5EF4-FFF2-40B4-BE49-F238E27FC236}">
                  <a16:creationId xmlns:a16="http://schemas.microsoft.com/office/drawing/2014/main" id="{A26E7AAE-8406-D6D4-F36C-206987318AA5}"/>
                </a:ext>
              </a:extLst>
            </p:cNvPr>
            <p:cNvSpPr/>
            <p:nvPr/>
          </p:nvSpPr>
          <p:spPr>
            <a:xfrm>
              <a:off x="5296206" y="2150350"/>
              <a:ext cx="396463" cy="297933"/>
            </a:xfrm>
            <a:custGeom>
              <a:avLst/>
              <a:gdLst/>
              <a:ahLst/>
              <a:cxnLst/>
              <a:rect l="l" t="t" r="r" b="b"/>
              <a:pathLst>
                <a:path w="5247" h="3943" extrusionOk="0">
                  <a:moveTo>
                    <a:pt x="2891" y="0"/>
                  </a:moveTo>
                  <a:cubicBezTo>
                    <a:pt x="2418" y="0"/>
                    <a:pt x="1973" y="238"/>
                    <a:pt x="1683" y="646"/>
                  </a:cubicBezTo>
                  <a:lnTo>
                    <a:pt x="890" y="1771"/>
                  </a:lnTo>
                  <a:lnTo>
                    <a:pt x="890" y="1764"/>
                  </a:lnTo>
                  <a:lnTo>
                    <a:pt x="165" y="2804"/>
                  </a:lnTo>
                  <a:lnTo>
                    <a:pt x="165" y="2804"/>
                  </a:lnTo>
                  <a:cubicBezTo>
                    <a:pt x="165" y="2803"/>
                    <a:pt x="164" y="2802"/>
                    <a:pt x="164" y="2801"/>
                  </a:cubicBezTo>
                  <a:lnTo>
                    <a:pt x="1" y="3039"/>
                  </a:lnTo>
                  <a:lnTo>
                    <a:pt x="1" y="3039"/>
                  </a:lnTo>
                  <a:lnTo>
                    <a:pt x="165" y="2804"/>
                  </a:lnTo>
                  <a:lnTo>
                    <a:pt x="165" y="2804"/>
                  </a:lnTo>
                  <a:cubicBezTo>
                    <a:pt x="189" y="2966"/>
                    <a:pt x="329" y="3091"/>
                    <a:pt x="499" y="3091"/>
                  </a:cubicBezTo>
                  <a:lnTo>
                    <a:pt x="534" y="3091"/>
                  </a:lnTo>
                  <a:cubicBezTo>
                    <a:pt x="721" y="3091"/>
                    <a:pt x="876" y="2943"/>
                    <a:pt x="876" y="2749"/>
                  </a:cubicBezTo>
                  <a:lnTo>
                    <a:pt x="876" y="2356"/>
                  </a:lnTo>
                  <a:cubicBezTo>
                    <a:pt x="876" y="2283"/>
                    <a:pt x="899" y="2209"/>
                    <a:pt x="934" y="2157"/>
                  </a:cubicBezTo>
                  <a:cubicBezTo>
                    <a:pt x="943" y="2143"/>
                    <a:pt x="957" y="2127"/>
                    <a:pt x="965" y="2120"/>
                  </a:cubicBezTo>
                  <a:cubicBezTo>
                    <a:pt x="972" y="2113"/>
                    <a:pt x="972" y="2106"/>
                    <a:pt x="979" y="2099"/>
                  </a:cubicBezTo>
                  <a:cubicBezTo>
                    <a:pt x="988" y="2090"/>
                    <a:pt x="1002" y="2083"/>
                    <a:pt x="1009" y="2075"/>
                  </a:cubicBezTo>
                  <a:cubicBezTo>
                    <a:pt x="1023" y="2068"/>
                    <a:pt x="1032" y="2054"/>
                    <a:pt x="1046" y="2045"/>
                  </a:cubicBezTo>
                  <a:cubicBezTo>
                    <a:pt x="1053" y="2045"/>
                    <a:pt x="1061" y="2038"/>
                    <a:pt x="1068" y="2038"/>
                  </a:cubicBezTo>
                  <a:cubicBezTo>
                    <a:pt x="1091" y="2024"/>
                    <a:pt x="1121" y="2017"/>
                    <a:pt x="1142" y="2010"/>
                  </a:cubicBezTo>
                  <a:cubicBezTo>
                    <a:pt x="1173" y="2001"/>
                    <a:pt x="1201" y="1994"/>
                    <a:pt x="1231" y="1994"/>
                  </a:cubicBezTo>
                  <a:cubicBezTo>
                    <a:pt x="1439" y="1994"/>
                    <a:pt x="1601" y="2157"/>
                    <a:pt x="1601" y="2365"/>
                  </a:cubicBezTo>
                  <a:lnTo>
                    <a:pt x="1601" y="3573"/>
                  </a:lnTo>
                  <a:cubicBezTo>
                    <a:pt x="1601" y="3779"/>
                    <a:pt x="1765" y="3943"/>
                    <a:pt x="1973" y="3943"/>
                  </a:cubicBezTo>
                  <a:cubicBezTo>
                    <a:pt x="2172" y="3943"/>
                    <a:pt x="2336" y="3779"/>
                    <a:pt x="2336" y="3573"/>
                  </a:cubicBezTo>
                  <a:lnTo>
                    <a:pt x="2336" y="2801"/>
                  </a:lnTo>
                  <a:cubicBezTo>
                    <a:pt x="2336" y="2602"/>
                    <a:pt x="2499" y="2431"/>
                    <a:pt x="2706" y="2431"/>
                  </a:cubicBezTo>
                  <a:cubicBezTo>
                    <a:pt x="2907" y="2431"/>
                    <a:pt x="3068" y="2602"/>
                    <a:pt x="3068" y="2801"/>
                  </a:cubicBezTo>
                  <a:lnTo>
                    <a:pt x="3068" y="3468"/>
                  </a:lnTo>
                  <a:cubicBezTo>
                    <a:pt x="3084" y="3655"/>
                    <a:pt x="3239" y="3802"/>
                    <a:pt x="3433" y="3802"/>
                  </a:cubicBezTo>
                  <a:cubicBezTo>
                    <a:pt x="3632" y="3802"/>
                    <a:pt x="3803" y="3639"/>
                    <a:pt x="3803" y="3439"/>
                  </a:cubicBezTo>
                  <a:lnTo>
                    <a:pt x="3803" y="2134"/>
                  </a:lnTo>
                  <a:cubicBezTo>
                    <a:pt x="3803" y="1935"/>
                    <a:pt x="3966" y="1764"/>
                    <a:pt x="4166" y="1764"/>
                  </a:cubicBezTo>
                  <a:cubicBezTo>
                    <a:pt x="4367" y="1764"/>
                    <a:pt x="4536" y="1935"/>
                    <a:pt x="4536" y="2134"/>
                  </a:cubicBezTo>
                  <a:lnTo>
                    <a:pt x="4536" y="2157"/>
                  </a:lnTo>
                  <a:lnTo>
                    <a:pt x="4536" y="3105"/>
                  </a:lnTo>
                  <a:cubicBezTo>
                    <a:pt x="4536" y="3290"/>
                    <a:pt x="4685" y="3447"/>
                    <a:pt x="4870" y="3447"/>
                  </a:cubicBezTo>
                  <a:lnTo>
                    <a:pt x="4907" y="3447"/>
                  </a:lnTo>
                  <a:cubicBezTo>
                    <a:pt x="5092" y="3447"/>
                    <a:pt x="5247" y="3290"/>
                    <a:pt x="5247" y="3105"/>
                  </a:cubicBezTo>
                  <a:lnTo>
                    <a:pt x="5247" y="2291"/>
                  </a:lnTo>
                  <a:lnTo>
                    <a:pt x="4062" y="631"/>
                  </a:lnTo>
                  <a:cubicBezTo>
                    <a:pt x="3780" y="231"/>
                    <a:pt x="3351" y="0"/>
                    <a:pt x="2891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40">
              <a:extLst>
                <a:ext uri="{FF2B5EF4-FFF2-40B4-BE49-F238E27FC236}">
                  <a16:creationId xmlns:a16="http://schemas.microsoft.com/office/drawing/2014/main" id="{0C7A84EE-AC50-794B-FAC5-9C1554B9657C}"/>
                </a:ext>
              </a:extLst>
            </p:cNvPr>
            <p:cNvSpPr/>
            <p:nvPr/>
          </p:nvSpPr>
          <p:spPr>
            <a:xfrm>
              <a:off x="5013536" y="2662118"/>
              <a:ext cx="690467" cy="226756"/>
            </a:xfrm>
            <a:custGeom>
              <a:avLst/>
              <a:gdLst/>
              <a:ahLst/>
              <a:cxnLst/>
              <a:rect l="l" t="t" r="r" b="b"/>
              <a:pathLst>
                <a:path w="9138" h="3001" extrusionOk="0">
                  <a:moveTo>
                    <a:pt x="1104" y="1"/>
                  </a:moveTo>
                  <a:lnTo>
                    <a:pt x="0" y="1571"/>
                  </a:lnTo>
                  <a:cubicBezTo>
                    <a:pt x="75" y="1550"/>
                    <a:pt x="149" y="1534"/>
                    <a:pt x="229" y="1534"/>
                  </a:cubicBezTo>
                  <a:cubicBezTo>
                    <a:pt x="608" y="1534"/>
                    <a:pt x="912" y="1808"/>
                    <a:pt x="971" y="2172"/>
                  </a:cubicBezTo>
                  <a:cubicBezTo>
                    <a:pt x="1015" y="2149"/>
                    <a:pt x="1067" y="2135"/>
                    <a:pt x="1128" y="2135"/>
                  </a:cubicBezTo>
                  <a:cubicBezTo>
                    <a:pt x="1163" y="2135"/>
                    <a:pt x="1200" y="2142"/>
                    <a:pt x="1238" y="2156"/>
                  </a:cubicBezTo>
                  <a:cubicBezTo>
                    <a:pt x="1341" y="2030"/>
                    <a:pt x="1490" y="1957"/>
                    <a:pt x="1661" y="1957"/>
                  </a:cubicBezTo>
                  <a:cubicBezTo>
                    <a:pt x="1956" y="1957"/>
                    <a:pt x="2195" y="2201"/>
                    <a:pt x="2195" y="2498"/>
                  </a:cubicBezTo>
                  <a:lnTo>
                    <a:pt x="2195" y="2535"/>
                  </a:lnTo>
                  <a:cubicBezTo>
                    <a:pt x="2246" y="2498"/>
                    <a:pt x="2305" y="2467"/>
                    <a:pt x="2372" y="2467"/>
                  </a:cubicBezTo>
                  <a:cubicBezTo>
                    <a:pt x="2527" y="2467"/>
                    <a:pt x="2653" y="2594"/>
                    <a:pt x="2653" y="2750"/>
                  </a:cubicBezTo>
                  <a:cubicBezTo>
                    <a:pt x="2653" y="2860"/>
                    <a:pt x="2595" y="2957"/>
                    <a:pt x="2497" y="3001"/>
                  </a:cubicBezTo>
                  <a:lnTo>
                    <a:pt x="5188" y="3001"/>
                  </a:lnTo>
                  <a:cubicBezTo>
                    <a:pt x="5136" y="2973"/>
                    <a:pt x="5106" y="2912"/>
                    <a:pt x="5106" y="2853"/>
                  </a:cubicBezTo>
                  <a:cubicBezTo>
                    <a:pt x="5106" y="2750"/>
                    <a:pt x="5188" y="2668"/>
                    <a:pt x="5291" y="2668"/>
                  </a:cubicBezTo>
                  <a:cubicBezTo>
                    <a:pt x="5335" y="2668"/>
                    <a:pt x="5380" y="2683"/>
                    <a:pt x="5410" y="2706"/>
                  </a:cubicBezTo>
                  <a:lnTo>
                    <a:pt x="5410" y="2683"/>
                  </a:lnTo>
                  <a:cubicBezTo>
                    <a:pt x="5410" y="2483"/>
                    <a:pt x="5573" y="2327"/>
                    <a:pt x="5765" y="2327"/>
                  </a:cubicBezTo>
                  <a:cubicBezTo>
                    <a:pt x="5876" y="2327"/>
                    <a:pt x="5981" y="2379"/>
                    <a:pt x="6039" y="2453"/>
                  </a:cubicBezTo>
                  <a:cubicBezTo>
                    <a:pt x="6070" y="2446"/>
                    <a:pt x="6091" y="2446"/>
                    <a:pt x="6121" y="2446"/>
                  </a:cubicBezTo>
                  <a:cubicBezTo>
                    <a:pt x="6159" y="2446"/>
                    <a:pt x="6187" y="2453"/>
                    <a:pt x="6224" y="2467"/>
                  </a:cubicBezTo>
                  <a:cubicBezTo>
                    <a:pt x="6240" y="2357"/>
                    <a:pt x="6292" y="2261"/>
                    <a:pt x="6365" y="2186"/>
                  </a:cubicBezTo>
                  <a:lnTo>
                    <a:pt x="6388" y="734"/>
                  </a:lnTo>
                  <a:cubicBezTo>
                    <a:pt x="6402" y="734"/>
                    <a:pt x="6409" y="1505"/>
                    <a:pt x="6418" y="2142"/>
                  </a:cubicBezTo>
                  <a:cubicBezTo>
                    <a:pt x="6498" y="2083"/>
                    <a:pt x="6603" y="2046"/>
                    <a:pt x="6713" y="2046"/>
                  </a:cubicBezTo>
                  <a:cubicBezTo>
                    <a:pt x="6774" y="2046"/>
                    <a:pt x="6833" y="2060"/>
                    <a:pt x="6884" y="2074"/>
                  </a:cubicBezTo>
                  <a:cubicBezTo>
                    <a:pt x="7076" y="2135"/>
                    <a:pt x="7218" y="2306"/>
                    <a:pt x="7218" y="2512"/>
                  </a:cubicBezTo>
                  <a:lnTo>
                    <a:pt x="7218" y="2549"/>
                  </a:lnTo>
                  <a:cubicBezTo>
                    <a:pt x="7233" y="2542"/>
                    <a:pt x="7247" y="2542"/>
                    <a:pt x="7270" y="2542"/>
                  </a:cubicBezTo>
                  <a:lnTo>
                    <a:pt x="7284" y="2542"/>
                  </a:lnTo>
                  <a:cubicBezTo>
                    <a:pt x="7441" y="2386"/>
                    <a:pt x="7626" y="2245"/>
                    <a:pt x="7832" y="2112"/>
                  </a:cubicBezTo>
                  <a:cubicBezTo>
                    <a:pt x="7841" y="1934"/>
                    <a:pt x="7900" y="1756"/>
                    <a:pt x="8010" y="1601"/>
                  </a:cubicBezTo>
                  <a:lnTo>
                    <a:pt x="9137" y="1"/>
                  </a:lnTo>
                  <a:close/>
                </a:path>
              </a:pathLst>
            </a:custGeom>
            <a:solidFill>
              <a:srgbClr val="DFD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40">
              <a:extLst>
                <a:ext uri="{FF2B5EF4-FFF2-40B4-BE49-F238E27FC236}">
                  <a16:creationId xmlns:a16="http://schemas.microsoft.com/office/drawing/2014/main" id="{F5790243-F5AC-44E6-878B-03D429EDCE8A}"/>
                </a:ext>
              </a:extLst>
            </p:cNvPr>
            <p:cNvSpPr/>
            <p:nvPr/>
          </p:nvSpPr>
          <p:spPr>
            <a:xfrm>
              <a:off x="5588472" y="2006559"/>
              <a:ext cx="1504551" cy="886923"/>
            </a:xfrm>
            <a:custGeom>
              <a:avLst/>
              <a:gdLst/>
              <a:ahLst/>
              <a:cxnLst/>
              <a:rect l="l" t="t" r="r" b="b"/>
              <a:pathLst>
                <a:path w="19912" h="11738" extrusionOk="0">
                  <a:moveTo>
                    <a:pt x="8752" y="0"/>
                  </a:moveTo>
                  <a:cubicBezTo>
                    <a:pt x="8604" y="0"/>
                    <a:pt x="8471" y="59"/>
                    <a:pt x="8368" y="155"/>
                  </a:cubicBezTo>
                  <a:cubicBezTo>
                    <a:pt x="8270" y="251"/>
                    <a:pt x="8211" y="391"/>
                    <a:pt x="8211" y="541"/>
                  </a:cubicBezTo>
                  <a:lnTo>
                    <a:pt x="8211" y="770"/>
                  </a:lnTo>
                  <a:lnTo>
                    <a:pt x="8211" y="3512"/>
                  </a:lnTo>
                  <a:lnTo>
                    <a:pt x="8211" y="3742"/>
                  </a:lnTo>
                  <a:cubicBezTo>
                    <a:pt x="8211" y="3890"/>
                    <a:pt x="8153" y="4023"/>
                    <a:pt x="8048" y="4126"/>
                  </a:cubicBezTo>
                  <a:cubicBezTo>
                    <a:pt x="7952" y="4224"/>
                    <a:pt x="7818" y="4283"/>
                    <a:pt x="7664" y="4283"/>
                  </a:cubicBezTo>
                  <a:cubicBezTo>
                    <a:pt x="7367" y="4283"/>
                    <a:pt x="7123" y="4037"/>
                    <a:pt x="7123" y="3742"/>
                  </a:cubicBezTo>
                  <a:lnTo>
                    <a:pt x="7123" y="770"/>
                  </a:lnTo>
                  <a:lnTo>
                    <a:pt x="7123" y="756"/>
                  </a:lnTo>
                  <a:lnTo>
                    <a:pt x="401" y="10277"/>
                  </a:lnTo>
                  <a:cubicBezTo>
                    <a:pt x="1" y="10848"/>
                    <a:pt x="328" y="11693"/>
                    <a:pt x="979" y="11737"/>
                  </a:cubicBezTo>
                  <a:lnTo>
                    <a:pt x="18933" y="11737"/>
                  </a:lnTo>
                  <a:cubicBezTo>
                    <a:pt x="19586" y="11693"/>
                    <a:pt x="19911" y="10839"/>
                    <a:pt x="19511" y="10277"/>
                  </a:cubicBezTo>
                  <a:lnTo>
                    <a:pt x="12561" y="496"/>
                  </a:lnTo>
                  <a:lnTo>
                    <a:pt x="12561" y="3393"/>
                  </a:lnTo>
                  <a:cubicBezTo>
                    <a:pt x="12561" y="3541"/>
                    <a:pt x="12494" y="3674"/>
                    <a:pt x="12398" y="3770"/>
                  </a:cubicBezTo>
                  <a:cubicBezTo>
                    <a:pt x="12302" y="3875"/>
                    <a:pt x="12161" y="3934"/>
                    <a:pt x="12014" y="3934"/>
                  </a:cubicBezTo>
                  <a:cubicBezTo>
                    <a:pt x="11717" y="3934"/>
                    <a:pt x="11471" y="3690"/>
                    <a:pt x="11471" y="3393"/>
                  </a:cubicBezTo>
                  <a:lnTo>
                    <a:pt x="11471" y="1592"/>
                  </a:lnTo>
                  <a:cubicBezTo>
                    <a:pt x="11471" y="1290"/>
                    <a:pt x="11227" y="1044"/>
                    <a:pt x="10923" y="1044"/>
                  </a:cubicBezTo>
                  <a:cubicBezTo>
                    <a:pt x="10776" y="1044"/>
                    <a:pt x="10642" y="1112"/>
                    <a:pt x="10537" y="1208"/>
                  </a:cubicBezTo>
                  <a:cubicBezTo>
                    <a:pt x="10441" y="1304"/>
                    <a:pt x="10383" y="1444"/>
                    <a:pt x="10383" y="1592"/>
                  </a:cubicBezTo>
                  <a:lnTo>
                    <a:pt x="10383" y="2734"/>
                  </a:lnTo>
                  <a:cubicBezTo>
                    <a:pt x="10383" y="2890"/>
                    <a:pt x="10324" y="3023"/>
                    <a:pt x="10219" y="3119"/>
                  </a:cubicBezTo>
                  <a:cubicBezTo>
                    <a:pt x="10123" y="3223"/>
                    <a:pt x="9990" y="3281"/>
                    <a:pt x="9835" y="3281"/>
                  </a:cubicBezTo>
                  <a:cubicBezTo>
                    <a:pt x="9538" y="3281"/>
                    <a:pt x="9293" y="3038"/>
                    <a:pt x="9293" y="2734"/>
                  </a:cubicBezTo>
                  <a:lnTo>
                    <a:pt x="9302" y="2734"/>
                  </a:lnTo>
                  <a:lnTo>
                    <a:pt x="9302" y="541"/>
                  </a:lnTo>
                  <a:cubicBezTo>
                    <a:pt x="9302" y="244"/>
                    <a:pt x="9056" y="0"/>
                    <a:pt x="87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40">
              <a:extLst>
                <a:ext uri="{FF2B5EF4-FFF2-40B4-BE49-F238E27FC236}">
                  <a16:creationId xmlns:a16="http://schemas.microsoft.com/office/drawing/2014/main" id="{867D8111-4D7A-16D1-90BE-55C7B1F48AE9}"/>
                </a:ext>
              </a:extLst>
            </p:cNvPr>
            <p:cNvSpPr/>
            <p:nvPr/>
          </p:nvSpPr>
          <p:spPr>
            <a:xfrm>
              <a:off x="6126685" y="1872667"/>
              <a:ext cx="410971" cy="457516"/>
            </a:xfrm>
            <a:custGeom>
              <a:avLst/>
              <a:gdLst/>
              <a:ahLst/>
              <a:cxnLst/>
              <a:rect l="l" t="t" r="r" b="b"/>
              <a:pathLst>
                <a:path w="5439" h="6055" extrusionOk="0">
                  <a:moveTo>
                    <a:pt x="2815" y="1"/>
                  </a:moveTo>
                  <a:cubicBezTo>
                    <a:pt x="2163" y="1"/>
                    <a:pt x="1547" y="334"/>
                    <a:pt x="1147" y="897"/>
                  </a:cubicBezTo>
                  <a:lnTo>
                    <a:pt x="0" y="2528"/>
                  </a:lnTo>
                  <a:lnTo>
                    <a:pt x="0" y="2542"/>
                  </a:lnTo>
                  <a:lnTo>
                    <a:pt x="0" y="5514"/>
                  </a:lnTo>
                  <a:cubicBezTo>
                    <a:pt x="0" y="5809"/>
                    <a:pt x="244" y="6055"/>
                    <a:pt x="541" y="6055"/>
                  </a:cubicBezTo>
                  <a:cubicBezTo>
                    <a:pt x="695" y="6055"/>
                    <a:pt x="829" y="5996"/>
                    <a:pt x="925" y="5898"/>
                  </a:cubicBezTo>
                  <a:cubicBezTo>
                    <a:pt x="1030" y="5795"/>
                    <a:pt x="1088" y="5662"/>
                    <a:pt x="1088" y="5514"/>
                  </a:cubicBezTo>
                  <a:lnTo>
                    <a:pt x="1088" y="5284"/>
                  </a:lnTo>
                  <a:lnTo>
                    <a:pt x="1088" y="2542"/>
                  </a:lnTo>
                  <a:lnTo>
                    <a:pt x="1088" y="2313"/>
                  </a:lnTo>
                  <a:cubicBezTo>
                    <a:pt x="1088" y="2163"/>
                    <a:pt x="1147" y="2023"/>
                    <a:pt x="1245" y="1927"/>
                  </a:cubicBezTo>
                  <a:cubicBezTo>
                    <a:pt x="1348" y="1831"/>
                    <a:pt x="1481" y="1772"/>
                    <a:pt x="1629" y="1772"/>
                  </a:cubicBezTo>
                  <a:cubicBezTo>
                    <a:pt x="1933" y="1772"/>
                    <a:pt x="2179" y="2016"/>
                    <a:pt x="2179" y="2313"/>
                  </a:cubicBezTo>
                  <a:lnTo>
                    <a:pt x="2179" y="4506"/>
                  </a:lnTo>
                  <a:lnTo>
                    <a:pt x="2170" y="4506"/>
                  </a:lnTo>
                  <a:cubicBezTo>
                    <a:pt x="2170" y="4810"/>
                    <a:pt x="2415" y="5053"/>
                    <a:pt x="2712" y="5053"/>
                  </a:cubicBezTo>
                  <a:cubicBezTo>
                    <a:pt x="2867" y="5053"/>
                    <a:pt x="3000" y="4995"/>
                    <a:pt x="3096" y="4891"/>
                  </a:cubicBezTo>
                  <a:cubicBezTo>
                    <a:pt x="3201" y="4795"/>
                    <a:pt x="3260" y="4662"/>
                    <a:pt x="3260" y="4506"/>
                  </a:cubicBezTo>
                  <a:lnTo>
                    <a:pt x="3260" y="3364"/>
                  </a:lnTo>
                  <a:cubicBezTo>
                    <a:pt x="3260" y="3216"/>
                    <a:pt x="3318" y="3076"/>
                    <a:pt x="3414" y="2980"/>
                  </a:cubicBezTo>
                  <a:cubicBezTo>
                    <a:pt x="3519" y="2884"/>
                    <a:pt x="3653" y="2816"/>
                    <a:pt x="3800" y="2816"/>
                  </a:cubicBezTo>
                  <a:cubicBezTo>
                    <a:pt x="4104" y="2816"/>
                    <a:pt x="4348" y="3062"/>
                    <a:pt x="4348" y="3364"/>
                  </a:cubicBezTo>
                  <a:lnTo>
                    <a:pt x="4348" y="5165"/>
                  </a:lnTo>
                  <a:cubicBezTo>
                    <a:pt x="4348" y="5462"/>
                    <a:pt x="4594" y="5706"/>
                    <a:pt x="4891" y="5706"/>
                  </a:cubicBezTo>
                  <a:cubicBezTo>
                    <a:pt x="5038" y="5706"/>
                    <a:pt x="5179" y="5647"/>
                    <a:pt x="5275" y="5542"/>
                  </a:cubicBezTo>
                  <a:cubicBezTo>
                    <a:pt x="5371" y="5446"/>
                    <a:pt x="5438" y="5313"/>
                    <a:pt x="5438" y="5165"/>
                  </a:cubicBezTo>
                  <a:lnTo>
                    <a:pt x="5438" y="2268"/>
                  </a:lnTo>
                  <a:lnTo>
                    <a:pt x="4437" y="867"/>
                  </a:lnTo>
                  <a:cubicBezTo>
                    <a:pt x="4053" y="326"/>
                    <a:pt x="3452" y="1"/>
                    <a:pt x="2815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40">
              <a:extLst>
                <a:ext uri="{FF2B5EF4-FFF2-40B4-BE49-F238E27FC236}">
                  <a16:creationId xmlns:a16="http://schemas.microsoft.com/office/drawing/2014/main" id="{DFF23E74-DFBD-43C4-9884-A3459459354C}"/>
                </a:ext>
              </a:extLst>
            </p:cNvPr>
            <p:cNvSpPr/>
            <p:nvPr/>
          </p:nvSpPr>
          <p:spPr>
            <a:xfrm>
              <a:off x="5655116" y="2892198"/>
              <a:ext cx="10201" cy="1285"/>
            </a:xfrm>
            <a:custGeom>
              <a:avLst/>
              <a:gdLst/>
              <a:ahLst/>
              <a:cxnLst/>
              <a:rect l="l" t="t" r="r" b="b"/>
              <a:pathLst>
                <a:path w="135" h="17" extrusionOk="0">
                  <a:moveTo>
                    <a:pt x="1" y="0"/>
                  </a:moveTo>
                  <a:lnTo>
                    <a:pt x="1" y="0"/>
                  </a:lnTo>
                  <a:cubicBezTo>
                    <a:pt x="31" y="8"/>
                    <a:pt x="61" y="16"/>
                    <a:pt x="97" y="16"/>
                  </a:cubicBezTo>
                  <a:lnTo>
                    <a:pt x="134" y="16"/>
                  </a:lnTo>
                  <a:lnTo>
                    <a:pt x="97" y="16"/>
                  </a:lnTo>
                  <a:cubicBezTo>
                    <a:pt x="61" y="16"/>
                    <a:pt x="31" y="8"/>
                    <a:pt x="1" y="0"/>
                  </a:cubicBezTo>
                  <a:close/>
                </a:path>
              </a:pathLst>
            </a:custGeom>
            <a:solidFill>
              <a:srgbClr val="677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40">
              <a:extLst>
                <a:ext uri="{FF2B5EF4-FFF2-40B4-BE49-F238E27FC236}">
                  <a16:creationId xmlns:a16="http://schemas.microsoft.com/office/drawing/2014/main" id="{031321D6-488C-23DF-ABD2-F31936EB8A33}"/>
                </a:ext>
              </a:extLst>
            </p:cNvPr>
            <p:cNvSpPr/>
            <p:nvPr/>
          </p:nvSpPr>
          <p:spPr>
            <a:xfrm>
              <a:off x="5605246" y="2579757"/>
              <a:ext cx="1122142" cy="313725"/>
            </a:xfrm>
            <a:custGeom>
              <a:avLst/>
              <a:gdLst/>
              <a:ahLst/>
              <a:cxnLst/>
              <a:rect l="l" t="t" r="r" b="b"/>
              <a:pathLst>
                <a:path w="14851" h="4152" extrusionOk="0">
                  <a:moveTo>
                    <a:pt x="661" y="4135"/>
                  </a:moveTo>
                  <a:cubicBezTo>
                    <a:pt x="691" y="4143"/>
                    <a:pt x="721" y="4151"/>
                    <a:pt x="757" y="4151"/>
                  </a:cubicBezTo>
                  <a:lnTo>
                    <a:pt x="6101" y="4151"/>
                  </a:lnTo>
                  <a:cubicBezTo>
                    <a:pt x="6101" y="4151"/>
                    <a:pt x="6101" y="4143"/>
                    <a:pt x="6108" y="4135"/>
                  </a:cubicBezTo>
                  <a:close/>
                  <a:moveTo>
                    <a:pt x="2076" y="1"/>
                  </a:moveTo>
                  <a:lnTo>
                    <a:pt x="179" y="2691"/>
                  </a:lnTo>
                  <a:cubicBezTo>
                    <a:pt x="69" y="2846"/>
                    <a:pt x="10" y="3024"/>
                    <a:pt x="1" y="3202"/>
                  </a:cubicBezTo>
                  <a:cubicBezTo>
                    <a:pt x="862" y="2661"/>
                    <a:pt x="2121" y="2313"/>
                    <a:pt x="3522" y="2313"/>
                  </a:cubicBezTo>
                  <a:cubicBezTo>
                    <a:pt x="4811" y="2313"/>
                    <a:pt x="5982" y="2602"/>
                    <a:pt x="6826" y="3068"/>
                  </a:cubicBezTo>
                  <a:cubicBezTo>
                    <a:pt x="7664" y="2231"/>
                    <a:pt x="8982" y="1683"/>
                    <a:pt x="10472" y="1683"/>
                  </a:cubicBezTo>
                  <a:cubicBezTo>
                    <a:pt x="12524" y="1683"/>
                    <a:pt x="14265" y="2720"/>
                    <a:pt x="14843" y="4151"/>
                  </a:cubicBezTo>
                  <a:lnTo>
                    <a:pt x="14850" y="1"/>
                  </a:lnTo>
                  <a:close/>
                </a:path>
              </a:pathLst>
            </a:custGeom>
            <a:solidFill>
              <a:srgbClr val="DFD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40">
              <a:extLst>
                <a:ext uri="{FF2B5EF4-FFF2-40B4-BE49-F238E27FC236}">
                  <a16:creationId xmlns:a16="http://schemas.microsoft.com/office/drawing/2014/main" id="{66706877-5BC8-9F32-2D77-B2F8A8ECF1AA}"/>
                </a:ext>
              </a:extLst>
            </p:cNvPr>
            <p:cNvSpPr/>
            <p:nvPr/>
          </p:nvSpPr>
          <p:spPr>
            <a:xfrm>
              <a:off x="6934497" y="2286433"/>
              <a:ext cx="503456" cy="610978"/>
            </a:xfrm>
            <a:custGeom>
              <a:avLst/>
              <a:gdLst/>
              <a:ahLst/>
              <a:cxnLst/>
              <a:rect l="l" t="t" r="r" b="b"/>
              <a:pathLst>
                <a:path w="6663" h="8086" extrusionOk="0">
                  <a:moveTo>
                    <a:pt x="1" y="1"/>
                  </a:moveTo>
                  <a:lnTo>
                    <a:pt x="1" y="8085"/>
                  </a:lnTo>
                  <a:lnTo>
                    <a:pt x="6662" y="8085"/>
                  </a:lnTo>
                  <a:lnTo>
                    <a:pt x="6662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40">
              <a:extLst>
                <a:ext uri="{FF2B5EF4-FFF2-40B4-BE49-F238E27FC236}">
                  <a16:creationId xmlns:a16="http://schemas.microsoft.com/office/drawing/2014/main" id="{27FEED4C-948C-2137-38E8-C3CEA9F5D42D}"/>
                </a:ext>
              </a:extLst>
            </p:cNvPr>
            <p:cNvSpPr/>
            <p:nvPr/>
          </p:nvSpPr>
          <p:spPr>
            <a:xfrm>
              <a:off x="6934497" y="2505860"/>
              <a:ext cx="503456" cy="31509"/>
            </a:xfrm>
            <a:custGeom>
              <a:avLst/>
              <a:gdLst/>
              <a:ahLst/>
              <a:cxnLst/>
              <a:rect l="l" t="t" r="r" b="b"/>
              <a:pathLst>
                <a:path w="6663" h="417" extrusionOk="0">
                  <a:moveTo>
                    <a:pt x="1" y="1"/>
                  </a:moveTo>
                  <a:lnTo>
                    <a:pt x="1" y="417"/>
                  </a:lnTo>
                  <a:lnTo>
                    <a:pt x="6662" y="417"/>
                  </a:lnTo>
                  <a:lnTo>
                    <a:pt x="6662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40">
              <a:extLst>
                <a:ext uri="{FF2B5EF4-FFF2-40B4-BE49-F238E27FC236}">
                  <a16:creationId xmlns:a16="http://schemas.microsoft.com/office/drawing/2014/main" id="{FDDFCAF2-45FA-8651-AD81-DF9D7F8585B6}"/>
                </a:ext>
              </a:extLst>
            </p:cNvPr>
            <p:cNvSpPr/>
            <p:nvPr/>
          </p:nvSpPr>
          <p:spPr>
            <a:xfrm>
              <a:off x="6934497" y="2620635"/>
              <a:ext cx="503456" cy="105935"/>
            </a:xfrm>
            <a:custGeom>
              <a:avLst/>
              <a:gdLst/>
              <a:ahLst/>
              <a:cxnLst/>
              <a:rect l="l" t="t" r="r" b="b"/>
              <a:pathLst>
                <a:path w="6663" h="1402" extrusionOk="0">
                  <a:moveTo>
                    <a:pt x="1" y="0"/>
                  </a:moveTo>
                  <a:lnTo>
                    <a:pt x="1" y="1402"/>
                  </a:lnTo>
                  <a:lnTo>
                    <a:pt x="6662" y="1402"/>
                  </a:lnTo>
                  <a:lnTo>
                    <a:pt x="6662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40">
              <a:extLst>
                <a:ext uri="{FF2B5EF4-FFF2-40B4-BE49-F238E27FC236}">
                  <a16:creationId xmlns:a16="http://schemas.microsoft.com/office/drawing/2014/main" id="{46946A46-B20C-038F-F3C8-1407ECD12D79}"/>
                </a:ext>
              </a:extLst>
            </p:cNvPr>
            <p:cNvSpPr/>
            <p:nvPr/>
          </p:nvSpPr>
          <p:spPr>
            <a:xfrm>
              <a:off x="7294994" y="2616177"/>
              <a:ext cx="62337" cy="113793"/>
            </a:xfrm>
            <a:custGeom>
              <a:avLst/>
              <a:gdLst/>
              <a:ahLst/>
              <a:cxnLst/>
              <a:rect l="l" t="t" r="r" b="b"/>
              <a:pathLst>
                <a:path w="825" h="1506" extrusionOk="0">
                  <a:moveTo>
                    <a:pt x="743" y="82"/>
                  </a:moveTo>
                  <a:lnTo>
                    <a:pt x="743" y="1423"/>
                  </a:lnTo>
                  <a:lnTo>
                    <a:pt x="83" y="1423"/>
                  </a:lnTo>
                  <a:lnTo>
                    <a:pt x="83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40">
              <a:extLst>
                <a:ext uri="{FF2B5EF4-FFF2-40B4-BE49-F238E27FC236}">
                  <a16:creationId xmlns:a16="http://schemas.microsoft.com/office/drawing/2014/main" id="{471A6ADC-A8E4-948E-2EC7-103865A1D469}"/>
                </a:ext>
              </a:extLst>
            </p:cNvPr>
            <p:cNvSpPr/>
            <p:nvPr/>
          </p:nvSpPr>
          <p:spPr>
            <a:xfrm>
              <a:off x="7183090" y="2616177"/>
              <a:ext cx="62261" cy="113793"/>
            </a:xfrm>
            <a:custGeom>
              <a:avLst/>
              <a:gdLst/>
              <a:ahLst/>
              <a:cxnLst/>
              <a:rect l="l" t="t" r="r" b="b"/>
              <a:pathLst>
                <a:path w="824" h="1506" extrusionOk="0">
                  <a:moveTo>
                    <a:pt x="742" y="82"/>
                  </a:moveTo>
                  <a:lnTo>
                    <a:pt x="742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40">
              <a:extLst>
                <a:ext uri="{FF2B5EF4-FFF2-40B4-BE49-F238E27FC236}">
                  <a16:creationId xmlns:a16="http://schemas.microsoft.com/office/drawing/2014/main" id="{263A0C36-F0A4-7009-7DC6-14FA1E3F729A}"/>
                </a:ext>
              </a:extLst>
            </p:cNvPr>
            <p:cNvSpPr/>
            <p:nvPr/>
          </p:nvSpPr>
          <p:spPr>
            <a:xfrm>
              <a:off x="7407654" y="2616177"/>
              <a:ext cx="33095" cy="113793"/>
            </a:xfrm>
            <a:custGeom>
              <a:avLst/>
              <a:gdLst/>
              <a:ahLst/>
              <a:cxnLst/>
              <a:rect l="l" t="t" r="r" b="b"/>
              <a:pathLst>
                <a:path w="438" h="1506" extrusionOk="0">
                  <a:moveTo>
                    <a:pt x="363" y="82"/>
                  </a:moveTo>
                  <a:lnTo>
                    <a:pt x="363" y="1423"/>
                  </a:lnTo>
                  <a:lnTo>
                    <a:pt x="75" y="1423"/>
                  </a:lnTo>
                  <a:lnTo>
                    <a:pt x="75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438" y="1505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40">
              <a:extLst>
                <a:ext uri="{FF2B5EF4-FFF2-40B4-BE49-F238E27FC236}">
                  <a16:creationId xmlns:a16="http://schemas.microsoft.com/office/drawing/2014/main" id="{592983E2-C647-6DAA-6D45-951B7339FA6B}"/>
                </a:ext>
              </a:extLst>
            </p:cNvPr>
            <p:cNvSpPr/>
            <p:nvPr/>
          </p:nvSpPr>
          <p:spPr>
            <a:xfrm>
              <a:off x="7351060" y="2616177"/>
              <a:ext cx="62261" cy="113793"/>
            </a:xfrm>
            <a:custGeom>
              <a:avLst/>
              <a:gdLst/>
              <a:ahLst/>
              <a:cxnLst/>
              <a:rect l="l" t="t" r="r" b="b"/>
              <a:pathLst>
                <a:path w="824" h="1506" extrusionOk="0">
                  <a:moveTo>
                    <a:pt x="749" y="82"/>
                  </a:moveTo>
                  <a:lnTo>
                    <a:pt x="749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40">
              <a:extLst>
                <a:ext uri="{FF2B5EF4-FFF2-40B4-BE49-F238E27FC236}">
                  <a16:creationId xmlns:a16="http://schemas.microsoft.com/office/drawing/2014/main" id="{616F026F-1DB9-62A7-5D7A-D4C26DA67167}"/>
                </a:ext>
              </a:extLst>
            </p:cNvPr>
            <p:cNvSpPr/>
            <p:nvPr/>
          </p:nvSpPr>
          <p:spPr>
            <a:xfrm>
              <a:off x="7239155" y="2616177"/>
              <a:ext cx="62110" cy="113793"/>
            </a:xfrm>
            <a:custGeom>
              <a:avLst/>
              <a:gdLst/>
              <a:ahLst/>
              <a:cxnLst/>
              <a:rect l="l" t="t" r="r" b="b"/>
              <a:pathLst>
                <a:path w="822" h="1506" extrusionOk="0">
                  <a:moveTo>
                    <a:pt x="740" y="82"/>
                  </a:moveTo>
                  <a:lnTo>
                    <a:pt x="740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822" y="1505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40">
              <a:extLst>
                <a:ext uri="{FF2B5EF4-FFF2-40B4-BE49-F238E27FC236}">
                  <a16:creationId xmlns:a16="http://schemas.microsoft.com/office/drawing/2014/main" id="{F9B4D51C-B8D8-F632-8448-96DD9AF63DC1}"/>
                </a:ext>
              </a:extLst>
            </p:cNvPr>
            <p:cNvSpPr/>
            <p:nvPr/>
          </p:nvSpPr>
          <p:spPr>
            <a:xfrm>
              <a:off x="6931173" y="2616177"/>
              <a:ext cx="33624" cy="113793"/>
            </a:xfrm>
            <a:custGeom>
              <a:avLst/>
              <a:gdLst/>
              <a:ahLst/>
              <a:cxnLst/>
              <a:rect l="l" t="t" r="r" b="b"/>
              <a:pathLst>
                <a:path w="445" h="1506" extrusionOk="0">
                  <a:moveTo>
                    <a:pt x="363" y="82"/>
                  </a:moveTo>
                  <a:lnTo>
                    <a:pt x="363" y="1423"/>
                  </a:lnTo>
                  <a:lnTo>
                    <a:pt x="82" y="1423"/>
                  </a:lnTo>
                  <a:lnTo>
                    <a:pt x="82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445" y="1505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40">
              <a:extLst>
                <a:ext uri="{FF2B5EF4-FFF2-40B4-BE49-F238E27FC236}">
                  <a16:creationId xmlns:a16="http://schemas.microsoft.com/office/drawing/2014/main" id="{D7F77902-A9C6-9231-057E-0A383BCB31DC}"/>
                </a:ext>
              </a:extLst>
            </p:cNvPr>
            <p:cNvSpPr/>
            <p:nvPr/>
          </p:nvSpPr>
          <p:spPr>
            <a:xfrm>
              <a:off x="6958526" y="2616177"/>
              <a:ext cx="62337" cy="113793"/>
            </a:xfrm>
            <a:custGeom>
              <a:avLst/>
              <a:gdLst/>
              <a:ahLst/>
              <a:cxnLst/>
              <a:rect l="l" t="t" r="r" b="b"/>
              <a:pathLst>
                <a:path w="825" h="1506" extrusionOk="0">
                  <a:moveTo>
                    <a:pt x="750" y="82"/>
                  </a:moveTo>
                  <a:lnTo>
                    <a:pt x="750" y="1423"/>
                  </a:lnTo>
                  <a:lnTo>
                    <a:pt x="83" y="1423"/>
                  </a:lnTo>
                  <a:lnTo>
                    <a:pt x="83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40">
              <a:extLst>
                <a:ext uri="{FF2B5EF4-FFF2-40B4-BE49-F238E27FC236}">
                  <a16:creationId xmlns:a16="http://schemas.microsoft.com/office/drawing/2014/main" id="{A7545B3B-551B-77CF-6E67-F0CF6D9C738A}"/>
                </a:ext>
              </a:extLst>
            </p:cNvPr>
            <p:cNvSpPr/>
            <p:nvPr/>
          </p:nvSpPr>
          <p:spPr>
            <a:xfrm>
              <a:off x="7015120" y="2616177"/>
              <a:ext cx="61657" cy="113793"/>
            </a:xfrm>
            <a:custGeom>
              <a:avLst/>
              <a:gdLst/>
              <a:ahLst/>
              <a:cxnLst/>
              <a:rect l="l" t="t" r="r" b="b"/>
              <a:pathLst>
                <a:path w="816" h="1506" extrusionOk="0">
                  <a:moveTo>
                    <a:pt x="742" y="82"/>
                  </a:moveTo>
                  <a:lnTo>
                    <a:pt x="742" y="1423"/>
                  </a:lnTo>
                  <a:lnTo>
                    <a:pt x="75" y="1423"/>
                  </a:lnTo>
                  <a:lnTo>
                    <a:pt x="75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15" y="1505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40">
              <a:extLst>
                <a:ext uri="{FF2B5EF4-FFF2-40B4-BE49-F238E27FC236}">
                  <a16:creationId xmlns:a16="http://schemas.microsoft.com/office/drawing/2014/main" id="{4468EF4A-6A26-FEE1-9A17-56781C28E226}"/>
                </a:ext>
              </a:extLst>
            </p:cNvPr>
            <p:cNvSpPr/>
            <p:nvPr/>
          </p:nvSpPr>
          <p:spPr>
            <a:xfrm>
              <a:off x="7127024" y="2616177"/>
              <a:ext cx="62337" cy="113793"/>
            </a:xfrm>
            <a:custGeom>
              <a:avLst/>
              <a:gdLst/>
              <a:ahLst/>
              <a:cxnLst/>
              <a:rect l="l" t="t" r="r" b="b"/>
              <a:pathLst>
                <a:path w="825" h="1506" extrusionOk="0">
                  <a:moveTo>
                    <a:pt x="743" y="82"/>
                  </a:moveTo>
                  <a:lnTo>
                    <a:pt x="743" y="1423"/>
                  </a:lnTo>
                  <a:lnTo>
                    <a:pt x="83" y="1423"/>
                  </a:lnTo>
                  <a:lnTo>
                    <a:pt x="83" y="82"/>
                  </a:lnTo>
                  <a:close/>
                  <a:moveTo>
                    <a:pt x="1" y="1"/>
                  </a:moveTo>
                  <a:lnTo>
                    <a:pt x="1" y="1505"/>
                  </a:lnTo>
                  <a:lnTo>
                    <a:pt x="824" y="1505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40">
              <a:extLst>
                <a:ext uri="{FF2B5EF4-FFF2-40B4-BE49-F238E27FC236}">
                  <a16:creationId xmlns:a16="http://schemas.microsoft.com/office/drawing/2014/main" id="{6B7B2F5F-A7A9-6582-7E4C-B4918C77EEEE}"/>
                </a:ext>
              </a:extLst>
            </p:cNvPr>
            <p:cNvSpPr/>
            <p:nvPr/>
          </p:nvSpPr>
          <p:spPr>
            <a:xfrm>
              <a:off x="7071185" y="2616177"/>
              <a:ext cx="62110" cy="113793"/>
            </a:xfrm>
            <a:custGeom>
              <a:avLst/>
              <a:gdLst/>
              <a:ahLst/>
              <a:cxnLst/>
              <a:rect l="l" t="t" r="r" b="b"/>
              <a:pathLst>
                <a:path w="822" h="1506" extrusionOk="0">
                  <a:moveTo>
                    <a:pt x="740" y="82"/>
                  </a:moveTo>
                  <a:lnTo>
                    <a:pt x="740" y="1423"/>
                  </a:lnTo>
                  <a:lnTo>
                    <a:pt x="73" y="1423"/>
                  </a:lnTo>
                  <a:lnTo>
                    <a:pt x="73" y="82"/>
                  </a:lnTo>
                  <a:close/>
                  <a:moveTo>
                    <a:pt x="0" y="1"/>
                  </a:moveTo>
                  <a:lnTo>
                    <a:pt x="0" y="1505"/>
                  </a:lnTo>
                  <a:lnTo>
                    <a:pt x="822" y="1505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40">
              <a:extLst>
                <a:ext uri="{FF2B5EF4-FFF2-40B4-BE49-F238E27FC236}">
                  <a16:creationId xmlns:a16="http://schemas.microsoft.com/office/drawing/2014/main" id="{3964998D-CD33-BFBC-2CF8-37D8197C33BF}"/>
                </a:ext>
              </a:extLst>
            </p:cNvPr>
            <p:cNvSpPr/>
            <p:nvPr/>
          </p:nvSpPr>
          <p:spPr>
            <a:xfrm>
              <a:off x="7082822" y="1942031"/>
              <a:ext cx="157996" cy="955381"/>
            </a:xfrm>
            <a:custGeom>
              <a:avLst/>
              <a:gdLst/>
              <a:ahLst/>
              <a:cxnLst/>
              <a:rect l="l" t="t" r="r" b="b"/>
              <a:pathLst>
                <a:path w="2091" h="12644" extrusionOk="0">
                  <a:moveTo>
                    <a:pt x="565" y="1"/>
                  </a:moveTo>
                  <a:lnTo>
                    <a:pt x="1" y="12613"/>
                  </a:lnTo>
                  <a:lnTo>
                    <a:pt x="2090" y="12643"/>
                  </a:lnTo>
                  <a:lnTo>
                    <a:pt x="1824" y="17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40">
              <a:extLst>
                <a:ext uri="{FF2B5EF4-FFF2-40B4-BE49-F238E27FC236}">
                  <a16:creationId xmlns:a16="http://schemas.microsoft.com/office/drawing/2014/main" id="{9CBB6B74-A919-184E-99F9-AFDCA5AF5164}"/>
                </a:ext>
              </a:extLst>
            </p:cNvPr>
            <p:cNvSpPr/>
            <p:nvPr/>
          </p:nvSpPr>
          <p:spPr>
            <a:xfrm>
              <a:off x="7082822" y="1942711"/>
              <a:ext cx="90294" cy="945633"/>
            </a:xfrm>
            <a:custGeom>
              <a:avLst/>
              <a:gdLst/>
              <a:ahLst/>
              <a:cxnLst/>
              <a:rect l="l" t="t" r="r" b="b"/>
              <a:pathLst>
                <a:path w="1195" h="12515" extrusionOk="0">
                  <a:moveTo>
                    <a:pt x="565" y="0"/>
                  </a:moveTo>
                  <a:lnTo>
                    <a:pt x="1" y="12515"/>
                  </a:lnTo>
                  <a:lnTo>
                    <a:pt x="1047" y="12515"/>
                  </a:lnTo>
                  <a:lnTo>
                    <a:pt x="1194" y="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9293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40">
              <a:extLst>
                <a:ext uri="{FF2B5EF4-FFF2-40B4-BE49-F238E27FC236}">
                  <a16:creationId xmlns:a16="http://schemas.microsoft.com/office/drawing/2014/main" id="{1541F6CD-3D7D-6540-7815-71B977348BBB}"/>
                </a:ext>
              </a:extLst>
            </p:cNvPr>
            <p:cNvSpPr/>
            <p:nvPr/>
          </p:nvSpPr>
          <p:spPr>
            <a:xfrm>
              <a:off x="7113121" y="2171658"/>
              <a:ext cx="113189" cy="57199"/>
            </a:xfrm>
            <a:custGeom>
              <a:avLst/>
              <a:gdLst/>
              <a:ahLst/>
              <a:cxnLst/>
              <a:rect l="l" t="t" r="r" b="b"/>
              <a:pathLst>
                <a:path w="1498" h="757" extrusionOk="0">
                  <a:moveTo>
                    <a:pt x="37" y="1"/>
                  </a:moveTo>
                  <a:lnTo>
                    <a:pt x="0" y="734"/>
                  </a:lnTo>
                  <a:lnTo>
                    <a:pt x="749" y="741"/>
                  </a:lnTo>
                  <a:lnTo>
                    <a:pt x="1497" y="757"/>
                  </a:lnTo>
                  <a:lnTo>
                    <a:pt x="1483" y="22"/>
                  </a:lnTo>
                  <a:lnTo>
                    <a:pt x="756" y="1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40">
              <a:extLst>
                <a:ext uri="{FF2B5EF4-FFF2-40B4-BE49-F238E27FC236}">
                  <a16:creationId xmlns:a16="http://schemas.microsoft.com/office/drawing/2014/main" id="{345A2E03-F7DC-F9EB-FD58-9AA7DFBBE027}"/>
                </a:ext>
              </a:extLst>
            </p:cNvPr>
            <p:cNvSpPr/>
            <p:nvPr/>
          </p:nvSpPr>
          <p:spPr>
            <a:xfrm>
              <a:off x="7106396" y="2301470"/>
              <a:ext cx="123238" cy="82436"/>
            </a:xfrm>
            <a:custGeom>
              <a:avLst/>
              <a:gdLst/>
              <a:ahLst/>
              <a:cxnLst/>
              <a:rect l="l" t="t" r="r" b="b"/>
              <a:pathLst>
                <a:path w="1631" h="1091" extrusionOk="0">
                  <a:moveTo>
                    <a:pt x="45" y="1"/>
                  </a:moveTo>
                  <a:lnTo>
                    <a:pt x="0" y="1068"/>
                  </a:lnTo>
                  <a:lnTo>
                    <a:pt x="816" y="1077"/>
                  </a:lnTo>
                  <a:lnTo>
                    <a:pt x="1631" y="1091"/>
                  </a:lnTo>
                  <a:lnTo>
                    <a:pt x="1608" y="17"/>
                  </a:lnTo>
                  <a:lnTo>
                    <a:pt x="831" y="10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40">
              <a:extLst>
                <a:ext uri="{FF2B5EF4-FFF2-40B4-BE49-F238E27FC236}">
                  <a16:creationId xmlns:a16="http://schemas.microsoft.com/office/drawing/2014/main" id="{2A435421-1402-C5E5-0932-748CC5F3CE7E}"/>
                </a:ext>
              </a:extLst>
            </p:cNvPr>
            <p:cNvSpPr/>
            <p:nvPr/>
          </p:nvSpPr>
          <p:spPr>
            <a:xfrm>
              <a:off x="6440108" y="1279143"/>
              <a:ext cx="292342" cy="233632"/>
            </a:xfrm>
            <a:custGeom>
              <a:avLst/>
              <a:gdLst/>
              <a:ahLst/>
              <a:cxnLst/>
              <a:rect l="l" t="t" r="r" b="b"/>
              <a:pathLst>
                <a:path w="3869" h="3092" extrusionOk="0">
                  <a:moveTo>
                    <a:pt x="3647" y="1"/>
                  </a:moveTo>
                  <a:cubicBezTo>
                    <a:pt x="2706" y="1"/>
                    <a:pt x="1898" y="579"/>
                    <a:pt x="1557" y="1393"/>
                  </a:cubicBezTo>
                  <a:cubicBezTo>
                    <a:pt x="1505" y="1386"/>
                    <a:pt x="1445" y="1386"/>
                    <a:pt x="1393" y="1386"/>
                  </a:cubicBezTo>
                  <a:cubicBezTo>
                    <a:pt x="623" y="1386"/>
                    <a:pt x="1" y="2009"/>
                    <a:pt x="1" y="2772"/>
                  </a:cubicBezTo>
                  <a:cubicBezTo>
                    <a:pt x="1" y="2884"/>
                    <a:pt x="15" y="2987"/>
                    <a:pt x="38" y="3092"/>
                  </a:cubicBezTo>
                  <a:lnTo>
                    <a:pt x="3869" y="3092"/>
                  </a:lnTo>
                  <a:lnTo>
                    <a:pt x="3869" y="2217"/>
                  </a:lnTo>
                  <a:lnTo>
                    <a:pt x="3869" y="8"/>
                  </a:lnTo>
                  <a:cubicBezTo>
                    <a:pt x="3794" y="1"/>
                    <a:pt x="3721" y="1"/>
                    <a:pt x="3647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40">
              <a:extLst>
                <a:ext uri="{FF2B5EF4-FFF2-40B4-BE49-F238E27FC236}">
                  <a16:creationId xmlns:a16="http://schemas.microsoft.com/office/drawing/2014/main" id="{AA7F1B97-7ECC-BD00-C99E-D72CC251BFAF}"/>
                </a:ext>
              </a:extLst>
            </p:cNvPr>
            <p:cNvSpPr/>
            <p:nvPr/>
          </p:nvSpPr>
          <p:spPr>
            <a:xfrm>
              <a:off x="6728521" y="1278085"/>
              <a:ext cx="355585" cy="235218"/>
            </a:xfrm>
            <a:custGeom>
              <a:avLst/>
              <a:gdLst/>
              <a:ahLst/>
              <a:cxnLst/>
              <a:rect l="l" t="t" r="r" b="b"/>
              <a:pathLst>
                <a:path w="4706" h="3113" extrusionOk="0">
                  <a:moveTo>
                    <a:pt x="0" y="1"/>
                  </a:moveTo>
                  <a:lnTo>
                    <a:pt x="0" y="8"/>
                  </a:lnTo>
                  <a:lnTo>
                    <a:pt x="0" y="2231"/>
                  </a:lnTo>
                  <a:lnTo>
                    <a:pt x="0" y="3113"/>
                  </a:lnTo>
                  <a:lnTo>
                    <a:pt x="3061" y="3113"/>
                  </a:lnTo>
                  <a:cubicBezTo>
                    <a:pt x="3075" y="3097"/>
                    <a:pt x="3089" y="3090"/>
                    <a:pt x="3105" y="3075"/>
                  </a:cubicBezTo>
                  <a:cubicBezTo>
                    <a:pt x="3112" y="3090"/>
                    <a:pt x="3120" y="3097"/>
                    <a:pt x="3120" y="3113"/>
                  </a:cubicBezTo>
                  <a:lnTo>
                    <a:pt x="4638" y="3113"/>
                  </a:lnTo>
                  <a:cubicBezTo>
                    <a:pt x="4683" y="3017"/>
                    <a:pt x="4706" y="2912"/>
                    <a:pt x="4706" y="2794"/>
                  </a:cubicBezTo>
                  <a:cubicBezTo>
                    <a:pt x="4706" y="2341"/>
                    <a:pt x="4334" y="1971"/>
                    <a:pt x="3883" y="1971"/>
                  </a:cubicBezTo>
                  <a:cubicBezTo>
                    <a:pt x="3719" y="1971"/>
                    <a:pt x="3571" y="2016"/>
                    <a:pt x="3445" y="2097"/>
                  </a:cubicBezTo>
                  <a:cubicBezTo>
                    <a:pt x="3363" y="1571"/>
                    <a:pt x="2904" y="1171"/>
                    <a:pt x="2357" y="1171"/>
                  </a:cubicBezTo>
                  <a:cubicBezTo>
                    <a:pt x="2172" y="1171"/>
                    <a:pt x="1994" y="1215"/>
                    <a:pt x="1837" y="1297"/>
                  </a:cubicBezTo>
                  <a:cubicBezTo>
                    <a:pt x="1505" y="593"/>
                    <a:pt x="815" y="82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40">
              <a:extLst>
                <a:ext uri="{FF2B5EF4-FFF2-40B4-BE49-F238E27FC236}">
                  <a16:creationId xmlns:a16="http://schemas.microsoft.com/office/drawing/2014/main" id="{BD76ACE4-8522-7C7F-C6CF-C065F0EFA67B}"/>
                </a:ext>
              </a:extLst>
            </p:cNvPr>
            <p:cNvSpPr/>
            <p:nvPr/>
          </p:nvSpPr>
          <p:spPr>
            <a:xfrm>
              <a:off x="7822479" y="2368114"/>
              <a:ext cx="568438" cy="527484"/>
            </a:xfrm>
            <a:custGeom>
              <a:avLst/>
              <a:gdLst/>
              <a:ahLst/>
              <a:cxnLst/>
              <a:rect l="l" t="t" r="r" b="b"/>
              <a:pathLst>
                <a:path w="7523" h="6981" extrusionOk="0">
                  <a:moveTo>
                    <a:pt x="0" y="1"/>
                  </a:moveTo>
                  <a:lnTo>
                    <a:pt x="0" y="6981"/>
                  </a:lnTo>
                  <a:lnTo>
                    <a:pt x="7523" y="6981"/>
                  </a:lnTo>
                  <a:lnTo>
                    <a:pt x="7523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40">
              <a:extLst>
                <a:ext uri="{FF2B5EF4-FFF2-40B4-BE49-F238E27FC236}">
                  <a16:creationId xmlns:a16="http://schemas.microsoft.com/office/drawing/2014/main" id="{6ADF4F17-D342-DA35-6690-9EF51732B0F7}"/>
                </a:ext>
              </a:extLst>
            </p:cNvPr>
            <p:cNvSpPr/>
            <p:nvPr/>
          </p:nvSpPr>
          <p:spPr>
            <a:xfrm>
              <a:off x="8390841" y="2379977"/>
              <a:ext cx="604" cy="508368"/>
            </a:xfrm>
            <a:custGeom>
              <a:avLst/>
              <a:gdLst/>
              <a:ahLst/>
              <a:cxnLst/>
              <a:rect l="l" t="t" r="r" b="b"/>
              <a:pathLst>
                <a:path w="8" h="6728" extrusionOk="0">
                  <a:moveTo>
                    <a:pt x="1" y="0"/>
                  </a:moveTo>
                  <a:lnTo>
                    <a:pt x="1" y="6728"/>
                  </a:lnTo>
                  <a:lnTo>
                    <a:pt x="8" y="6728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5259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40">
              <a:extLst>
                <a:ext uri="{FF2B5EF4-FFF2-40B4-BE49-F238E27FC236}">
                  <a16:creationId xmlns:a16="http://schemas.microsoft.com/office/drawing/2014/main" id="{A8D78E76-80CE-2FB2-FD3D-CBF898AB6F3D}"/>
                </a:ext>
              </a:extLst>
            </p:cNvPr>
            <p:cNvSpPr/>
            <p:nvPr/>
          </p:nvSpPr>
          <p:spPr>
            <a:xfrm>
              <a:off x="8250299" y="2379977"/>
              <a:ext cx="140617" cy="477615"/>
            </a:xfrm>
            <a:custGeom>
              <a:avLst/>
              <a:gdLst/>
              <a:ahLst/>
              <a:cxnLst/>
              <a:rect l="l" t="t" r="r" b="b"/>
              <a:pathLst>
                <a:path w="1861" h="6321" extrusionOk="0">
                  <a:moveTo>
                    <a:pt x="0" y="0"/>
                  </a:moveTo>
                  <a:lnTo>
                    <a:pt x="0" y="6321"/>
                  </a:lnTo>
                  <a:lnTo>
                    <a:pt x="1861" y="6321"/>
                  </a:lnTo>
                  <a:lnTo>
                    <a:pt x="1861" y="0"/>
                  </a:lnTo>
                  <a:close/>
                </a:path>
              </a:pathLst>
            </a:custGeom>
            <a:solidFill>
              <a:srgbClr val="8586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40">
              <a:extLst>
                <a:ext uri="{FF2B5EF4-FFF2-40B4-BE49-F238E27FC236}">
                  <a16:creationId xmlns:a16="http://schemas.microsoft.com/office/drawing/2014/main" id="{3AC623E3-AC6B-A88A-2B8D-D0FBFFECB87B}"/>
                </a:ext>
              </a:extLst>
            </p:cNvPr>
            <p:cNvSpPr/>
            <p:nvPr/>
          </p:nvSpPr>
          <p:spPr>
            <a:xfrm>
              <a:off x="7798904" y="2357006"/>
              <a:ext cx="614832" cy="23046"/>
            </a:xfrm>
            <a:custGeom>
              <a:avLst/>
              <a:gdLst/>
              <a:ahLst/>
              <a:cxnLst/>
              <a:rect l="l" t="t" r="r" b="b"/>
              <a:pathLst>
                <a:path w="8137" h="305" extrusionOk="0">
                  <a:moveTo>
                    <a:pt x="150" y="0"/>
                  </a:moveTo>
                  <a:cubicBezTo>
                    <a:pt x="68" y="0"/>
                    <a:pt x="1" y="66"/>
                    <a:pt x="1" y="148"/>
                  </a:cubicBezTo>
                  <a:cubicBezTo>
                    <a:pt x="1" y="237"/>
                    <a:pt x="68" y="304"/>
                    <a:pt x="150" y="304"/>
                  </a:cubicBezTo>
                  <a:lnTo>
                    <a:pt x="7989" y="304"/>
                  </a:lnTo>
                  <a:cubicBezTo>
                    <a:pt x="8071" y="304"/>
                    <a:pt x="8137" y="237"/>
                    <a:pt x="8137" y="148"/>
                  </a:cubicBezTo>
                  <a:cubicBezTo>
                    <a:pt x="8137" y="66"/>
                    <a:pt x="8071" y="0"/>
                    <a:pt x="7989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40">
              <a:extLst>
                <a:ext uri="{FF2B5EF4-FFF2-40B4-BE49-F238E27FC236}">
                  <a16:creationId xmlns:a16="http://schemas.microsoft.com/office/drawing/2014/main" id="{137C289F-0CF4-FFFA-E9D6-DD0E2E7E9EB3}"/>
                </a:ext>
              </a:extLst>
            </p:cNvPr>
            <p:cNvSpPr/>
            <p:nvPr/>
          </p:nvSpPr>
          <p:spPr>
            <a:xfrm>
              <a:off x="8316263" y="2470649"/>
              <a:ext cx="35967" cy="52665"/>
            </a:xfrm>
            <a:custGeom>
              <a:avLst/>
              <a:gdLst/>
              <a:ahLst/>
              <a:cxnLst/>
              <a:rect l="l" t="t" r="r" b="b"/>
              <a:pathLst>
                <a:path w="476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75" y="696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40">
              <a:extLst>
                <a:ext uri="{FF2B5EF4-FFF2-40B4-BE49-F238E27FC236}">
                  <a16:creationId xmlns:a16="http://schemas.microsoft.com/office/drawing/2014/main" id="{EA75CE7E-82B2-1CB0-0545-0517EC02B168}"/>
                </a:ext>
              </a:extLst>
            </p:cNvPr>
            <p:cNvSpPr/>
            <p:nvPr/>
          </p:nvSpPr>
          <p:spPr>
            <a:xfrm>
              <a:off x="8251886" y="2470649"/>
              <a:ext cx="35438" cy="52665"/>
            </a:xfrm>
            <a:custGeom>
              <a:avLst/>
              <a:gdLst/>
              <a:ahLst/>
              <a:cxnLst/>
              <a:rect l="l" t="t" r="r" b="b"/>
              <a:pathLst>
                <a:path w="469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40">
              <a:extLst>
                <a:ext uri="{FF2B5EF4-FFF2-40B4-BE49-F238E27FC236}">
                  <a16:creationId xmlns:a16="http://schemas.microsoft.com/office/drawing/2014/main" id="{30597CB8-A360-959A-2D69-A93484AD85B9}"/>
                </a:ext>
              </a:extLst>
            </p:cNvPr>
            <p:cNvSpPr/>
            <p:nvPr/>
          </p:nvSpPr>
          <p:spPr>
            <a:xfrm>
              <a:off x="8186980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7" y="696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40">
              <a:extLst>
                <a:ext uri="{FF2B5EF4-FFF2-40B4-BE49-F238E27FC236}">
                  <a16:creationId xmlns:a16="http://schemas.microsoft.com/office/drawing/2014/main" id="{EC6B7542-AC75-D835-91C2-A263DA806026}"/>
                </a:ext>
              </a:extLst>
            </p:cNvPr>
            <p:cNvSpPr/>
            <p:nvPr/>
          </p:nvSpPr>
          <p:spPr>
            <a:xfrm>
              <a:off x="8122074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1" y="1"/>
                  </a:moveTo>
                  <a:lnTo>
                    <a:pt x="1" y="696"/>
                  </a:lnTo>
                  <a:lnTo>
                    <a:pt x="467" y="696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40">
              <a:extLst>
                <a:ext uri="{FF2B5EF4-FFF2-40B4-BE49-F238E27FC236}">
                  <a16:creationId xmlns:a16="http://schemas.microsoft.com/office/drawing/2014/main" id="{EEDADE5E-9193-374D-D7CC-ED691E553F6E}"/>
                </a:ext>
              </a:extLst>
            </p:cNvPr>
            <p:cNvSpPr/>
            <p:nvPr/>
          </p:nvSpPr>
          <p:spPr>
            <a:xfrm>
              <a:off x="8057092" y="2470649"/>
              <a:ext cx="35362" cy="52665"/>
            </a:xfrm>
            <a:custGeom>
              <a:avLst/>
              <a:gdLst/>
              <a:ahLst/>
              <a:cxnLst/>
              <a:rect l="l" t="t" r="r" b="b"/>
              <a:pathLst>
                <a:path w="468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40">
              <a:extLst>
                <a:ext uri="{FF2B5EF4-FFF2-40B4-BE49-F238E27FC236}">
                  <a16:creationId xmlns:a16="http://schemas.microsoft.com/office/drawing/2014/main" id="{EBDF8E31-5144-223F-86D1-7DE76176A0CE}"/>
                </a:ext>
              </a:extLst>
            </p:cNvPr>
            <p:cNvSpPr/>
            <p:nvPr/>
          </p:nvSpPr>
          <p:spPr>
            <a:xfrm>
              <a:off x="7992186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6" y="696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40">
              <a:extLst>
                <a:ext uri="{FF2B5EF4-FFF2-40B4-BE49-F238E27FC236}">
                  <a16:creationId xmlns:a16="http://schemas.microsoft.com/office/drawing/2014/main" id="{10EB4D46-3D10-0408-1534-9CA273889809}"/>
                </a:ext>
              </a:extLst>
            </p:cNvPr>
            <p:cNvSpPr/>
            <p:nvPr/>
          </p:nvSpPr>
          <p:spPr>
            <a:xfrm>
              <a:off x="7927280" y="2470649"/>
              <a:ext cx="35287" cy="52665"/>
            </a:xfrm>
            <a:custGeom>
              <a:avLst/>
              <a:gdLst/>
              <a:ahLst/>
              <a:cxnLst/>
              <a:rect l="l" t="t" r="r" b="b"/>
              <a:pathLst>
                <a:path w="467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6" y="696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40">
              <a:extLst>
                <a:ext uri="{FF2B5EF4-FFF2-40B4-BE49-F238E27FC236}">
                  <a16:creationId xmlns:a16="http://schemas.microsoft.com/office/drawing/2014/main" id="{6280A828-EED1-B057-565C-5AF12C25A005}"/>
                </a:ext>
              </a:extLst>
            </p:cNvPr>
            <p:cNvSpPr/>
            <p:nvPr/>
          </p:nvSpPr>
          <p:spPr>
            <a:xfrm>
              <a:off x="7862223" y="2470649"/>
              <a:ext cx="35438" cy="52665"/>
            </a:xfrm>
            <a:custGeom>
              <a:avLst/>
              <a:gdLst/>
              <a:ahLst/>
              <a:cxnLst/>
              <a:rect l="l" t="t" r="r" b="b"/>
              <a:pathLst>
                <a:path w="469" h="697" extrusionOk="0">
                  <a:moveTo>
                    <a:pt x="0" y="1"/>
                  </a:moveTo>
                  <a:lnTo>
                    <a:pt x="0" y="696"/>
                  </a:lnTo>
                  <a:lnTo>
                    <a:pt x="468" y="696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40">
              <a:extLst>
                <a:ext uri="{FF2B5EF4-FFF2-40B4-BE49-F238E27FC236}">
                  <a16:creationId xmlns:a16="http://schemas.microsoft.com/office/drawing/2014/main" id="{61BA320B-A12D-ADC2-684F-D001F9B5B50E}"/>
                </a:ext>
              </a:extLst>
            </p:cNvPr>
            <p:cNvSpPr/>
            <p:nvPr/>
          </p:nvSpPr>
          <p:spPr>
            <a:xfrm>
              <a:off x="8316263" y="2571975"/>
              <a:ext cx="35967" cy="52741"/>
            </a:xfrm>
            <a:custGeom>
              <a:avLst/>
              <a:gdLst/>
              <a:ahLst/>
              <a:cxnLst/>
              <a:rect l="l" t="t" r="r" b="b"/>
              <a:pathLst>
                <a:path w="476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75" y="698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40">
              <a:extLst>
                <a:ext uri="{FF2B5EF4-FFF2-40B4-BE49-F238E27FC236}">
                  <a16:creationId xmlns:a16="http://schemas.microsoft.com/office/drawing/2014/main" id="{26923BAF-7707-2715-5916-EE744185334E}"/>
                </a:ext>
              </a:extLst>
            </p:cNvPr>
            <p:cNvSpPr/>
            <p:nvPr/>
          </p:nvSpPr>
          <p:spPr>
            <a:xfrm>
              <a:off x="8251886" y="2571975"/>
              <a:ext cx="35438" cy="52741"/>
            </a:xfrm>
            <a:custGeom>
              <a:avLst/>
              <a:gdLst/>
              <a:ahLst/>
              <a:cxnLst/>
              <a:rect l="l" t="t" r="r" b="b"/>
              <a:pathLst>
                <a:path w="469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40">
              <a:extLst>
                <a:ext uri="{FF2B5EF4-FFF2-40B4-BE49-F238E27FC236}">
                  <a16:creationId xmlns:a16="http://schemas.microsoft.com/office/drawing/2014/main" id="{F7962747-ED83-EB00-A988-22201D4341A9}"/>
                </a:ext>
              </a:extLst>
            </p:cNvPr>
            <p:cNvSpPr/>
            <p:nvPr/>
          </p:nvSpPr>
          <p:spPr>
            <a:xfrm>
              <a:off x="8186980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7" y="698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40">
              <a:extLst>
                <a:ext uri="{FF2B5EF4-FFF2-40B4-BE49-F238E27FC236}">
                  <a16:creationId xmlns:a16="http://schemas.microsoft.com/office/drawing/2014/main" id="{A2E3B6EC-32B7-532B-4C99-EF0533DE3577}"/>
                </a:ext>
              </a:extLst>
            </p:cNvPr>
            <p:cNvSpPr/>
            <p:nvPr/>
          </p:nvSpPr>
          <p:spPr>
            <a:xfrm>
              <a:off x="8122074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1" y="1"/>
                  </a:moveTo>
                  <a:lnTo>
                    <a:pt x="1" y="698"/>
                  </a:lnTo>
                  <a:lnTo>
                    <a:pt x="467" y="698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40">
              <a:extLst>
                <a:ext uri="{FF2B5EF4-FFF2-40B4-BE49-F238E27FC236}">
                  <a16:creationId xmlns:a16="http://schemas.microsoft.com/office/drawing/2014/main" id="{DA6149BC-A7A1-206D-ECCE-5593727BF7D6}"/>
                </a:ext>
              </a:extLst>
            </p:cNvPr>
            <p:cNvSpPr/>
            <p:nvPr/>
          </p:nvSpPr>
          <p:spPr>
            <a:xfrm>
              <a:off x="8057092" y="2571975"/>
              <a:ext cx="35362" cy="52741"/>
            </a:xfrm>
            <a:custGeom>
              <a:avLst/>
              <a:gdLst/>
              <a:ahLst/>
              <a:cxnLst/>
              <a:rect l="l" t="t" r="r" b="b"/>
              <a:pathLst>
                <a:path w="468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40">
              <a:extLst>
                <a:ext uri="{FF2B5EF4-FFF2-40B4-BE49-F238E27FC236}">
                  <a16:creationId xmlns:a16="http://schemas.microsoft.com/office/drawing/2014/main" id="{5DD84B62-565B-57AD-FC4C-A0733A6D3133}"/>
                </a:ext>
              </a:extLst>
            </p:cNvPr>
            <p:cNvSpPr/>
            <p:nvPr/>
          </p:nvSpPr>
          <p:spPr>
            <a:xfrm>
              <a:off x="7992186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6" y="698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40">
              <a:extLst>
                <a:ext uri="{FF2B5EF4-FFF2-40B4-BE49-F238E27FC236}">
                  <a16:creationId xmlns:a16="http://schemas.microsoft.com/office/drawing/2014/main" id="{84760B3B-F392-81DE-E448-C1406E97CC57}"/>
                </a:ext>
              </a:extLst>
            </p:cNvPr>
            <p:cNvSpPr/>
            <p:nvPr/>
          </p:nvSpPr>
          <p:spPr>
            <a:xfrm>
              <a:off x="7927280" y="2571975"/>
              <a:ext cx="35287" cy="52741"/>
            </a:xfrm>
            <a:custGeom>
              <a:avLst/>
              <a:gdLst/>
              <a:ahLst/>
              <a:cxnLst/>
              <a:rect l="l" t="t" r="r" b="b"/>
              <a:pathLst>
                <a:path w="467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6" y="698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40">
              <a:extLst>
                <a:ext uri="{FF2B5EF4-FFF2-40B4-BE49-F238E27FC236}">
                  <a16:creationId xmlns:a16="http://schemas.microsoft.com/office/drawing/2014/main" id="{8073837B-BB01-F0F6-465B-97B86458F9F1}"/>
                </a:ext>
              </a:extLst>
            </p:cNvPr>
            <p:cNvSpPr/>
            <p:nvPr/>
          </p:nvSpPr>
          <p:spPr>
            <a:xfrm>
              <a:off x="7862223" y="2571975"/>
              <a:ext cx="35438" cy="52741"/>
            </a:xfrm>
            <a:custGeom>
              <a:avLst/>
              <a:gdLst/>
              <a:ahLst/>
              <a:cxnLst/>
              <a:rect l="l" t="t" r="r" b="b"/>
              <a:pathLst>
                <a:path w="469" h="698" extrusionOk="0">
                  <a:moveTo>
                    <a:pt x="0" y="1"/>
                  </a:moveTo>
                  <a:lnTo>
                    <a:pt x="0" y="698"/>
                  </a:lnTo>
                  <a:lnTo>
                    <a:pt x="468" y="698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40">
              <a:extLst>
                <a:ext uri="{FF2B5EF4-FFF2-40B4-BE49-F238E27FC236}">
                  <a16:creationId xmlns:a16="http://schemas.microsoft.com/office/drawing/2014/main" id="{ADB1057F-362E-5D6D-B969-733641EE3A89}"/>
                </a:ext>
              </a:extLst>
            </p:cNvPr>
            <p:cNvSpPr/>
            <p:nvPr/>
          </p:nvSpPr>
          <p:spPr>
            <a:xfrm>
              <a:off x="8316263" y="2673301"/>
              <a:ext cx="35967" cy="53270"/>
            </a:xfrm>
            <a:custGeom>
              <a:avLst/>
              <a:gdLst/>
              <a:ahLst/>
              <a:cxnLst/>
              <a:rect l="l" t="t" r="r" b="b"/>
              <a:pathLst>
                <a:path w="476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75" y="705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40">
              <a:extLst>
                <a:ext uri="{FF2B5EF4-FFF2-40B4-BE49-F238E27FC236}">
                  <a16:creationId xmlns:a16="http://schemas.microsoft.com/office/drawing/2014/main" id="{89EE7AF3-A390-9536-10E5-FBA3E0D14E9F}"/>
                </a:ext>
              </a:extLst>
            </p:cNvPr>
            <p:cNvSpPr/>
            <p:nvPr/>
          </p:nvSpPr>
          <p:spPr>
            <a:xfrm>
              <a:off x="8251886" y="2673301"/>
              <a:ext cx="35438" cy="53270"/>
            </a:xfrm>
            <a:custGeom>
              <a:avLst/>
              <a:gdLst/>
              <a:ahLst/>
              <a:cxnLst/>
              <a:rect l="l" t="t" r="r" b="b"/>
              <a:pathLst>
                <a:path w="469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40">
              <a:extLst>
                <a:ext uri="{FF2B5EF4-FFF2-40B4-BE49-F238E27FC236}">
                  <a16:creationId xmlns:a16="http://schemas.microsoft.com/office/drawing/2014/main" id="{E3E913A0-9F57-02A9-3872-5160F907CE98}"/>
                </a:ext>
              </a:extLst>
            </p:cNvPr>
            <p:cNvSpPr/>
            <p:nvPr/>
          </p:nvSpPr>
          <p:spPr>
            <a:xfrm>
              <a:off x="8186980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7" y="705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40">
              <a:extLst>
                <a:ext uri="{FF2B5EF4-FFF2-40B4-BE49-F238E27FC236}">
                  <a16:creationId xmlns:a16="http://schemas.microsoft.com/office/drawing/2014/main" id="{5A4A1F20-A925-F29A-919E-0A258901C871}"/>
                </a:ext>
              </a:extLst>
            </p:cNvPr>
            <p:cNvSpPr/>
            <p:nvPr/>
          </p:nvSpPr>
          <p:spPr>
            <a:xfrm>
              <a:off x="8122074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1" y="0"/>
                  </a:moveTo>
                  <a:lnTo>
                    <a:pt x="1" y="705"/>
                  </a:lnTo>
                  <a:lnTo>
                    <a:pt x="467" y="705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40">
              <a:extLst>
                <a:ext uri="{FF2B5EF4-FFF2-40B4-BE49-F238E27FC236}">
                  <a16:creationId xmlns:a16="http://schemas.microsoft.com/office/drawing/2014/main" id="{BFBF8A91-5D2F-3D89-19B5-C33136BC8F05}"/>
                </a:ext>
              </a:extLst>
            </p:cNvPr>
            <p:cNvSpPr/>
            <p:nvPr/>
          </p:nvSpPr>
          <p:spPr>
            <a:xfrm>
              <a:off x="8057092" y="2673301"/>
              <a:ext cx="35362" cy="53270"/>
            </a:xfrm>
            <a:custGeom>
              <a:avLst/>
              <a:gdLst/>
              <a:ahLst/>
              <a:cxnLst/>
              <a:rect l="l" t="t" r="r" b="b"/>
              <a:pathLst>
                <a:path w="468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40">
              <a:extLst>
                <a:ext uri="{FF2B5EF4-FFF2-40B4-BE49-F238E27FC236}">
                  <a16:creationId xmlns:a16="http://schemas.microsoft.com/office/drawing/2014/main" id="{DF5735E0-9CCA-CA0F-9F52-E67B44D17F31}"/>
                </a:ext>
              </a:extLst>
            </p:cNvPr>
            <p:cNvSpPr/>
            <p:nvPr/>
          </p:nvSpPr>
          <p:spPr>
            <a:xfrm>
              <a:off x="7992186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6" y="705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40">
              <a:extLst>
                <a:ext uri="{FF2B5EF4-FFF2-40B4-BE49-F238E27FC236}">
                  <a16:creationId xmlns:a16="http://schemas.microsoft.com/office/drawing/2014/main" id="{DF4A4212-8F7B-129A-EB43-22441084D14A}"/>
                </a:ext>
              </a:extLst>
            </p:cNvPr>
            <p:cNvSpPr/>
            <p:nvPr/>
          </p:nvSpPr>
          <p:spPr>
            <a:xfrm>
              <a:off x="7927280" y="2673301"/>
              <a:ext cx="35287" cy="53270"/>
            </a:xfrm>
            <a:custGeom>
              <a:avLst/>
              <a:gdLst/>
              <a:ahLst/>
              <a:cxnLst/>
              <a:rect l="l" t="t" r="r" b="b"/>
              <a:pathLst>
                <a:path w="467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6" y="705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40">
              <a:extLst>
                <a:ext uri="{FF2B5EF4-FFF2-40B4-BE49-F238E27FC236}">
                  <a16:creationId xmlns:a16="http://schemas.microsoft.com/office/drawing/2014/main" id="{1F978A19-5E0C-1DA5-013C-A770DD492755}"/>
                </a:ext>
              </a:extLst>
            </p:cNvPr>
            <p:cNvSpPr/>
            <p:nvPr/>
          </p:nvSpPr>
          <p:spPr>
            <a:xfrm>
              <a:off x="7862223" y="2673301"/>
              <a:ext cx="35438" cy="53270"/>
            </a:xfrm>
            <a:custGeom>
              <a:avLst/>
              <a:gdLst/>
              <a:ahLst/>
              <a:cxnLst/>
              <a:rect l="l" t="t" r="r" b="b"/>
              <a:pathLst>
                <a:path w="469" h="705" extrusionOk="0">
                  <a:moveTo>
                    <a:pt x="0" y="0"/>
                  </a:moveTo>
                  <a:lnTo>
                    <a:pt x="0" y="705"/>
                  </a:lnTo>
                  <a:lnTo>
                    <a:pt x="468" y="70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40">
              <a:extLst>
                <a:ext uri="{FF2B5EF4-FFF2-40B4-BE49-F238E27FC236}">
                  <a16:creationId xmlns:a16="http://schemas.microsoft.com/office/drawing/2014/main" id="{7AA8AE83-33EB-D151-54E1-4CCE9F34CDF7}"/>
                </a:ext>
              </a:extLst>
            </p:cNvPr>
            <p:cNvSpPr/>
            <p:nvPr/>
          </p:nvSpPr>
          <p:spPr>
            <a:xfrm>
              <a:off x="7821874" y="2857516"/>
              <a:ext cx="569042" cy="33700"/>
            </a:xfrm>
            <a:custGeom>
              <a:avLst/>
              <a:gdLst/>
              <a:ahLst/>
              <a:cxnLst/>
              <a:rect l="l" t="t" r="r" b="b"/>
              <a:pathLst>
                <a:path w="7531" h="446" extrusionOk="0">
                  <a:moveTo>
                    <a:pt x="1" y="1"/>
                  </a:moveTo>
                  <a:lnTo>
                    <a:pt x="1" y="445"/>
                  </a:lnTo>
                  <a:lnTo>
                    <a:pt x="7531" y="445"/>
                  </a:lnTo>
                  <a:lnTo>
                    <a:pt x="7531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40">
              <a:extLst>
                <a:ext uri="{FF2B5EF4-FFF2-40B4-BE49-F238E27FC236}">
                  <a16:creationId xmlns:a16="http://schemas.microsoft.com/office/drawing/2014/main" id="{F07DD846-1981-0D01-31C9-AE52E9F4396E}"/>
                </a:ext>
              </a:extLst>
            </p:cNvPr>
            <p:cNvSpPr/>
            <p:nvPr/>
          </p:nvSpPr>
          <p:spPr>
            <a:xfrm>
              <a:off x="7432740" y="2206340"/>
              <a:ext cx="472174" cy="691072"/>
            </a:xfrm>
            <a:custGeom>
              <a:avLst/>
              <a:gdLst/>
              <a:ahLst/>
              <a:cxnLst/>
              <a:rect l="l" t="t" r="r" b="b"/>
              <a:pathLst>
                <a:path w="6249" h="9146" extrusionOk="0">
                  <a:moveTo>
                    <a:pt x="1246" y="1"/>
                  </a:moveTo>
                  <a:cubicBezTo>
                    <a:pt x="1246" y="1"/>
                    <a:pt x="854" y="8122"/>
                    <a:pt x="1" y="9145"/>
                  </a:cubicBezTo>
                  <a:lnTo>
                    <a:pt x="6248" y="9145"/>
                  </a:lnTo>
                  <a:cubicBezTo>
                    <a:pt x="6248" y="9145"/>
                    <a:pt x="4966" y="6373"/>
                    <a:pt x="4758" y="1"/>
                  </a:cubicBez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40">
              <a:extLst>
                <a:ext uri="{FF2B5EF4-FFF2-40B4-BE49-F238E27FC236}">
                  <a16:creationId xmlns:a16="http://schemas.microsoft.com/office/drawing/2014/main" id="{BB41AA6A-D215-4283-6EB1-CF5CE650DEE5}"/>
                </a:ext>
              </a:extLst>
            </p:cNvPr>
            <p:cNvSpPr/>
            <p:nvPr/>
          </p:nvSpPr>
          <p:spPr>
            <a:xfrm>
              <a:off x="7668563" y="2206340"/>
              <a:ext cx="232423" cy="682005"/>
            </a:xfrm>
            <a:custGeom>
              <a:avLst/>
              <a:gdLst/>
              <a:ahLst/>
              <a:cxnLst/>
              <a:rect l="l" t="t" r="r" b="b"/>
              <a:pathLst>
                <a:path w="3076" h="9026" extrusionOk="0">
                  <a:moveTo>
                    <a:pt x="1" y="1"/>
                  </a:moveTo>
                  <a:lnTo>
                    <a:pt x="1" y="9026"/>
                  </a:lnTo>
                  <a:lnTo>
                    <a:pt x="3076" y="9026"/>
                  </a:lnTo>
                  <a:cubicBezTo>
                    <a:pt x="3038" y="8944"/>
                    <a:pt x="2987" y="8804"/>
                    <a:pt x="2926" y="8619"/>
                  </a:cubicBezTo>
                  <a:cubicBezTo>
                    <a:pt x="2697" y="7959"/>
                    <a:pt x="2327" y="6684"/>
                    <a:pt x="2037" y="4706"/>
                  </a:cubicBezTo>
                  <a:cubicBezTo>
                    <a:pt x="1934" y="3981"/>
                    <a:pt x="1838" y="3164"/>
                    <a:pt x="1763" y="2247"/>
                  </a:cubicBezTo>
                  <a:cubicBezTo>
                    <a:pt x="1756" y="2186"/>
                    <a:pt x="1749" y="2128"/>
                    <a:pt x="1749" y="2069"/>
                  </a:cubicBezTo>
                  <a:cubicBezTo>
                    <a:pt x="1697" y="1423"/>
                    <a:pt x="1660" y="735"/>
                    <a:pt x="1637" y="1"/>
                  </a:cubicBezTo>
                  <a:close/>
                </a:path>
              </a:pathLst>
            </a:custGeom>
            <a:solidFill>
              <a:srgbClr val="A964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40">
              <a:extLst>
                <a:ext uri="{FF2B5EF4-FFF2-40B4-BE49-F238E27FC236}">
                  <a16:creationId xmlns:a16="http://schemas.microsoft.com/office/drawing/2014/main" id="{C290045B-D583-AB9E-8AC2-960A3B396625}"/>
                </a:ext>
              </a:extLst>
            </p:cNvPr>
            <p:cNvSpPr/>
            <p:nvPr/>
          </p:nvSpPr>
          <p:spPr>
            <a:xfrm>
              <a:off x="7511776" y="2397280"/>
              <a:ext cx="295137" cy="34758"/>
            </a:xfrm>
            <a:custGeom>
              <a:avLst/>
              <a:gdLst/>
              <a:ahLst/>
              <a:cxnLst/>
              <a:rect l="l" t="t" r="r" b="b"/>
              <a:pathLst>
                <a:path w="3906" h="460" extrusionOk="0">
                  <a:moveTo>
                    <a:pt x="38" y="1"/>
                  </a:moveTo>
                  <a:lnTo>
                    <a:pt x="0" y="460"/>
                  </a:lnTo>
                  <a:lnTo>
                    <a:pt x="3906" y="460"/>
                  </a:lnTo>
                  <a:lnTo>
                    <a:pt x="386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40">
              <a:extLst>
                <a:ext uri="{FF2B5EF4-FFF2-40B4-BE49-F238E27FC236}">
                  <a16:creationId xmlns:a16="http://schemas.microsoft.com/office/drawing/2014/main" id="{D0B138F5-60A0-A353-EA15-2F6FC598C722}"/>
                </a:ext>
              </a:extLst>
            </p:cNvPr>
            <p:cNvSpPr/>
            <p:nvPr/>
          </p:nvSpPr>
          <p:spPr>
            <a:xfrm>
              <a:off x="7499384" y="2533968"/>
              <a:ext cx="324379" cy="35287"/>
            </a:xfrm>
            <a:custGeom>
              <a:avLst/>
              <a:gdLst/>
              <a:ahLst/>
              <a:cxnLst/>
              <a:rect l="l" t="t" r="r" b="b"/>
              <a:pathLst>
                <a:path w="4293" h="467" extrusionOk="0">
                  <a:moveTo>
                    <a:pt x="45" y="0"/>
                  </a:moveTo>
                  <a:lnTo>
                    <a:pt x="1" y="466"/>
                  </a:lnTo>
                  <a:lnTo>
                    <a:pt x="4292" y="466"/>
                  </a:lnTo>
                  <a:lnTo>
                    <a:pt x="422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40">
              <a:extLst>
                <a:ext uri="{FF2B5EF4-FFF2-40B4-BE49-F238E27FC236}">
                  <a16:creationId xmlns:a16="http://schemas.microsoft.com/office/drawing/2014/main" id="{31DE033B-6552-E9DF-AAE0-955CBC6F2863}"/>
                </a:ext>
              </a:extLst>
            </p:cNvPr>
            <p:cNvSpPr/>
            <p:nvPr/>
          </p:nvSpPr>
          <p:spPr>
            <a:xfrm>
              <a:off x="7527492" y="2206340"/>
              <a:ext cx="265971" cy="39291"/>
            </a:xfrm>
            <a:custGeom>
              <a:avLst/>
              <a:gdLst/>
              <a:ahLst/>
              <a:cxnLst/>
              <a:rect l="l" t="t" r="r" b="b"/>
              <a:pathLst>
                <a:path w="3520" h="520" extrusionOk="0">
                  <a:moveTo>
                    <a:pt x="29" y="1"/>
                  </a:moveTo>
                  <a:lnTo>
                    <a:pt x="1" y="513"/>
                  </a:lnTo>
                  <a:lnTo>
                    <a:pt x="3520" y="520"/>
                  </a:lnTo>
                  <a:lnTo>
                    <a:pt x="350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40">
              <a:extLst>
                <a:ext uri="{FF2B5EF4-FFF2-40B4-BE49-F238E27FC236}">
                  <a16:creationId xmlns:a16="http://schemas.microsoft.com/office/drawing/2014/main" id="{BA9D37BF-D76B-4492-9550-E21CD50D6C99}"/>
                </a:ext>
              </a:extLst>
            </p:cNvPr>
            <p:cNvSpPr/>
            <p:nvPr/>
          </p:nvSpPr>
          <p:spPr>
            <a:xfrm>
              <a:off x="6726783" y="1889517"/>
              <a:ext cx="267180" cy="1007895"/>
            </a:xfrm>
            <a:custGeom>
              <a:avLst/>
              <a:gdLst/>
              <a:ahLst/>
              <a:cxnLst/>
              <a:rect l="l" t="t" r="r" b="b"/>
              <a:pathLst>
                <a:path w="3536" h="13339" extrusionOk="0">
                  <a:moveTo>
                    <a:pt x="7" y="0"/>
                  </a:moveTo>
                  <a:lnTo>
                    <a:pt x="0" y="13338"/>
                  </a:lnTo>
                  <a:lnTo>
                    <a:pt x="3536" y="13338"/>
                  </a:lnTo>
                  <a:cubicBezTo>
                    <a:pt x="3536" y="13338"/>
                    <a:pt x="3491" y="5773"/>
                    <a:pt x="3395" y="5261"/>
                  </a:cubicBezTo>
                  <a:cubicBezTo>
                    <a:pt x="3306" y="4757"/>
                    <a:pt x="3009" y="3794"/>
                    <a:pt x="2076" y="2757"/>
                  </a:cubicBezTo>
                  <a:cubicBezTo>
                    <a:pt x="1149" y="1711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40">
              <a:extLst>
                <a:ext uri="{FF2B5EF4-FFF2-40B4-BE49-F238E27FC236}">
                  <a16:creationId xmlns:a16="http://schemas.microsoft.com/office/drawing/2014/main" id="{A175DE68-04CA-89F7-33FD-50D56D2D2704}"/>
                </a:ext>
              </a:extLst>
            </p:cNvPr>
            <p:cNvSpPr/>
            <p:nvPr/>
          </p:nvSpPr>
          <p:spPr>
            <a:xfrm>
              <a:off x="6727312" y="1889517"/>
              <a:ext cx="266651" cy="998828"/>
            </a:xfrm>
            <a:custGeom>
              <a:avLst/>
              <a:gdLst/>
              <a:ahLst/>
              <a:cxnLst/>
              <a:rect l="l" t="t" r="r" b="b"/>
              <a:pathLst>
                <a:path w="3529" h="13219" extrusionOk="0">
                  <a:moveTo>
                    <a:pt x="0" y="0"/>
                  </a:moveTo>
                  <a:lnTo>
                    <a:pt x="1275" y="2853"/>
                  </a:lnTo>
                  <a:cubicBezTo>
                    <a:pt x="1334" y="2972"/>
                    <a:pt x="2261" y="4839"/>
                    <a:pt x="2268" y="6810"/>
                  </a:cubicBezTo>
                  <a:lnTo>
                    <a:pt x="2328" y="13219"/>
                  </a:lnTo>
                  <a:lnTo>
                    <a:pt x="3529" y="13219"/>
                  </a:lnTo>
                  <a:cubicBezTo>
                    <a:pt x="3529" y="12931"/>
                    <a:pt x="3521" y="12122"/>
                    <a:pt x="3513" y="11122"/>
                  </a:cubicBezTo>
                  <a:lnTo>
                    <a:pt x="3513" y="11040"/>
                  </a:lnTo>
                  <a:cubicBezTo>
                    <a:pt x="3505" y="10619"/>
                    <a:pt x="3505" y="10158"/>
                    <a:pt x="3498" y="9699"/>
                  </a:cubicBezTo>
                  <a:lnTo>
                    <a:pt x="3498" y="9618"/>
                  </a:lnTo>
                  <a:cubicBezTo>
                    <a:pt x="3491" y="9269"/>
                    <a:pt x="3491" y="8913"/>
                    <a:pt x="3484" y="8574"/>
                  </a:cubicBezTo>
                  <a:cubicBezTo>
                    <a:pt x="3484" y="8431"/>
                    <a:pt x="3477" y="8298"/>
                    <a:pt x="3477" y="8158"/>
                  </a:cubicBezTo>
                  <a:cubicBezTo>
                    <a:pt x="3454" y="6706"/>
                    <a:pt x="3424" y="5462"/>
                    <a:pt x="3388" y="5261"/>
                  </a:cubicBezTo>
                  <a:lnTo>
                    <a:pt x="3388" y="5254"/>
                  </a:lnTo>
                  <a:cubicBezTo>
                    <a:pt x="3299" y="4741"/>
                    <a:pt x="2995" y="3786"/>
                    <a:pt x="2069" y="2757"/>
                  </a:cubicBezTo>
                  <a:cubicBezTo>
                    <a:pt x="1142" y="171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964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40">
              <a:extLst>
                <a:ext uri="{FF2B5EF4-FFF2-40B4-BE49-F238E27FC236}">
                  <a16:creationId xmlns:a16="http://schemas.microsoft.com/office/drawing/2014/main" id="{3B7A985A-C852-8E1B-442F-DF9586DD0E62}"/>
                </a:ext>
              </a:extLst>
            </p:cNvPr>
            <p:cNvSpPr/>
            <p:nvPr/>
          </p:nvSpPr>
          <p:spPr>
            <a:xfrm>
              <a:off x="6727312" y="2305550"/>
              <a:ext cx="259397" cy="47603"/>
            </a:xfrm>
            <a:custGeom>
              <a:avLst/>
              <a:gdLst/>
              <a:ahLst/>
              <a:cxnLst/>
              <a:rect l="l" t="t" r="r" b="b"/>
              <a:pathLst>
                <a:path w="3433" h="630" extrusionOk="0">
                  <a:moveTo>
                    <a:pt x="0" y="0"/>
                  </a:moveTo>
                  <a:lnTo>
                    <a:pt x="0" y="630"/>
                  </a:lnTo>
                  <a:lnTo>
                    <a:pt x="3433" y="630"/>
                  </a:lnTo>
                  <a:lnTo>
                    <a:pt x="3433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40">
              <a:extLst>
                <a:ext uri="{FF2B5EF4-FFF2-40B4-BE49-F238E27FC236}">
                  <a16:creationId xmlns:a16="http://schemas.microsoft.com/office/drawing/2014/main" id="{08FD8299-D228-1B4E-6772-DECF19F660D2}"/>
                </a:ext>
              </a:extLst>
            </p:cNvPr>
            <p:cNvSpPr/>
            <p:nvPr/>
          </p:nvSpPr>
          <p:spPr>
            <a:xfrm>
              <a:off x="6726783" y="2440954"/>
              <a:ext cx="263327" cy="11258"/>
            </a:xfrm>
            <a:custGeom>
              <a:avLst/>
              <a:gdLst/>
              <a:ahLst/>
              <a:cxnLst/>
              <a:rect l="l" t="t" r="r" b="b"/>
              <a:pathLst>
                <a:path w="3485" h="149" extrusionOk="0">
                  <a:moveTo>
                    <a:pt x="0" y="1"/>
                  </a:moveTo>
                  <a:lnTo>
                    <a:pt x="0" y="148"/>
                  </a:lnTo>
                  <a:lnTo>
                    <a:pt x="3484" y="148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40">
              <a:extLst>
                <a:ext uri="{FF2B5EF4-FFF2-40B4-BE49-F238E27FC236}">
                  <a16:creationId xmlns:a16="http://schemas.microsoft.com/office/drawing/2014/main" id="{1332DB6F-6FD2-5DF0-64C4-D09F1BCF38F3}"/>
                </a:ext>
              </a:extLst>
            </p:cNvPr>
            <p:cNvSpPr/>
            <p:nvPr/>
          </p:nvSpPr>
          <p:spPr>
            <a:xfrm>
              <a:off x="6726783" y="2467324"/>
              <a:ext cx="263327" cy="11183"/>
            </a:xfrm>
            <a:custGeom>
              <a:avLst/>
              <a:gdLst/>
              <a:ahLst/>
              <a:cxnLst/>
              <a:rect l="l" t="t" r="r" b="b"/>
              <a:pathLst>
                <a:path w="3485" h="148" extrusionOk="0">
                  <a:moveTo>
                    <a:pt x="0" y="0"/>
                  </a:moveTo>
                  <a:lnTo>
                    <a:pt x="0" y="148"/>
                  </a:lnTo>
                  <a:lnTo>
                    <a:pt x="3484" y="148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40">
              <a:extLst>
                <a:ext uri="{FF2B5EF4-FFF2-40B4-BE49-F238E27FC236}">
                  <a16:creationId xmlns:a16="http://schemas.microsoft.com/office/drawing/2014/main" id="{C9A97044-1C52-B864-C777-71254BC967A4}"/>
                </a:ext>
              </a:extLst>
            </p:cNvPr>
            <p:cNvSpPr/>
            <p:nvPr/>
          </p:nvSpPr>
          <p:spPr>
            <a:xfrm>
              <a:off x="6726783" y="2493619"/>
              <a:ext cx="263327" cy="11258"/>
            </a:xfrm>
            <a:custGeom>
              <a:avLst/>
              <a:gdLst/>
              <a:ahLst/>
              <a:cxnLst/>
              <a:rect l="l" t="t" r="r" b="b"/>
              <a:pathLst>
                <a:path w="3485" h="149" extrusionOk="0">
                  <a:moveTo>
                    <a:pt x="0" y="1"/>
                  </a:moveTo>
                  <a:lnTo>
                    <a:pt x="0" y="148"/>
                  </a:lnTo>
                  <a:lnTo>
                    <a:pt x="3484" y="148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40">
              <a:extLst>
                <a:ext uri="{FF2B5EF4-FFF2-40B4-BE49-F238E27FC236}">
                  <a16:creationId xmlns:a16="http://schemas.microsoft.com/office/drawing/2014/main" id="{C3B93A55-DA9A-D5D4-8860-F14AA50221EE}"/>
                </a:ext>
              </a:extLst>
            </p:cNvPr>
            <p:cNvSpPr/>
            <p:nvPr/>
          </p:nvSpPr>
          <p:spPr>
            <a:xfrm>
              <a:off x="6726783" y="2519838"/>
              <a:ext cx="263327" cy="11334"/>
            </a:xfrm>
            <a:custGeom>
              <a:avLst/>
              <a:gdLst/>
              <a:ahLst/>
              <a:cxnLst/>
              <a:rect l="l" t="t" r="r" b="b"/>
              <a:pathLst>
                <a:path w="3485" h="150" extrusionOk="0">
                  <a:moveTo>
                    <a:pt x="0" y="1"/>
                  </a:moveTo>
                  <a:lnTo>
                    <a:pt x="0" y="150"/>
                  </a:lnTo>
                  <a:lnTo>
                    <a:pt x="3484" y="150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40">
              <a:extLst>
                <a:ext uri="{FF2B5EF4-FFF2-40B4-BE49-F238E27FC236}">
                  <a16:creationId xmlns:a16="http://schemas.microsoft.com/office/drawing/2014/main" id="{1FAF6FA0-A2EF-57B5-3B52-A58C3A09AEED}"/>
                </a:ext>
              </a:extLst>
            </p:cNvPr>
            <p:cNvSpPr/>
            <p:nvPr/>
          </p:nvSpPr>
          <p:spPr>
            <a:xfrm>
              <a:off x="6726783" y="2546209"/>
              <a:ext cx="263327" cy="11334"/>
            </a:xfrm>
            <a:custGeom>
              <a:avLst/>
              <a:gdLst/>
              <a:ahLst/>
              <a:cxnLst/>
              <a:rect l="l" t="t" r="r" b="b"/>
              <a:pathLst>
                <a:path w="3485" h="150" extrusionOk="0">
                  <a:moveTo>
                    <a:pt x="0" y="0"/>
                  </a:moveTo>
                  <a:lnTo>
                    <a:pt x="0" y="150"/>
                  </a:lnTo>
                  <a:lnTo>
                    <a:pt x="3484" y="150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40">
              <a:extLst>
                <a:ext uri="{FF2B5EF4-FFF2-40B4-BE49-F238E27FC236}">
                  <a16:creationId xmlns:a16="http://schemas.microsoft.com/office/drawing/2014/main" id="{0C683EA9-E725-A8F5-1E6F-ED0CE9823A0F}"/>
                </a:ext>
              </a:extLst>
            </p:cNvPr>
            <p:cNvSpPr/>
            <p:nvPr/>
          </p:nvSpPr>
          <p:spPr>
            <a:xfrm>
              <a:off x="5534220" y="2754452"/>
              <a:ext cx="674751" cy="137821"/>
            </a:xfrm>
            <a:custGeom>
              <a:avLst/>
              <a:gdLst/>
              <a:ahLst/>
              <a:cxnLst/>
              <a:rect l="l" t="t" r="r" b="b"/>
              <a:pathLst>
                <a:path w="8930" h="1824" extrusionOk="0">
                  <a:moveTo>
                    <a:pt x="4462" y="1"/>
                  </a:moveTo>
                  <a:cubicBezTo>
                    <a:pt x="2364" y="1"/>
                    <a:pt x="585" y="772"/>
                    <a:pt x="0" y="1823"/>
                  </a:cubicBezTo>
                  <a:lnTo>
                    <a:pt x="8929" y="1823"/>
                  </a:lnTo>
                  <a:cubicBezTo>
                    <a:pt x="8344" y="772"/>
                    <a:pt x="6566" y="1"/>
                    <a:pt x="4462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40">
              <a:extLst>
                <a:ext uri="{FF2B5EF4-FFF2-40B4-BE49-F238E27FC236}">
                  <a16:creationId xmlns:a16="http://schemas.microsoft.com/office/drawing/2014/main" id="{FA6A2217-945F-8FA6-E1A0-48E18A23CD88}"/>
                </a:ext>
              </a:extLst>
            </p:cNvPr>
            <p:cNvSpPr/>
            <p:nvPr/>
          </p:nvSpPr>
          <p:spPr>
            <a:xfrm>
              <a:off x="6065482" y="2706925"/>
              <a:ext cx="661377" cy="187615"/>
            </a:xfrm>
            <a:custGeom>
              <a:avLst/>
              <a:gdLst/>
              <a:ahLst/>
              <a:cxnLst/>
              <a:rect l="l" t="t" r="r" b="b"/>
              <a:pathLst>
                <a:path w="8753" h="2483" extrusionOk="0">
                  <a:moveTo>
                    <a:pt x="4381" y="0"/>
                  </a:moveTo>
                  <a:cubicBezTo>
                    <a:pt x="2322" y="0"/>
                    <a:pt x="572" y="1046"/>
                    <a:pt x="1" y="2483"/>
                  </a:cubicBezTo>
                  <a:lnTo>
                    <a:pt x="8752" y="2483"/>
                  </a:lnTo>
                  <a:cubicBezTo>
                    <a:pt x="8181" y="1046"/>
                    <a:pt x="6440" y="0"/>
                    <a:pt x="4381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40">
              <a:extLst>
                <a:ext uri="{FF2B5EF4-FFF2-40B4-BE49-F238E27FC236}">
                  <a16:creationId xmlns:a16="http://schemas.microsoft.com/office/drawing/2014/main" id="{712FA220-FDF7-F9DD-1DC8-73C4170FE546}"/>
                </a:ext>
              </a:extLst>
            </p:cNvPr>
            <p:cNvSpPr/>
            <p:nvPr/>
          </p:nvSpPr>
          <p:spPr>
            <a:xfrm>
              <a:off x="6193178" y="2750599"/>
              <a:ext cx="113189" cy="62790"/>
            </a:xfrm>
            <a:custGeom>
              <a:avLst/>
              <a:gdLst/>
              <a:ahLst/>
              <a:cxnLst/>
              <a:rect l="l" t="t" r="r" b="b"/>
              <a:pathLst>
                <a:path w="1498" h="831" extrusionOk="0">
                  <a:moveTo>
                    <a:pt x="978" y="0"/>
                  </a:moveTo>
                  <a:cubicBezTo>
                    <a:pt x="882" y="0"/>
                    <a:pt x="772" y="14"/>
                    <a:pt x="660" y="52"/>
                  </a:cubicBezTo>
                  <a:cubicBezTo>
                    <a:pt x="246" y="171"/>
                    <a:pt x="0" y="475"/>
                    <a:pt x="89" y="660"/>
                  </a:cubicBezTo>
                  <a:cubicBezTo>
                    <a:pt x="143" y="779"/>
                    <a:pt x="290" y="831"/>
                    <a:pt x="475" y="831"/>
                  </a:cubicBezTo>
                  <a:cubicBezTo>
                    <a:pt x="594" y="831"/>
                    <a:pt x="735" y="807"/>
                    <a:pt x="868" y="770"/>
                  </a:cubicBezTo>
                  <a:cubicBezTo>
                    <a:pt x="1224" y="667"/>
                    <a:pt x="1498" y="459"/>
                    <a:pt x="1467" y="260"/>
                  </a:cubicBezTo>
                  <a:cubicBezTo>
                    <a:pt x="1446" y="112"/>
                    <a:pt x="1245" y="0"/>
                    <a:pt x="978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40">
              <a:extLst>
                <a:ext uri="{FF2B5EF4-FFF2-40B4-BE49-F238E27FC236}">
                  <a16:creationId xmlns:a16="http://schemas.microsoft.com/office/drawing/2014/main" id="{58B6A5BC-249C-199A-1FD3-AE2751D0A2D2}"/>
                </a:ext>
              </a:extLst>
            </p:cNvPr>
            <p:cNvSpPr/>
            <p:nvPr/>
          </p:nvSpPr>
          <p:spPr>
            <a:xfrm>
              <a:off x="6323670" y="2760119"/>
              <a:ext cx="58937" cy="30300"/>
            </a:xfrm>
            <a:custGeom>
              <a:avLst/>
              <a:gdLst/>
              <a:ahLst/>
              <a:cxnLst/>
              <a:rect l="l" t="t" r="r" b="b"/>
              <a:pathLst>
                <a:path w="780" h="401" extrusionOk="0">
                  <a:moveTo>
                    <a:pt x="393" y="0"/>
                  </a:moveTo>
                  <a:cubicBezTo>
                    <a:pt x="171" y="0"/>
                    <a:pt x="0" y="103"/>
                    <a:pt x="16" y="215"/>
                  </a:cubicBezTo>
                  <a:cubicBezTo>
                    <a:pt x="23" y="326"/>
                    <a:pt x="185" y="400"/>
                    <a:pt x="386" y="400"/>
                  </a:cubicBezTo>
                  <a:lnTo>
                    <a:pt x="393" y="400"/>
                  </a:lnTo>
                  <a:cubicBezTo>
                    <a:pt x="594" y="400"/>
                    <a:pt x="763" y="319"/>
                    <a:pt x="772" y="215"/>
                  </a:cubicBezTo>
                  <a:cubicBezTo>
                    <a:pt x="779" y="103"/>
                    <a:pt x="608" y="0"/>
                    <a:pt x="393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40">
              <a:extLst>
                <a:ext uri="{FF2B5EF4-FFF2-40B4-BE49-F238E27FC236}">
                  <a16:creationId xmlns:a16="http://schemas.microsoft.com/office/drawing/2014/main" id="{65CC29FD-9CE6-EED4-7D29-361E0B13D4C8}"/>
                </a:ext>
              </a:extLst>
            </p:cNvPr>
            <p:cNvSpPr/>
            <p:nvPr/>
          </p:nvSpPr>
          <p:spPr>
            <a:xfrm>
              <a:off x="5428436" y="2641414"/>
              <a:ext cx="131097" cy="165250"/>
            </a:xfrm>
            <a:custGeom>
              <a:avLst/>
              <a:gdLst/>
              <a:ahLst/>
              <a:cxnLst/>
              <a:rect l="l" t="t" r="r" b="b"/>
              <a:pathLst>
                <a:path w="1735" h="2187" extrusionOk="0">
                  <a:moveTo>
                    <a:pt x="867" y="1"/>
                  </a:moveTo>
                  <a:cubicBezTo>
                    <a:pt x="490" y="1"/>
                    <a:pt x="178" y="303"/>
                    <a:pt x="178" y="682"/>
                  </a:cubicBezTo>
                  <a:cubicBezTo>
                    <a:pt x="178" y="712"/>
                    <a:pt x="186" y="741"/>
                    <a:pt x="193" y="778"/>
                  </a:cubicBezTo>
                  <a:cubicBezTo>
                    <a:pt x="66" y="926"/>
                    <a:pt x="1" y="1112"/>
                    <a:pt x="1" y="1319"/>
                  </a:cubicBezTo>
                  <a:cubicBezTo>
                    <a:pt x="1" y="1801"/>
                    <a:pt x="385" y="2187"/>
                    <a:pt x="867" y="2187"/>
                  </a:cubicBezTo>
                  <a:cubicBezTo>
                    <a:pt x="1342" y="2187"/>
                    <a:pt x="1735" y="1801"/>
                    <a:pt x="1735" y="1319"/>
                  </a:cubicBezTo>
                  <a:cubicBezTo>
                    <a:pt x="1735" y="1112"/>
                    <a:pt x="1660" y="926"/>
                    <a:pt x="1541" y="778"/>
                  </a:cubicBezTo>
                  <a:cubicBezTo>
                    <a:pt x="1541" y="741"/>
                    <a:pt x="1550" y="712"/>
                    <a:pt x="1550" y="682"/>
                  </a:cubicBezTo>
                  <a:cubicBezTo>
                    <a:pt x="1550" y="303"/>
                    <a:pt x="1245" y="1"/>
                    <a:pt x="86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40">
              <a:extLst>
                <a:ext uri="{FF2B5EF4-FFF2-40B4-BE49-F238E27FC236}">
                  <a16:creationId xmlns:a16="http://schemas.microsoft.com/office/drawing/2014/main" id="{B2ADDF9E-099D-90F6-F785-B359A75DF8C3}"/>
                </a:ext>
              </a:extLst>
            </p:cNvPr>
            <p:cNvSpPr/>
            <p:nvPr/>
          </p:nvSpPr>
          <p:spPr>
            <a:xfrm>
              <a:off x="5493342" y="2717503"/>
              <a:ext cx="5743" cy="172579"/>
            </a:xfrm>
            <a:custGeom>
              <a:avLst/>
              <a:gdLst/>
              <a:ahLst/>
              <a:cxnLst/>
              <a:rect l="l" t="t" r="r" b="b"/>
              <a:pathLst>
                <a:path w="76" h="2284" extrusionOk="0">
                  <a:moveTo>
                    <a:pt x="38" y="1"/>
                  </a:moveTo>
                  <a:lnTo>
                    <a:pt x="1" y="2247"/>
                  </a:lnTo>
                  <a:cubicBezTo>
                    <a:pt x="1" y="2268"/>
                    <a:pt x="15" y="2284"/>
                    <a:pt x="38" y="2284"/>
                  </a:cubicBezTo>
                  <a:cubicBezTo>
                    <a:pt x="59" y="2284"/>
                    <a:pt x="75" y="2268"/>
                    <a:pt x="75" y="2247"/>
                  </a:cubicBezTo>
                  <a:cubicBezTo>
                    <a:pt x="75" y="2247"/>
                    <a:pt x="59" y="1"/>
                    <a:pt x="38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40">
              <a:extLst>
                <a:ext uri="{FF2B5EF4-FFF2-40B4-BE49-F238E27FC236}">
                  <a16:creationId xmlns:a16="http://schemas.microsoft.com/office/drawing/2014/main" id="{B74BBA3F-51A8-5AA6-50CB-07B1D3AB7C23}"/>
                </a:ext>
              </a:extLst>
            </p:cNvPr>
            <p:cNvSpPr/>
            <p:nvPr/>
          </p:nvSpPr>
          <p:spPr>
            <a:xfrm>
              <a:off x="5463118" y="2758381"/>
              <a:ext cx="33095" cy="26899"/>
            </a:xfrm>
            <a:custGeom>
              <a:avLst/>
              <a:gdLst/>
              <a:ahLst/>
              <a:cxnLst/>
              <a:rect l="l" t="t" r="r" b="b"/>
              <a:pathLst>
                <a:path w="438" h="356" extrusionOk="0">
                  <a:moveTo>
                    <a:pt x="0" y="0"/>
                  </a:moveTo>
                  <a:cubicBezTo>
                    <a:pt x="205" y="342"/>
                    <a:pt x="404" y="356"/>
                    <a:pt x="434" y="356"/>
                  </a:cubicBezTo>
                  <a:cubicBezTo>
                    <a:pt x="437" y="356"/>
                    <a:pt x="438" y="356"/>
                    <a:pt x="438" y="356"/>
                  </a:cubicBezTo>
                  <a:lnTo>
                    <a:pt x="438" y="311"/>
                  </a:lnTo>
                  <a:cubicBezTo>
                    <a:pt x="438" y="311"/>
                    <a:pt x="434" y="314"/>
                    <a:pt x="422" y="314"/>
                  </a:cubicBezTo>
                  <a:cubicBezTo>
                    <a:pt x="396" y="314"/>
                    <a:pt x="334" y="300"/>
                    <a:pt x="201" y="208"/>
                  </a:cubicBezTo>
                  <a:cubicBezTo>
                    <a:pt x="82" y="12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40">
              <a:extLst>
                <a:ext uri="{FF2B5EF4-FFF2-40B4-BE49-F238E27FC236}">
                  <a16:creationId xmlns:a16="http://schemas.microsoft.com/office/drawing/2014/main" id="{8D2D8A50-6552-1CF4-0846-BF588977B731}"/>
                </a:ext>
              </a:extLst>
            </p:cNvPr>
            <p:cNvSpPr/>
            <p:nvPr/>
          </p:nvSpPr>
          <p:spPr>
            <a:xfrm>
              <a:off x="5496137" y="2751127"/>
              <a:ext cx="28562" cy="23046"/>
            </a:xfrm>
            <a:custGeom>
              <a:avLst/>
              <a:gdLst/>
              <a:ahLst/>
              <a:cxnLst/>
              <a:rect l="l" t="t" r="r" b="b"/>
              <a:pathLst>
                <a:path w="378" h="305" extrusionOk="0">
                  <a:moveTo>
                    <a:pt x="378" y="0"/>
                  </a:moveTo>
                  <a:cubicBezTo>
                    <a:pt x="378" y="0"/>
                    <a:pt x="305" y="105"/>
                    <a:pt x="209" y="171"/>
                  </a:cubicBezTo>
                  <a:cubicBezTo>
                    <a:pt x="96" y="250"/>
                    <a:pt x="41" y="263"/>
                    <a:pt x="17" y="263"/>
                  </a:cubicBezTo>
                  <a:cubicBezTo>
                    <a:pt x="5" y="263"/>
                    <a:pt x="1" y="260"/>
                    <a:pt x="1" y="260"/>
                  </a:cubicBezTo>
                  <a:lnTo>
                    <a:pt x="1" y="260"/>
                  </a:lnTo>
                  <a:lnTo>
                    <a:pt x="8" y="304"/>
                  </a:lnTo>
                  <a:cubicBezTo>
                    <a:pt x="8" y="304"/>
                    <a:pt x="8" y="304"/>
                    <a:pt x="9" y="304"/>
                  </a:cubicBezTo>
                  <a:cubicBezTo>
                    <a:pt x="24" y="304"/>
                    <a:pt x="194" y="298"/>
                    <a:pt x="378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40">
              <a:extLst>
                <a:ext uri="{FF2B5EF4-FFF2-40B4-BE49-F238E27FC236}">
                  <a16:creationId xmlns:a16="http://schemas.microsoft.com/office/drawing/2014/main" id="{8B72CA9C-DEFB-77C9-38E2-563D4384B2DB}"/>
                </a:ext>
              </a:extLst>
            </p:cNvPr>
            <p:cNvSpPr/>
            <p:nvPr/>
          </p:nvSpPr>
          <p:spPr>
            <a:xfrm>
              <a:off x="5473167" y="2734806"/>
              <a:ext cx="23046" cy="18663"/>
            </a:xfrm>
            <a:custGeom>
              <a:avLst/>
              <a:gdLst/>
              <a:ahLst/>
              <a:cxnLst/>
              <a:rect l="l" t="t" r="r" b="b"/>
              <a:pathLst>
                <a:path w="305" h="247" extrusionOk="0">
                  <a:moveTo>
                    <a:pt x="1" y="1"/>
                  </a:moveTo>
                  <a:cubicBezTo>
                    <a:pt x="149" y="240"/>
                    <a:pt x="289" y="246"/>
                    <a:pt x="304" y="246"/>
                  </a:cubicBezTo>
                  <a:cubicBezTo>
                    <a:pt x="304" y="246"/>
                    <a:pt x="305" y="246"/>
                    <a:pt x="305" y="246"/>
                  </a:cubicBezTo>
                  <a:lnTo>
                    <a:pt x="305" y="209"/>
                  </a:lnTo>
                  <a:cubicBezTo>
                    <a:pt x="305" y="209"/>
                    <a:pt x="302" y="211"/>
                    <a:pt x="293" y="211"/>
                  </a:cubicBezTo>
                  <a:cubicBezTo>
                    <a:pt x="275" y="211"/>
                    <a:pt x="232" y="201"/>
                    <a:pt x="141" y="134"/>
                  </a:cubicBezTo>
                  <a:cubicBezTo>
                    <a:pt x="60" y="8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40">
              <a:extLst>
                <a:ext uri="{FF2B5EF4-FFF2-40B4-BE49-F238E27FC236}">
                  <a16:creationId xmlns:a16="http://schemas.microsoft.com/office/drawing/2014/main" id="{0811B9A0-3BD5-896C-1E10-60D333D2BF90}"/>
                </a:ext>
              </a:extLst>
            </p:cNvPr>
            <p:cNvSpPr/>
            <p:nvPr/>
          </p:nvSpPr>
          <p:spPr>
            <a:xfrm>
              <a:off x="6368553" y="2355873"/>
              <a:ext cx="480410" cy="467565"/>
            </a:xfrm>
            <a:custGeom>
              <a:avLst/>
              <a:gdLst/>
              <a:ahLst/>
              <a:cxnLst/>
              <a:rect l="l" t="t" r="r" b="b"/>
              <a:pathLst>
                <a:path w="6358" h="6188" extrusionOk="0">
                  <a:moveTo>
                    <a:pt x="3090" y="1"/>
                  </a:moveTo>
                  <a:cubicBezTo>
                    <a:pt x="2978" y="1"/>
                    <a:pt x="2867" y="30"/>
                    <a:pt x="2771" y="90"/>
                  </a:cubicBezTo>
                  <a:cubicBezTo>
                    <a:pt x="2067" y="534"/>
                    <a:pt x="0" y="6188"/>
                    <a:pt x="3089" y="6188"/>
                  </a:cubicBezTo>
                  <a:cubicBezTo>
                    <a:pt x="6358" y="6188"/>
                    <a:pt x="4112" y="534"/>
                    <a:pt x="3415" y="90"/>
                  </a:cubicBezTo>
                  <a:cubicBezTo>
                    <a:pt x="3315" y="30"/>
                    <a:pt x="3202" y="1"/>
                    <a:pt x="3090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40">
              <a:extLst>
                <a:ext uri="{FF2B5EF4-FFF2-40B4-BE49-F238E27FC236}">
                  <a16:creationId xmlns:a16="http://schemas.microsoft.com/office/drawing/2014/main" id="{F9FDC790-FEBA-A77F-25C6-6FA13D60BAA1}"/>
                </a:ext>
              </a:extLst>
            </p:cNvPr>
            <p:cNvSpPr/>
            <p:nvPr/>
          </p:nvSpPr>
          <p:spPr>
            <a:xfrm>
              <a:off x="6368553" y="2362447"/>
              <a:ext cx="233480" cy="460992"/>
            </a:xfrm>
            <a:custGeom>
              <a:avLst/>
              <a:gdLst/>
              <a:ahLst/>
              <a:cxnLst/>
              <a:rect l="l" t="t" r="r" b="b"/>
              <a:pathLst>
                <a:path w="3090" h="6101" extrusionOk="0">
                  <a:moveTo>
                    <a:pt x="2776" y="1"/>
                  </a:moveTo>
                  <a:cubicBezTo>
                    <a:pt x="2775" y="1"/>
                    <a:pt x="2773" y="2"/>
                    <a:pt x="2771" y="3"/>
                  </a:cubicBezTo>
                  <a:cubicBezTo>
                    <a:pt x="2067" y="447"/>
                    <a:pt x="0" y="6101"/>
                    <a:pt x="3089" y="6101"/>
                  </a:cubicBezTo>
                  <a:cubicBezTo>
                    <a:pt x="3089" y="6101"/>
                    <a:pt x="2312" y="6033"/>
                    <a:pt x="2268" y="3826"/>
                  </a:cubicBezTo>
                  <a:cubicBezTo>
                    <a:pt x="2215" y="1638"/>
                    <a:pt x="2848" y="1"/>
                    <a:pt x="2776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40">
              <a:extLst>
                <a:ext uri="{FF2B5EF4-FFF2-40B4-BE49-F238E27FC236}">
                  <a16:creationId xmlns:a16="http://schemas.microsoft.com/office/drawing/2014/main" id="{0FBD488B-C7F6-C852-E449-EDF99C439D84}"/>
                </a:ext>
              </a:extLst>
            </p:cNvPr>
            <p:cNvSpPr/>
            <p:nvPr/>
          </p:nvSpPr>
          <p:spPr>
            <a:xfrm>
              <a:off x="6594704" y="2568197"/>
              <a:ext cx="33624" cy="323548"/>
            </a:xfrm>
            <a:custGeom>
              <a:avLst/>
              <a:gdLst/>
              <a:ahLst/>
              <a:cxnLst/>
              <a:rect l="l" t="t" r="r" b="b"/>
              <a:pathLst>
                <a:path w="445" h="4282" extrusionOk="0">
                  <a:moveTo>
                    <a:pt x="224" y="1"/>
                  </a:moveTo>
                  <a:cubicBezTo>
                    <a:pt x="223" y="1"/>
                    <a:pt x="222" y="6"/>
                    <a:pt x="222" y="20"/>
                  </a:cubicBezTo>
                  <a:lnTo>
                    <a:pt x="0" y="4281"/>
                  </a:lnTo>
                  <a:lnTo>
                    <a:pt x="445" y="4281"/>
                  </a:lnTo>
                  <a:cubicBezTo>
                    <a:pt x="430" y="2458"/>
                    <a:pt x="267" y="20"/>
                    <a:pt x="229" y="20"/>
                  </a:cubicBezTo>
                  <a:cubicBezTo>
                    <a:pt x="229" y="20"/>
                    <a:pt x="226" y="1"/>
                    <a:pt x="224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40">
              <a:extLst>
                <a:ext uri="{FF2B5EF4-FFF2-40B4-BE49-F238E27FC236}">
                  <a16:creationId xmlns:a16="http://schemas.microsoft.com/office/drawing/2014/main" id="{AF955DED-C288-6533-552C-F7B0F32E1A05}"/>
                </a:ext>
              </a:extLst>
            </p:cNvPr>
            <p:cNvSpPr/>
            <p:nvPr/>
          </p:nvSpPr>
          <p:spPr>
            <a:xfrm>
              <a:off x="6520202" y="2682821"/>
              <a:ext cx="91881" cy="73973"/>
            </a:xfrm>
            <a:custGeom>
              <a:avLst/>
              <a:gdLst/>
              <a:ahLst/>
              <a:cxnLst/>
              <a:rect l="l" t="t" r="r" b="b"/>
              <a:pathLst>
                <a:path w="1216" h="979" extrusionOk="0">
                  <a:moveTo>
                    <a:pt x="1" y="1"/>
                  </a:moveTo>
                  <a:cubicBezTo>
                    <a:pt x="595" y="952"/>
                    <a:pt x="1136" y="979"/>
                    <a:pt x="1196" y="979"/>
                  </a:cubicBezTo>
                  <a:cubicBezTo>
                    <a:pt x="1199" y="979"/>
                    <a:pt x="1201" y="979"/>
                    <a:pt x="1201" y="979"/>
                  </a:cubicBezTo>
                  <a:lnTo>
                    <a:pt x="1215" y="838"/>
                  </a:lnTo>
                  <a:lnTo>
                    <a:pt x="1215" y="838"/>
                  </a:lnTo>
                  <a:cubicBezTo>
                    <a:pt x="1215" y="838"/>
                    <a:pt x="1203" y="847"/>
                    <a:pt x="1168" y="847"/>
                  </a:cubicBezTo>
                  <a:cubicBezTo>
                    <a:pt x="1093" y="847"/>
                    <a:pt x="919" y="806"/>
                    <a:pt x="556" y="548"/>
                  </a:cubicBezTo>
                  <a:cubicBezTo>
                    <a:pt x="245" y="33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40">
              <a:extLst>
                <a:ext uri="{FF2B5EF4-FFF2-40B4-BE49-F238E27FC236}">
                  <a16:creationId xmlns:a16="http://schemas.microsoft.com/office/drawing/2014/main" id="{03984247-2FFB-C8A4-D65B-D3DBBBC56303}"/>
                </a:ext>
              </a:extLst>
            </p:cNvPr>
            <p:cNvSpPr/>
            <p:nvPr/>
          </p:nvSpPr>
          <p:spPr>
            <a:xfrm>
              <a:off x="6612007" y="2662118"/>
              <a:ext cx="77373" cy="62715"/>
            </a:xfrm>
            <a:custGeom>
              <a:avLst/>
              <a:gdLst/>
              <a:ahLst/>
              <a:cxnLst/>
              <a:rect l="l" t="t" r="r" b="b"/>
              <a:pathLst>
                <a:path w="1024" h="830" extrusionOk="0">
                  <a:moveTo>
                    <a:pt x="1023" y="1"/>
                  </a:moveTo>
                  <a:lnTo>
                    <a:pt x="1023" y="1"/>
                  </a:lnTo>
                  <a:cubicBezTo>
                    <a:pt x="1023" y="1"/>
                    <a:pt x="824" y="282"/>
                    <a:pt x="557" y="467"/>
                  </a:cubicBezTo>
                  <a:cubicBezTo>
                    <a:pt x="255" y="685"/>
                    <a:pt x="108" y="721"/>
                    <a:pt x="44" y="721"/>
                  </a:cubicBezTo>
                  <a:cubicBezTo>
                    <a:pt x="12" y="721"/>
                    <a:pt x="0" y="712"/>
                    <a:pt x="0" y="712"/>
                  </a:cubicBezTo>
                  <a:lnTo>
                    <a:pt x="0" y="712"/>
                  </a:lnTo>
                  <a:lnTo>
                    <a:pt x="8" y="830"/>
                  </a:lnTo>
                  <a:cubicBezTo>
                    <a:pt x="8" y="830"/>
                    <a:pt x="10" y="830"/>
                    <a:pt x="14" y="830"/>
                  </a:cubicBezTo>
                  <a:cubicBezTo>
                    <a:pt x="72" y="830"/>
                    <a:pt x="531" y="803"/>
                    <a:pt x="1023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40">
              <a:extLst>
                <a:ext uri="{FF2B5EF4-FFF2-40B4-BE49-F238E27FC236}">
                  <a16:creationId xmlns:a16="http://schemas.microsoft.com/office/drawing/2014/main" id="{67B59B19-540E-0820-7629-54AD580160FA}"/>
                </a:ext>
              </a:extLst>
            </p:cNvPr>
            <p:cNvSpPr/>
            <p:nvPr/>
          </p:nvSpPr>
          <p:spPr>
            <a:xfrm>
              <a:off x="6549217" y="2617235"/>
              <a:ext cx="62866" cy="50474"/>
            </a:xfrm>
            <a:custGeom>
              <a:avLst/>
              <a:gdLst/>
              <a:ahLst/>
              <a:cxnLst/>
              <a:rect l="l" t="t" r="r" b="b"/>
              <a:pathLst>
                <a:path w="832" h="668" extrusionOk="0">
                  <a:moveTo>
                    <a:pt x="1" y="1"/>
                  </a:moveTo>
                  <a:lnTo>
                    <a:pt x="1" y="1"/>
                  </a:lnTo>
                  <a:cubicBezTo>
                    <a:pt x="398" y="648"/>
                    <a:pt x="774" y="668"/>
                    <a:pt x="820" y="668"/>
                  </a:cubicBezTo>
                  <a:cubicBezTo>
                    <a:pt x="823" y="668"/>
                    <a:pt x="824" y="668"/>
                    <a:pt x="824" y="668"/>
                  </a:cubicBezTo>
                  <a:lnTo>
                    <a:pt x="831" y="572"/>
                  </a:lnTo>
                  <a:lnTo>
                    <a:pt x="831" y="572"/>
                  </a:lnTo>
                  <a:cubicBezTo>
                    <a:pt x="831" y="572"/>
                    <a:pt x="821" y="580"/>
                    <a:pt x="793" y="580"/>
                  </a:cubicBezTo>
                  <a:cubicBezTo>
                    <a:pt x="739" y="580"/>
                    <a:pt x="618" y="550"/>
                    <a:pt x="380" y="380"/>
                  </a:cubicBezTo>
                  <a:cubicBezTo>
                    <a:pt x="165" y="23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40">
              <a:extLst>
                <a:ext uri="{FF2B5EF4-FFF2-40B4-BE49-F238E27FC236}">
                  <a16:creationId xmlns:a16="http://schemas.microsoft.com/office/drawing/2014/main" id="{EB197D47-3FA4-9D3C-B958-FD42135B1C59}"/>
                </a:ext>
              </a:extLst>
            </p:cNvPr>
            <p:cNvSpPr/>
            <p:nvPr/>
          </p:nvSpPr>
          <p:spPr>
            <a:xfrm>
              <a:off x="5897512" y="2520292"/>
              <a:ext cx="334429" cy="325512"/>
            </a:xfrm>
            <a:custGeom>
              <a:avLst/>
              <a:gdLst/>
              <a:ahLst/>
              <a:cxnLst/>
              <a:rect l="l" t="t" r="r" b="b"/>
              <a:pathLst>
                <a:path w="4426" h="4308" extrusionOk="0">
                  <a:moveTo>
                    <a:pt x="2151" y="1"/>
                  </a:moveTo>
                  <a:cubicBezTo>
                    <a:pt x="2073" y="1"/>
                    <a:pt x="1995" y="21"/>
                    <a:pt x="1929" y="62"/>
                  </a:cubicBezTo>
                  <a:cubicBezTo>
                    <a:pt x="1440" y="366"/>
                    <a:pt x="1" y="4307"/>
                    <a:pt x="2151" y="4307"/>
                  </a:cubicBezTo>
                  <a:cubicBezTo>
                    <a:pt x="4425" y="4307"/>
                    <a:pt x="2862" y="366"/>
                    <a:pt x="2373" y="62"/>
                  </a:cubicBezTo>
                  <a:cubicBezTo>
                    <a:pt x="2307" y="21"/>
                    <a:pt x="2229" y="1"/>
                    <a:pt x="2151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40">
              <a:extLst>
                <a:ext uri="{FF2B5EF4-FFF2-40B4-BE49-F238E27FC236}">
                  <a16:creationId xmlns:a16="http://schemas.microsoft.com/office/drawing/2014/main" id="{2746EF1A-65A1-BBCE-85A9-0712E522C26A}"/>
                </a:ext>
              </a:extLst>
            </p:cNvPr>
            <p:cNvSpPr/>
            <p:nvPr/>
          </p:nvSpPr>
          <p:spPr>
            <a:xfrm>
              <a:off x="5897512" y="2524825"/>
              <a:ext cx="162530" cy="320979"/>
            </a:xfrm>
            <a:custGeom>
              <a:avLst/>
              <a:gdLst/>
              <a:ahLst/>
              <a:cxnLst/>
              <a:rect l="l" t="t" r="r" b="b"/>
              <a:pathLst>
                <a:path w="2151" h="4248" extrusionOk="0">
                  <a:moveTo>
                    <a:pt x="1932" y="1"/>
                  </a:moveTo>
                  <a:cubicBezTo>
                    <a:pt x="1931" y="1"/>
                    <a:pt x="1930" y="1"/>
                    <a:pt x="1929" y="2"/>
                  </a:cubicBezTo>
                  <a:cubicBezTo>
                    <a:pt x="1440" y="306"/>
                    <a:pt x="1" y="4247"/>
                    <a:pt x="2151" y="4247"/>
                  </a:cubicBezTo>
                  <a:cubicBezTo>
                    <a:pt x="2151" y="4247"/>
                    <a:pt x="1610" y="4203"/>
                    <a:pt x="1580" y="2663"/>
                  </a:cubicBezTo>
                  <a:cubicBezTo>
                    <a:pt x="1543" y="1142"/>
                    <a:pt x="1985" y="1"/>
                    <a:pt x="1932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40">
              <a:extLst>
                <a:ext uri="{FF2B5EF4-FFF2-40B4-BE49-F238E27FC236}">
                  <a16:creationId xmlns:a16="http://schemas.microsoft.com/office/drawing/2014/main" id="{090386DF-9775-A69C-79E1-2F899828D1A3}"/>
                </a:ext>
              </a:extLst>
            </p:cNvPr>
            <p:cNvSpPr/>
            <p:nvPr/>
          </p:nvSpPr>
          <p:spPr>
            <a:xfrm>
              <a:off x="6054903" y="2668163"/>
              <a:ext cx="23575" cy="225320"/>
            </a:xfrm>
            <a:custGeom>
              <a:avLst/>
              <a:gdLst/>
              <a:ahLst/>
              <a:cxnLst/>
              <a:rect l="l" t="t" r="r" b="b"/>
              <a:pathLst>
                <a:path w="312" h="2982" extrusionOk="0">
                  <a:moveTo>
                    <a:pt x="159" y="0"/>
                  </a:moveTo>
                  <a:cubicBezTo>
                    <a:pt x="158" y="0"/>
                    <a:pt x="157" y="4"/>
                    <a:pt x="157" y="17"/>
                  </a:cubicBezTo>
                  <a:lnTo>
                    <a:pt x="0" y="2981"/>
                  </a:lnTo>
                  <a:lnTo>
                    <a:pt x="312" y="2981"/>
                  </a:lnTo>
                  <a:cubicBezTo>
                    <a:pt x="304" y="1713"/>
                    <a:pt x="185" y="17"/>
                    <a:pt x="164" y="17"/>
                  </a:cubicBezTo>
                  <a:cubicBezTo>
                    <a:pt x="164" y="17"/>
                    <a:pt x="161" y="0"/>
                    <a:pt x="159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40">
              <a:extLst>
                <a:ext uri="{FF2B5EF4-FFF2-40B4-BE49-F238E27FC236}">
                  <a16:creationId xmlns:a16="http://schemas.microsoft.com/office/drawing/2014/main" id="{DE463D79-3169-8357-F4BB-093BD2EE0FD8}"/>
                </a:ext>
              </a:extLst>
            </p:cNvPr>
            <p:cNvSpPr/>
            <p:nvPr/>
          </p:nvSpPr>
          <p:spPr>
            <a:xfrm>
              <a:off x="6003447" y="2747727"/>
              <a:ext cx="63319" cy="51683"/>
            </a:xfrm>
            <a:custGeom>
              <a:avLst/>
              <a:gdLst/>
              <a:ahLst/>
              <a:cxnLst/>
              <a:rect l="l" t="t" r="r" b="b"/>
              <a:pathLst>
                <a:path w="838" h="684" extrusionOk="0">
                  <a:moveTo>
                    <a:pt x="0" y="1"/>
                  </a:moveTo>
                  <a:lnTo>
                    <a:pt x="0" y="1"/>
                  </a:lnTo>
                  <a:cubicBezTo>
                    <a:pt x="406" y="665"/>
                    <a:pt x="785" y="684"/>
                    <a:pt x="827" y="684"/>
                  </a:cubicBezTo>
                  <a:cubicBezTo>
                    <a:pt x="829" y="684"/>
                    <a:pt x="831" y="684"/>
                    <a:pt x="831" y="684"/>
                  </a:cubicBezTo>
                  <a:lnTo>
                    <a:pt x="838" y="586"/>
                  </a:lnTo>
                  <a:lnTo>
                    <a:pt x="838" y="586"/>
                  </a:lnTo>
                  <a:cubicBezTo>
                    <a:pt x="838" y="586"/>
                    <a:pt x="830" y="592"/>
                    <a:pt x="806" y="592"/>
                  </a:cubicBezTo>
                  <a:cubicBezTo>
                    <a:pt x="757" y="592"/>
                    <a:pt x="639" y="564"/>
                    <a:pt x="386" y="387"/>
                  </a:cubicBezTo>
                  <a:cubicBezTo>
                    <a:pt x="164" y="23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40">
              <a:extLst>
                <a:ext uri="{FF2B5EF4-FFF2-40B4-BE49-F238E27FC236}">
                  <a16:creationId xmlns:a16="http://schemas.microsoft.com/office/drawing/2014/main" id="{920C7625-E615-82A9-5F1B-064FDFB21220}"/>
                </a:ext>
              </a:extLst>
            </p:cNvPr>
            <p:cNvSpPr/>
            <p:nvPr/>
          </p:nvSpPr>
          <p:spPr>
            <a:xfrm>
              <a:off x="6066691" y="2733749"/>
              <a:ext cx="54403" cy="43749"/>
            </a:xfrm>
            <a:custGeom>
              <a:avLst/>
              <a:gdLst/>
              <a:ahLst/>
              <a:cxnLst/>
              <a:rect l="l" t="t" r="r" b="b"/>
              <a:pathLst>
                <a:path w="720" h="579" extrusionOk="0">
                  <a:moveTo>
                    <a:pt x="719" y="1"/>
                  </a:moveTo>
                  <a:cubicBezTo>
                    <a:pt x="719" y="1"/>
                    <a:pt x="579" y="193"/>
                    <a:pt x="394" y="326"/>
                  </a:cubicBezTo>
                  <a:cubicBezTo>
                    <a:pt x="184" y="472"/>
                    <a:pt x="81" y="497"/>
                    <a:pt x="34" y="497"/>
                  </a:cubicBezTo>
                  <a:cubicBezTo>
                    <a:pt x="10" y="497"/>
                    <a:pt x="1" y="490"/>
                    <a:pt x="1" y="490"/>
                  </a:cubicBezTo>
                  <a:lnTo>
                    <a:pt x="1" y="490"/>
                  </a:lnTo>
                  <a:lnTo>
                    <a:pt x="8" y="579"/>
                  </a:lnTo>
                  <a:cubicBezTo>
                    <a:pt x="8" y="579"/>
                    <a:pt x="9" y="579"/>
                    <a:pt x="10" y="579"/>
                  </a:cubicBezTo>
                  <a:cubicBezTo>
                    <a:pt x="39" y="579"/>
                    <a:pt x="366" y="566"/>
                    <a:pt x="71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40">
              <a:extLst>
                <a:ext uri="{FF2B5EF4-FFF2-40B4-BE49-F238E27FC236}">
                  <a16:creationId xmlns:a16="http://schemas.microsoft.com/office/drawing/2014/main" id="{20DF57D0-DB0D-A248-03C1-320E4768E794}"/>
                </a:ext>
              </a:extLst>
            </p:cNvPr>
            <p:cNvSpPr/>
            <p:nvPr/>
          </p:nvSpPr>
          <p:spPr>
            <a:xfrm>
              <a:off x="6023017" y="2702467"/>
              <a:ext cx="43749" cy="35287"/>
            </a:xfrm>
            <a:custGeom>
              <a:avLst/>
              <a:gdLst/>
              <a:ahLst/>
              <a:cxnLst/>
              <a:rect l="l" t="t" r="r" b="b"/>
              <a:pathLst>
                <a:path w="579" h="467" extrusionOk="0">
                  <a:moveTo>
                    <a:pt x="1" y="0"/>
                  </a:moveTo>
                  <a:lnTo>
                    <a:pt x="1" y="0"/>
                  </a:lnTo>
                  <a:cubicBezTo>
                    <a:pt x="296" y="460"/>
                    <a:pt x="563" y="466"/>
                    <a:pt x="578" y="466"/>
                  </a:cubicBezTo>
                  <a:cubicBezTo>
                    <a:pt x="579" y="466"/>
                    <a:pt x="579" y="466"/>
                    <a:pt x="579" y="466"/>
                  </a:cubicBezTo>
                  <a:lnTo>
                    <a:pt x="579" y="393"/>
                  </a:lnTo>
                  <a:cubicBezTo>
                    <a:pt x="579" y="393"/>
                    <a:pt x="571" y="400"/>
                    <a:pt x="550" y="400"/>
                  </a:cubicBezTo>
                  <a:cubicBezTo>
                    <a:pt x="511" y="400"/>
                    <a:pt x="429" y="379"/>
                    <a:pt x="268" y="260"/>
                  </a:cubicBezTo>
                  <a:cubicBezTo>
                    <a:pt x="118" y="155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40">
              <a:extLst>
                <a:ext uri="{FF2B5EF4-FFF2-40B4-BE49-F238E27FC236}">
                  <a16:creationId xmlns:a16="http://schemas.microsoft.com/office/drawing/2014/main" id="{75F10474-072C-BC07-6EA8-3E3A42CAB548}"/>
                </a:ext>
              </a:extLst>
            </p:cNvPr>
            <p:cNvSpPr/>
            <p:nvPr/>
          </p:nvSpPr>
          <p:spPr>
            <a:xfrm>
              <a:off x="6267076" y="2470724"/>
              <a:ext cx="364124" cy="354376"/>
            </a:xfrm>
            <a:custGeom>
              <a:avLst/>
              <a:gdLst/>
              <a:ahLst/>
              <a:cxnLst/>
              <a:rect l="l" t="t" r="r" b="b"/>
              <a:pathLst>
                <a:path w="4819" h="4690" extrusionOk="0">
                  <a:moveTo>
                    <a:pt x="2476" y="1"/>
                  </a:moveTo>
                  <a:cubicBezTo>
                    <a:pt x="2391" y="1"/>
                    <a:pt x="2306" y="25"/>
                    <a:pt x="2232" y="73"/>
                  </a:cubicBezTo>
                  <a:cubicBezTo>
                    <a:pt x="1699" y="407"/>
                    <a:pt x="0" y="4689"/>
                    <a:pt x="2476" y="4689"/>
                  </a:cubicBezTo>
                  <a:cubicBezTo>
                    <a:pt x="4818" y="4689"/>
                    <a:pt x="3255" y="407"/>
                    <a:pt x="2721" y="73"/>
                  </a:cubicBezTo>
                  <a:cubicBezTo>
                    <a:pt x="2647" y="25"/>
                    <a:pt x="2561" y="1"/>
                    <a:pt x="2476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40">
              <a:extLst>
                <a:ext uri="{FF2B5EF4-FFF2-40B4-BE49-F238E27FC236}">
                  <a16:creationId xmlns:a16="http://schemas.microsoft.com/office/drawing/2014/main" id="{DD1C87E7-B882-CA88-AAB5-B2F6111206E0}"/>
                </a:ext>
              </a:extLst>
            </p:cNvPr>
            <p:cNvSpPr/>
            <p:nvPr/>
          </p:nvSpPr>
          <p:spPr>
            <a:xfrm>
              <a:off x="6272743" y="2486139"/>
              <a:ext cx="170312" cy="336771"/>
            </a:xfrm>
            <a:custGeom>
              <a:avLst/>
              <a:gdLst/>
              <a:ahLst/>
              <a:cxnLst/>
              <a:rect l="l" t="t" r="r" b="b"/>
              <a:pathLst>
                <a:path w="2254" h="4457" extrusionOk="0">
                  <a:moveTo>
                    <a:pt x="2028" y="0"/>
                  </a:moveTo>
                  <a:cubicBezTo>
                    <a:pt x="2027" y="0"/>
                    <a:pt x="2025" y="1"/>
                    <a:pt x="2024" y="2"/>
                  </a:cubicBezTo>
                  <a:cubicBezTo>
                    <a:pt x="1505" y="322"/>
                    <a:pt x="0" y="4457"/>
                    <a:pt x="2253" y="4457"/>
                  </a:cubicBezTo>
                  <a:cubicBezTo>
                    <a:pt x="2253" y="4457"/>
                    <a:pt x="1690" y="4412"/>
                    <a:pt x="1652" y="2796"/>
                  </a:cubicBezTo>
                  <a:cubicBezTo>
                    <a:pt x="1616" y="1200"/>
                    <a:pt x="2077" y="0"/>
                    <a:pt x="2028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40">
              <a:extLst>
                <a:ext uri="{FF2B5EF4-FFF2-40B4-BE49-F238E27FC236}">
                  <a16:creationId xmlns:a16="http://schemas.microsoft.com/office/drawing/2014/main" id="{626C9851-BF71-9472-2F01-3B7A26BD39BD}"/>
                </a:ext>
              </a:extLst>
            </p:cNvPr>
            <p:cNvSpPr/>
            <p:nvPr/>
          </p:nvSpPr>
          <p:spPr>
            <a:xfrm>
              <a:off x="6437313" y="2654713"/>
              <a:ext cx="24708" cy="240356"/>
            </a:xfrm>
            <a:custGeom>
              <a:avLst/>
              <a:gdLst/>
              <a:ahLst/>
              <a:cxnLst/>
              <a:rect l="l" t="t" r="r" b="b"/>
              <a:pathLst>
                <a:path w="327" h="3181" extrusionOk="0">
                  <a:moveTo>
                    <a:pt x="166" y="0"/>
                  </a:moveTo>
                  <a:cubicBezTo>
                    <a:pt x="165" y="0"/>
                    <a:pt x="164" y="5"/>
                    <a:pt x="164" y="17"/>
                  </a:cubicBezTo>
                  <a:lnTo>
                    <a:pt x="1" y="3181"/>
                  </a:lnTo>
                  <a:cubicBezTo>
                    <a:pt x="13" y="3178"/>
                    <a:pt x="49" y="3178"/>
                    <a:pt x="94" y="3178"/>
                  </a:cubicBezTo>
                  <a:cubicBezTo>
                    <a:pt x="182" y="3178"/>
                    <a:pt x="302" y="3181"/>
                    <a:pt x="326" y="3181"/>
                  </a:cubicBezTo>
                  <a:cubicBezTo>
                    <a:pt x="319" y="1826"/>
                    <a:pt x="193" y="17"/>
                    <a:pt x="171" y="17"/>
                  </a:cubicBezTo>
                  <a:cubicBezTo>
                    <a:pt x="171" y="17"/>
                    <a:pt x="168" y="0"/>
                    <a:pt x="166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40">
              <a:extLst>
                <a:ext uri="{FF2B5EF4-FFF2-40B4-BE49-F238E27FC236}">
                  <a16:creationId xmlns:a16="http://schemas.microsoft.com/office/drawing/2014/main" id="{47DC6A2D-D719-CBFE-789A-D540F210AACC}"/>
                </a:ext>
              </a:extLst>
            </p:cNvPr>
            <p:cNvSpPr/>
            <p:nvPr/>
          </p:nvSpPr>
          <p:spPr>
            <a:xfrm>
              <a:off x="6381927" y="2739416"/>
              <a:ext cx="67853" cy="54932"/>
            </a:xfrm>
            <a:custGeom>
              <a:avLst/>
              <a:gdLst/>
              <a:ahLst/>
              <a:cxnLst/>
              <a:rect l="l" t="t" r="r" b="b"/>
              <a:pathLst>
                <a:path w="898" h="727" extrusionOk="0">
                  <a:moveTo>
                    <a:pt x="1" y="0"/>
                  </a:moveTo>
                  <a:lnTo>
                    <a:pt x="1" y="0"/>
                  </a:lnTo>
                  <a:cubicBezTo>
                    <a:pt x="433" y="706"/>
                    <a:pt x="840" y="726"/>
                    <a:pt x="886" y="726"/>
                  </a:cubicBezTo>
                  <a:cubicBezTo>
                    <a:pt x="889" y="726"/>
                    <a:pt x="890" y="726"/>
                    <a:pt x="890" y="726"/>
                  </a:cubicBezTo>
                  <a:lnTo>
                    <a:pt x="897" y="623"/>
                  </a:lnTo>
                  <a:lnTo>
                    <a:pt x="897" y="623"/>
                  </a:lnTo>
                  <a:cubicBezTo>
                    <a:pt x="897" y="623"/>
                    <a:pt x="888" y="630"/>
                    <a:pt x="862" y="630"/>
                  </a:cubicBezTo>
                  <a:cubicBezTo>
                    <a:pt x="807" y="630"/>
                    <a:pt x="678" y="600"/>
                    <a:pt x="408" y="415"/>
                  </a:cubicBezTo>
                  <a:cubicBezTo>
                    <a:pt x="179" y="25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40">
              <a:extLst>
                <a:ext uri="{FF2B5EF4-FFF2-40B4-BE49-F238E27FC236}">
                  <a16:creationId xmlns:a16="http://schemas.microsoft.com/office/drawing/2014/main" id="{AC9B8DE5-2994-2B55-23A3-4333965DAB5F}"/>
                </a:ext>
              </a:extLst>
            </p:cNvPr>
            <p:cNvSpPr/>
            <p:nvPr/>
          </p:nvSpPr>
          <p:spPr>
            <a:xfrm>
              <a:off x="6449704" y="2724228"/>
              <a:ext cx="57728" cy="46545"/>
            </a:xfrm>
            <a:custGeom>
              <a:avLst/>
              <a:gdLst/>
              <a:ahLst/>
              <a:cxnLst/>
              <a:rect l="l" t="t" r="r" b="b"/>
              <a:pathLst>
                <a:path w="764" h="616" extrusionOk="0">
                  <a:moveTo>
                    <a:pt x="763" y="0"/>
                  </a:moveTo>
                  <a:lnTo>
                    <a:pt x="763" y="0"/>
                  </a:lnTo>
                  <a:cubicBezTo>
                    <a:pt x="763" y="1"/>
                    <a:pt x="615" y="209"/>
                    <a:pt x="415" y="349"/>
                  </a:cubicBezTo>
                  <a:cubicBezTo>
                    <a:pt x="192" y="507"/>
                    <a:pt x="82" y="533"/>
                    <a:pt x="33" y="533"/>
                  </a:cubicBezTo>
                  <a:cubicBezTo>
                    <a:pt x="9" y="533"/>
                    <a:pt x="0" y="527"/>
                    <a:pt x="0" y="527"/>
                  </a:cubicBezTo>
                  <a:lnTo>
                    <a:pt x="0" y="527"/>
                  </a:lnTo>
                  <a:lnTo>
                    <a:pt x="7" y="616"/>
                  </a:lnTo>
                  <a:cubicBezTo>
                    <a:pt x="7" y="616"/>
                    <a:pt x="9" y="616"/>
                    <a:pt x="12" y="616"/>
                  </a:cubicBezTo>
                  <a:cubicBezTo>
                    <a:pt x="56" y="616"/>
                    <a:pt x="397" y="596"/>
                    <a:pt x="763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40">
              <a:extLst>
                <a:ext uri="{FF2B5EF4-FFF2-40B4-BE49-F238E27FC236}">
                  <a16:creationId xmlns:a16="http://schemas.microsoft.com/office/drawing/2014/main" id="{8834EBBA-40F9-E57D-3218-CE8F95F851B2}"/>
                </a:ext>
              </a:extLst>
            </p:cNvPr>
            <p:cNvSpPr/>
            <p:nvPr/>
          </p:nvSpPr>
          <p:spPr>
            <a:xfrm>
              <a:off x="6403160" y="2690604"/>
              <a:ext cx="46621" cy="38233"/>
            </a:xfrm>
            <a:custGeom>
              <a:avLst/>
              <a:gdLst/>
              <a:ahLst/>
              <a:cxnLst/>
              <a:rect l="l" t="t" r="r" b="b"/>
              <a:pathLst>
                <a:path w="617" h="506" extrusionOk="0">
                  <a:moveTo>
                    <a:pt x="1" y="1"/>
                  </a:moveTo>
                  <a:lnTo>
                    <a:pt x="1" y="1"/>
                  </a:lnTo>
                  <a:cubicBezTo>
                    <a:pt x="303" y="493"/>
                    <a:pt x="579" y="506"/>
                    <a:pt x="607" y="506"/>
                  </a:cubicBezTo>
                  <a:cubicBezTo>
                    <a:pt x="608" y="506"/>
                    <a:pt x="609" y="506"/>
                    <a:pt x="609" y="506"/>
                  </a:cubicBezTo>
                  <a:lnTo>
                    <a:pt x="616" y="431"/>
                  </a:lnTo>
                  <a:lnTo>
                    <a:pt x="616" y="431"/>
                  </a:lnTo>
                  <a:cubicBezTo>
                    <a:pt x="616" y="431"/>
                    <a:pt x="610" y="436"/>
                    <a:pt x="593" y="436"/>
                  </a:cubicBezTo>
                  <a:cubicBezTo>
                    <a:pt x="557" y="436"/>
                    <a:pt x="469" y="415"/>
                    <a:pt x="282" y="284"/>
                  </a:cubicBezTo>
                  <a:cubicBezTo>
                    <a:pt x="127" y="17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40">
              <a:extLst>
                <a:ext uri="{FF2B5EF4-FFF2-40B4-BE49-F238E27FC236}">
                  <a16:creationId xmlns:a16="http://schemas.microsoft.com/office/drawing/2014/main" id="{AD947CD8-946D-878A-D560-3B1A015EB5FF}"/>
                </a:ext>
              </a:extLst>
            </p:cNvPr>
            <p:cNvSpPr/>
            <p:nvPr/>
          </p:nvSpPr>
          <p:spPr>
            <a:xfrm>
              <a:off x="5607588" y="2469515"/>
              <a:ext cx="363973" cy="353923"/>
            </a:xfrm>
            <a:custGeom>
              <a:avLst/>
              <a:gdLst/>
              <a:ahLst/>
              <a:cxnLst/>
              <a:rect l="l" t="t" r="r" b="b"/>
              <a:pathLst>
                <a:path w="4817" h="4684" extrusionOk="0">
                  <a:moveTo>
                    <a:pt x="2475" y="1"/>
                  </a:moveTo>
                  <a:cubicBezTo>
                    <a:pt x="2390" y="1"/>
                    <a:pt x="2305" y="23"/>
                    <a:pt x="2230" y="67"/>
                  </a:cubicBezTo>
                  <a:cubicBezTo>
                    <a:pt x="1704" y="400"/>
                    <a:pt x="0" y="4684"/>
                    <a:pt x="2476" y="4684"/>
                  </a:cubicBezTo>
                  <a:cubicBezTo>
                    <a:pt x="4816" y="4684"/>
                    <a:pt x="3253" y="400"/>
                    <a:pt x="2719" y="67"/>
                  </a:cubicBezTo>
                  <a:cubicBezTo>
                    <a:pt x="2646" y="23"/>
                    <a:pt x="2561" y="1"/>
                    <a:pt x="2475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40">
              <a:extLst>
                <a:ext uri="{FF2B5EF4-FFF2-40B4-BE49-F238E27FC236}">
                  <a16:creationId xmlns:a16="http://schemas.microsoft.com/office/drawing/2014/main" id="{5D513D7C-63E1-54B3-D0EB-3C0C9773F890}"/>
                </a:ext>
              </a:extLst>
            </p:cNvPr>
            <p:cNvSpPr/>
            <p:nvPr/>
          </p:nvSpPr>
          <p:spPr>
            <a:xfrm>
              <a:off x="5613180" y="2484552"/>
              <a:ext cx="170917" cy="337149"/>
            </a:xfrm>
            <a:custGeom>
              <a:avLst/>
              <a:gdLst/>
              <a:ahLst/>
              <a:cxnLst/>
              <a:rect l="l" t="t" r="r" b="b"/>
              <a:pathLst>
                <a:path w="2262" h="4462" extrusionOk="0">
                  <a:moveTo>
                    <a:pt x="2027" y="0"/>
                  </a:moveTo>
                  <a:cubicBezTo>
                    <a:pt x="2026" y="0"/>
                    <a:pt x="2024" y="1"/>
                    <a:pt x="2023" y="2"/>
                  </a:cubicBezTo>
                  <a:cubicBezTo>
                    <a:pt x="1512" y="327"/>
                    <a:pt x="1" y="4462"/>
                    <a:pt x="2261" y="4462"/>
                  </a:cubicBezTo>
                  <a:cubicBezTo>
                    <a:pt x="2261" y="4462"/>
                    <a:pt x="1690" y="4410"/>
                    <a:pt x="1653" y="2795"/>
                  </a:cubicBezTo>
                  <a:cubicBezTo>
                    <a:pt x="1623" y="1194"/>
                    <a:pt x="2088" y="0"/>
                    <a:pt x="2027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40">
              <a:extLst>
                <a:ext uri="{FF2B5EF4-FFF2-40B4-BE49-F238E27FC236}">
                  <a16:creationId xmlns:a16="http://schemas.microsoft.com/office/drawing/2014/main" id="{A26DFE31-97EF-E8AB-C0C8-B82954BAAA78}"/>
                </a:ext>
              </a:extLst>
            </p:cNvPr>
            <p:cNvSpPr/>
            <p:nvPr/>
          </p:nvSpPr>
          <p:spPr>
            <a:xfrm>
              <a:off x="5777825" y="2653051"/>
              <a:ext cx="25161" cy="240432"/>
            </a:xfrm>
            <a:custGeom>
              <a:avLst/>
              <a:gdLst/>
              <a:ahLst/>
              <a:cxnLst/>
              <a:rect l="l" t="t" r="r" b="b"/>
              <a:pathLst>
                <a:path w="333" h="3182" extrusionOk="0">
                  <a:moveTo>
                    <a:pt x="165" y="0"/>
                  </a:moveTo>
                  <a:cubicBezTo>
                    <a:pt x="163" y="0"/>
                    <a:pt x="162" y="4"/>
                    <a:pt x="162" y="16"/>
                  </a:cubicBezTo>
                  <a:lnTo>
                    <a:pt x="0" y="3181"/>
                  </a:lnTo>
                  <a:lnTo>
                    <a:pt x="333" y="3181"/>
                  </a:lnTo>
                  <a:cubicBezTo>
                    <a:pt x="319" y="1825"/>
                    <a:pt x="200" y="16"/>
                    <a:pt x="171" y="16"/>
                  </a:cubicBezTo>
                  <a:cubicBezTo>
                    <a:pt x="171" y="16"/>
                    <a:pt x="167" y="0"/>
                    <a:pt x="165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40">
              <a:extLst>
                <a:ext uri="{FF2B5EF4-FFF2-40B4-BE49-F238E27FC236}">
                  <a16:creationId xmlns:a16="http://schemas.microsoft.com/office/drawing/2014/main" id="{721F41E7-739E-D529-6211-BBCF61A3DBB0}"/>
                </a:ext>
              </a:extLst>
            </p:cNvPr>
            <p:cNvSpPr/>
            <p:nvPr/>
          </p:nvSpPr>
          <p:spPr>
            <a:xfrm>
              <a:off x="5722288" y="2738207"/>
              <a:ext cx="68533" cy="55008"/>
            </a:xfrm>
            <a:custGeom>
              <a:avLst/>
              <a:gdLst/>
              <a:ahLst/>
              <a:cxnLst/>
              <a:rect l="l" t="t" r="r" b="b"/>
              <a:pathLst>
                <a:path w="907" h="728" extrusionOk="0">
                  <a:moveTo>
                    <a:pt x="1" y="0"/>
                  </a:moveTo>
                  <a:cubicBezTo>
                    <a:pt x="443" y="709"/>
                    <a:pt x="844" y="728"/>
                    <a:pt x="886" y="728"/>
                  </a:cubicBezTo>
                  <a:cubicBezTo>
                    <a:pt x="889" y="728"/>
                    <a:pt x="890" y="728"/>
                    <a:pt x="890" y="728"/>
                  </a:cubicBezTo>
                  <a:lnTo>
                    <a:pt x="906" y="623"/>
                  </a:lnTo>
                  <a:lnTo>
                    <a:pt x="906" y="623"/>
                  </a:lnTo>
                  <a:cubicBezTo>
                    <a:pt x="906" y="623"/>
                    <a:pt x="896" y="630"/>
                    <a:pt x="868" y="630"/>
                  </a:cubicBezTo>
                  <a:cubicBezTo>
                    <a:pt x="812" y="630"/>
                    <a:pt x="681" y="599"/>
                    <a:pt x="417" y="409"/>
                  </a:cubicBezTo>
                  <a:cubicBezTo>
                    <a:pt x="186" y="246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40">
              <a:extLst>
                <a:ext uri="{FF2B5EF4-FFF2-40B4-BE49-F238E27FC236}">
                  <a16:creationId xmlns:a16="http://schemas.microsoft.com/office/drawing/2014/main" id="{8E1AECBE-2F8C-C7FD-067C-26D0E8FEFD6F}"/>
                </a:ext>
              </a:extLst>
            </p:cNvPr>
            <p:cNvSpPr/>
            <p:nvPr/>
          </p:nvSpPr>
          <p:spPr>
            <a:xfrm>
              <a:off x="5790746" y="2723170"/>
              <a:ext cx="57728" cy="46545"/>
            </a:xfrm>
            <a:custGeom>
              <a:avLst/>
              <a:gdLst/>
              <a:ahLst/>
              <a:cxnLst/>
              <a:rect l="l" t="t" r="r" b="b"/>
              <a:pathLst>
                <a:path w="764" h="616" extrusionOk="0">
                  <a:moveTo>
                    <a:pt x="763" y="0"/>
                  </a:moveTo>
                  <a:lnTo>
                    <a:pt x="763" y="0"/>
                  </a:lnTo>
                  <a:cubicBezTo>
                    <a:pt x="763" y="0"/>
                    <a:pt x="606" y="208"/>
                    <a:pt x="414" y="342"/>
                  </a:cubicBezTo>
                  <a:cubicBezTo>
                    <a:pt x="184" y="506"/>
                    <a:pt x="76" y="533"/>
                    <a:pt x="30" y="533"/>
                  </a:cubicBezTo>
                  <a:cubicBezTo>
                    <a:pt x="8" y="533"/>
                    <a:pt x="0" y="527"/>
                    <a:pt x="0" y="527"/>
                  </a:cubicBezTo>
                  <a:lnTo>
                    <a:pt x="0" y="527"/>
                  </a:lnTo>
                  <a:lnTo>
                    <a:pt x="7" y="616"/>
                  </a:lnTo>
                  <a:cubicBezTo>
                    <a:pt x="7" y="616"/>
                    <a:pt x="8" y="616"/>
                    <a:pt x="9" y="616"/>
                  </a:cubicBezTo>
                  <a:cubicBezTo>
                    <a:pt x="39" y="616"/>
                    <a:pt x="387" y="603"/>
                    <a:pt x="763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40">
              <a:extLst>
                <a:ext uri="{FF2B5EF4-FFF2-40B4-BE49-F238E27FC236}">
                  <a16:creationId xmlns:a16="http://schemas.microsoft.com/office/drawing/2014/main" id="{B48A0DB0-23F0-96C6-0743-51B00F89D3FA}"/>
                </a:ext>
              </a:extLst>
            </p:cNvPr>
            <p:cNvSpPr/>
            <p:nvPr/>
          </p:nvSpPr>
          <p:spPr>
            <a:xfrm>
              <a:off x="5743672" y="2689546"/>
              <a:ext cx="47149" cy="37553"/>
            </a:xfrm>
            <a:custGeom>
              <a:avLst/>
              <a:gdLst/>
              <a:ahLst/>
              <a:cxnLst/>
              <a:rect l="l" t="t" r="r" b="b"/>
              <a:pathLst>
                <a:path w="624" h="497" extrusionOk="0">
                  <a:moveTo>
                    <a:pt x="1" y="1"/>
                  </a:moveTo>
                  <a:cubicBezTo>
                    <a:pt x="302" y="484"/>
                    <a:pt x="583" y="497"/>
                    <a:pt x="612" y="497"/>
                  </a:cubicBezTo>
                  <a:cubicBezTo>
                    <a:pt x="613" y="497"/>
                    <a:pt x="614" y="497"/>
                    <a:pt x="614" y="497"/>
                  </a:cubicBezTo>
                  <a:lnTo>
                    <a:pt x="623" y="422"/>
                  </a:lnTo>
                  <a:lnTo>
                    <a:pt x="623" y="422"/>
                  </a:lnTo>
                  <a:cubicBezTo>
                    <a:pt x="623" y="422"/>
                    <a:pt x="615" y="429"/>
                    <a:pt x="591" y="429"/>
                  </a:cubicBezTo>
                  <a:cubicBezTo>
                    <a:pt x="549" y="429"/>
                    <a:pt x="458" y="407"/>
                    <a:pt x="282" y="282"/>
                  </a:cubicBezTo>
                  <a:cubicBezTo>
                    <a:pt x="125" y="17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40">
              <a:extLst>
                <a:ext uri="{FF2B5EF4-FFF2-40B4-BE49-F238E27FC236}">
                  <a16:creationId xmlns:a16="http://schemas.microsoft.com/office/drawing/2014/main" id="{5325771E-3F74-E261-2F71-A0A9AD7C4E07}"/>
                </a:ext>
              </a:extLst>
            </p:cNvPr>
            <p:cNvSpPr/>
            <p:nvPr/>
          </p:nvSpPr>
          <p:spPr>
            <a:xfrm>
              <a:off x="5706723" y="2403703"/>
              <a:ext cx="428350" cy="416411"/>
            </a:xfrm>
            <a:custGeom>
              <a:avLst/>
              <a:gdLst/>
              <a:ahLst/>
              <a:cxnLst/>
              <a:rect l="l" t="t" r="r" b="b"/>
              <a:pathLst>
                <a:path w="5669" h="5511" extrusionOk="0">
                  <a:moveTo>
                    <a:pt x="2909" y="1"/>
                  </a:moveTo>
                  <a:cubicBezTo>
                    <a:pt x="2808" y="1"/>
                    <a:pt x="2708" y="27"/>
                    <a:pt x="2624" y="79"/>
                  </a:cubicBezTo>
                  <a:cubicBezTo>
                    <a:pt x="2001" y="471"/>
                    <a:pt x="1" y="5510"/>
                    <a:pt x="2912" y="5510"/>
                  </a:cubicBezTo>
                  <a:cubicBezTo>
                    <a:pt x="5668" y="5510"/>
                    <a:pt x="3824" y="471"/>
                    <a:pt x="3202" y="79"/>
                  </a:cubicBezTo>
                  <a:cubicBezTo>
                    <a:pt x="3113" y="27"/>
                    <a:pt x="3011" y="1"/>
                    <a:pt x="2909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40">
              <a:extLst>
                <a:ext uri="{FF2B5EF4-FFF2-40B4-BE49-F238E27FC236}">
                  <a16:creationId xmlns:a16="http://schemas.microsoft.com/office/drawing/2014/main" id="{5E18DCEB-551F-0BEA-1BBF-F5ABE4479E82}"/>
                </a:ext>
              </a:extLst>
            </p:cNvPr>
            <p:cNvSpPr/>
            <p:nvPr/>
          </p:nvSpPr>
          <p:spPr>
            <a:xfrm>
              <a:off x="5715035" y="2421232"/>
              <a:ext cx="202727" cy="400468"/>
            </a:xfrm>
            <a:custGeom>
              <a:avLst/>
              <a:gdLst/>
              <a:ahLst/>
              <a:cxnLst/>
              <a:rect l="l" t="t" r="r" b="b"/>
              <a:pathLst>
                <a:path w="2683" h="5300" extrusionOk="0">
                  <a:moveTo>
                    <a:pt x="2413" y="1"/>
                  </a:moveTo>
                  <a:cubicBezTo>
                    <a:pt x="2412" y="1"/>
                    <a:pt x="2410" y="1"/>
                    <a:pt x="2409" y="2"/>
                  </a:cubicBezTo>
                  <a:cubicBezTo>
                    <a:pt x="1793" y="388"/>
                    <a:pt x="1" y="5300"/>
                    <a:pt x="2683" y="5300"/>
                  </a:cubicBezTo>
                  <a:cubicBezTo>
                    <a:pt x="2683" y="5300"/>
                    <a:pt x="2009" y="5241"/>
                    <a:pt x="1971" y="3322"/>
                  </a:cubicBezTo>
                  <a:cubicBezTo>
                    <a:pt x="1928" y="1421"/>
                    <a:pt x="2478" y="1"/>
                    <a:pt x="2413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40">
              <a:extLst>
                <a:ext uri="{FF2B5EF4-FFF2-40B4-BE49-F238E27FC236}">
                  <a16:creationId xmlns:a16="http://schemas.microsoft.com/office/drawing/2014/main" id="{282E8F3D-FFC9-DC70-5E2E-ED942E992A50}"/>
                </a:ext>
              </a:extLst>
            </p:cNvPr>
            <p:cNvSpPr/>
            <p:nvPr/>
          </p:nvSpPr>
          <p:spPr>
            <a:xfrm>
              <a:off x="5909904" y="2626151"/>
              <a:ext cx="28033" cy="267331"/>
            </a:xfrm>
            <a:custGeom>
              <a:avLst/>
              <a:gdLst/>
              <a:ahLst/>
              <a:cxnLst/>
              <a:rect l="l" t="t" r="r" b="b"/>
              <a:pathLst>
                <a:path w="371" h="3538" extrusionOk="0">
                  <a:moveTo>
                    <a:pt x="187" y="0"/>
                  </a:moveTo>
                  <a:cubicBezTo>
                    <a:pt x="186" y="0"/>
                    <a:pt x="185" y="4"/>
                    <a:pt x="185" y="16"/>
                  </a:cubicBezTo>
                  <a:lnTo>
                    <a:pt x="1" y="3537"/>
                  </a:lnTo>
                  <a:lnTo>
                    <a:pt x="370" y="3537"/>
                  </a:lnTo>
                  <a:cubicBezTo>
                    <a:pt x="356" y="2033"/>
                    <a:pt x="223" y="16"/>
                    <a:pt x="193" y="16"/>
                  </a:cubicBezTo>
                  <a:cubicBezTo>
                    <a:pt x="193" y="16"/>
                    <a:pt x="189" y="0"/>
                    <a:pt x="187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40">
              <a:extLst>
                <a:ext uri="{FF2B5EF4-FFF2-40B4-BE49-F238E27FC236}">
                  <a16:creationId xmlns:a16="http://schemas.microsoft.com/office/drawing/2014/main" id="{DB5ACF54-677E-75A0-3D1A-6A2F8CCF6A60}"/>
                </a:ext>
              </a:extLst>
            </p:cNvPr>
            <p:cNvSpPr/>
            <p:nvPr/>
          </p:nvSpPr>
          <p:spPr>
            <a:xfrm>
              <a:off x="5848927" y="2720903"/>
              <a:ext cx="75560" cy="61052"/>
            </a:xfrm>
            <a:custGeom>
              <a:avLst/>
              <a:gdLst/>
              <a:ahLst/>
              <a:cxnLst/>
              <a:rect l="l" t="t" r="r" b="b"/>
              <a:pathLst>
                <a:path w="1000" h="808" extrusionOk="0">
                  <a:moveTo>
                    <a:pt x="0" y="0"/>
                  </a:moveTo>
                  <a:lnTo>
                    <a:pt x="0" y="0"/>
                  </a:lnTo>
                  <a:cubicBezTo>
                    <a:pt x="484" y="787"/>
                    <a:pt x="935" y="807"/>
                    <a:pt x="981" y="807"/>
                  </a:cubicBezTo>
                  <a:cubicBezTo>
                    <a:pt x="984" y="807"/>
                    <a:pt x="985" y="807"/>
                    <a:pt x="985" y="807"/>
                  </a:cubicBezTo>
                  <a:lnTo>
                    <a:pt x="1000" y="690"/>
                  </a:lnTo>
                  <a:lnTo>
                    <a:pt x="1000" y="690"/>
                  </a:lnTo>
                  <a:cubicBezTo>
                    <a:pt x="1000" y="690"/>
                    <a:pt x="989" y="697"/>
                    <a:pt x="960" y="697"/>
                  </a:cubicBezTo>
                  <a:cubicBezTo>
                    <a:pt x="899" y="697"/>
                    <a:pt x="755" y="664"/>
                    <a:pt x="452" y="452"/>
                  </a:cubicBezTo>
                  <a:cubicBezTo>
                    <a:pt x="199" y="27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40">
              <a:extLst>
                <a:ext uri="{FF2B5EF4-FFF2-40B4-BE49-F238E27FC236}">
                  <a16:creationId xmlns:a16="http://schemas.microsoft.com/office/drawing/2014/main" id="{B49EFF8F-2F0F-1DB3-A9AB-DB222F41D86F}"/>
                </a:ext>
              </a:extLst>
            </p:cNvPr>
            <p:cNvSpPr/>
            <p:nvPr/>
          </p:nvSpPr>
          <p:spPr>
            <a:xfrm>
              <a:off x="5924411" y="2704054"/>
              <a:ext cx="63924" cy="51683"/>
            </a:xfrm>
            <a:custGeom>
              <a:avLst/>
              <a:gdLst/>
              <a:ahLst/>
              <a:cxnLst/>
              <a:rect l="l" t="t" r="r" b="b"/>
              <a:pathLst>
                <a:path w="846" h="684" extrusionOk="0">
                  <a:moveTo>
                    <a:pt x="845" y="1"/>
                  </a:moveTo>
                  <a:cubicBezTo>
                    <a:pt x="845" y="1"/>
                    <a:pt x="676" y="230"/>
                    <a:pt x="461" y="387"/>
                  </a:cubicBezTo>
                  <a:cubicBezTo>
                    <a:pt x="210" y="564"/>
                    <a:pt x="89" y="593"/>
                    <a:pt x="37" y="593"/>
                  </a:cubicBezTo>
                  <a:cubicBezTo>
                    <a:pt x="10" y="593"/>
                    <a:pt x="1" y="586"/>
                    <a:pt x="1" y="586"/>
                  </a:cubicBezTo>
                  <a:lnTo>
                    <a:pt x="1" y="586"/>
                  </a:lnTo>
                  <a:lnTo>
                    <a:pt x="9" y="684"/>
                  </a:lnTo>
                  <a:cubicBezTo>
                    <a:pt x="9" y="684"/>
                    <a:pt x="11" y="684"/>
                    <a:pt x="13" y="684"/>
                  </a:cubicBezTo>
                  <a:cubicBezTo>
                    <a:pt x="55" y="684"/>
                    <a:pt x="434" y="665"/>
                    <a:pt x="845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40">
              <a:extLst>
                <a:ext uri="{FF2B5EF4-FFF2-40B4-BE49-F238E27FC236}">
                  <a16:creationId xmlns:a16="http://schemas.microsoft.com/office/drawing/2014/main" id="{BA08347D-3176-A1A4-FE4B-61AB3A1F4DB0}"/>
                </a:ext>
              </a:extLst>
            </p:cNvPr>
            <p:cNvSpPr/>
            <p:nvPr/>
          </p:nvSpPr>
          <p:spPr>
            <a:xfrm>
              <a:off x="5872426" y="2666576"/>
              <a:ext cx="52061" cy="42162"/>
            </a:xfrm>
            <a:custGeom>
              <a:avLst/>
              <a:gdLst/>
              <a:ahLst/>
              <a:cxnLst/>
              <a:rect l="l" t="t" r="r" b="b"/>
              <a:pathLst>
                <a:path w="689" h="558" extrusionOk="0">
                  <a:moveTo>
                    <a:pt x="0" y="1"/>
                  </a:moveTo>
                  <a:lnTo>
                    <a:pt x="0" y="1"/>
                  </a:lnTo>
                  <a:cubicBezTo>
                    <a:pt x="339" y="544"/>
                    <a:pt x="650" y="557"/>
                    <a:pt x="679" y="557"/>
                  </a:cubicBezTo>
                  <a:cubicBezTo>
                    <a:pt x="681" y="557"/>
                    <a:pt x="681" y="557"/>
                    <a:pt x="681" y="557"/>
                  </a:cubicBezTo>
                  <a:lnTo>
                    <a:pt x="689" y="475"/>
                  </a:lnTo>
                  <a:lnTo>
                    <a:pt x="689" y="475"/>
                  </a:lnTo>
                  <a:cubicBezTo>
                    <a:pt x="689" y="475"/>
                    <a:pt x="681" y="481"/>
                    <a:pt x="660" y="481"/>
                  </a:cubicBezTo>
                  <a:cubicBezTo>
                    <a:pt x="617" y="481"/>
                    <a:pt x="517" y="457"/>
                    <a:pt x="312" y="312"/>
                  </a:cubicBezTo>
                  <a:cubicBezTo>
                    <a:pt x="141" y="193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40">
              <a:extLst>
                <a:ext uri="{FF2B5EF4-FFF2-40B4-BE49-F238E27FC236}">
                  <a16:creationId xmlns:a16="http://schemas.microsoft.com/office/drawing/2014/main" id="{5C7ADDB2-260F-E5F8-595B-8A7FA5B7AAB9}"/>
                </a:ext>
              </a:extLst>
            </p:cNvPr>
            <p:cNvSpPr/>
            <p:nvPr/>
          </p:nvSpPr>
          <p:spPr>
            <a:xfrm>
              <a:off x="5555527" y="2525505"/>
              <a:ext cx="195474" cy="246401"/>
            </a:xfrm>
            <a:custGeom>
              <a:avLst/>
              <a:gdLst/>
              <a:ahLst/>
              <a:cxnLst/>
              <a:rect l="l" t="t" r="r" b="b"/>
              <a:pathLst>
                <a:path w="2587" h="3261" extrusionOk="0">
                  <a:moveTo>
                    <a:pt x="1290" y="0"/>
                  </a:moveTo>
                  <a:cubicBezTo>
                    <a:pt x="734" y="0"/>
                    <a:pt x="275" y="452"/>
                    <a:pt x="275" y="1016"/>
                  </a:cubicBezTo>
                  <a:cubicBezTo>
                    <a:pt x="275" y="1067"/>
                    <a:pt x="282" y="1112"/>
                    <a:pt x="289" y="1156"/>
                  </a:cubicBezTo>
                  <a:cubicBezTo>
                    <a:pt x="111" y="1379"/>
                    <a:pt x="1" y="1659"/>
                    <a:pt x="1" y="1964"/>
                  </a:cubicBezTo>
                  <a:cubicBezTo>
                    <a:pt x="1" y="2682"/>
                    <a:pt x="579" y="3260"/>
                    <a:pt x="1290" y="3260"/>
                  </a:cubicBezTo>
                  <a:cubicBezTo>
                    <a:pt x="2009" y="3260"/>
                    <a:pt x="2587" y="2682"/>
                    <a:pt x="2587" y="1964"/>
                  </a:cubicBezTo>
                  <a:cubicBezTo>
                    <a:pt x="2587" y="1659"/>
                    <a:pt x="2475" y="1379"/>
                    <a:pt x="2297" y="1156"/>
                  </a:cubicBezTo>
                  <a:cubicBezTo>
                    <a:pt x="2304" y="1112"/>
                    <a:pt x="2313" y="1067"/>
                    <a:pt x="2313" y="1016"/>
                  </a:cubicBezTo>
                  <a:cubicBezTo>
                    <a:pt x="2313" y="452"/>
                    <a:pt x="1852" y="0"/>
                    <a:pt x="1290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40">
              <a:extLst>
                <a:ext uri="{FF2B5EF4-FFF2-40B4-BE49-F238E27FC236}">
                  <a16:creationId xmlns:a16="http://schemas.microsoft.com/office/drawing/2014/main" id="{20D32CA8-C102-BEA9-B4CD-1062DD6955CF}"/>
                </a:ext>
              </a:extLst>
            </p:cNvPr>
            <p:cNvSpPr/>
            <p:nvPr/>
          </p:nvSpPr>
          <p:spPr>
            <a:xfrm>
              <a:off x="5653000" y="2600687"/>
              <a:ext cx="8916" cy="292795"/>
            </a:xfrm>
            <a:custGeom>
              <a:avLst/>
              <a:gdLst/>
              <a:ahLst/>
              <a:cxnLst/>
              <a:rect l="l" t="t" r="r" b="b"/>
              <a:pathLst>
                <a:path w="118" h="3875" extrusionOk="0">
                  <a:moveTo>
                    <a:pt x="54" y="0"/>
                  </a:moveTo>
                  <a:cubicBezTo>
                    <a:pt x="53" y="0"/>
                    <a:pt x="52" y="4"/>
                    <a:pt x="52" y="14"/>
                  </a:cubicBezTo>
                  <a:lnTo>
                    <a:pt x="0" y="3821"/>
                  </a:lnTo>
                  <a:cubicBezTo>
                    <a:pt x="0" y="3851"/>
                    <a:pt x="22" y="3874"/>
                    <a:pt x="52" y="3874"/>
                  </a:cubicBezTo>
                  <a:lnTo>
                    <a:pt x="59" y="3874"/>
                  </a:lnTo>
                  <a:cubicBezTo>
                    <a:pt x="96" y="3874"/>
                    <a:pt x="118" y="3851"/>
                    <a:pt x="118" y="3821"/>
                  </a:cubicBezTo>
                  <a:cubicBezTo>
                    <a:pt x="118" y="3821"/>
                    <a:pt x="96" y="14"/>
                    <a:pt x="59" y="14"/>
                  </a:cubicBezTo>
                  <a:cubicBezTo>
                    <a:pt x="59" y="14"/>
                    <a:pt x="56" y="0"/>
                    <a:pt x="54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40">
              <a:extLst>
                <a:ext uri="{FF2B5EF4-FFF2-40B4-BE49-F238E27FC236}">
                  <a16:creationId xmlns:a16="http://schemas.microsoft.com/office/drawing/2014/main" id="{E8DC0D4D-5D55-39B3-C536-787DC9FB3D29}"/>
                </a:ext>
              </a:extLst>
            </p:cNvPr>
            <p:cNvSpPr/>
            <p:nvPr/>
          </p:nvSpPr>
          <p:spPr>
            <a:xfrm>
              <a:off x="5601921" y="2671714"/>
              <a:ext cx="55537" cy="45336"/>
            </a:xfrm>
            <a:custGeom>
              <a:avLst/>
              <a:gdLst/>
              <a:ahLst/>
              <a:cxnLst/>
              <a:rect l="l" t="t" r="r" b="b"/>
              <a:pathLst>
                <a:path w="735" h="600" extrusionOk="0">
                  <a:moveTo>
                    <a:pt x="0" y="0"/>
                  </a:moveTo>
                  <a:lnTo>
                    <a:pt x="0" y="0"/>
                  </a:lnTo>
                  <a:cubicBezTo>
                    <a:pt x="353" y="580"/>
                    <a:pt x="679" y="600"/>
                    <a:pt x="723" y="600"/>
                  </a:cubicBezTo>
                  <a:cubicBezTo>
                    <a:pt x="726" y="600"/>
                    <a:pt x="728" y="599"/>
                    <a:pt x="728" y="599"/>
                  </a:cubicBezTo>
                  <a:lnTo>
                    <a:pt x="735" y="511"/>
                  </a:lnTo>
                  <a:lnTo>
                    <a:pt x="735" y="511"/>
                  </a:lnTo>
                  <a:cubicBezTo>
                    <a:pt x="735" y="511"/>
                    <a:pt x="726" y="517"/>
                    <a:pt x="702" y="517"/>
                  </a:cubicBezTo>
                  <a:cubicBezTo>
                    <a:pt x="656" y="517"/>
                    <a:pt x="550" y="492"/>
                    <a:pt x="335" y="340"/>
                  </a:cubicBezTo>
                  <a:cubicBezTo>
                    <a:pt x="150" y="199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40">
              <a:extLst>
                <a:ext uri="{FF2B5EF4-FFF2-40B4-BE49-F238E27FC236}">
                  <a16:creationId xmlns:a16="http://schemas.microsoft.com/office/drawing/2014/main" id="{1A75EEA4-D216-3FF3-1F6A-C683A7B18B1D}"/>
                </a:ext>
              </a:extLst>
            </p:cNvPr>
            <p:cNvSpPr/>
            <p:nvPr/>
          </p:nvSpPr>
          <p:spPr>
            <a:xfrm>
              <a:off x="5657382" y="2658793"/>
              <a:ext cx="47149" cy="38611"/>
            </a:xfrm>
            <a:custGeom>
              <a:avLst/>
              <a:gdLst/>
              <a:ahLst/>
              <a:cxnLst/>
              <a:rect l="l" t="t" r="r" b="b"/>
              <a:pathLst>
                <a:path w="624" h="511" extrusionOk="0">
                  <a:moveTo>
                    <a:pt x="623" y="0"/>
                  </a:moveTo>
                  <a:cubicBezTo>
                    <a:pt x="623" y="0"/>
                    <a:pt x="497" y="178"/>
                    <a:pt x="342" y="289"/>
                  </a:cubicBezTo>
                  <a:cubicBezTo>
                    <a:pt x="156" y="421"/>
                    <a:pt x="67" y="444"/>
                    <a:pt x="28" y="444"/>
                  </a:cubicBezTo>
                  <a:cubicBezTo>
                    <a:pt x="8" y="444"/>
                    <a:pt x="1" y="438"/>
                    <a:pt x="1" y="438"/>
                  </a:cubicBezTo>
                  <a:lnTo>
                    <a:pt x="1" y="438"/>
                  </a:lnTo>
                  <a:lnTo>
                    <a:pt x="8" y="511"/>
                  </a:lnTo>
                  <a:cubicBezTo>
                    <a:pt x="8" y="511"/>
                    <a:pt x="9" y="511"/>
                    <a:pt x="11" y="511"/>
                  </a:cubicBezTo>
                  <a:cubicBezTo>
                    <a:pt x="42" y="511"/>
                    <a:pt x="323" y="497"/>
                    <a:pt x="623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40">
              <a:extLst>
                <a:ext uri="{FF2B5EF4-FFF2-40B4-BE49-F238E27FC236}">
                  <a16:creationId xmlns:a16="http://schemas.microsoft.com/office/drawing/2014/main" id="{7F546213-43C4-CF7C-58D6-3607481FCA9F}"/>
                </a:ext>
              </a:extLst>
            </p:cNvPr>
            <p:cNvSpPr/>
            <p:nvPr/>
          </p:nvSpPr>
          <p:spPr>
            <a:xfrm>
              <a:off x="5619376" y="2631365"/>
              <a:ext cx="38082" cy="30828"/>
            </a:xfrm>
            <a:custGeom>
              <a:avLst/>
              <a:gdLst/>
              <a:ahLst/>
              <a:cxnLst/>
              <a:rect l="l" t="t" r="r" b="b"/>
              <a:pathLst>
                <a:path w="504" h="408" extrusionOk="0">
                  <a:moveTo>
                    <a:pt x="1" y="1"/>
                  </a:moveTo>
                  <a:lnTo>
                    <a:pt x="1" y="1"/>
                  </a:lnTo>
                  <a:cubicBezTo>
                    <a:pt x="242" y="395"/>
                    <a:pt x="467" y="408"/>
                    <a:pt x="494" y="408"/>
                  </a:cubicBezTo>
                  <a:cubicBezTo>
                    <a:pt x="496" y="408"/>
                    <a:pt x="497" y="408"/>
                    <a:pt x="497" y="408"/>
                  </a:cubicBezTo>
                  <a:lnTo>
                    <a:pt x="504" y="347"/>
                  </a:lnTo>
                  <a:lnTo>
                    <a:pt x="504" y="347"/>
                  </a:lnTo>
                  <a:cubicBezTo>
                    <a:pt x="504" y="347"/>
                    <a:pt x="497" y="353"/>
                    <a:pt x="479" y="353"/>
                  </a:cubicBezTo>
                  <a:cubicBezTo>
                    <a:pt x="446" y="353"/>
                    <a:pt x="374" y="334"/>
                    <a:pt x="230" y="230"/>
                  </a:cubicBezTo>
                  <a:cubicBezTo>
                    <a:pt x="104" y="14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40">
              <a:extLst>
                <a:ext uri="{FF2B5EF4-FFF2-40B4-BE49-F238E27FC236}">
                  <a16:creationId xmlns:a16="http://schemas.microsoft.com/office/drawing/2014/main" id="{D14D942E-6029-51F5-487D-D166000E1097}"/>
                </a:ext>
              </a:extLst>
            </p:cNvPr>
            <p:cNvSpPr/>
            <p:nvPr/>
          </p:nvSpPr>
          <p:spPr>
            <a:xfrm>
              <a:off x="5198280" y="2625698"/>
              <a:ext cx="140088" cy="177113"/>
            </a:xfrm>
            <a:custGeom>
              <a:avLst/>
              <a:gdLst/>
              <a:ahLst/>
              <a:cxnLst/>
              <a:rect l="l" t="t" r="r" b="b"/>
              <a:pathLst>
                <a:path w="1854" h="2344" extrusionOk="0">
                  <a:moveTo>
                    <a:pt x="927" y="1"/>
                  </a:moveTo>
                  <a:cubicBezTo>
                    <a:pt x="527" y="1"/>
                    <a:pt x="194" y="326"/>
                    <a:pt x="194" y="734"/>
                  </a:cubicBezTo>
                  <a:cubicBezTo>
                    <a:pt x="194" y="764"/>
                    <a:pt x="201" y="801"/>
                    <a:pt x="208" y="831"/>
                  </a:cubicBezTo>
                  <a:cubicBezTo>
                    <a:pt x="75" y="993"/>
                    <a:pt x="0" y="1194"/>
                    <a:pt x="0" y="1417"/>
                  </a:cubicBezTo>
                  <a:cubicBezTo>
                    <a:pt x="0" y="1927"/>
                    <a:pt x="416" y="2343"/>
                    <a:pt x="927" y="2343"/>
                  </a:cubicBezTo>
                  <a:cubicBezTo>
                    <a:pt x="1439" y="2343"/>
                    <a:pt x="1853" y="1927"/>
                    <a:pt x="1853" y="1417"/>
                  </a:cubicBezTo>
                  <a:cubicBezTo>
                    <a:pt x="1853" y="1194"/>
                    <a:pt x="1772" y="993"/>
                    <a:pt x="1645" y="831"/>
                  </a:cubicBezTo>
                  <a:cubicBezTo>
                    <a:pt x="1652" y="801"/>
                    <a:pt x="1652" y="764"/>
                    <a:pt x="1652" y="734"/>
                  </a:cubicBezTo>
                  <a:cubicBezTo>
                    <a:pt x="1652" y="326"/>
                    <a:pt x="1327" y="1"/>
                    <a:pt x="92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40">
              <a:extLst>
                <a:ext uri="{FF2B5EF4-FFF2-40B4-BE49-F238E27FC236}">
                  <a16:creationId xmlns:a16="http://schemas.microsoft.com/office/drawing/2014/main" id="{09915BFE-51A9-602C-4894-9003482A2BDC}"/>
                </a:ext>
              </a:extLst>
            </p:cNvPr>
            <p:cNvSpPr/>
            <p:nvPr/>
          </p:nvSpPr>
          <p:spPr>
            <a:xfrm>
              <a:off x="5267719" y="2679874"/>
              <a:ext cx="6800" cy="210208"/>
            </a:xfrm>
            <a:custGeom>
              <a:avLst/>
              <a:gdLst/>
              <a:ahLst/>
              <a:cxnLst/>
              <a:rect l="l" t="t" r="r" b="b"/>
              <a:pathLst>
                <a:path w="90" h="2782" extrusionOk="0">
                  <a:moveTo>
                    <a:pt x="47" y="0"/>
                  </a:moveTo>
                  <a:cubicBezTo>
                    <a:pt x="46" y="0"/>
                    <a:pt x="45" y="2"/>
                    <a:pt x="45" y="10"/>
                  </a:cubicBezTo>
                  <a:lnTo>
                    <a:pt x="1" y="2738"/>
                  </a:lnTo>
                  <a:cubicBezTo>
                    <a:pt x="1" y="2759"/>
                    <a:pt x="22" y="2782"/>
                    <a:pt x="45" y="2782"/>
                  </a:cubicBezTo>
                  <a:lnTo>
                    <a:pt x="52" y="2782"/>
                  </a:lnTo>
                  <a:cubicBezTo>
                    <a:pt x="75" y="2782"/>
                    <a:pt x="90" y="2759"/>
                    <a:pt x="90" y="2738"/>
                  </a:cubicBezTo>
                  <a:cubicBezTo>
                    <a:pt x="90" y="2738"/>
                    <a:pt x="75" y="10"/>
                    <a:pt x="52" y="10"/>
                  </a:cubicBezTo>
                  <a:cubicBezTo>
                    <a:pt x="52" y="10"/>
                    <a:pt x="49" y="0"/>
                    <a:pt x="47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40">
              <a:extLst>
                <a:ext uri="{FF2B5EF4-FFF2-40B4-BE49-F238E27FC236}">
                  <a16:creationId xmlns:a16="http://schemas.microsoft.com/office/drawing/2014/main" id="{106D691E-C4E6-C83E-11CD-3BC91BF8DE0F}"/>
                </a:ext>
              </a:extLst>
            </p:cNvPr>
            <p:cNvSpPr/>
            <p:nvPr/>
          </p:nvSpPr>
          <p:spPr>
            <a:xfrm>
              <a:off x="5231299" y="2730424"/>
              <a:ext cx="39896" cy="33095"/>
            </a:xfrm>
            <a:custGeom>
              <a:avLst/>
              <a:gdLst/>
              <a:ahLst/>
              <a:cxnLst/>
              <a:rect l="l" t="t" r="r" b="b"/>
              <a:pathLst>
                <a:path w="528" h="438" extrusionOk="0">
                  <a:moveTo>
                    <a:pt x="1" y="0"/>
                  </a:moveTo>
                  <a:cubicBezTo>
                    <a:pt x="266" y="431"/>
                    <a:pt x="505" y="438"/>
                    <a:pt x="519" y="438"/>
                  </a:cubicBezTo>
                  <a:cubicBezTo>
                    <a:pt x="520" y="438"/>
                    <a:pt x="520" y="438"/>
                    <a:pt x="520" y="438"/>
                  </a:cubicBezTo>
                  <a:lnTo>
                    <a:pt x="527" y="370"/>
                  </a:lnTo>
                  <a:lnTo>
                    <a:pt x="527" y="370"/>
                  </a:lnTo>
                  <a:cubicBezTo>
                    <a:pt x="527" y="370"/>
                    <a:pt x="521" y="375"/>
                    <a:pt x="504" y="375"/>
                  </a:cubicBezTo>
                  <a:cubicBezTo>
                    <a:pt x="470" y="375"/>
                    <a:pt x="396" y="356"/>
                    <a:pt x="246" y="246"/>
                  </a:cubicBezTo>
                  <a:cubicBezTo>
                    <a:pt x="104" y="14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40">
              <a:extLst>
                <a:ext uri="{FF2B5EF4-FFF2-40B4-BE49-F238E27FC236}">
                  <a16:creationId xmlns:a16="http://schemas.microsoft.com/office/drawing/2014/main" id="{BC23267C-220C-E30D-ED25-030756F0177D}"/>
                </a:ext>
              </a:extLst>
            </p:cNvPr>
            <p:cNvSpPr/>
            <p:nvPr/>
          </p:nvSpPr>
          <p:spPr>
            <a:xfrm>
              <a:off x="5271120" y="2721432"/>
              <a:ext cx="34153" cy="28108"/>
            </a:xfrm>
            <a:custGeom>
              <a:avLst/>
              <a:gdLst/>
              <a:ahLst/>
              <a:cxnLst/>
              <a:rect l="l" t="t" r="r" b="b"/>
              <a:pathLst>
                <a:path w="452" h="372" extrusionOk="0">
                  <a:moveTo>
                    <a:pt x="452" y="0"/>
                  </a:moveTo>
                  <a:lnTo>
                    <a:pt x="452" y="0"/>
                  </a:lnTo>
                  <a:cubicBezTo>
                    <a:pt x="452" y="0"/>
                    <a:pt x="356" y="126"/>
                    <a:pt x="244" y="208"/>
                  </a:cubicBezTo>
                  <a:cubicBezTo>
                    <a:pt x="102" y="308"/>
                    <a:pt x="39" y="323"/>
                    <a:pt x="14" y="323"/>
                  </a:cubicBezTo>
                  <a:cubicBezTo>
                    <a:pt x="4" y="323"/>
                    <a:pt x="0" y="320"/>
                    <a:pt x="0" y="320"/>
                  </a:cubicBezTo>
                  <a:lnTo>
                    <a:pt x="0" y="320"/>
                  </a:lnTo>
                  <a:lnTo>
                    <a:pt x="7" y="372"/>
                  </a:lnTo>
                  <a:cubicBezTo>
                    <a:pt x="7" y="372"/>
                    <a:pt x="8" y="372"/>
                    <a:pt x="8" y="372"/>
                  </a:cubicBezTo>
                  <a:cubicBezTo>
                    <a:pt x="22" y="372"/>
                    <a:pt x="224" y="365"/>
                    <a:pt x="452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40">
              <a:extLst>
                <a:ext uri="{FF2B5EF4-FFF2-40B4-BE49-F238E27FC236}">
                  <a16:creationId xmlns:a16="http://schemas.microsoft.com/office/drawing/2014/main" id="{D20C53E4-2A31-090B-C722-2692A7D9AE60}"/>
                </a:ext>
              </a:extLst>
            </p:cNvPr>
            <p:cNvSpPr/>
            <p:nvPr/>
          </p:nvSpPr>
          <p:spPr>
            <a:xfrm>
              <a:off x="5243691" y="2701938"/>
              <a:ext cx="27504" cy="22366"/>
            </a:xfrm>
            <a:custGeom>
              <a:avLst/>
              <a:gdLst/>
              <a:ahLst/>
              <a:cxnLst/>
              <a:rect l="l" t="t" r="r" b="b"/>
              <a:pathLst>
                <a:path w="364" h="296" extrusionOk="0">
                  <a:moveTo>
                    <a:pt x="0" y="0"/>
                  </a:moveTo>
                  <a:cubicBezTo>
                    <a:pt x="184" y="289"/>
                    <a:pt x="348" y="295"/>
                    <a:pt x="362" y="295"/>
                  </a:cubicBezTo>
                  <a:cubicBezTo>
                    <a:pt x="363" y="295"/>
                    <a:pt x="363" y="295"/>
                    <a:pt x="363" y="295"/>
                  </a:cubicBezTo>
                  <a:lnTo>
                    <a:pt x="363" y="251"/>
                  </a:lnTo>
                  <a:cubicBezTo>
                    <a:pt x="363" y="251"/>
                    <a:pt x="359" y="254"/>
                    <a:pt x="347" y="254"/>
                  </a:cubicBezTo>
                  <a:cubicBezTo>
                    <a:pt x="325" y="254"/>
                    <a:pt x="274" y="241"/>
                    <a:pt x="171" y="162"/>
                  </a:cubicBezTo>
                  <a:cubicBezTo>
                    <a:pt x="73" y="9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40">
              <a:extLst>
                <a:ext uri="{FF2B5EF4-FFF2-40B4-BE49-F238E27FC236}">
                  <a16:creationId xmlns:a16="http://schemas.microsoft.com/office/drawing/2014/main" id="{EB7D1AB8-69AD-BAB2-3C81-207F53E39954}"/>
                </a:ext>
              </a:extLst>
            </p:cNvPr>
            <p:cNvSpPr/>
            <p:nvPr/>
          </p:nvSpPr>
          <p:spPr>
            <a:xfrm>
              <a:off x="4939033" y="2777951"/>
              <a:ext cx="275038" cy="114322"/>
            </a:xfrm>
            <a:custGeom>
              <a:avLst/>
              <a:gdLst/>
              <a:ahLst/>
              <a:cxnLst/>
              <a:rect l="l" t="t" r="r" b="b"/>
              <a:pathLst>
                <a:path w="3640" h="1513" extrusionOk="0">
                  <a:moveTo>
                    <a:pt x="1215" y="1"/>
                  </a:moveTo>
                  <a:cubicBezTo>
                    <a:pt x="801" y="1"/>
                    <a:pt x="469" y="335"/>
                    <a:pt x="469" y="750"/>
                  </a:cubicBezTo>
                  <a:lnTo>
                    <a:pt x="469" y="764"/>
                  </a:lnTo>
                  <a:cubicBezTo>
                    <a:pt x="438" y="757"/>
                    <a:pt x="408" y="750"/>
                    <a:pt x="380" y="750"/>
                  </a:cubicBezTo>
                  <a:cubicBezTo>
                    <a:pt x="172" y="750"/>
                    <a:pt x="1" y="920"/>
                    <a:pt x="1" y="1128"/>
                  </a:cubicBezTo>
                  <a:cubicBezTo>
                    <a:pt x="1" y="1335"/>
                    <a:pt x="172" y="1498"/>
                    <a:pt x="380" y="1498"/>
                  </a:cubicBezTo>
                  <a:lnTo>
                    <a:pt x="380" y="1512"/>
                  </a:lnTo>
                  <a:lnTo>
                    <a:pt x="3403" y="1512"/>
                  </a:lnTo>
                  <a:lnTo>
                    <a:pt x="3403" y="1498"/>
                  </a:lnTo>
                  <a:cubicBezTo>
                    <a:pt x="3536" y="1475"/>
                    <a:pt x="3639" y="1365"/>
                    <a:pt x="3639" y="1217"/>
                  </a:cubicBezTo>
                  <a:cubicBezTo>
                    <a:pt x="3639" y="1061"/>
                    <a:pt x="3513" y="934"/>
                    <a:pt x="3358" y="934"/>
                  </a:cubicBezTo>
                  <a:cubicBezTo>
                    <a:pt x="3291" y="934"/>
                    <a:pt x="3232" y="965"/>
                    <a:pt x="3181" y="1002"/>
                  </a:cubicBezTo>
                  <a:lnTo>
                    <a:pt x="3181" y="965"/>
                  </a:lnTo>
                  <a:cubicBezTo>
                    <a:pt x="3181" y="668"/>
                    <a:pt x="2942" y="424"/>
                    <a:pt x="2647" y="424"/>
                  </a:cubicBezTo>
                  <a:cubicBezTo>
                    <a:pt x="2476" y="424"/>
                    <a:pt x="2327" y="497"/>
                    <a:pt x="2224" y="623"/>
                  </a:cubicBezTo>
                  <a:cubicBezTo>
                    <a:pt x="2186" y="609"/>
                    <a:pt x="2149" y="602"/>
                    <a:pt x="2114" y="602"/>
                  </a:cubicBezTo>
                  <a:cubicBezTo>
                    <a:pt x="2053" y="602"/>
                    <a:pt x="2001" y="616"/>
                    <a:pt x="1957" y="639"/>
                  </a:cubicBezTo>
                  <a:cubicBezTo>
                    <a:pt x="1898" y="275"/>
                    <a:pt x="1594" y="1"/>
                    <a:pt x="1215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40">
              <a:extLst>
                <a:ext uri="{FF2B5EF4-FFF2-40B4-BE49-F238E27FC236}">
                  <a16:creationId xmlns:a16="http://schemas.microsoft.com/office/drawing/2014/main" id="{8413BB6A-8CB3-635F-56CC-A1B35B3E2E0D}"/>
                </a:ext>
              </a:extLst>
            </p:cNvPr>
            <p:cNvSpPr/>
            <p:nvPr/>
          </p:nvSpPr>
          <p:spPr>
            <a:xfrm>
              <a:off x="4973187" y="2781351"/>
              <a:ext cx="37553" cy="54328"/>
            </a:xfrm>
            <a:custGeom>
              <a:avLst/>
              <a:gdLst/>
              <a:ahLst/>
              <a:cxnLst/>
              <a:rect l="l" t="t" r="r" b="b"/>
              <a:pathLst>
                <a:path w="497" h="719" extrusionOk="0">
                  <a:moveTo>
                    <a:pt x="497" y="0"/>
                  </a:moveTo>
                  <a:lnTo>
                    <a:pt x="497" y="0"/>
                  </a:lnTo>
                  <a:cubicBezTo>
                    <a:pt x="209" y="82"/>
                    <a:pt x="1" y="349"/>
                    <a:pt x="1" y="667"/>
                  </a:cubicBezTo>
                  <a:lnTo>
                    <a:pt x="1" y="712"/>
                  </a:lnTo>
                  <a:cubicBezTo>
                    <a:pt x="8" y="712"/>
                    <a:pt x="8" y="712"/>
                    <a:pt x="17" y="719"/>
                  </a:cubicBezTo>
                  <a:lnTo>
                    <a:pt x="17" y="705"/>
                  </a:lnTo>
                  <a:cubicBezTo>
                    <a:pt x="17" y="386"/>
                    <a:pt x="216" y="112"/>
                    <a:pt x="497" y="0"/>
                  </a:cubicBezTo>
                  <a:close/>
                </a:path>
              </a:pathLst>
            </a:custGeom>
            <a:solidFill>
              <a:srgbClr val="959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40">
              <a:extLst>
                <a:ext uri="{FF2B5EF4-FFF2-40B4-BE49-F238E27FC236}">
                  <a16:creationId xmlns:a16="http://schemas.microsoft.com/office/drawing/2014/main" id="{2E92D984-CF87-4BBB-3E11-7418E59B51FE}"/>
                </a:ext>
              </a:extLst>
            </p:cNvPr>
            <p:cNvSpPr/>
            <p:nvPr/>
          </p:nvSpPr>
          <p:spPr>
            <a:xfrm>
              <a:off x="4973187" y="2779689"/>
              <a:ext cx="51683" cy="103744"/>
            </a:xfrm>
            <a:custGeom>
              <a:avLst/>
              <a:gdLst/>
              <a:ahLst/>
              <a:cxnLst/>
              <a:rect l="l" t="t" r="r" b="b"/>
              <a:pathLst>
                <a:path w="684" h="1373" extrusionOk="0">
                  <a:moveTo>
                    <a:pt x="683" y="1"/>
                  </a:moveTo>
                  <a:cubicBezTo>
                    <a:pt x="623" y="1"/>
                    <a:pt x="557" y="8"/>
                    <a:pt x="497" y="22"/>
                  </a:cubicBezTo>
                  <a:cubicBezTo>
                    <a:pt x="216" y="134"/>
                    <a:pt x="17" y="408"/>
                    <a:pt x="17" y="727"/>
                  </a:cubicBezTo>
                  <a:lnTo>
                    <a:pt x="17" y="741"/>
                  </a:lnTo>
                  <a:cubicBezTo>
                    <a:pt x="8" y="734"/>
                    <a:pt x="8" y="734"/>
                    <a:pt x="1" y="734"/>
                  </a:cubicBezTo>
                  <a:cubicBezTo>
                    <a:pt x="24" y="1089"/>
                    <a:pt x="319" y="1372"/>
                    <a:pt x="683" y="1372"/>
                  </a:cubicBezTo>
                  <a:cubicBezTo>
                    <a:pt x="683" y="1372"/>
                    <a:pt x="290" y="1246"/>
                    <a:pt x="260" y="689"/>
                  </a:cubicBezTo>
                  <a:cubicBezTo>
                    <a:pt x="230" y="179"/>
                    <a:pt x="683" y="1"/>
                    <a:pt x="683" y="1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40">
              <a:extLst>
                <a:ext uri="{FF2B5EF4-FFF2-40B4-BE49-F238E27FC236}">
                  <a16:creationId xmlns:a16="http://schemas.microsoft.com/office/drawing/2014/main" id="{92237FF1-7759-53CE-382C-706945A37C7F}"/>
                </a:ext>
              </a:extLst>
            </p:cNvPr>
            <p:cNvSpPr/>
            <p:nvPr/>
          </p:nvSpPr>
          <p:spPr>
            <a:xfrm>
              <a:off x="5072321" y="2823967"/>
              <a:ext cx="54403" cy="27428"/>
            </a:xfrm>
            <a:custGeom>
              <a:avLst/>
              <a:gdLst/>
              <a:ahLst/>
              <a:cxnLst/>
              <a:rect l="l" t="t" r="r" b="b"/>
              <a:pathLst>
                <a:path w="720" h="363" extrusionOk="0">
                  <a:moveTo>
                    <a:pt x="357" y="0"/>
                  </a:moveTo>
                  <a:cubicBezTo>
                    <a:pt x="163" y="7"/>
                    <a:pt x="1" y="171"/>
                    <a:pt x="8" y="363"/>
                  </a:cubicBezTo>
                  <a:cubicBezTo>
                    <a:pt x="8" y="363"/>
                    <a:pt x="67" y="164"/>
                    <a:pt x="357" y="141"/>
                  </a:cubicBezTo>
                  <a:lnTo>
                    <a:pt x="385" y="141"/>
                  </a:lnTo>
                  <a:cubicBezTo>
                    <a:pt x="630" y="141"/>
                    <a:pt x="719" y="356"/>
                    <a:pt x="719" y="356"/>
                  </a:cubicBezTo>
                  <a:cubicBezTo>
                    <a:pt x="719" y="164"/>
                    <a:pt x="556" y="0"/>
                    <a:pt x="364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40">
              <a:extLst>
                <a:ext uri="{FF2B5EF4-FFF2-40B4-BE49-F238E27FC236}">
                  <a16:creationId xmlns:a16="http://schemas.microsoft.com/office/drawing/2014/main" id="{46E57542-1C04-80EF-32D5-7BC0E5EDB68F}"/>
                </a:ext>
              </a:extLst>
            </p:cNvPr>
            <p:cNvSpPr/>
            <p:nvPr/>
          </p:nvSpPr>
          <p:spPr>
            <a:xfrm>
              <a:off x="5751436" y="1850082"/>
              <a:ext cx="141037" cy="61800"/>
            </a:xfrm>
            <a:custGeom>
              <a:avLst/>
              <a:gdLst/>
              <a:ahLst/>
              <a:cxnLst/>
              <a:rect l="l" t="t" r="r" b="b"/>
              <a:pathLst>
                <a:path w="1180" h="517" extrusionOk="0">
                  <a:moveTo>
                    <a:pt x="1026" y="0"/>
                  </a:moveTo>
                  <a:cubicBezTo>
                    <a:pt x="950" y="0"/>
                    <a:pt x="859" y="34"/>
                    <a:pt x="771" y="102"/>
                  </a:cubicBezTo>
                  <a:cubicBezTo>
                    <a:pt x="698" y="154"/>
                    <a:pt x="637" y="228"/>
                    <a:pt x="609" y="294"/>
                  </a:cubicBezTo>
                  <a:cubicBezTo>
                    <a:pt x="548" y="250"/>
                    <a:pt x="468" y="220"/>
                    <a:pt x="380" y="205"/>
                  </a:cubicBezTo>
                  <a:cubicBezTo>
                    <a:pt x="346" y="200"/>
                    <a:pt x="315" y="198"/>
                    <a:pt x="285" y="198"/>
                  </a:cubicBezTo>
                  <a:cubicBezTo>
                    <a:pt x="128" y="198"/>
                    <a:pt x="20" y="263"/>
                    <a:pt x="1" y="369"/>
                  </a:cubicBezTo>
                  <a:cubicBezTo>
                    <a:pt x="1" y="369"/>
                    <a:pt x="44" y="287"/>
                    <a:pt x="248" y="287"/>
                  </a:cubicBezTo>
                  <a:cubicBezTo>
                    <a:pt x="282" y="287"/>
                    <a:pt x="320" y="289"/>
                    <a:pt x="364" y="294"/>
                  </a:cubicBezTo>
                  <a:cubicBezTo>
                    <a:pt x="460" y="301"/>
                    <a:pt x="534" y="332"/>
                    <a:pt x="586" y="362"/>
                  </a:cubicBezTo>
                  <a:lnTo>
                    <a:pt x="579" y="517"/>
                  </a:lnTo>
                  <a:lnTo>
                    <a:pt x="653" y="502"/>
                  </a:lnTo>
                  <a:lnTo>
                    <a:pt x="742" y="479"/>
                  </a:lnTo>
                  <a:lnTo>
                    <a:pt x="661" y="346"/>
                  </a:lnTo>
                  <a:cubicBezTo>
                    <a:pt x="698" y="294"/>
                    <a:pt x="742" y="236"/>
                    <a:pt x="824" y="168"/>
                  </a:cubicBezTo>
                  <a:cubicBezTo>
                    <a:pt x="938" y="77"/>
                    <a:pt x="1032" y="56"/>
                    <a:pt x="1094" y="56"/>
                  </a:cubicBezTo>
                  <a:cubicBezTo>
                    <a:pt x="1149" y="56"/>
                    <a:pt x="1180" y="72"/>
                    <a:pt x="1180" y="72"/>
                  </a:cubicBezTo>
                  <a:cubicBezTo>
                    <a:pt x="1145" y="25"/>
                    <a:pt x="1091" y="0"/>
                    <a:pt x="1026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40">
              <a:extLst>
                <a:ext uri="{FF2B5EF4-FFF2-40B4-BE49-F238E27FC236}">
                  <a16:creationId xmlns:a16="http://schemas.microsoft.com/office/drawing/2014/main" id="{A9F0E39D-4912-D705-F014-9B99D15761CE}"/>
                </a:ext>
              </a:extLst>
            </p:cNvPr>
            <p:cNvSpPr/>
            <p:nvPr/>
          </p:nvSpPr>
          <p:spPr>
            <a:xfrm>
              <a:off x="5217723" y="1873467"/>
              <a:ext cx="219038" cy="106107"/>
            </a:xfrm>
            <a:custGeom>
              <a:avLst/>
              <a:gdLst/>
              <a:ahLst/>
              <a:cxnLst/>
              <a:rect l="l" t="t" r="r" b="b"/>
              <a:pathLst>
                <a:path w="993" h="481" extrusionOk="0">
                  <a:moveTo>
                    <a:pt x="851" y="0"/>
                  </a:moveTo>
                  <a:cubicBezTo>
                    <a:pt x="787" y="0"/>
                    <a:pt x="715" y="30"/>
                    <a:pt x="644" y="89"/>
                  </a:cubicBezTo>
                  <a:cubicBezTo>
                    <a:pt x="578" y="141"/>
                    <a:pt x="534" y="207"/>
                    <a:pt x="511" y="267"/>
                  </a:cubicBezTo>
                  <a:cubicBezTo>
                    <a:pt x="459" y="230"/>
                    <a:pt x="394" y="192"/>
                    <a:pt x="312" y="178"/>
                  </a:cubicBezTo>
                  <a:cubicBezTo>
                    <a:pt x="281" y="173"/>
                    <a:pt x="251" y="170"/>
                    <a:pt x="224" y="170"/>
                  </a:cubicBezTo>
                  <a:cubicBezTo>
                    <a:pt x="93" y="170"/>
                    <a:pt x="6" y="227"/>
                    <a:pt x="1" y="326"/>
                  </a:cubicBezTo>
                  <a:cubicBezTo>
                    <a:pt x="1" y="326"/>
                    <a:pt x="33" y="251"/>
                    <a:pt x="203" y="251"/>
                  </a:cubicBezTo>
                  <a:cubicBezTo>
                    <a:pt x="233" y="251"/>
                    <a:pt x="266" y="253"/>
                    <a:pt x="305" y="258"/>
                  </a:cubicBezTo>
                  <a:cubicBezTo>
                    <a:pt x="386" y="274"/>
                    <a:pt x="445" y="303"/>
                    <a:pt x="490" y="333"/>
                  </a:cubicBezTo>
                  <a:lnTo>
                    <a:pt x="490" y="480"/>
                  </a:lnTo>
                  <a:lnTo>
                    <a:pt x="555" y="466"/>
                  </a:lnTo>
                  <a:lnTo>
                    <a:pt x="630" y="452"/>
                  </a:lnTo>
                  <a:lnTo>
                    <a:pt x="555" y="319"/>
                  </a:lnTo>
                  <a:cubicBezTo>
                    <a:pt x="586" y="274"/>
                    <a:pt x="623" y="214"/>
                    <a:pt x="689" y="162"/>
                  </a:cubicBezTo>
                  <a:cubicBezTo>
                    <a:pt x="782" y="77"/>
                    <a:pt x="862" y="57"/>
                    <a:pt x="916" y="57"/>
                  </a:cubicBezTo>
                  <a:cubicBezTo>
                    <a:pt x="964" y="57"/>
                    <a:pt x="993" y="73"/>
                    <a:pt x="993" y="73"/>
                  </a:cubicBezTo>
                  <a:cubicBezTo>
                    <a:pt x="958" y="24"/>
                    <a:pt x="908" y="0"/>
                    <a:pt x="851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40">
              <a:extLst>
                <a:ext uri="{FF2B5EF4-FFF2-40B4-BE49-F238E27FC236}">
                  <a16:creationId xmlns:a16="http://schemas.microsoft.com/office/drawing/2014/main" id="{D63786EE-8671-F298-5755-C75B36882FAC}"/>
                </a:ext>
              </a:extLst>
            </p:cNvPr>
            <p:cNvSpPr/>
            <p:nvPr/>
          </p:nvSpPr>
          <p:spPr>
            <a:xfrm>
              <a:off x="5221912" y="2206840"/>
              <a:ext cx="83808" cy="35976"/>
            </a:xfrm>
            <a:custGeom>
              <a:avLst/>
              <a:gdLst/>
              <a:ahLst/>
              <a:cxnLst/>
              <a:rect l="l" t="t" r="r" b="b"/>
              <a:pathLst>
                <a:path w="601" h="258" extrusionOk="0">
                  <a:moveTo>
                    <a:pt x="520" y="1"/>
                  </a:moveTo>
                  <a:cubicBezTo>
                    <a:pt x="482" y="1"/>
                    <a:pt x="437" y="17"/>
                    <a:pt x="392" y="50"/>
                  </a:cubicBezTo>
                  <a:cubicBezTo>
                    <a:pt x="348" y="80"/>
                    <a:pt x="326" y="110"/>
                    <a:pt x="303" y="146"/>
                  </a:cubicBezTo>
                  <a:cubicBezTo>
                    <a:pt x="275" y="124"/>
                    <a:pt x="237" y="110"/>
                    <a:pt x="193" y="101"/>
                  </a:cubicBezTo>
                  <a:cubicBezTo>
                    <a:pt x="178" y="99"/>
                    <a:pt x="164" y="98"/>
                    <a:pt x="150" y="98"/>
                  </a:cubicBezTo>
                  <a:cubicBezTo>
                    <a:pt x="68" y="98"/>
                    <a:pt x="7" y="133"/>
                    <a:pt x="1" y="183"/>
                  </a:cubicBezTo>
                  <a:cubicBezTo>
                    <a:pt x="1" y="183"/>
                    <a:pt x="23" y="143"/>
                    <a:pt x="134" y="143"/>
                  </a:cubicBezTo>
                  <a:cubicBezTo>
                    <a:pt x="150" y="143"/>
                    <a:pt x="167" y="144"/>
                    <a:pt x="186" y="146"/>
                  </a:cubicBezTo>
                  <a:cubicBezTo>
                    <a:pt x="230" y="146"/>
                    <a:pt x="268" y="162"/>
                    <a:pt x="296" y="176"/>
                  </a:cubicBezTo>
                  <a:lnTo>
                    <a:pt x="289" y="258"/>
                  </a:lnTo>
                  <a:lnTo>
                    <a:pt x="333" y="243"/>
                  </a:lnTo>
                  <a:lnTo>
                    <a:pt x="378" y="234"/>
                  </a:lnTo>
                  <a:lnTo>
                    <a:pt x="333" y="169"/>
                  </a:lnTo>
                  <a:cubicBezTo>
                    <a:pt x="348" y="146"/>
                    <a:pt x="378" y="117"/>
                    <a:pt x="415" y="87"/>
                  </a:cubicBezTo>
                  <a:cubicBezTo>
                    <a:pt x="475" y="39"/>
                    <a:pt x="524" y="28"/>
                    <a:pt x="557" y="28"/>
                  </a:cubicBezTo>
                  <a:cubicBezTo>
                    <a:pt x="585" y="28"/>
                    <a:pt x="600" y="35"/>
                    <a:pt x="600" y="35"/>
                  </a:cubicBezTo>
                  <a:cubicBezTo>
                    <a:pt x="580" y="12"/>
                    <a:pt x="552" y="1"/>
                    <a:pt x="520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40">
              <a:extLst>
                <a:ext uri="{FF2B5EF4-FFF2-40B4-BE49-F238E27FC236}">
                  <a16:creationId xmlns:a16="http://schemas.microsoft.com/office/drawing/2014/main" id="{9271CA97-A2F8-79FD-E438-54A655D9A046}"/>
                </a:ext>
              </a:extLst>
            </p:cNvPr>
            <p:cNvSpPr/>
            <p:nvPr/>
          </p:nvSpPr>
          <p:spPr>
            <a:xfrm>
              <a:off x="4973175" y="2065234"/>
              <a:ext cx="113650" cy="48665"/>
            </a:xfrm>
            <a:custGeom>
              <a:avLst/>
              <a:gdLst/>
              <a:ahLst/>
              <a:cxnLst/>
              <a:rect l="l" t="t" r="r" b="b"/>
              <a:pathLst>
                <a:path w="815" h="349" extrusionOk="0">
                  <a:moveTo>
                    <a:pt x="712" y="1"/>
                  </a:moveTo>
                  <a:cubicBezTo>
                    <a:pt x="659" y="1"/>
                    <a:pt x="596" y="23"/>
                    <a:pt x="534" y="68"/>
                  </a:cubicBezTo>
                  <a:cubicBezTo>
                    <a:pt x="482" y="105"/>
                    <a:pt x="445" y="157"/>
                    <a:pt x="424" y="201"/>
                  </a:cubicBezTo>
                  <a:cubicBezTo>
                    <a:pt x="379" y="171"/>
                    <a:pt x="326" y="150"/>
                    <a:pt x="260" y="143"/>
                  </a:cubicBezTo>
                  <a:cubicBezTo>
                    <a:pt x="237" y="139"/>
                    <a:pt x="215" y="137"/>
                    <a:pt x="194" y="137"/>
                  </a:cubicBezTo>
                  <a:cubicBezTo>
                    <a:pt x="88" y="137"/>
                    <a:pt x="12" y="184"/>
                    <a:pt x="0" y="253"/>
                  </a:cubicBezTo>
                  <a:cubicBezTo>
                    <a:pt x="0" y="253"/>
                    <a:pt x="28" y="197"/>
                    <a:pt x="176" y="197"/>
                  </a:cubicBezTo>
                  <a:cubicBezTo>
                    <a:pt x="198" y="197"/>
                    <a:pt x="224" y="198"/>
                    <a:pt x="253" y="201"/>
                  </a:cubicBezTo>
                  <a:cubicBezTo>
                    <a:pt x="319" y="209"/>
                    <a:pt x="370" y="223"/>
                    <a:pt x="400" y="246"/>
                  </a:cubicBezTo>
                  <a:lnTo>
                    <a:pt x="400" y="349"/>
                  </a:lnTo>
                  <a:lnTo>
                    <a:pt x="452" y="342"/>
                  </a:lnTo>
                  <a:lnTo>
                    <a:pt x="512" y="328"/>
                  </a:lnTo>
                  <a:lnTo>
                    <a:pt x="459" y="232"/>
                  </a:lnTo>
                  <a:cubicBezTo>
                    <a:pt x="482" y="201"/>
                    <a:pt x="512" y="157"/>
                    <a:pt x="571" y="120"/>
                  </a:cubicBezTo>
                  <a:cubicBezTo>
                    <a:pt x="656" y="51"/>
                    <a:pt x="723" y="37"/>
                    <a:pt x="766" y="37"/>
                  </a:cubicBezTo>
                  <a:cubicBezTo>
                    <a:pt x="797" y="37"/>
                    <a:pt x="815" y="45"/>
                    <a:pt x="815" y="45"/>
                  </a:cubicBezTo>
                  <a:cubicBezTo>
                    <a:pt x="792" y="15"/>
                    <a:pt x="755" y="1"/>
                    <a:pt x="712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40">
              <a:extLst>
                <a:ext uri="{FF2B5EF4-FFF2-40B4-BE49-F238E27FC236}">
                  <a16:creationId xmlns:a16="http://schemas.microsoft.com/office/drawing/2014/main" id="{E7E09EA9-8957-1A05-6D11-28045DD45D12}"/>
                </a:ext>
              </a:extLst>
            </p:cNvPr>
            <p:cNvSpPr/>
            <p:nvPr/>
          </p:nvSpPr>
          <p:spPr>
            <a:xfrm>
              <a:off x="5632066" y="2074209"/>
              <a:ext cx="52351" cy="22473"/>
            </a:xfrm>
            <a:custGeom>
              <a:avLst/>
              <a:gdLst/>
              <a:ahLst/>
              <a:cxnLst/>
              <a:rect l="l" t="t" r="r" b="b"/>
              <a:pathLst>
                <a:path w="438" h="188" extrusionOk="0">
                  <a:moveTo>
                    <a:pt x="385" y="1"/>
                  </a:moveTo>
                  <a:cubicBezTo>
                    <a:pt x="357" y="1"/>
                    <a:pt x="324" y="14"/>
                    <a:pt x="290" y="40"/>
                  </a:cubicBezTo>
                  <a:cubicBezTo>
                    <a:pt x="260" y="54"/>
                    <a:pt x="237" y="84"/>
                    <a:pt x="230" y="105"/>
                  </a:cubicBezTo>
                  <a:cubicBezTo>
                    <a:pt x="208" y="91"/>
                    <a:pt x="178" y="77"/>
                    <a:pt x="141" y="77"/>
                  </a:cubicBezTo>
                  <a:cubicBezTo>
                    <a:pt x="127" y="74"/>
                    <a:pt x="114" y="73"/>
                    <a:pt x="102" y="73"/>
                  </a:cubicBezTo>
                  <a:cubicBezTo>
                    <a:pt x="47" y="73"/>
                    <a:pt x="6" y="99"/>
                    <a:pt x="0" y="136"/>
                  </a:cubicBezTo>
                  <a:cubicBezTo>
                    <a:pt x="0" y="136"/>
                    <a:pt x="17" y="103"/>
                    <a:pt x="93" y="103"/>
                  </a:cubicBezTo>
                  <a:cubicBezTo>
                    <a:pt x="105" y="103"/>
                    <a:pt x="118" y="103"/>
                    <a:pt x="134" y="105"/>
                  </a:cubicBezTo>
                  <a:cubicBezTo>
                    <a:pt x="171" y="105"/>
                    <a:pt x="201" y="121"/>
                    <a:pt x="215" y="128"/>
                  </a:cubicBezTo>
                  <a:lnTo>
                    <a:pt x="215" y="187"/>
                  </a:lnTo>
                  <a:lnTo>
                    <a:pt x="246" y="180"/>
                  </a:lnTo>
                  <a:lnTo>
                    <a:pt x="274" y="173"/>
                  </a:lnTo>
                  <a:lnTo>
                    <a:pt x="246" y="121"/>
                  </a:lnTo>
                  <a:cubicBezTo>
                    <a:pt x="260" y="105"/>
                    <a:pt x="274" y="84"/>
                    <a:pt x="304" y="61"/>
                  </a:cubicBezTo>
                  <a:cubicBezTo>
                    <a:pt x="348" y="26"/>
                    <a:pt x="383" y="17"/>
                    <a:pt x="406" y="17"/>
                  </a:cubicBezTo>
                  <a:cubicBezTo>
                    <a:pt x="427" y="17"/>
                    <a:pt x="438" y="24"/>
                    <a:pt x="438" y="24"/>
                  </a:cubicBezTo>
                  <a:cubicBezTo>
                    <a:pt x="425" y="8"/>
                    <a:pt x="407" y="1"/>
                    <a:pt x="385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40">
              <a:extLst>
                <a:ext uri="{FF2B5EF4-FFF2-40B4-BE49-F238E27FC236}">
                  <a16:creationId xmlns:a16="http://schemas.microsoft.com/office/drawing/2014/main" id="{31BA7F83-4974-7AA6-8D3F-DEF1C8CA6EBE}"/>
                </a:ext>
              </a:extLst>
            </p:cNvPr>
            <p:cNvSpPr/>
            <p:nvPr/>
          </p:nvSpPr>
          <p:spPr>
            <a:xfrm>
              <a:off x="6500632" y="2823363"/>
              <a:ext cx="176357" cy="73444"/>
            </a:xfrm>
            <a:custGeom>
              <a:avLst/>
              <a:gdLst/>
              <a:ahLst/>
              <a:cxnLst/>
              <a:rect l="l" t="t" r="r" b="b"/>
              <a:pathLst>
                <a:path w="2334" h="972" extrusionOk="0">
                  <a:moveTo>
                    <a:pt x="777" y="1"/>
                  </a:moveTo>
                  <a:cubicBezTo>
                    <a:pt x="511" y="1"/>
                    <a:pt x="297" y="216"/>
                    <a:pt x="297" y="474"/>
                  </a:cubicBezTo>
                  <a:lnTo>
                    <a:pt x="297" y="483"/>
                  </a:lnTo>
                  <a:cubicBezTo>
                    <a:pt x="281" y="483"/>
                    <a:pt x="260" y="474"/>
                    <a:pt x="244" y="474"/>
                  </a:cubicBezTo>
                  <a:cubicBezTo>
                    <a:pt x="110" y="474"/>
                    <a:pt x="0" y="586"/>
                    <a:pt x="0" y="719"/>
                  </a:cubicBezTo>
                  <a:cubicBezTo>
                    <a:pt x="0" y="853"/>
                    <a:pt x="110" y="956"/>
                    <a:pt x="244" y="956"/>
                  </a:cubicBezTo>
                  <a:lnTo>
                    <a:pt x="244" y="972"/>
                  </a:lnTo>
                  <a:lnTo>
                    <a:pt x="2179" y="972"/>
                  </a:lnTo>
                  <a:lnTo>
                    <a:pt x="2179" y="956"/>
                  </a:lnTo>
                  <a:cubicBezTo>
                    <a:pt x="2268" y="949"/>
                    <a:pt x="2333" y="867"/>
                    <a:pt x="2333" y="778"/>
                  </a:cubicBezTo>
                  <a:cubicBezTo>
                    <a:pt x="2333" y="682"/>
                    <a:pt x="2253" y="600"/>
                    <a:pt x="2156" y="600"/>
                  </a:cubicBezTo>
                  <a:cubicBezTo>
                    <a:pt x="2111" y="600"/>
                    <a:pt x="2076" y="616"/>
                    <a:pt x="2038" y="638"/>
                  </a:cubicBezTo>
                  <a:lnTo>
                    <a:pt x="2038" y="616"/>
                  </a:lnTo>
                  <a:cubicBezTo>
                    <a:pt x="2038" y="422"/>
                    <a:pt x="1889" y="268"/>
                    <a:pt x="1697" y="268"/>
                  </a:cubicBezTo>
                  <a:cubicBezTo>
                    <a:pt x="1587" y="268"/>
                    <a:pt x="1489" y="319"/>
                    <a:pt x="1430" y="394"/>
                  </a:cubicBezTo>
                  <a:cubicBezTo>
                    <a:pt x="1409" y="385"/>
                    <a:pt x="1378" y="385"/>
                    <a:pt x="1355" y="385"/>
                  </a:cubicBezTo>
                  <a:cubicBezTo>
                    <a:pt x="1320" y="385"/>
                    <a:pt x="1282" y="394"/>
                    <a:pt x="1252" y="408"/>
                  </a:cubicBezTo>
                  <a:cubicBezTo>
                    <a:pt x="1222" y="172"/>
                    <a:pt x="1023" y="1"/>
                    <a:pt x="777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40">
              <a:extLst>
                <a:ext uri="{FF2B5EF4-FFF2-40B4-BE49-F238E27FC236}">
                  <a16:creationId xmlns:a16="http://schemas.microsoft.com/office/drawing/2014/main" id="{F5BE3FBF-1BE2-C3D4-07B9-7ABD07528AF3}"/>
                </a:ext>
              </a:extLst>
            </p:cNvPr>
            <p:cNvSpPr/>
            <p:nvPr/>
          </p:nvSpPr>
          <p:spPr>
            <a:xfrm>
              <a:off x="6522393" y="2823967"/>
              <a:ext cx="33095" cy="66719"/>
            </a:xfrm>
            <a:custGeom>
              <a:avLst/>
              <a:gdLst/>
              <a:ahLst/>
              <a:cxnLst/>
              <a:rect l="l" t="t" r="r" b="b"/>
              <a:pathLst>
                <a:path w="438" h="883" extrusionOk="0">
                  <a:moveTo>
                    <a:pt x="438" y="0"/>
                  </a:moveTo>
                  <a:cubicBezTo>
                    <a:pt x="201" y="0"/>
                    <a:pt x="0" y="199"/>
                    <a:pt x="0" y="445"/>
                  </a:cubicBezTo>
                  <a:cubicBezTo>
                    <a:pt x="0" y="688"/>
                    <a:pt x="201" y="882"/>
                    <a:pt x="438" y="882"/>
                  </a:cubicBezTo>
                  <a:cubicBezTo>
                    <a:pt x="438" y="882"/>
                    <a:pt x="187" y="800"/>
                    <a:pt x="171" y="445"/>
                  </a:cubicBezTo>
                  <a:cubicBezTo>
                    <a:pt x="150" y="119"/>
                    <a:pt x="438" y="0"/>
                    <a:pt x="438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40">
              <a:extLst>
                <a:ext uri="{FF2B5EF4-FFF2-40B4-BE49-F238E27FC236}">
                  <a16:creationId xmlns:a16="http://schemas.microsoft.com/office/drawing/2014/main" id="{26CC4D42-61F1-8F59-C7B0-CFA89655170D}"/>
                </a:ext>
              </a:extLst>
            </p:cNvPr>
            <p:cNvSpPr/>
            <p:nvPr/>
          </p:nvSpPr>
          <p:spPr>
            <a:xfrm>
              <a:off x="6586241" y="2852453"/>
              <a:ext cx="34833" cy="18059"/>
            </a:xfrm>
            <a:custGeom>
              <a:avLst/>
              <a:gdLst/>
              <a:ahLst/>
              <a:cxnLst/>
              <a:rect l="l" t="t" r="r" b="b"/>
              <a:pathLst>
                <a:path w="461" h="239" extrusionOk="0">
                  <a:moveTo>
                    <a:pt x="231" y="0"/>
                  </a:moveTo>
                  <a:cubicBezTo>
                    <a:pt x="105" y="9"/>
                    <a:pt x="0" y="112"/>
                    <a:pt x="0" y="238"/>
                  </a:cubicBezTo>
                  <a:cubicBezTo>
                    <a:pt x="0" y="238"/>
                    <a:pt x="37" y="105"/>
                    <a:pt x="231" y="89"/>
                  </a:cubicBezTo>
                  <a:cubicBezTo>
                    <a:pt x="235" y="89"/>
                    <a:pt x="239" y="89"/>
                    <a:pt x="243" y="89"/>
                  </a:cubicBezTo>
                  <a:cubicBezTo>
                    <a:pt x="403" y="89"/>
                    <a:pt x="461" y="231"/>
                    <a:pt x="461" y="231"/>
                  </a:cubicBezTo>
                  <a:cubicBezTo>
                    <a:pt x="461" y="105"/>
                    <a:pt x="356" y="0"/>
                    <a:pt x="231" y="0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40">
              <a:extLst>
                <a:ext uri="{FF2B5EF4-FFF2-40B4-BE49-F238E27FC236}">
                  <a16:creationId xmlns:a16="http://schemas.microsoft.com/office/drawing/2014/main" id="{05B95452-5894-4618-3A14-E533B8660387}"/>
                </a:ext>
              </a:extLst>
            </p:cNvPr>
            <p:cNvSpPr/>
            <p:nvPr/>
          </p:nvSpPr>
          <p:spPr>
            <a:xfrm>
              <a:off x="5399269" y="2816638"/>
              <a:ext cx="182024" cy="75636"/>
            </a:xfrm>
            <a:custGeom>
              <a:avLst/>
              <a:gdLst/>
              <a:ahLst/>
              <a:cxnLst/>
              <a:rect l="l" t="t" r="r" b="b"/>
              <a:pathLst>
                <a:path w="2409" h="1001" extrusionOk="0">
                  <a:moveTo>
                    <a:pt x="1608" y="1"/>
                  </a:moveTo>
                  <a:cubicBezTo>
                    <a:pt x="1358" y="1"/>
                    <a:pt x="1150" y="186"/>
                    <a:pt x="1119" y="422"/>
                  </a:cubicBezTo>
                  <a:cubicBezTo>
                    <a:pt x="1082" y="408"/>
                    <a:pt x="1054" y="401"/>
                    <a:pt x="1016" y="401"/>
                  </a:cubicBezTo>
                  <a:cubicBezTo>
                    <a:pt x="986" y="401"/>
                    <a:pt x="965" y="401"/>
                    <a:pt x="934" y="408"/>
                  </a:cubicBezTo>
                  <a:cubicBezTo>
                    <a:pt x="876" y="334"/>
                    <a:pt x="771" y="282"/>
                    <a:pt x="660" y="282"/>
                  </a:cubicBezTo>
                  <a:cubicBezTo>
                    <a:pt x="468" y="282"/>
                    <a:pt x="305" y="438"/>
                    <a:pt x="305" y="638"/>
                  </a:cubicBezTo>
                  <a:lnTo>
                    <a:pt x="305" y="661"/>
                  </a:lnTo>
                  <a:cubicBezTo>
                    <a:pt x="275" y="638"/>
                    <a:pt x="230" y="623"/>
                    <a:pt x="186" y="623"/>
                  </a:cubicBezTo>
                  <a:cubicBezTo>
                    <a:pt x="83" y="623"/>
                    <a:pt x="1" y="705"/>
                    <a:pt x="1" y="808"/>
                  </a:cubicBezTo>
                  <a:cubicBezTo>
                    <a:pt x="1" y="904"/>
                    <a:pt x="68" y="979"/>
                    <a:pt x="164" y="993"/>
                  </a:cubicBezTo>
                  <a:lnTo>
                    <a:pt x="164" y="1000"/>
                  </a:lnTo>
                  <a:lnTo>
                    <a:pt x="2165" y="1000"/>
                  </a:lnTo>
                  <a:lnTo>
                    <a:pt x="2165" y="993"/>
                  </a:lnTo>
                  <a:cubicBezTo>
                    <a:pt x="2298" y="993"/>
                    <a:pt x="2409" y="883"/>
                    <a:pt x="2409" y="750"/>
                  </a:cubicBezTo>
                  <a:cubicBezTo>
                    <a:pt x="2409" y="607"/>
                    <a:pt x="2298" y="497"/>
                    <a:pt x="2165" y="497"/>
                  </a:cubicBezTo>
                  <a:cubicBezTo>
                    <a:pt x="2142" y="497"/>
                    <a:pt x="2121" y="497"/>
                    <a:pt x="2105" y="504"/>
                  </a:cubicBezTo>
                  <a:lnTo>
                    <a:pt x="2105" y="497"/>
                  </a:lnTo>
                  <a:cubicBezTo>
                    <a:pt x="2105" y="223"/>
                    <a:pt x="1882" y="1"/>
                    <a:pt x="1608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40">
              <a:extLst>
                <a:ext uri="{FF2B5EF4-FFF2-40B4-BE49-F238E27FC236}">
                  <a16:creationId xmlns:a16="http://schemas.microsoft.com/office/drawing/2014/main" id="{2844301B-79AD-69A6-5B46-A2E2CDCB51DA}"/>
                </a:ext>
              </a:extLst>
            </p:cNvPr>
            <p:cNvSpPr/>
            <p:nvPr/>
          </p:nvSpPr>
          <p:spPr>
            <a:xfrm>
              <a:off x="5533691" y="2818829"/>
              <a:ext cx="25313" cy="35967"/>
            </a:xfrm>
            <a:custGeom>
              <a:avLst/>
              <a:gdLst/>
              <a:ahLst/>
              <a:cxnLst/>
              <a:rect l="l" t="t" r="r" b="b"/>
              <a:pathLst>
                <a:path w="335" h="476" extrusionOk="0">
                  <a:moveTo>
                    <a:pt x="0" y="0"/>
                  </a:moveTo>
                  <a:lnTo>
                    <a:pt x="0" y="0"/>
                  </a:lnTo>
                  <a:cubicBezTo>
                    <a:pt x="192" y="75"/>
                    <a:pt x="326" y="253"/>
                    <a:pt x="326" y="468"/>
                  </a:cubicBezTo>
                  <a:lnTo>
                    <a:pt x="326" y="475"/>
                  </a:lnTo>
                  <a:lnTo>
                    <a:pt x="334" y="475"/>
                  </a:lnTo>
                  <a:lnTo>
                    <a:pt x="334" y="438"/>
                  </a:lnTo>
                  <a:cubicBezTo>
                    <a:pt x="334" y="232"/>
                    <a:pt x="192" y="61"/>
                    <a:pt x="0" y="0"/>
                  </a:cubicBezTo>
                  <a:close/>
                </a:path>
              </a:pathLst>
            </a:custGeom>
            <a:solidFill>
              <a:srgbClr val="EDE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40">
              <a:extLst>
                <a:ext uri="{FF2B5EF4-FFF2-40B4-BE49-F238E27FC236}">
                  <a16:creationId xmlns:a16="http://schemas.microsoft.com/office/drawing/2014/main" id="{097F4D00-51BF-9CB7-8846-48D643B6F049}"/>
                </a:ext>
              </a:extLst>
            </p:cNvPr>
            <p:cNvSpPr/>
            <p:nvPr/>
          </p:nvSpPr>
          <p:spPr>
            <a:xfrm>
              <a:off x="5524623" y="2817771"/>
              <a:ext cx="34380" cy="68986"/>
            </a:xfrm>
            <a:custGeom>
              <a:avLst/>
              <a:gdLst/>
              <a:ahLst/>
              <a:cxnLst/>
              <a:rect l="l" t="t" r="r" b="b"/>
              <a:pathLst>
                <a:path w="455" h="913" extrusionOk="0">
                  <a:moveTo>
                    <a:pt x="1" y="0"/>
                  </a:moveTo>
                  <a:cubicBezTo>
                    <a:pt x="1" y="0"/>
                    <a:pt x="298" y="119"/>
                    <a:pt x="284" y="452"/>
                  </a:cubicBezTo>
                  <a:cubicBezTo>
                    <a:pt x="261" y="824"/>
                    <a:pt x="1" y="913"/>
                    <a:pt x="1" y="913"/>
                  </a:cubicBezTo>
                  <a:cubicBezTo>
                    <a:pt x="239" y="913"/>
                    <a:pt x="438" y="719"/>
                    <a:pt x="454" y="489"/>
                  </a:cubicBezTo>
                  <a:lnTo>
                    <a:pt x="446" y="489"/>
                  </a:lnTo>
                  <a:lnTo>
                    <a:pt x="446" y="482"/>
                  </a:lnTo>
                  <a:cubicBezTo>
                    <a:pt x="446" y="267"/>
                    <a:pt x="312" y="89"/>
                    <a:pt x="120" y="14"/>
                  </a:cubicBezTo>
                  <a:cubicBezTo>
                    <a:pt x="83" y="7"/>
                    <a:pt x="45" y="0"/>
                    <a:pt x="1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40">
              <a:extLst>
                <a:ext uri="{FF2B5EF4-FFF2-40B4-BE49-F238E27FC236}">
                  <a16:creationId xmlns:a16="http://schemas.microsoft.com/office/drawing/2014/main" id="{00E23986-1D5A-B3FB-F670-6C49E55EACC7}"/>
                </a:ext>
              </a:extLst>
            </p:cNvPr>
            <p:cNvSpPr/>
            <p:nvPr/>
          </p:nvSpPr>
          <p:spPr>
            <a:xfrm>
              <a:off x="5456922" y="2847466"/>
              <a:ext cx="35967" cy="17908"/>
            </a:xfrm>
            <a:custGeom>
              <a:avLst/>
              <a:gdLst/>
              <a:ahLst/>
              <a:cxnLst/>
              <a:rect l="l" t="t" r="r" b="b"/>
              <a:pathLst>
                <a:path w="476" h="237" extrusionOk="0">
                  <a:moveTo>
                    <a:pt x="239" y="0"/>
                  </a:moveTo>
                  <a:cubicBezTo>
                    <a:pt x="113" y="0"/>
                    <a:pt x="8" y="103"/>
                    <a:pt x="1" y="230"/>
                  </a:cubicBezTo>
                  <a:cubicBezTo>
                    <a:pt x="1" y="230"/>
                    <a:pt x="61" y="89"/>
                    <a:pt x="223" y="89"/>
                  </a:cubicBezTo>
                  <a:lnTo>
                    <a:pt x="246" y="89"/>
                  </a:lnTo>
                  <a:cubicBezTo>
                    <a:pt x="438" y="103"/>
                    <a:pt x="475" y="237"/>
                    <a:pt x="475" y="237"/>
                  </a:cubicBezTo>
                  <a:cubicBezTo>
                    <a:pt x="475" y="103"/>
                    <a:pt x="372" y="0"/>
                    <a:pt x="246" y="0"/>
                  </a:cubicBezTo>
                  <a:close/>
                </a:path>
              </a:pathLst>
            </a:custGeom>
            <a:solidFill>
              <a:srgbClr val="BF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40">
              <a:extLst>
                <a:ext uri="{FF2B5EF4-FFF2-40B4-BE49-F238E27FC236}">
                  <a16:creationId xmlns:a16="http://schemas.microsoft.com/office/drawing/2014/main" id="{E4B50280-D1F5-30CC-9155-E3020B0CF35D}"/>
                </a:ext>
              </a:extLst>
            </p:cNvPr>
            <p:cNvSpPr/>
            <p:nvPr/>
          </p:nvSpPr>
          <p:spPr>
            <a:xfrm>
              <a:off x="5269986" y="2551271"/>
              <a:ext cx="179757" cy="226227"/>
            </a:xfrm>
            <a:custGeom>
              <a:avLst/>
              <a:gdLst/>
              <a:ahLst/>
              <a:cxnLst/>
              <a:rect l="l" t="t" r="r" b="b"/>
              <a:pathLst>
                <a:path w="2379" h="2994" extrusionOk="0">
                  <a:moveTo>
                    <a:pt x="1185" y="1"/>
                  </a:moveTo>
                  <a:cubicBezTo>
                    <a:pt x="675" y="1"/>
                    <a:pt x="252" y="415"/>
                    <a:pt x="252" y="934"/>
                  </a:cubicBezTo>
                  <a:cubicBezTo>
                    <a:pt x="252" y="979"/>
                    <a:pt x="259" y="1023"/>
                    <a:pt x="268" y="1068"/>
                  </a:cubicBezTo>
                  <a:cubicBezTo>
                    <a:pt x="104" y="1267"/>
                    <a:pt x="1" y="1527"/>
                    <a:pt x="1" y="1808"/>
                  </a:cubicBezTo>
                  <a:cubicBezTo>
                    <a:pt x="1" y="2467"/>
                    <a:pt x="534" y="2994"/>
                    <a:pt x="1185" y="2994"/>
                  </a:cubicBezTo>
                  <a:cubicBezTo>
                    <a:pt x="1845" y="2994"/>
                    <a:pt x="2379" y="2467"/>
                    <a:pt x="2379" y="1808"/>
                  </a:cubicBezTo>
                  <a:cubicBezTo>
                    <a:pt x="2379" y="1527"/>
                    <a:pt x="2275" y="1267"/>
                    <a:pt x="2112" y="1068"/>
                  </a:cubicBezTo>
                  <a:cubicBezTo>
                    <a:pt x="2119" y="1023"/>
                    <a:pt x="2126" y="979"/>
                    <a:pt x="2126" y="934"/>
                  </a:cubicBezTo>
                  <a:cubicBezTo>
                    <a:pt x="2126" y="415"/>
                    <a:pt x="1705" y="1"/>
                    <a:pt x="1185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40">
              <a:extLst>
                <a:ext uri="{FF2B5EF4-FFF2-40B4-BE49-F238E27FC236}">
                  <a16:creationId xmlns:a16="http://schemas.microsoft.com/office/drawing/2014/main" id="{4C73004A-289E-3AC6-F5EA-6726E1028849}"/>
                </a:ext>
              </a:extLst>
            </p:cNvPr>
            <p:cNvSpPr/>
            <p:nvPr/>
          </p:nvSpPr>
          <p:spPr>
            <a:xfrm>
              <a:off x="5359525" y="2620786"/>
              <a:ext cx="8538" cy="269296"/>
            </a:xfrm>
            <a:custGeom>
              <a:avLst/>
              <a:gdLst/>
              <a:ahLst/>
              <a:cxnLst/>
              <a:rect l="l" t="t" r="r" b="b"/>
              <a:pathLst>
                <a:path w="113" h="3564" extrusionOk="0">
                  <a:moveTo>
                    <a:pt x="54" y="1"/>
                  </a:moveTo>
                  <a:cubicBezTo>
                    <a:pt x="53" y="1"/>
                    <a:pt x="52" y="4"/>
                    <a:pt x="52" y="14"/>
                  </a:cubicBezTo>
                  <a:lnTo>
                    <a:pt x="0" y="3511"/>
                  </a:lnTo>
                  <a:cubicBezTo>
                    <a:pt x="0" y="3534"/>
                    <a:pt x="23" y="3564"/>
                    <a:pt x="52" y="3564"/>
                  </a:cubicBezTo>
                  <a:lnTo>
                    <a:pt x="61" y="3564"/>
                  </a:lnTo>
                  <a:cubicBezTo>
                    <a:pt x="89" y="3564"/>
                    <a:pt x="112" y="3534"/>
                    <a:pt x="112" y="3511"/>
                  </a:cubicBezTo>
                  <a:cubicBezTo>
                    <a:pt x="112" y="3511"/>
                    <a:pt x="89" y="14"/>
                    <a:pt x="61" y="14"/>
                  </a:cubicBezTo>
                  <a:cubicBezTo>
                    <a:pt x="61" y="14"/>
                    <a:pt x="57" y="1"/>
                    <a:pt x="54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40">
              <a:extLst>
                <a:ext uri="{FF2B5EF4-FFF2-40B4-BE49-F238E27FC236}">
                  <a16:creationId xmlns:a16="http://schemas.microsoft.com/office/drawing/2014/main" id="{086019FB-75AD-AC51-03DA-8585AB2865FC}"/>
                </a:ext>
              </a:extLst>
            </p:cNvPr>
            <p:cNvSpPr/>
            <p:nvPr/>
          </p:nvSpPr>
          <p:spPr>
            <a:xfrm>
              <a:off x="5312451" y="2685692"/>
              <a:ext cx="51003" cy="41936"/>
            </a:xfrm>
            <a:custGeom>
              <a:avLst/>
              <a:gdLst/>
              <a:ahLst/>
              <a:cxnLst/>
              <a:rect l="l" t="t" r="r" b="b"/>
              <a:pathLst>
                <a:path w="675" h="555" extrusionOk="0">
                  <a:moveTo>
                    <a:pt x="1" y="0"/>
                  </a:moveTo>
                  <a:lnTo>
                    <a:pt x="1" y="0"/>
                  </a:lnTo>
                  <a:cubicBezTo>
                    <a:pt x="331" y="541"/>
                    <a:pt x="634" y="555"/>
                    <a:pt x="665" y="555"/>
                  </a:cubicBezTo>
                  <a:cubicBezTo>
                    <a:pt x="667" y="555"/>
                    <a:pt x="668" y="555"/>
                    <a:pt x="668" y="555"/>
                  </a:cubicBezTo>
                  <a:lnTo>
                    <a:pt x="675" y="473"/>
                  </a:lnTo>
                  <a:lnTo>
                    <a:pt x="675" y="473"/>
                  </a:lnTo>
                  <a:cubicBezTo>
                    <a:pt x="675" y="473"/>
                    <a:pt x="668" y="479"/>
                    <a:pt x="647" y="479"/>
                  </a:cubicBezTo>
                  <a:cubicBezTo>
                    <a:pt x="606" y="479"/>
                    <a:pt x="511" y="455"/>
                    <a:pt x="312" y="311"/>
                  </a:cubicBezTo>
                  <a:cubicBezTo>
                    <a:pt x="134" y="185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40">
              <a:extLst>
                <a:ext uri="{FF2B5EF4-FFF2-40B4-BE49-F238E27FC236}">
                  <a16:creationId xmlns:a16="http://schemas.microsoft.com/office/drawing/2014/main" id="{7A203788-22E7-2778-C15C-79BE485DCAD6}"/>
                </a:ext>
              </a:extLst>
            </p:cNvPr>
            <p:cNvSpPr/>
            <p:nvPr/>
          </p:nvSpPr>
          <p:spPr>
            <a:xfrm>
              <a:off x="5363378" y="2673830"/>
              <a:ext cx="43749" cy="35967"/>
            </a:xfrm>
            <a:custGeom>
              <a:avLst/>
              <a:gdLst/>
              <a:ahLst/>
              <a:cxnLst/>
              <a:rect l="l" t="t" r="r" b="b"/>
              <a:pathLst>
                <a:path w="579" h="476" extrusionOk="0">
                  <a:moveTo>
                    <a:pt x="579" y="1"/>
                  </a:moveTo>
                  <a:cubicBezTo>
                    <a:pt x="579" y="1"/>
                    <a:pt x="461" y="164"/>
                    <a:pt x="312" y="267"/>
                  </a:cubicBezTo>
                  <a:cubicBezTo>
                    <a:pt x="143" y="392"/>
                    <a:pt x="60" y="413"/>
                    <a:pt x="24" y="413"/>
                  </a:cubicBezTo>
                  <a:cubicBezTo>
                    <a:pt x="7" y="413"/>
                    <a:pt x="1" y="408"/>
                    <a:pt x="1" y="408"/>
                  </a:cubicBezTo>
                  <a:lnTo>
                    <a:pt x="1" y="408"/>
                  </a:lnTo>
                  <a:lnTo>
                    <a:pt x="10" y="475"/>
                  </a:lnTo>
                  <a:cubicBezTo>
                    <a:pt x="10" y="475"/>
                    <a:pt x="11" y="475"/>
                    <a:pt x="12" y="475"/>
                  </a:cubicBezTo>
                  <a:cubicBezTo>
                    <a:pt x="40" y="475"/>
                    <a:pt x="300" y="463"/>
                    <a:pt x="579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40">
              <a:extLst>
                <a:ext uri="{FF2B5EF4-FFF2-40B4-BE49-F238E27FC236}">
                  <a16:creationId xmlns:a16="http://schemas.microsoft.com/office/drawing/2014/main" id="{7C71162C-9B5D-F4FA-B476-054A3AE2C0EE}"/>
                </a:ext>
              </a:extLst>
            </p:cNvPr>
            <p:cNvSpPr/>
            <p:nvPr/>
          </p:nvSpPr>
          <p:spPr>
            <a:xfrm>
              <a:off x="5328772" y="2648744"/>
              <a:ext cx="34682" cy="28562"/>
            </a:xfrm>
            <a:custGeom>
              <a:avLst/>
              <a:gdLst/>
              <a:ahLst/>
              <a:cxnLst/>
              <a:rect l="l" t="t" r="r" b="b"/>
              <a:pathLst>
                <a:path w="459" h="378" extrusionOk="0">
                  <a:moveTo>
                    <a:pt x="0" y="0"/>
                  </a:moveTo>
                  <a:cubicBezTo>
                    <a:pt x="228" y="370"/>
                    <a:pt x="443" y="377"/>
                    <a:pt x="458" y="377"/>
                  </a:cubicBezTo>
                  <a:cubicBezTo>
                    <a:pt x="459" y="377"/>
                    <a:pt x="459" y="377"/>
                    <a:pt x="459" y="377"/>
                  </a:cubicBezTo>
                  <a:lnTo>
                    <a:pt x="459" y="325"/>
                  </a:lnTo>
                  <a:cubicBezTo>
                    <a:pt x="459" y="325"/>
                    <a:pt x="455" y="328"/>
                    <a:pt x="444" y="328"/>
                  </a:cubicBezTo>
                  <a:cubicBezTo>
                    <a:pt x="417" y="328"/>
                    <a:pt x="352" y="313"/>
                    <a:pt x="208" y="215"/>
                  </a:cubicBezTo>
                  <a:cubicBezTo>
                    <a:pt x="89" y="12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40">
              <a:extLst>
                <a:ext uri="{FF2B5EF4-FFF2-40B4-BE49-F238E27FC236}">
                  <a16:creationId xmlns:a16="http://schemas.microsoft.com/office/drawing/2014/main" id="{43BCCD7D-953E-E990-8FEA-53AFDDFECCC6}"/>
                </a:ext>
              </a:extLst>
            </p:cNvPr>
            <p:cNvSpPr/>
            <p:nvPr/>
          </p:nvSpPr>
          <p:spPr>
            <a:xfrm>
              <a:off x="7538675" y="1841914"/>
              <a:ext cx="105784" cy="106388"/>
            </a:xfrm>
            <a:custGeom>
              <a:avLst/>
              <a:gdLst/>
              <a:ahLst/>
              <a:cxnLst/>
              <a:rect l="l" t="t" r="r" b="b"/>
              <a:pathLst>
                <a:path w="1400" h="1408" extrusionOk="0">
                  <a:moveTo>
                    <a:pt x="697" y="1"/>
                  </a:moveTo>
                  <a:cubicBezTo>
                    <a:pt x="311" y="1"/>
                    <a:pt x="0" y="319"/>
                    <a:pt x="0" y="703"/>
                  </a:cubicBezTo>
                  <a:cubicBezTo>
                    <a:pt x="0" y="1089"/>
                    <a:pt x="311" y="1407"/>
                    <a:pt x="697" y="1407"/>
                  </a:cubicBezTo>
                  <a:cubicBezTo>
                    <a:pt x="1088" y="1407"/>
                    <a:pt x="1400" y="1089"/>
                    <a:pt x="1400" y="703"/>
                  </a:cubicBezTo>
                  <a:cubicBezTo>
                    <a:pt x="1400" y="319"/>
                    <a:pt x="1088" y="1"/>
                    <a:pt x="697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40">
              <a:extLst>
                <a:ext uri="{FF2B5EF4-FFF2-40B4-BE49-F238E27FC236}">
                  <a16:creationId xmlns:a16="http://schemas.microsoft.com/office/drawing/2014/main" id="{05DD5509-A101-69CC-134A-F29BDB6E7A67}"/>
                </a:ext>
              </a:extLst>
            </p:cNvPr>
            <p:cNvSpPr/>
            <p:nvPr/>
          </p:nvSpPr>
          <p:spPr>
            <a:xfrm>
              <a:off x="7105263" y="1836851"/>
              <a:ext cx="67324" cy="67248"/>
            </a:xfrm>
            <a:custGeom>
              <a:avLst/>
              <a:gdLst/>
              <a:ahLst/>
              <a:cxnLst/>
              <a:rect l="l" t="t" r="r" b="b"/>
              <a:pathLst>
                <a:path w="891" h="890" extrusionOk="0">
                  <a:moveTo>
                    <a:pt x="445" y="0"/>
                  </a:moveTo>
                  <a:cubicBezTo>
                    <a:pt x="200" y="0"/>
                    <a:pt x="1" y="201"/>
                    <a:pt x="1" y="445"/>
                  </a:cubicBezTo>
                  <a:cubicBezTo>
                    <a:pt x="1" y="697"/>
                    <a:pt x="200" y="889"/>
                    <a:pt x="445" y="889"/>
                  </a:cubicBezTo>
                  <a:cubicBezTo>
                    <a:pt x="689" y="889"/>
                    <a:pt x="890" y="697"/>
                    <a:pt x="890" y="445"/>
                  </a:cubicBezTo>
                  <a:cubicBezTo>
                    <a:pt x="890" y="201"/>
                    <a:pt x="689" y="0"/>
                    <a:pt x="445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40">
              <a:extLst>
                <a:ext uri="{FF2B5EF4-FFF2-40B4-BE49-F238E27FC236}">
                  <a16:creationId xmlns:a16="http://schemas.microsoft.com/office/drawing/2014/main" id="{50A978B7-D277-5892-D0C6-4C11FAB1659B}"/>
                </a:ext>
              </a:extLst>
            </p:cNvPr>
            <p:cNvSpPr/>
            <p:nvPr/>
          </p:nvSpPr>
          <p:spPr>
            <a:xfrm>
              <a:off x="7151279" y="1709684"/>
              <a:ext cx="130417" cy="130039"/>
            </a:xfrm>
            <a:custGeom>
              <a:avLst/>
              <a:gdLst/>
              <a:ahLst/>
              <a:cxnLst/>
              <a:rect l="l" t="t" r="r" b="b"/>
              <a:pathLst>
                <a:path w="1726" h="1721" extrusionOk="0">
                  <a:moveTo>
                    <a:pt x="866" y="1"/>
                  </a:moveTo>
                  <a:cubicBezTo>
                    <a:pt x="391" y="1"/>
                    <a:pt x="0" y="387"/>
                    <a:pt x="0" y="862"/>
                  </a:cubicBezTo>
                  <a:cubicBezTo>
                    <a:pt x="0" y="1335"/>
                    <a:pt x="391" y="1720"/>
                    <a:pt x="866" y="1720"/>
                  </a:cubicBezTo>
                  <a:cubicBezTo>
                    <a:pt x="1341" y="1720"/>
                    <a:pt x="1725" y="1335"/>
                    <a:pt x="1725" y="862"/>
                  </a:cubicBezTo>
                  <a:cubicBezTo>
                    <a:pt x="1725" y="387"/>
                    <a:pt x="1341" y="1"/>
                    <a:pt x="866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40">
              <a:extLst>
                <a:ext uri="{FF2B5EF4-FFF2-40B4-BE49-F238E27FC236}">
                  <a16:creationId xmlns:a16="http://schemas.microsoft.com/office/drawing/2014/main" id="{45FA6872-1B3E-2BB8-E237-042863BF5159}"/>
                </a:ext>
              </a:extLst>
            </p:cNvPr>
            <p:cNvSpPr/>
            <p:nvPr/>
          </p:nvSpPr>
          <p:spPr>
            <a:xfrm>
              <a:off x="7489335" y="1954423"/>
              <a:ext cx="44958" cy="44278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7" y="0"/>
                  </a:moveTo>
                  <a:cubicBezTo>
                    <a:pt x="134" y="0"/>
                    <a:pt x="0" y="134"/>
                    <a:pt x="0" y="297"/>
                  </a:cubicBezTo>
                  <a:cubicBezTo>
                    <a:pt x="0" y="455"/>
                    <a:pt x="127" y="586"/>
                    <a:pt x="285" y="586"/>
                  </a:cubicBezTo>
                  <a:cubicBezTo>
                    <a:pt x="289" y="586"/>
                    <a:pt x="293" y="585"/>
                    <a:pt x="297" y="585"/>
                  </a:cubicBezTo>
                  <a:cubicBezTo>
                    <a:pt x="461" y="585"/>
                    <a:pt x="594" y="452"/>
                    <a:pt x="594" y="290"/>
                  </a:cubicBezTo>
                  <a:cubicBezTo>
                    <a:pt x="594" y="126"/>
                    <a:pt x="461" y="0"/>
                    <a:pt x="29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40">
              <a:extLst>
                <a:ext uri="{FF2B5EF4-FFF2-40B4-BE49-F238E27FC236}">
                  <a16:creationId xmlns:a16="http://schemas.microsoft.com/office/drawing/2014/main" id="{FFB1F5E4-D050-8C5E-FD97-5DE4942D4F64}"/>
                </a:ext>
              </a:extLst>
            </p:cNvPr>
            <p:cNvSpPr/>
            <p:nvPr/>
          </p:nvSpPr>
          <p:spPr>
            <a:xfrm>
              <a:off x="7954294" y="1977093"/>
              <a:ext cx="496731" cy="216177"/>
            </a:xfrm>
            <a:custGeom>
              <a:avLst/>
              <a:gdLst/>
              <a:ahLst/>
              <a:cxnLst/>
              <a:rect l="l" t="t" r="r" b="b"/>
              <a:pathLst>
                <a:path w="6574" h="2861" extrusionOk="0">
                  <a:moveTo>
                    <a:pt x="3078" y="1"/>
                  </a:moveTo>
                  <a:cubicBezTo>
                    <a:pt x="3067" y="1"/>
                    <a:pt x="3056" y="1"/>
                    <a:pt x="3045" y="1"/>
                  </a:cubicBezTo>
                  <a:cubicBezTo>
                    <a:pt x="2512" y="8"/>
                    <a:pt x="2083" y="401"/>
                    <a:pt x="2001" y="904"/>
                  </a:cubicBezTo>
                  <a:cubicBezTo>
                    <a:pt x="1964" y="904"/>
                    <a:pt x="1927" y="897"/>
                    <a:pt x="1889" y="897"/>
                  </a:cubicBezTo>
                  <a:cubicBezTo>
                    <a:pt x="1431" y="913"/>
                    <a:pt x="1068" y="1283"/>
                    <a:pt x="1061" y="1735"/>
                  </a:cubicBezTo>
                  <a:cubicBezTo>
                    <a:pt x="534" y="1891"/>
                    <a:pt x="127" y="2327"/>
                    <a:pt x="1" y="2861"/>
                  </a:cubicBezTo>
                  <a:lnTo>
                    <a:pt x="6574" y="2743"/>
                  </a:lnTo>
                  <a:cubicBezTo>
                    <a:pt x="6390" y="2086"/>
                    <a:pt x="6007" y="1601"/>
                    <a:pt x="5306" y="1601"/>
                  </a:cubicBezTo>
                  <a:cubicBezTo>
                    <a:pt x="5296" y="1601"/>
                    <a:pt x="5286" y="1601"/>
                    <a:pt x="5275" y="1602"/>
                  </a:cubicBezTo>
                  <a:lnTo>
                    <a:pt x="5217" y="1602"/>
                  </a:lnTo>
                  <a:cubicBezTo>
                    <a:pt x="5210" y="1101"/>
                    <a:pt x="4802" y="698"/>
                    <a:pt x="4305" y="698"/>
                  </a:cubicBezTo>
                  <a:cubicBezTo>
                    <a:pt x="4295" y="698"/>
                    <a:pt x="4286" y="698"/>
                    <a:pt x="4276" y="698"/>
                  </a:cubicBezTo>
                  <a:cubicBezTo>
                    <a:pt x="4208" y="698"/>
                    <a:pt x="4150" y="705"/>
                    <a:pt x="4084" y="719"/>
                  </a:cubicBezTo>
                  <a:cubicBezTo>
                    <a:pt x="3938" y="301"/>
                    <a:pt x="3545" y="1"/>
                    <a:pt x="30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40">
              <a:extLst>
                <a:ext uri="{FF2B5EF4-FFF2-40B4-BE49-F238E27FC236}">
                  <a16:creationId xmlns:a16="http://schemas.microsoft.com/office/drawing/2014/main" id="{C48BCDFA-0C38-6347-1503-0FA13BB4DA57}"/>
                </a:ext>
              </a:extLst>
            </p:cNvPr>
            <p:cNvSpPr/>
            <p:nvPr/>
          </p:nvSpPr>
          <p:spPr>
            <a:xfrm>
              <a:off x="8098236" y="2043208"/>
              <a:ext cx="54857" cy="109184"/>
            </a:xfrm>
            <a:custGeom>
              <a:avLst/>
              <a:gdLst/>
              <a:ahLst/>
              <a:cxnLst/>
              <a:rect l="l" t="t" r="r" b="b"/>
              <a:pathLst>
                <a:path w="726" h="1445" extrusionOk="0">
                  <a:moveTo>
                    <a:pt x="0" y="1"/>
                  </a:moveTo>
                  <a:cubicBezTo>
                    <a:pt x="0" y="1"/>
                    <a:pt x="578" y="186"/>
                    <a:pt x="548" y="719"/>
                  </a:cubicBezTo>
                  <a:cubicBezTo>
                    <a:pt x="518" y="1312"/>
                    <a:pt x="0" y="1445"/>
                    <a:pt x="0" y="1445"/>
                  </a:cubicBezTo>
                  <a:cubicBezTo>
                    <a:pt x="401" y="1445"/>
                    <a:pt x="726" y="1120"/>
                    <a:pt x="726" y="719"/>
                  </a:cubicBezTo>
                  <a:cubicBezTo>
                    <a:pt x="726" y="326"/>
                    <a:pt x="401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40">
              <a:extLst>
                <a:ext uri="{FF2B5EF4-FFF2-40B4-BE49-F238E27FC236}">
                  <a16:creationId xmlns:a16="http://schemas.microsoft.com/office/drawing/2014/main" id="{FEDB2B31-E615-DC97-E426-31437DF5BD90}"/>
                </a:ext>
              </a:extLst>
            </p:cNvPr>
            <p:cNvSpPr/>
            <p:nvPr/>
          </p:nvSpPr>
          <p:spPr>
            <a:xfrm>
              <a:off x="8286380" y="2097536"/>
              <a:ext cx="161850" cy="81756"/>
            </a:xfrm>
            <a:custGeom>
              <a:avLst/>
              <a:gdLst/>
              <a:ahLst/>
              <a:cxnLst/>
              <a:rect l="l" t="t" r="r" b="b"/>
              <a:pathLst>
                <a:path w="2142" h="1082" extrusionOk="0">
                  <a:moveTo>
                    <a:pt x="1068" y="0"/>
                  </a:moveTo>
                  <a:cubicBezTo>
                    <a:pt x="489" y="0"/>
                    <a:pt x="7" y="471"/>
                    <a:pt x="0" y="1053"/>
                  </a:cubicBezTo>
                  <a:cubicBezTo>
                    <a:pt x="0" y="1053"/>
                    <a:pt x="272" y="206"/>
                    <a:pt x="1007" y="206"/>
                  </a:cubicBezTo>
                  <a:cubicBezTo>
                    <a:pt x="1029" y="206"/>
                    <a:pt x="1052" y="207"/>
                    <a:pt x="1074" y="208"/>
                  </a:cubicBezTo>
                  <a:cubicBezTo>
                    <a:pt x="1947" y="274"/>
                    <a:pt x="2134" y="1082"/>
                    <a:pt x="2134" y="1082"/>
                  </a:cubicBezTo>
                  <a:cubicBezTo>
                    <a:pt x="2141" y="497"/>
                    <a:pt x="1674" y="15"/>
                    <a:pt x="1081" y="0"/>
                  </a:cubicBezTo>
                  <a:cubicBezTo>
                    <a:pt x="1077" y="0"/>
                    <a:pt x="1073" y="0"/>
                    <a:pt x="10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40">
              <a:extLst>
                <a:ext uri="{FF2B5EF4-FFF2-40B4-BE49-F238E27FC236}">
                  <a16:creationId xmlns:a16="http://schemas.microsoft.com/office/drawing/2014/main" id="{A7219424-D870-7943-3E8A-6B318C6334B4}"/>
                </a:ext>
              </a:extLst>
            </p:cNvPr>
            <p:cNvSpPr/>
            <p:nvPr/>
          </p:nvSpPr>
          <p:spPr>
            <a:xfrm>
              <a:off x="5828093" y="1513644"/>
              <a:ext cx="48118" cy="47927"/>
            </a:xfrm>
            <a:custGeom>
              <a:avLst/>
              <a:gdLst/>
              <a:ahLst/>
              <a:cxnLst/>
              <a:rect l="l" t="t" r="r" b="b"/>
              <a:pathLst>
                <a:path w="506" h="504" extrusionOk="0">
                  <a:moveTo>
                    <a:pt x="253" y="1"/>
                  </a:moveTo>
                  <a:cubicBezTo>
                    <a:pt x="113" y="1"/>
                    <a:pt x="0" y="113"/>
                    <a:pt x="0" y="253"/>
                  </a:cubicBezTo>
                  <a:cubicBezTo>
                    <a:pt x="0" y="394"/>
                    <a:pt x="113" y="504"/>
                    <a:pt x="253" y="504"/>
                  </a:cubicBezTo>
                  <a:cubicBezTo>
                    <a:pt x="394" y="504"/>
                    <a:pt x="506" y="394"/>
                    <a:pt x="506" y="253"/>
                  </a:cubicBezTo>
                  <a:cubicBezTo>
                    <a:pt x="506" y="113"/>
                    <a:pt x="394" y="1"/>
                    <a:pt x="253" y="1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08" name="Google Shape;3008;p40">
              <a:extLst>
                <a:ext uri="{FF2B5EF4-FFF2-40B4-BE49-F238E27FC236}">
                  <a16:creationId xmlns:a16="http://schemas.microsoft.com/office/drawing/2014/main" id="{4933A088-B4B5-15CA-FB49-1B582BA684CC}"/>
                </a:ext>
              </a:extLst>
            </p:cNvPr>
            <p:cNvGrpSpPr/>
            <p:nvPr/>
          </p:nvGrpSpPr>
          <p:grpSpPr>
            <a:xfrm>
              <a:off x="4884685" y="770013"/>
              <a:ext cx="661361" cy="663680"/>
              <a:chOff x="5281365" y="1361550"/>
              <a:chExt cx="373502" cy="374812"/>
            </a:xfrm>
          </p:grpSpPr>
          <p:sp>
            <p:nvSpPr>
              <p:cNvPr id="3009" name="Google Shape;3009;p40">
                <a:extLst>
                  <a:ext uri="{FF2B5EF4-FFF2-40B4-BE49-F238E27FC236}">
                    <a16:creationId xmlns:a16="http://schemas.microsoft.com/office/drawing/2014/main" id="{D1FAF8CF-7D6E-BCC7-728C-7B3B883D532B}"/>
                  </a:ext>
                </a:extLst>
              </p:cNvPr>
              <p:cNvSpPr/>
              <p:nvPr/>
            </p:nvSpPr>
            <p:spPr>
              <a:xfrm>
                <a:off x="5281365" y="1361550"/>
                <a:ext cx="373502" cy="374812"/>
              </a:xfrm>
              <a:custGeom>
                <a:avLst/>
                <a:gdLst/>
                <a:ahLst/>
                <a:cxnLst/>
                <a:rect l="l" t="t" r="r" b="b"/>
                <a:pathLst>
                  <a:path w="2542" h="2551" extrusionOk="0">
                    <a:moveTo>
                      <a:pt x="1275" y="1"/>
                    </a:moveTo>
                    <a:cubicBezTo>
                      <a:pt x="571" y="1"/>
                      <a:pt x="0" y="572"/>
                      <a:pt x="0" y="1276"/>
                    </a:cubicBezTo>
                    <a:cubicBezTo>
                      <a:pt x="0" y="1980"/>
                      <a:pt x="571" y="2551"/>
                      <a:pt x="1275" y="2551"/>
                    </a:cubicBezTo>
                    <a:cubicBezTo>
                      <a:pt x="1972" y="2551"/>
                      <a:pt x="2541" y="1980"/>
                      <a:pt x="2541" y="1276"/>
                    </a:cubicBezTo>
                    <a:cubicBezTo>
                      <a:pt x="2541" y="572"/>
                      <a:pt x="1972" y="1"/>
                      <a:pt x="1275" y="1"/>
                    </a:cubicBezTo>
                    <a:close/>
                  </a:path>
                </a:pathLst>
              </a:custGeom>
              <a:solidFill>
                <a:srgbClr val="FFD65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40">
                <a:extLst>
                  <a:ext uri="{FF2B5EF4-FFF2-40B4-BE49-F238E27FC236}">
                    <a16:creationId xmlns:a16="http://schemas.microsoft.com/office/drawing/2014/main" id="{12539609-D844-B345-7C79-8AC2BEC132CB}"/>
                  </a:ext>
                </a:extLst>
              </p:cNvPr>
              <p:cNvSpPr/>
              <p:nvPr/>
            </p:nvSpPr>
            <p:spPr>
              <a:xfrm>
                <a:off x="5281365" y="1361550"/>
                <a:ext cx="186457" cy="374812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2551" extrusionOk="0">
                    <a:moveTo>
                      <a:pt x="1268" y="1"/>
                    </a:moveTo>
                    <a:cubicBezTo>
                      <a:pt x="564" y="8"/>
                      <a:pt x="0" y="572"/>
                      <a:pt x="0" y="1276"/>
                    </a:cubicBezTo>
                    <a:cubicBezTo>
                      <a:pt x="0" y="1980"/>
                      <a:pt x="564" y="2542"/>
                      <a:pt x="1268" y="2551"/>
                    </a:cubicBezTo>
                    <a:cubicBezTo>
                      <a:pt x="1268" y="2542"/>
                      <a:pt x="578" y="1913"/>
                      <a:pt x="578" y="1276"/>
                    </a:cubicBezTo>
                    <a:cubicBezTo>
                      <a:pt x="578" y="639"/>
                      <a:pt x="1268" y="8"/>
                      <a:pt x="1268" y="1"/>
                    </a:cubicBezTo>
                    <a:close/>
                  </a:path>
                </a:pathLst>
              </a:custGeom>
              <a:solidFill>
                <a:srgbClr val="FFE9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11" name="Google Shape;3011;p40">
              <a:extLst>
                <a:ext uri="{FF2B5EF4-FFF2-40B4-BE49-F238E27FC236}">
                  <a16:creationId xmlns:a16="http://schemas.microsoft.com/office/drawing/2014/main" id="{68BC1DE2-5D35-60BE-26CB-6ED46F85E6B0}"/>
                </a:ext>
              </a:extLst>
            </p:cNvPr>
            <p:cNvSpPr/>
            <p:nvPr/>
          </p:nvSpPr>
          <p:spPr>
            <a:xfrm>
              <a:off x="7223439" y="1556373"/>
              <a:ext cx="233556" cy="122634"/>
            </a:xfrm>
            <a:custGeom>
              <a:avLst/>
              <a:gdLst/>
              <a:ahLst/>
              <a:cxnLst/>
              <a:rect l="l" t="t" r="r" b="b"/>
              <a:pathLst>
                <a:path w="3091" h="1623" extrusionOk="0">
                  <a:moveTo>
                    <a:pt x="807" y="1"/>
                  </a:moveTo>
                  <a:cubicBezTo>
                    <a:pt x="363" y="1"/>
                    <a:pt x="0" y="363"/>
                    <a:pt x="0" y="815"/>
                  </a:cubicBezTo>
                  <a:cubicBezTo>
                    <a:pt x="0" y="1260"/>
                    <a:pt x="363" y="1623"/>
                    <a:pt x="807" y="1623"/>
                  </a:cubicBezTo>
                  <a:lnTo>
                    <a:pt x="2275" y="1623"/>
                  </a:lnTo>
                  <a:cubicBezTo>
                    <a:pt x="2726" y="1623"/>
                    <a:pt x="3091" y="1260"/>
                    <a:pt x="3091" y="815"/>
                  </a:cubicBezTo>
                  <a:cubicBezTo>
                    <a:pt x="3091" y="363"/>
                    <a:pt x="2726" y="1"/>
                    <a:pt x="2275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40">
              <a:extLst>
                <a:ext uri="{FF2B5EF4-FFF2-40B4-BE49-F238E27FC236}">
                  <a16:creationId xmlns:a16="http://schemas.microsoft.com/office/drawing/2014/main" id="{3312475B-426E-1C1C-634B-C1692601E2B9}"/>
                </a:ext>
              </a:extLst>
            </p:cNvPr>
            <p:cNvSpPr/>
            <p:nvPr/>
          </p:nvSpPr>
          <p:spPr>
            <a:xfrm>
              <a:off x="6734717" y="1713613"/>
              <a:ext cx="114776" cy="122785"/>
            </a:xfrm>
            <a:custGeom>
              <a:avLst/>
              <a:gdLst/>
              <a:ahLst/>
              <a:cxnLst/>
              <a:rect l="l" t="t" r="r" b="b"/>
              <a:pathLst>
                <a:path w="1519" h="1625" extrusionOk="0">
                  <a:moveTo>
                    <a:pt x="0" y="0"/>
                  </a:moveTo>
                  <a:lnTo>
                    <a:pt x="0" y="1624"/>
                  </a:lnTo>
                  <a:lnTo>
                    <a:pt x="703" y="1624"/>
                  </a:lnTo>
                  <a:cubicBezTo>
                    <a:pt x="1156" y="1624"/>
                    <a:pt x="1519" y="1254"/>
                    <a:pt x="1519" y="810"/>
                  </a:cubicBezTo>
                  <a:cubicBezTo>
                    <a:pt x="1519" y="365"/>
                    <a:pt x="1156" y="0"/>
                    <a:pt x="703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40">
              <a:extLst>
                <a:ext uri="{FF2B5EF4-FFF2-40B4-BE49-F238E27FC236}">
                  <a16:creationId xmlns:a16="http://schemas.microsoft.com/office/drawing/2014/main" id="{5A23E641-60AD-82F6-4B9E-8CE66811722B}"/>
                </a:ext>
              </a:extLst>
            </p:cNvPr>
            <p:cNvSpPr/>
            <p:nvPr/>
          </p:nvSpPr>
          <p:spPr>
            <a:xfrm>
              <a:off x="7404783" y="1349187"/>
              <a:ext cx="373493" cy="196003"/>
            </a:xfrm>
            <a:custGeom>
              <a:avLst/>
              <a:gdLst/>
              <a:ahLst/>
              <a:cxnLst/>
              <a:rect l="l" t="t" r="r" b="b"/>
              <a:pathLst>
                <a:path w="4943" h="2594" extrusionOk="0">
                  <a:moveTo>
                    <a:pt x="1297" y="0"/>
                  </a:moveTo>
                  <a:cubicBezTo>
                    <a:pt x="586" y="0"/>
                    <a:pt x="1" y="578"/>
                    <a:pt x="1" y="1297"/>
                  </a:cubicBezTo>
                  <a:cubicBezTo>
                    <a:pt x="1" y="2008"/>
                    <a:pt x="586" y="2593"/>
                    <a:pt x="1297" y="2593"/>
                  </a:cubicBezTo>
                  <a:lnTo>
                    <a:pt x="3647" y="2593"/>
                  </a:lnTo>
                  <a:cubicBezTo>
                    <a:pt x="4358" y="2593"/>
                    <a:pt x="4943" y="2008"/>
                    <a:pt x="4943" y="1297"/>
                  </a:cubicBezTo>
                  <a:cubicBezTo>
                    <a:pt x="4943" y="578"/>
                    <a:pt x="4358" y="0"/>
                    <a:pt x="364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40">
              <a:extLst>
                <a:ext uri="{FF2B5EF4-FFF2-40B4-BE49-F238E27FC236}">
                  <a16:creationId xmlns:a16="http://schemas.microsoft.com/office/drawing/2014/main" id="{E1299C21-AE86-8DF0-EFAC-C6990F7A0D58}"/>
                </a:ext>
              </a:extLst>
            </p:cNvPr>
            <p:cNvSpPr/>
            <p:nvPr/>
          </p:nvSpPr>
          <p:spPr>
            <a:xfrm>
              <a:off x="7551520" y="1664424"/>
              <a:ext cx="438928" cy="124901"/>
            </a:xfrm>
            <a:custGeom>
              <a:avLst/>
              <a:gdLst/>
              <a:ahLst/>
              <a:cxnLst/>
              <a:rect l="l" t="t" r="r" b="b"/>
              <a:pathLst>
                <a:path w="5809" h="1653" extrusionOk="0">
                  <a:moveTo>
                    <a:pt x="822" y="0"/>
                  </a:moveTo>
                  <a:cubicBezTo>
                    <a:pt x="371" y="0"/>
                    <a:pt x="1" y="370"/>
                    <a:pt x="1" y="822"/>
                  </a:cubicBezTo>
                  <a:cubicBezTo>
                    <a:pt x="1" y="1283"/>
                    <a:pt x="371" y="1653"/>
                    <a:pt x="822" y="1653"/>
                  </a:cubicBezTo>
                  <a:lnTo>
                    <a:pt x="4987" y="1653"/>
                  </a:lnTo>
                  <a:cubicBezTo>
                    <a:pt x="5439" y="1653"/>
                    <a:pt x="5809" y="1283"/>
                    <a:pt x="5809" y="822"/>
                  </a:cubicBezTo>
                  <a:cubicBezTo>
                    <a:pt x="5809" y="370"/>
                    <a:pt x="5439" y="0"/>
                    <a:pt x="4987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40">
              <a:extLst>
                <a:ext uri="{FF2B5EF4-FFF2-40B4-BE49-F238E27FC236}">
                  <a16:creationId xmlns:a16="http://schemas.microsoft.com/office/drawing/2014/main" id="{67B8E028-F3DF-D427-48C4-3B26A0585CFF}"/>
                </a:ext>
              </a:extLst>
            </p:cNvPr>
            <p:cNvSpPr/>
            <p:nvPr/>
          </p:nvSpPr>
          <p:spPr>
            <a:xfrm>
              <a:off x="6211690" y="3791438"/>
              <a:ext cx="214515" cy="61052"/>
            </a:xfrm>
            <a:custGeom>
              <a:avLst/>
              <a:gdLst/>
              <a:ahLst/>
              <a:cxnLst/>
              <a:rect l="l" t="t" r="r" b="b"/>
              <a:pathLst>
                <a:path w="2839" h="808" extrusionOk="0">
                  <a:moveTo>
                    <a:pt x="408" y="0"/>
                  </a:moveTo>
                  <a:cubicBezTo>
                    <a:pt x="186" y="0"/>
                    <a:pt x="1" y="185"/>
                    <a:pt x="1" y="408"/>
                  </a:cubicBezTo>
                  <a:cubicBezTo>
                    <a:pt x="1" y="630"/>
                    <a:pt x="186" y="808"/>
                    <a:pt x="408" y="808"/>
                  </a:cubicBezTo>
                  <a:lnTo>
                    <a:pt x="2439" y="808"/>
                  </a:lnTo>
                  <a:cubicBezTo>
                    <a:pt x="2661" y="808"/>
                    <a:pt x="2839" y="630"/>
                    <a:pt x="2839" y="408"/>
                  </a:cubicBezTo>
                  <a:cubicBezTo>
                    <a:pt x="2839" y="185"/>
                    <a:pt x="2661" y="0"/>
                    <a:pt x="2439" y="0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40">
              <a:extLst>
                <a:ext uri="{FF2B5EF4-FFF2-40B4-BE49-F238E27FC236}">
                  <a16:creationId xmlns:a16="http://schemas.microsoft.com/office/drawing/2014/main" id="{A0A8D4D4-A4F3-D623-7E25-F241B6A53623}"/>
                </a:ext>
              </a:extLst>
            </p:cNvPr>
            <p:cNvSpPr/>
            <p:nvPr/>
          </p:nvSpPr>
          <p:spPr>
            <a:xfrm>
              <a:off x="7496588" y="3335055"/>
              <a:ext cx="254864" cy="72915"/>
            </a:xfrm>
            <a:custGeom>
              <a:avLst/>
              <a:gdLst/>
              <a:ahLst/>
              <a:cxnLst/>
              <a:rect l="l" t="t" r="r" b="b"/>
              <a:pathLst>
                <a:path w="3373" h="965" extrusionOk="0">
                  <a:moveTo>
                    <a:pt x="482" y="1"/>
                  </a:moveTo>
                  <a:cubicBezTo>
                    <a:pt x="216" y="1"/>
                    <a:pt x="0" y="216"/>
                    <a:pt x="0" y="483"/>
                  </a:cubicBezTo>
                  <a:cubicBezTo>
                    <a:pt x="0" y="743"/>
                    <a:pt x="216" y="965"/>
                    <a:pt x="482" y="965"/>
                  </a:cubicBezTo>
                  <a:lnTo>
                    <a:pt x="2890" y="965"/>
                  </a:lnTo>
                  <a:cubicBezTo>
                    <a:pt x="3157" y="965"/>
                    <a:pt x="3372" y="743"/>
                    <a:pt x="3372" y="483"/>
                  </a:cubicBezTo>
                  <a:cubicBezTo>
                    <a:pt x="3372" y="216"/>
                    <a:pt x="3157" y="1"/>
                    <a:pt x="2890" y="1"/>
                  </a:cubicBez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40">
              <a:extLst>
                <a:ext uri="{FF2B5EF4-FFF2-40B4-BE49-F238E27FC236}">
                  <a16:creationId xmlns:a16="http://schemas.microsoft.com/office/drawing/2014/main" id="{13629F77-A2A3-A2F9-3001-70821274F213}"/>
                </a:ext>
              </a:extLst>
            </p:cNvPr>
            <p:cNvSpPr/>
            <p:nvPr/>
          </p:nvSpPr>
          <p:spPr>
            <a:xfrm>
              <a:off x="7230693" y="3456027"/>
              <a:ext cx="416033" cy="118705"/>
            </a:xfrm>
            <a:custGeom>
              <a:avLst/>
              <a:gdLst/>
              <a:ahLst/>
              <a:cxnLst/>
              <a:rect l="l" t="t" r="r" b="b"/>
              <a:pathLst>
                <a:path w="5506" h="1571" extrusionOk="0">
                  <a:moveTo>
                    <a:pt x="786" y="0"/>
                  </a:moveTo>
                  <a:cubicBezTo>
                    <a:pt x="356" y="0"/>
                    <a:pt x="0" y="356"/>
                    <a:pt x="0" y="787"/>
                  </a:cubicBezTo>
                  <a:cubicBezTo>
                    <a:pt x="0" y="1215"/>
                    <a:pt x="356" y="1571"/>
                    <a:pt x="786" y="1571"/>
                  </a:cubicBezTo>
                  <a:lnTo>
                    <a:pt x="4720" y="1571"/>
                  </a:lnTo>
                  <a:cubicBezTo>
                    <a:pt x="5157" y="1571"/>
                    <a:pt x="5506" y="1215"/>
                    <a:pt x="5506" y="787"/>
                  </a:cubicBezTo>
                  <a:cubicBezTo>
                    <a:pt x="5506" y="356"/>
                    <a:pt x="5157" y="0"/>
                    <a:pt x="4720" y="0"/>
                  </a:cubicBezTo>
                  <a:close/>
                </a:path>
              </a:pathLst>
            </a:custGeom>
            <a:solidFill>
              <a:srgbClr val="D0D1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40">
              <a:extLst>
                <a:ext uri="{FF2B5EF4-FFF2-40B4-BE49-F238E27FC236}">
                  <a16:creationId xmlns:a16="http://schemas.microsoft.com/office/drawing/2014/main" id="{E861F0DF-CAEC-D55F-98FA-586E21B3BE2D}"/>
                </a:ext>
              </a:extLst>
            </p:cNvPr>
            <p:cNvSpPr/>
            <p:nvPr/>
          </p:nvSpPr>
          <p:spPr>
            <a:xfrm>
              <a:off x="5918895" y="3643038"/>
              <a:ext cx="416109" cy="118251"/>
            </a:xfrm>
            <a:custGeom>
              <a:avLst/>
              <a:gdLst/>
              <a:ahLst/>
              <a:cxnLst/>
              <a:rect l="l" t="t" r="r" b="b"/>
              <a:pathLst>
                <a:path w="5507" h="1565" extrusionOk="0">
                  <a:moveTo>
                    <a:pt x="785" y="1"/>
                  </a:moveTo>
                  <a:cubicBezTo>
                    <a:pt x="356" y="1"/>
                    <a:pt x="1" y="350"/>
                    <a:pt x="1" y="778"/>
                  </a:cubicBezTo>
                  <a:cubicBezTo>
                    <a:pt x="1" y="1216"/>
                    <a:pt x="356" y="1564"/>
                    <a:pt x="785" y="1564"/>
                  </a:cubicBezTo>
                  <a:lnTo>
                    <a:pt x="4720" y="1564"/>
                  </a:lnTo>
                  <a:cubicBezTo>
                    <a:pt x="5151" y="1564"/>
                    <a:pt x="5506" y="1216"/>
                    <a:pt x="5506" y="778"/>
                  </a:cubicBezTo>
                  <a:cubicBezTo>
                    <a:pt x="5506" y="350"/>
                    <a:pt x="5151" y="1"/>
                    <a:pt x="4720" y="1"/>
                  </a:cubicBezTo>
                  <a:close/>
                </a:path>
              </a:pathLst>
            </a:custGeom>
            <a:solidFill>
              <a:srgbClr val="CB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40">
              <a:extLst>
                <a:ext uri="{FF2B5EF4-FFF2-40B4-BE49-F238E27FC236}">
                  <a16:creationId xmlns:a16="http://schemas.microsoft.com/office/drawing/2014/main" id="{F4EE0663-6844-D209-FA8A-D75C9789FB81}"/>
                </a:ext>
              </a:extLst>
            </p:cNvPr>
            <p:cNvSpPr/>
            <p:nvPr/>
          </p:nvSpPr>
          <p:spPr>
            <a:xfrm>
              <a:off x="4781189" y="2888269"/>
              <a:ext cx="1946879" cy="120518"/>
            </a:xfrm>
            <a:custGeom>
              <a:avLst/>
              <a:gdLst/>
              <a:ahLst/>
              <a:cxnLst/>
              <a:rect l="l" t="t" r="r" b="b"/>
              <a:pathLst>
                <a:path w="25766" h="1595" extrusionOk="0">
                  <a:moveTo>
                    <a:pt x="1615" y="1"/>
                  </a:moveTo>
                  <a:cubicBezTo>
                    <a:pt x="0" y="1"/>
                    <a:pt x="141" y="1594"/>
                    <a:pt x="1615" y="1594"/>
                  </a:cubicBezTo>
                  <a:lnTo>
                    <a:pt x="25765" y="1594"/>
                  </a:lnTo>
                  <a:lnTo>
                    <a:pt x="25765" y="1"/>
                  </a:ln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40">
              <a:extLst>
                <a:ext uri="{FF2B5EF4-FFF2-40B4-BE49-F238E27FC236}">
                  <a16:creationId xmlns:a16="http://schemas.microsoft.com/office/drawing/2014/main" id="{62B1D275-719E-24FC-86A2-DAC991767939}"/>
                </a:ext>
              </a:extLst>
            </p:cNvPr>
            <p:cNvSpPr/>
            <p:nvPr/>
          </p:nvSpPr>
          <p:spPr>
            <a:xfrm>
              <a:off x="4621681" y="3008711"/>
              <a:ext cx="2106386" cy="120443"/>
            </a:xfrm>
            <a:custGeom>
              <a:avLst/>
              <a:gdLst/>
              <a:ahLst/>
              <a:cxnLst/>
              <a:rect l="l" t="t" r="r" b="b"/>
              <a:pathLst>
                <a:path w="27877" h="1594" extrusionOk="0">
                  <a:moveTo>
                    <a:pt x="1615" y="0"/>
                  </a:moveTo>
                  <a:cubicBezTo>
                    <a:pt x="45" y="0"/>
                    <a:pt x="0" y="1594"/>
                    <a:pt x="1615" y="1594"/>
                  </a:cubicBezTo>
                  <a:lnTo>
                    <a:pt x="27876" y="1594"/>
                  </a:lnTo>
                  <a:lnTo>
                    <a:pt x="27876" y="0"/>
                  </a:ln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40">
              <a:extLst>
                <a:ext uri="{FF2B5EF4-FFF2-40B4-BE49-F238E27FC236}">
                  <a16:creationId xmlns:a16="http://schemas.microsoft.com/office/drawing/2014/main" id="{6FAE2E8C-3975-FF0B-8D18-EB99DEB3FC3D}"/>
                </a:ext>
              </a:extLst>
            </p:cNvPr>
            <p:cNvSpPr/>
            <p:nvPr/>
          </p:nvSpPr>
          <p:spPr>
            <a:xfrm>
              <a:off x="6727312" y="2888269"/>
              <a:ext cx="1941741" cy="120518"/>
            </a:xfrm>
            <a:custGeom>
              <a:avLst/>
              <a:gdLst/>
              <a:ahLst/>
              <a:cxnLst/>
              <a:rect l="l" t="t" r="r" b="b"/>
              <a:pathLst>
                <a:path w="25698" h="1595" extrusionOk="0">
                  <a:moveTo>
                    <a:pt x="0" y="1"/>
                  </a:moveTo>
                  <a:lnTo>
                    <a:pt x="0" y="1594"/>
                  </a:lnTo>
                  <a:lnTo>
                    <a:pt x="24350" y="1594"/>
                  </a:lnTo>
                  <a:cubicBezTo>
                    <a:pt x="25698" y="1594"/>
                    <a:pt x="25557" y="1"/>
                    <a:pt x="24350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40">
              <a:extLst>
                <a:ext uri="{FF2B5EF4-FFF2-40B4-BE49-F238E27FC236}">
                  <a16:creationId xmlns:a16="http://schemas.microsoft.com/office/drawing/2014/main" id="{15AE6270-9B22-AE2C-97A1-C315E6450D4E}"/>
                </a:ext>
              </a:extLst>
            </p:cNvPr>
            <p:cNvSpPr/>
            <p:nvPr/>
          </p:nvSpPr>
          <p:spPr>
            <a:xfrm>
              <a:off x="6727312" y="3008711"/>
              <a:ext cx="2094674" cy="120443"/>
            </a:xfrm>
            <a:custGeom>
              <a:avLst/>
              <a:gdLst/>
              <a:ahLst/>
              <a:cxnLst/>
              <a:rect l="l" t="t" r="r" b="b"/>
              <a:pathLst>
                <a:path w="27722" h="1594" extrusionOk="0">
                  <a:moveTo>
                    <a:pt x="0" y="0"/>
                  </a:moveTo>
                  <a:lnTo>
                    <a:pt x="0" y="1578"/>
                  </a:lnTo>
                  <a:lnTo>
                    <a:pt x="20763" y="1578"/>
                  </a:lnTo>
                  <a:cubicBezTo>
                    <a:pt x="20807" y="1578"/>
                    <a:pt x="20861" y="1587"/>
                    <a:pt x="20905" y="1594"/>
                  </a:cubicBezTo>
                  <a:lnTo>
                    <a:pt x="26692" y="1594"/>
                  </a:lnTo>
                  <a:cubicBezTo>
                    <a:pt x="27670" y="1594"/>
                    <a:pt x="27722" y="164"/>
                    <a:pt x="26774" y="15"/>
                  </a:cubicBezTo>
                  <a:cubicBezTo>
                    <a:pt x="26720" y="7"/>
                    <a:pt x="26662" y="0"/>
                    <a:pt x="26610" y="0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40">
              <a:extLst>
                <a:ext uri="{FF2B5EF4-FFF2-40B4-BE49-F238E27FC236}">
                  <a16:creationId xmlns:a16="http://schemas.microsoft.com/office/drawing/2014/main" id="{2D3740CC-FB8C-04EC-CF4B-2E942EC95561}"/>
                </a:ext>
              </a:extLst>
            </p:cNvPr>
            <p:cNvSpPr/>
            <p:nvPr/>
          </p:nvSpPr>
          <p:spPr>
            <a:xfrm>
              <a:off x="6727312" y="3127870"/>
              <a:ext cx="1579657" cy="1285"/>
            </a:xfrm>
            <a:custGeom>
              <a:avLst/>
              <a:gdLst/>
              <a:ahLst/>
              <a:cxnLst/>
              <a:rect l="l" t="t" r="r" b="b"/>
              <a:pathLst>
                <a:path w="20906" h="17" extrusionOk="0">
                  <a:moveTo>
                    <a:pt x="0" y="1"/>
                  </a:moveTo>
                  <a:lnTo>
                    <a:pt x="0" y="17"/>
                  </a:lnTo>
                  <a:lnTo>
                    <a:pt x="20905" y="17"/>
                  </a:lnTo>
                  <a:cubicBezTo>
                    <a:pt x="20861" y="10"/>
                    <a:pt x="20807" y="1"/>
                    <a:pt x="20763" y="1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40">
              <a:extLst>
                <a:ext uri="{FF2B5EF4-FFF2-40B4-BE49-F238E27FC236}">
                  <a16:creationId xmlns:a16="http://schemas.microsoft.com/office/drawing/2014/main" id="{82018AE0-4FD6-E961-8D3D-6805E9104834}"/>
                </a:ext>
              </a:extLst>
            </p:cNvPr>
            <p:cNvSpPr/>
            <p:nvPr/>
          </p:nvSpPr>
          <p:spPr>
            <a:xfrm>
              <a:off x="7366247" y="2060282"/>
              <a:ext cx="138879" cy="837129"/>
            </a:xfrm>
            <a:custGeom>
              <a:avLst/>
              <a:gdLst/>
              <a:ahLst/>
              <a:cxnLst/>
              <a:rect l="l" t="t" r="r" b="b"/>
              <a:pathLst>
                <a:path w="1838" h="11079" extrusionOk="0">
                  <a:moveTo>
                    <a:pt x="497" y="1"/>
                  </a:moveTo>
                  <a:lnTo>
                    <a:pt x="0" y="11055"/>
                  </a:lnTo>
                  <a:lnTo>
                    <a:pt x="1838" y="11078"/>
                  </a:lnTo>
                  <a:lnTo>
                    <a:pt x="1838" y="11078"/>
                  </a:lnTo>
                  <a:lnTo>
                    <a:pt x="1601" y="15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40">
              <a:extLst>
                <a:ext uri="{FF2B5EF4-FFF2-40B4-BE49-F238E27FC236}">
                  <a16:creationId xmlns:a16="http://schemas.microsoft.com/office/drawing/2014/main" id="{D4ED6EFA-4B34-4BCA-DFC4-1F69D3C03B4E}"/>
                </a:ext>
              </a:extLst>
            </p:cNvPr>
            <p:cNvSpPr/>
            <p:nvPr/>
          </p:nvSpPr>
          <p:spPr>
            <a:xfrm>
              <a:off x="7366247" y="2060282"/>
              <a:ext cx="79489" cy="835845"/>
            </a:xfrm>
            <a:custGeom>
              <a:avLst/>
              <a:gdLst/>
              <a:ahLst/>
              <a:cxnLst/>
              <a:rect l="l" t="t" r="r" b="b"/>
              <a:pathLst>
                <a:path w="1052" h="11062" extrusionOk="0">
                  <a:moveTo>
                    <a:pt x="497" y="1"/>
                  </a:moveTo>
                  <a:lnTo>
                    <a:pt x="363" y="2994"/>
                  </a:lnTo>
                  <a:lnTo>
                    <a:pt x="0" y="11055"/>
                  </a:lnTo>
                  <a:lnTo>
                    <a:pt x="918" y="11062"/>
                  </a:lnTo>
                  <a:lnTo>
                    <a:pt x="1051" y="8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9293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40">
              <a:extLst>
                <a:ext uri="{FF2B5EF4-FFF2-40B4-BE49-F238E27FC236}">
                  <a16:creationId xmlns:a16="http://schemas.microsoft.com/office/drawing/2014/main" id="{A9853185-EE2F-B80B-D160-69286FB122B4}"/>
                </a:ext>
              </a:extLst>
            </p:cNvPr>
            <p:cNvSpPr/>
            <p:nvPr/>
          </p:nvSpPr>
          <p:spPr>
            <a:xfrm>
              <a:off x="7393147" y="2261876"/>
              <a:ext cx="99059" cy="49794"/>
            </a:xfrm>
            <a:custGeom>
              <a:avLst/>
              <a:gdLst/>
              <a:ahLst/>
              <a:cxnLst/>
              <a:rect l="l" t="t" r="r" b="b"/>
              <a:pathLst>
                <a:path w="1311" h="659" extrusionOk="0">
                  <a:moveTo>
                    <a:pt x="29" y="0"/>
                  </a:moveTo>
                  <a:lnTo>
                    <a:pt x="0" y="637"/>
                  </a:lnTo>
                  <a:lnTo>
                    <a:pt x="651" y="651"/>
                  </a:lnTo>
                  <a:lnTo>
                    <a:pt x="1311" y="658"/>
                  </a:lnTo>
                  <a:lnTo>
                    <a:pt x="1297" y="14"/>
                  </a:lnTo>
                  <a:lnTo>
                    <a:pt x="667" y="7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40">
              <a:extLst>
                <a:ext uri="{FF2B5EF4-FFF2-40B4-BE49-F238E27FC236}">
                  <a16:creationId xmlns:a16="http://schemas.microsoft.com/office/drawing/2014/main" id="{57DC9A81-7C5F-3F39-A613-9966639574A3}"/>
                </a:ext>
              </a:extLst>
            </p:cNvPr>
            <p:cNvSpPr/>
            <p:nvPr/>
          </p:nvSpPr>
          <p:spPr>
            <a:xfrm>
              <a:off x="7386951" y="2374839"/>
              <a:ext cx="108126" cy="72386"/>
            </a:xfrm>
            <a:custGeom>
              <a:avLst/>
              <a:gdLst/>
              <a:ahLst/>
              <a:cxnLst/>
              <a:rect l="l" t="t" r="r" b="b"/>
              <a:pathLst>
                <a:path w="1431" h="958" extrusionOk="0">
                  <a:moveTo>
                    <a:pt x="45" y="1"/>
                  </a:moveTo>
                  <a:lnTo>
                    <a:pt x="0" y="941"/>
                  </a:lnTo>
                  <a:lnTo>
                    <a:pt x="719" y="950"/>
                  </a:lnTo>
                  <a:lnTo>
                    <a:pt x="1430" y="957"/>
                  </a:lnTo>
                  <a:lnTo>
                    <a:pt x="1416" y="24"/>
                  </a:lnTo>
                  <a:lnTo>
                    <a:pt x="726" y="8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8" name="Google Shape;3028;p40">
            <a:extLst>
              <a:ext uri="{FF2B5EF4-FFF2-40B4-BE49-F238E27FC236}">
                <a16:creationId xmlns:a16="http://schemas.microsoft.com/office/drawing/2014/main" id="{4D597FDF-DFE4-2AC7-4C9A-2418C0CF335B}"/>
              </a:ext>
            </a:extLst>
          </p:cNvPr>
          <p:cNvGrpSpPr/>
          <p:nvPr/>
        </p:nvGrpSpPr>
        <p:grpSpPr>
          <a:xfrm>
            <a:off x="5294399" y="4481088"/>
            <a:ext cx="2749703" cy="122913"/>
            <a:chOff x="5024149" y="4918613"/>
            <a:chExt cx="2749703" cy="122913"/>
          </a:xfrm>
        </p:grpSpPr>
        <p:sp>
          <p:nvSpPr>
            <p:cNvPr id="3029" name="Google Shape;3029;p40">
              <a:extLst>
                <a:ext uri="{FF2B5EF4-FFF2-40B4-BE49-F238E27FC236}">
                  <a16:creationId xmlns:a16="http://schemas.microsoft.com/office/drawing/2014/main" id="{C7C6EF0C-5775-F6DF-78EA-EB41B1744895}"/>
                </a:ext>
              </a:extLst>
            </p:cNvPr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40">
              <a:extLst>
                <a:ext uri="{FF2B5EF4-FFF2-40B4-BE49-F238E27FC236}">
                  <a16:creationId xmlns:a16="http://schemas.microsoft.com/office/drawing/2014/main" id="{852E5DA7-8AD2-078E-7770-50463A0837B8}"/>
                </a:ext>
              </a:extLst>
            </p:cNvPr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40">
              <a:extLst>
                <a:ext uri="{FF2B5EF4-FFF2-40B4-BE49-F238E27FC236}">
                  <a16:creationId xmlns:a16="http://schemas.microsoft.com/office/drawing/2014/main" id="{E04E02DB-10B5-D338-2739-F2B286D47AA3}"/>
                </a:ext>
              </a:extLst>
            </p:cNvPr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40">
              <a:extLst>
                <a:ext uri="{FF2B5EF4-FFF2-40B4-BE49-F238E27FC236}">
                  <a16:creationId xmlns:a16="http://schemas.microsoft.com/office/drawing/2014/main" id="{0C48AAB2-64C8-D713-2469-023103CCBE44}"/>
                </a:ext>
              </a:extLst>
            </p:cNvPr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40">
              <a:extLst>
                <a:ext uri="{FF2B5EF4-FFF2-40B4-BE49-F238E27FC236}">
                  <a16:creationId xmlns:a16="http://schemas.microsoft.com/office/drawing/2014/main" id="{FF331DD3-8FA4-3923-BA1E-EA546F156DE1}"/>
                </a:ext>
              </a:extLst>
            </p:cNvPr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40">
              <a:extLst>
                <a:ext uri="{FF2B5EF4-FFF2-40B4-BE49-F238E27FC236}">
                  <a16:creationId xmlns:a16="http://schemas.microsoft.com/office/drawing/2014/main" id="{FF3AB480-1E80-21CA-9020-017D0BF07E64}"/>
                </a:ext>
              </a:extLst>
            </p:cNvPr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40">
              <a:extLst>
                <a:ext uri="{FF2B5EF4-FFF2-40B4-BE49-F238E27FC236}">
                  <a16:creationId xmlns:a16="http://schemas.microsoft.com/office/drawing/2014/main" id="{9B4BB69D-9B97-278A-8043-5B69613F3697}"/>
                </a:ext>
              </a:extLst>
            </p:cNvPr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40">
              <a:extLst>
                <a:ext uri="{FF2B5EF4-FFF2-40B4-BE49-F238E27FC236}">
                  <a16:creationId xmlns:a16="http://schemas.microsoft.com/office/drawing/2014/main" id="{8CC466C9-F5E2-FDCA-446A-CEAF41DD3A80}"/>
                </a:ext>
              </a:extLst>
            </p:cNvPr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40">
              <a:extLst>
                <a:ext uri="{FF2B5EF4-FFF2-40B4-BE49-F238E27FC236}">
                  <a16:creationId xmlns:a16="http://schemas.microsoft.com/office/drawing/2014/main" id="{1BEA8F47-B250-755E-339C-19D427838E2E}"/>
                </a:ext>
              </a:extLst>
            </p:cNvPr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40">
              <a:extLst>
                <a:ext uri="{FF2B5EF4-FFF2-40B4-BE49-F238E27FC236}">
                  <a16:creationId xmlns:a16="http://schemas.microsoft.com/office/drawing/2014/main" id="{902BEE85-FBEF-9ED8-CD6A-F245DCC8A2D7}"/>
                </a:ext>
              </a:extLst>
            </p:cNvPr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40">
              <a:extLst>
                <a:ext uri="{FF2B5EF4-FFF2-40B4-BE49-F238E27FC236}">
                  <a16:creationId xmlns:a16="http://schemas.microsoft.com/office/drawing/2014/main" id="{0B1A7D4B-7BE2-4635-5BFC-FB1E05AD206D}"/>
                </a:ext>
              </a:extLst>
            </p:cNvPr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40">
              <a:extLst>
                <a:ext uri="{FF2B5EF4-FFF2-40B4-BE49-F238E27FC236}">
                  <a16:creationId xmlns:a16="http://schemas.microsoft.com/office/drawing/2014/main" id="{22AB7C62-DA92-2E9B-D3DD-60325B056971}"/>
                </a:ext>
              </a:extLst>
            </p:cNvPr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40">
              <a:extLst>
                <a:ext uri="{FF2B5EF4-FFF2-40B4-BE49-F238E27FC236}">
                  <a16:creationId xmlns:a16="http://schemas.microsoft.com/office/drawing/2014/main" id="{379DA2C2-1011-CA7C-3568-284EC8BB28F7}"/>
                </a:ext>
              </a:extLst>
            </p:cNvPr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40">
              <a:extLst>
                <a:ext uri="{FF2B5EF4-FFF2-40B4-BE49-F238E27FC236}">
                  <a16:creationId xmlns:a16="http://schemas.microsoft.com/office/drawing/2014/main" id="{AF07D9C3-3F59-1426-6B53-AFE6B474B2FC}"/>
                </a:ext>
              </a:extLst>
            </p:cNvPr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40">
              <a:extLst>
                <a:ext uri="{FF2B5EF4-FFF2-40B4-BE49-F238E27FC236}">
                  <a16:creationId xmlns:a16="http://schemas.microsoft.com/office/drawing/2014/main" id="{904DB0E6-5A4C-8233-1528-64FEA3149670}"/>
                </a:ext>
              </a:extLst>
            </p:cNvPr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40">
              <a:extLst>
                <a:ext uri="{FF2B5EF4-FFF2-40B4-BE49-F238E27FC236}">
                  <a16:creationId xmlns:a16="http://schemas.microsoft.com/office/drawing/2014/main" id="{F59E43F4-10CD-EF54-BF1F-82F4A1C55058}"/>
                </a:ext>
              </a:extLst>
            </p:cNvPr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40">
              <a:extLst>
                <a:ext uri="{FF2B5EF4-FFF2-40B4-BE49-F238E27FC236}">
                  <a16:creationId xmlns:a16="http://schemas.microsoft.com/office/drawing/2014/main" id="{DA14E43E-752A-BEE7-65C7-E039ED2AE5CF}"/>
                </a:ext>
              </a:extLst>
            </p:cNvPr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40">
              <a:extLst>
                <a:ext uri="{FF2B5EF4-FFF2-40B4-BE49-F238E27FC236}">
                  <a16:creationId xmlns:a16="http://schemas.microsoft.com/office/drawing/2014/main" id="{63B73B8A-8C62-AF5E-D8F7-D44A997F762A}"/>
                </a:ext>
              </a:extLst>
            </p:cNvPr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40">
              <a:extLst>
                <a:ext uri="{FF2B5EF4-FFF2-40B4-BE49-F238E27FC236}">
                  <a16:creationId xmlns:a16="http://schemas.microsoft.com/office/drawing/2014/main" id="{97CB167D-5B58-D214-6725-5B6D17471937}"/>
                </a:ext>
              </a:extLst>
            </p:cNvPr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40">
              <a:extLst>
                <a:ext uri="{FF2B5EF4-FFF2-40B4-BE49-F238E27FC236}">
                  <a16:creationId xmlns:a16="http://schemas.microsoft.com/office/drawing/2014/main" id="{89503414-29CD-F694-380B-F4052D4426E7}"/>
                </a:ext>
              </a:extLst>
            </p:cNvPr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40">
              <a:extLst>
                <a:ext uri="{FF2B5EF4-FFF2-40B4-BE49-F238E27FC236}">
                  <a16:creationId xmlns:a16="http://schemas.microsoft.com/office/drawing/2014/main" id="{4870996C-F0C9-A3A2-5CC0-4EBE87C5E4AF}"/>
                </a:ext>
              </a:extLst>
            </p:cNvPr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40">
              <a:extLst>
                <a:ext uri="{FF2B5EF4-FFF2-40B4-BE49-F238E27FC236}">
                  <a16:creationId xmlns:a16="http://schemas.microsoft.com/office/drawing/2014/main" id="{39182D10-605D-88FC-A16A-BE5355B3FF42}"/>
                </a:ext>
              </a:extLst>
            </p:cNvPr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40">
              <a:extLst>
                <a:ext uri="{FF2B5EF4-FFF2-40B4-BE49-F238E27FC236}">
                  <a16:creationId xmlns:a16="http://schemas.microsoft.com/office/drawing/2014/main" id="{5B369F79-F5F4-B239-4907-C4181DD251DF}"/>
                </a:ext>
              </a:extLst>
            </p:cNvPr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40">
              <a:extLst>
                <a:ext uri="{FF2B5EF4-FFF2-40B4-BE49-F238E27FC236}">
                  <a16:creationId xmlns:a16="http://schemas.microsoft.com/office/drawing/2014/main" id="{64984EB0-F235-2088-DE26-9C334EA9BBA0}"/>
                </a:ext>
              </a:extLst>
            </p:cNvPr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40">
              <a:extLst>
                <a:ext uri="{FF2B5EF4-FFF2-40B4-BE49-F238E27FC236}">
                  <a16:creationId xmlns:a16="http://schemas.microsoft.com/office/drawing/2014/main" id="{8C1CAB7E-870B-6A69-5FD9-B794AB2A5AD5}"/>
                </a:ext>
              </a:extLst>
            </p:cNvPr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40">
              <a:extLst>
                <a:ext uri="{FF2B5EF4-FFF2-40B4-BE49-F238E27FC236}">
                  <a16:creationId xmlns:a16="http://schemas.microsoft.com/office/drawing/2014/main" id="{9C550EE7-CE17-EE05-27DC-461A9063A6BB}"/>
                </a:ext>
              </a:extLst>
            </p:cNvPr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40">
              <a:extLst>
                <a:ext uri="{FF2B5EF4-FFF2-40B4-BE49-F238E27FC236}">
                  <a16:creationId xmlns:a16="http://schemas.microsoft.com/office/drawing/2014/main" id="{FC2440A5-4033-6349-34BD-A9022A621E81}"/>
                </a:ext>
              </a:extLst>
            </p:cNvPr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40">
              <a:extLst>
                <a:ext uri="{FF2B5EF4-FFF2-40B4-BE49-F238E27FC236}">
                  <a16:creationId xmlns:a16="http://schemas.microsoft.com/office/drawing/2014/main" id="{AFC4F7A4-D056-B78E-69ED-10607EB5784E}"/>
                </a:ext>
              </a:extLst>
            </p:cNvPr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40">
              <a:extLst>
                <a:ext uri="{FF2B5EF4-FFF2-40B4-BE49-F238E27FC236}">
                  <a16:creationId xmlns:a16="http://schemas.microsoft.com/office/drawing/2014/main" id="{EFD588E6-4FAC-DDC1-5CCF-84CEE5A04232}"/>
                </a:ext>
              </a:extLst>
            </p:cNvPr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40">
              <a:extLst>
                <a:ext uri="{FF2B5EF4-FFF2-40B4-BE49-F238E27FC236}">
                  <a16:creationId xmlns:a16="http://schemas.microsoft.com/office/drawing/2014/main" id="{451A64A5-E3E2-3095-DBC1-309112B712DB}"/>
                </a:ext>
              </a:extLst>
            </p:cNvPr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26331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6">
          <a:extLst>
            <a:ext uri="{FF2B5EF4-FFF2-40B4-BE49-F238E27FC236}">
              <a16:creationId xmlns:a16="http://schemas.microsoft.com/office/drawing/2014/main" id="{1444AF1A-550A-817B-345A-4F2F03393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5" name="Google Shape;4255;p47">
            <a:extLst>
              <a:ext uri="{FF2B5EF4-FFF2-40B4-BE49-F238E27FC236}">
                <a16:creationId xmlns:a16="http://schemas.microsoft.com/office/drawing/2014/main" id="{E645F468-1FEC-1A0A-6C47-907FA9B17F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6200" y="196932"/>
            <a:ext cx="6471600" cy="10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Frontend React</a:t>
            </a:r>
            <a:endParaRPr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58F8D10-EE8C-59AB-E5F3-8C3B1ABC5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56" y="969536"/>
            <a:ext cx="4183353" cy="291223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51F869F-AE98-8517-B6A9-6384A69FE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807" y="779721"/>
            <a:ext cx="4467701" cy="358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70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3" name="Google Shape;3063;p41"/>
          <p:cNvSpPr/>
          <p:nvPr/>
        </p:nvSpPr>
        <p:spPr>
          <a:xfrm>
            <a:off x="4335550" y="2264750"/>
            <a:ext cx="4994400" cy="36117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4" name="Google Shape;3064;p41"/>
          <p:cNvSpPr txBox="1">
            <a:spLocks noGrp="1"/>
          </p:cNvSpPr>
          <p:nvPr>
            <p:ph type="title"/>
          </p:nvPr>
        </p:nvSpPr>
        <p:spPr>
          <a:xfrm>
            <a:off x="688550" y="919475"/>
            <a:ext cx="4146000" cy="10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Merci !</a:t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3066" name="Google Shape;3066;p41"/>
          <p:cNvGrpSpPr/>
          <p:nvPr/>
        </p:nvGrpSpPr>
        <p:grpSpPr>
          <a:xfrm>
            <a:off x="1895400" y="2472850"/>
            <a:ext cx="2578844" cy="1519849"/>
            <a:chOff x="2124000" y="3006250"/>
            <a:chExt cx="2578844" cy="1519849"/>
          </a:xfrm>
        </p:grpSpPr>
        <p:sp>
          <p:nvSpPr>
            <p:cNvPr id="3067" name="Google Shape;3067;p41"/>
            <p:cNvSpPr/>
            <p:nvPr/>
          </p:nvSpPr>
          <p:spPr>
            <a:xfrm>
              <a:off x="3157262" y="3006250"/>
              <a:ext cx="661656" cy="184563"/>
            </a:xfrm>
            <a:custGeom>
              <a:avLst/>
              <a:gdLst/>
              <a:ahLst/>
              <a:cxnLst/>
              <a:rect l="l" t="t" r="r" b="b"/>
              <a:pathLst>
                <a:path w="6833" h="1906" extrusionOk="0">
                  <a:moveTo>
                    <a:pt x="3617" y="1"/>
                  </a:moveTo>
                  <a:cubicBezTo>
                    <a:pt x="2995" y="1"/>
                    <a:pt x="2490" y="518"/>
                    <a:pt x="2490" y="1164"/>
                  </a:cubicBezTo>
                  <a:lnTo>
                    <a:pt x="2490" y="1178"/>
                  </a:lnTo>
                  <a:cubicBezTo>
                    <a:pt x="2417" y="1157"/>
                    <a:pt x="2342" y="1134"/>
                    <a:pt x="2253" y="1134"/>
                  </a:cubicBezTo>
                  <a:cubicBezTo>
                    <a:pt x="2083" y="1134"/>
                    <a:pt x="1919" y="1201"/>
                    <a:pt x="1794" y="1304"/>
                  </a:cubicBezTo>
                  <a:cubicBezTo>
                    <a:pt x="1668" y="1141"/>
                    <a:pt x="1474" y="1030"/>
                    <a:pt x="1261" y="1030"/>
                  </a:cubicBezTo>
                  <a:cubicBezTo>
                    <a:pt x="950" y="1030"/>
                    <a:pt x="697" y="1246"/>
                    <a:pt x="608" y="1527"/>
                  </a:cubicBezTo>
                  <a:lnTo>
                    <a:pt x="557" y="1527"/>
                  </a:lnTo>
                  <a:cubicBezTo>
                    <a:pt x="311" y="1527"/>
                    <a:pt x="96" y="1683"/>
                    <a:pt x="0" y="1905"/>
                  </a:cubicBezTo>
                  <a:lnTo>
                    <a:pt x="6818" y="1905"/>
                  </a:lnTo>
                  <a:cubicBezTo>
                    <a:pt x="6825" y="1852"/>
                    <a:pt x="6833" y="1801"/>
                    <a:pt x="6833" y="1749"/>
                  </a:cubicBezTo>
                  <a:cubicBezTo>
                    <a:pt x="6833" y="1327"/>
                    <a:pt x="6498" y="986"/>
                    <a:pt x="6091" y="986"/>
                  </a:cubicBezTo>
                  <a:cubicBezTo>
                    <a:pt x="5876" y="986"/>
                    <a:pt x="5684" y="1075"/>
                    <a:pt x="5543" y="1230"/>
                  </a:cubicBezTo>
                  <a:cubicBezTo>
                    <a:pt x="5410" y="1075"/>
                    <a:pt x="5209" y="972"/>
                    <a:pt x="4987" y="972"/>
                  </a:cubicBezTo>
                  <a:cubicBezTo>
                    <a:pt x="4898" y="972"/>
                    <a:pt x="4809" y="993"/>
                    <a:pt x="4729" y="1023"/>
                  </a:cubicBezTo>
                  <a:cubicBezTo>
                    <a:pt x="4661" y="445"/>
                    <a:pt x="4195" y="1"/>
                    <a:pt x="3617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41"/>
            <p:cNvSpPr/>
            <p:nvPr/>
          </p:nvSpPr>
          <p:spPr>
            <a:xfrm>
              <a:off x="2352913" y="3549346"/>
              <a:ext cx="285075" cy="84825"/>
            </a:xfrm>
            <a:custGeom>
              <a:avLst/>
              <a:gdLst/>
              <a:ahLst/>
              <a:cxnLst/>
              <a:rect l="l" t="t" r="r" b="b"/>
              <a:pathLst>
                <a:path w="2944" h="876" extrusionOk="0">
                  <a:moveTo>
                    <a:pt x="1490" y="1"/>
                  </a:moveTo>
                  <a:cubicBezTo>
                    <a:pt x="1156" y="1"/>
                    <a:pt x="889" y="275"/>
                    <a:pt x="889" y="600"/>
                  </a:cubicBezTo>
                  <a:lnTo>
                    <a:pt x="889" y="623"/>
                  </a:lnTo>
                  <a:cubicBezTo>
                    <a:pt x="852" y="613"/>
                    <a:pt x="815" y="606"/>
                    <a:pt x="775" y="606"/>
                  </a:cubicBezTo>
                  <a:cubicBezTo>
                    <a:pt x="759" y="606"/>
                    <a:pt x="744" y="607"/>
                    <a:pt x="727" y="609"/>
                  </a:cubicBezTo>
                  <a:cubicBezTo>
                    <a:pt x="623" y="616"/>
                    <a:pt x="526" y="661"/>
                    <a:pt x="454" y="734"/>
                  </a:cubicBezTo>
                  <a:cubicBezTo>
                    <a:pt x="421" y="723"/>
                    <a:pt x="384" y="717"/>
                    <a:pt x="346" y="717"/>
                  </a:cubicBezTo>
                  <a:cubicBezTo>
                    <a:pt x="332" y="717"/>
                    <a:pt x="318" y="718"/>
                    <a:pt x="304" y="719"/>
                  </a:cubicBezTo>
                  <a:cubicBezTo>
                    <a:pt x="178" y="727"/>
                    <a:pt x="75" y="787"/>
                    <a:pt x="0" y="876"/>
                  </a:cubicBezTo>
                  <a:lnTo>
                    <a:pt x="2934" y="876"/>
                  </a:lnTo>
                  <a:cubicBezTo>
                    <a:pt x="2934" y="867"/>
                    <a:pt x="2943" y="860"/>
                    <a:pt x="2943" y="846"/>
                  </a:cubicBezTo>
                  <a:cubicBezTo>
                    <a:pt x="2921" y="625"/>
                    <a:pt x="2736" y="452"/>
                    <a:pt x="2509" y="452"/>
                  </a:cubicBezTo>
                  <a:cubicBezTo>
                    <a:pt x="2501" y="452"/>
                    <a:pt x="2492" y="452"/>
                    <a:pt x="2483" y="453"/>
                  </a:cubicBezTo>
                  <a:cubicBezTo>
                    <a:pt x="2365" y="460"/>
                    <a:pt x="2253" y="527"/>
                    <a:pt x="2179" y="616"/>
                  </a:cubicBezTo>
                  <a:cubicBezTo>
                    <a:pt x="2150" y="609"/>
                    <a:pt x="2120" y="609"/>
                    <a:pt x="2090" y="609"/>
                  </a:cubicBezTo>
                  <a:lnTo>
                    <a:pt x="2090" y="600"/>
                  </a:lnTo>
                  <a:cubicBezTo>
                    <a:pt x="2090" y="275"/>
                    <a:pt x="1823" y="1"/>
                    <a:pt x="1490" y="1"/>
                  </a:cubicBezTo>
                  <a:close/>
                </a:path>
              </a:pathLst>
            </a:custGeom>
            <a:solidFill>
              <a:srgbClr val="A1E1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41"/>
            <p:cNvSpPr/>
            <p:nvPr/>
          </p:nvSpPr>
          <p:spPr>
            <a:xfrm>
              <a:off x="2724656" y="3214981"/>
              <a:ext cx="342303" cy="342400"/>
            </a:xfrm>
            <a:custGeom>
              <a:avLst/>
              <a:gdLst/>
              <a:ahLst/>
              <a:cxnLst/>
              <a:rect l="l" t="t" r="r" b="b"/>
              <a:pathLst>
                <a:path w="3535" h="3536" extrusionOk="0">
                  <a:moveTo>
                    <a:pt x="1763" y="0"/>
                  </a:moveTo>
                  <a:cubicBezTo>
                    <a:pt x="785" y="0"/>
                    <a:pt x="1" y="794"/>
                    <a:pt x="1" y="1772"/>
                  </a:cubicBezTo>
                  <a:cubicBezTo>
                    <a:pt x="1" y="2750"/>
                    <a:pt x="785" y="3536"/>
                    <a:pt x="1763" y="3536"/>
                  </a:cubicBezTo>
                  <a:cubicBezTo>
                    <a:pt x="2741" y="3536"/>
                    <a:pt x="3534" y="2750"/>
                    <a:pt x="3534" y="1772"/>
                  </a:cubicBezTo>
                  <a:cubicBezTo>
                    <a:pt x="3534" y="794"/>
                    <a:pt x="2741" y="0"/>
                    <a:pt x="1763" y="0"/>
                  </a:cubicBezTo>
                  <a:close/>
                </a:path>
              </a:pathLst>
            </a:custGeom>
            <a:solidFill>
              <a:srgbClr val="FFD6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41"/>
            <p:cNvSpPr/>
            <p:nvPr/>
          </p:nvSpPr>
          <p:spPr>
            <a:xfrm>
              <a:off x="2273317" y="4217396"/>
              <a:ext cx="2429527" cy="154351"/>
            </a:xfrm>
            <a:custGeom>
              <a:avLst/>
              <a:gdLst/>
              <a:ahLst/>
              <a:cxnLst/>
              <a:rect l="l" t="t" r="r" b="b"/>
              <a:pathLst>
                <a:path w="25090" h="1594" extrusionOk="0">
                  <a:moveTo>
                    <a:pt x="1171" y="0"/>
                  </a:moveTo>
                  <a:cubicBezTo>
                    <a:pt x="0" y="0"/>
                    <a:pt x="97" y="1594"/>
                    <a:pt x="1171" y="1594"/>
                  </a:cubicBezTo>
                  <a:lnTo>
                    <a:pt x="25090" y="1594"/>
                  </a:lnTo>
                  <a:lnTo>
                    <a:pt x="25090" y="0"/>
                  </a:ln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41"/>
            <p:cNvSpPr/>
            <p:nvPr/>
          </p:nvSpPr>
          <p:spPr>
            <a:xfrm>
              <a:off x="2124000" y="4371651"/>
              <a:ext cx="2578843" cy="154448"/>
            </a:xfrm>
            <a:custGeom>
              <a:avLst/>
              <a:gdLst/>
              <a:ahLst/>
              <a:cxnLst/>
              <a:rect l="l" t="t" r="r" b="b"/>
              <a:pathLst>
                <a:path w="26632" h="1595" extrusionOk="0">
                  <a:moveTo>
                    <a:pt x="1180" y="1"/>
                  </a:moveTo>
                  <a:cubicBezTo>
                    <a:pt x="38" y="1"/>
                    <a:pt x="1" y="1594"/>
                    <a:pt x="1180" y="1594"/>
                  </a:cubicBezTo>
                  <a:lnTo>
                    <a:pt x="26632" y="1594"/>
                  </a:lnTo>
                  <a:lnTo>
                    <a:pt x="26632" y="1"/>
                  </a:ln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72" name="Google Shape;3072;p41"/>
            <p:cNvGrpSpPr/>
            <p:nvPr/>
          </p:nvGrpSpPr>
          <p:grpSpPr>
            <a:xfrm>
              <a:off x="3625780" y="3233767"/>
              <a:ext cx="658755" cy="983045"/>
              <a:chOff x="3238355" y="3233767"/>
              <a:chExt cx="658755" cy="983045"/>
            </a:xfrm>
          </p:grpSpPr>
          <p:sp>
            <p:nvSpPr>
              <p:cNvPr id="3073" name="Google Shape;3073;p41"/>
              <p:cNvSpPr/>
              <p:nvPr/>
            </p:nvSpPr>
            <p:spPr>
              <a:xfrm>
                <a:off x="3422822" y="3547990"/>
                <a:ext cx="283526" cy="668822"/>
              </a:xfrm>
              <a:custGeom>
                <a:avLst/>
                <a:gdLst/>
                <a:ahLst/>
                <a:cxnLst/>
                <a:rect l="l" t="t" r="r" b="b"/>
                <a:pathLst>
                  <a:path w="2928" h="6907" extrusionOk="0">
                    <a:moveTo>
                      <a:pt x="644" y="1"/>
                    </a:moveTo>
                    <a:lnTo>
                      <a:pt x="0" y="6906"/>
                    </a:lnTo>
                    <a:lnTo>
                      <a:pt x="2927" y="6906"/>
                    </a:lnTo>
                    <a:lnTo>
                      <a:pt x="2282" y="1"/>
                    </a:lnTo>
                    <a:close/>
                  </a:path>
                </a:pathLst>
              </a:custGeom>
              <a:solidFill>
                <a:srgbClr val="B376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Google Shape;3074;p41"/>
              <p:cNvSpPr/>
              <p:nvPr/>
            </p:nvSpPr>
            <p:spPr>
              <a:xfrm>
                <a:off x="3643698" y="3547990"/>
                <a:ext cx="69042" cy="668822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907" extrusionOk="0">
                    <a:moveTo>
                      <a:pt x="1" y="1"/>
                    </a:moveTo>
                    <a:lnTo>
                      <a:pt x="646" y="6906"/>
                    </a:lnTo>
                    <a:lnTo>
                      <a:pt x="712" y="6906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674F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Google Shape;3075;p41"/>
              <p:cNvSpPr/>
              <p:nvPr/>
            </p:nvSpPr>
            <p:spPr>
              <a:xfrm>
                <a:off x="3561971" y="3547990"/>
                <a:ext cx="144377" cy="668822"/>
              </a:xfrm>
              <a:custGeom>
                <a:avLst/>
                <a:gdLst/>
                <a:ahLst/>
                <a:cxnLst/>
                <a:rect l="l" t="t" r="r" b="b"/>
                <a:pathLst>
                  <a:path w="1491" h="6907" extrusionOk="0">
                    <a:moveTo>
                      <a:pt x="82" y="1"/>
                    </a:moveTo>
                    <a:lnTo>
                      <a:pt x="0" y="6906"/>
                    </a:lnTo>
                    <a:lnTo>
                      <a:pt x="1490" y="6906"/>
                    </a:lnTo>
                    <a:lnTo>
                      <a:pt x="845" y="1"/>
                    </a:lnTo>
                    <a:close/>
                  </a:path>
                </a:pathLst>
              </a:custGeom>
              <a:solidFill>
                <a:srgbClr val="AA66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Google Shape;3076;p41"/>
              <p:cNvSpPr/>
              <p:nvPr/>
            </p:nvSpPr>
            <p:spPr>
              <a:xfrm>
                <a:off x="3545413" y="3792590"/>
                <a:ext cx="44640" cy="44640"/>
              </a:xfrm>
              <a:custGeom>
                <a:avLst/>
                <a:gdLst/>
                <a:ahLst/>
                <a:cxnLst/>
                <a:rect l="l" t="t" r="r" b="b"/>
                <a:pathLst>
                  <a:path w="461" h="461" extrusionOk="0">
                    <a:moveTo>
                      <a:pt x="0" y="0"/>
                    </a:moveTo>
                    <a:lnTo>
                      <a:pt x="0" y="461"/>
                    </a:lnTo>
                    <a:lnTo>
                      <a:pt x="461" y="461"/>
                    </a:lnTo>
                    <a:lnTo>
                      <a:pt x="461" y="0"/>
                    </a:lnTo>
                    <a:close/>
                  </a:path>
                </a:pathLst>
              </a:custGeom>
              <a:solidFill>
                <a:srgbClr val="9E52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Google Shape;3077;p41"/>
              <p:cNvSpPr/>
              <p:nvPr/>
            </p:nvSpPr>
            <p:spPr>
              <a:xfrm>
                <a:off x="3541927" y="3788233"/>
                <a:ext cx="52483" cy="52580"/>
              </a:xfrm>
              <a:custGeom>
                <a:avLst/>
                <a:gdLst/>
                <a:ahLst/>
                <a:cxnLst/>
                <a:rect l="l" t="t" r="r" b="b"/>
                <a:pathLst>
                  <a:path w="542" h="543" extrusionOk="0">
                    <a:moveTo>
                      <a:pt x="460" y="82"/>
                    </a:moveTo>
                    <a:lnTo>
                      <a:pt x="460" y="468"/>
                    </a:lnTo>
                    <a:lnTo>
                      <a:pt x="74" y="468"/>
                    </a:lnTo>
                    <a:lnTo>
                      <a:pt x="74" y="82"/>
                    </a:lnTo>
                    <a:close/>
                    <a:moveTo>
                      <a:pt x="1" y="1"/>
                    </a:moveTo>
                    <a:lnTo>
                      <a:pt x="1" y="543"/>
                    </a:lnTo>
                    <a:lnTo>
                      <a:pt x="541" y="543"/>
                    </a:lnTo>
                    <a:lnTo>
                      <a:pt x="54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Google Shape;3078;p41"/>
              <p:cNvSpPr/>
              <p:nvPr/>
            </p:nvSpPr>
            <p:spPr>
              <a:xfrm>
                <a:off x="3545413" y="3902399"/>
                <a:ext cx="44640" cy="44543"/>
              </a:xfrm>
              <a:custGeom>
                <a:avLst/>
                <a:gdLst/>
                <a:ahLst/>
                <a:cxnLst/>
                <a:rect l="l" t="t" r="r" b="b"/>
                <a:pathLst>
                  <a:path w="461" h="460" extrusionOk="0">
                    <a:moveTo>
                      <a:pt x="0" y="1"/>
                    </a:moveTo>
                    <a:lnTo>
                      <a:pt x="0" y="459"/>
                    </a:lnTo>
                    <a:lnTo>
                      <a:pt x="461" y="459"/>
                    </a:lnTo>
                    <a:lnTo>
                      <a:pt x="461" y="1"/>
                    </a:lnTo>
                    <a:close/>
                  </a:path>
                </a:pathLst>
              </a:custGeom>
              <a:solidFill>
                <a:srgbClr val="9E52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Google Shape;3079;p41"/>
              <p:cNvSpPr/>
              <p:nvPr/>
            </p:nvSpPr>
            <p:spPr>
              <a:xfrm>
                <a:off x="3541927" y="3898816"/>
                <a:ext cx="52483" cy="52386"/>
              </a:xfrm>
              <a:custGeom>
                <a:avLst/>
                <a:gdLst/>
                <a:ahLst/>
                <a:cxnLst/>
                <a:rect l="l" t="t" r="r" b="b"/>
                <a:pathLst>
                  <a:path w="542" h="541" extrusionOk="0">
                    <a:moveTo>
                      <a:pt x="460" y="75"/>
                    </a:moveTo>
                    <a:lnTo>
                      <a:pt x="460" y="459"/>
                    </a:lnTo>
                    <a:lnTo>
                      <a:pt x="74" y="459"/>
                    </a:lnTo>
                    <a:lnTo>
                      <a:pt x="74" y="75"/>
                    </a:lnTo>
                    <a:close/>
                    <a:moveTo>
                      <a:pt x="1" y="0"/>
                    </a:moveTo>
                    <a:lnTo>
                      <a:pt x="1" y="541"/>
                    </a:lnTo>
                    <a:lnTo>
                      <a:pt x="541" y="541"/>
                    </a:lnTo>
                    <a:lnTo>
                      <a:pt x="54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Google Shape;3080;p41"/>
              <p:cNvSpPr/>
              <p:nvPr/>
            </p:nvSpPr>
            <p:spPr>
              <a:xfrm>
                <a:off x="3545413" y="4012111"/>
                <a:ext cx="44640" cy="45414"/>
              </a:xfrm>
              <a:custGeom>
                <a:avLst/>
                <a:gdLst/>
                <a:ahLst/>
                <a:cxnLst/>
                <a:rect l="l" t="t" r="r" b="b"/>
                <a:pathLst>
                  <a:path w="461" h="469" extrusionOk="0">
                    <a:moveTo>
                      <a:pt x="0" y="0"/>
                    </a:moveTo>
                    <a:lnTo>
                      <a:pt x="0" y="468"/>
                    </a:lnTo>
                    <a:lnTo>
                      <a:pt x="461" y="468"/>
                    </a:lnTo>
                    <a:lnTo>
                      <a:pt x="461" y="0"/>
                    </a:lnTo>
                    <a:close/>
                  </a:path>
                </a:pathLst>
              </a:custGeom>
              <a:solidFill>
                <a:srgbClr val="9E52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Google Shape;3081;p41"/>
              <p:cNvSpPr/>
              <p:nvPr/>
            </p:nvSpPr>
            <p:spPr>
              <a:xfrm>
                <a:off x="3541927" y="4008625"/>
                <a:ext cx="52483" cy="52483"/>
              </a:xfrm>
              <a:custGeom>
                <a:avLst/>
                <a:gdLst/>
                <a:ahLst/>
                <a:cxnLst/>
                <a:rect l="l" t="t" r="r" b="b"/>
                <a:pathLst>
                  <a:path w="542" h="542" extrusionOk="0">
                    <a:moveTo>
                      <a:pt x="460" y="74"/>
                    </a:moveTo>
                    <a:lnTo>
                      <a:pt x="460" y="460"/>
                    </a:lnTo>
                    <a:lnTo>
                      <a:pt x="74" y="460"/>
                    </a:lnTo>
                    <a:lnTo>
                      <a:pt x="74" y="74"/>
                    </a:lnTo>
                    <a:close/>
                    <a:moveTo>
                      <a:pt x="1" y="1"/>
                    </a:moveTo>
                    <a:lnTo>
                      <a:pt x="1" y="541"/>
                    </a:lnTo>
                    <a:lnTo>
                      <a:pt x="541" y="541"/>
                    </a:lnTo>
                    <a:lnTo>
                      <a:pt x="54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Google Shape;3082;p41"/>
              <p:cNvSpPr/>
              <p:nvPr/>
            </p:nvSpPr>
            <p:spPr>
              <a:xfrm>
                <a:off x="3545413" y="4122016"/>
                <a:ext cx="44640" cy="45124"/>
              </a:xfrm>
              <a:custGeom>
                <a:avLst/>
                <a:gdLst/>
                <a:ahLst/>
                <a:cxnLst/>
                <a:rect l="l" t="t" r="r" b="b"/>
                <a:pathLst>
                  <a:path w="461" h="466" extrusionOk="0">
                    <a:moveTo>
                      <a:pt x="0" y="0"/>
                    </a:moveTo>
                    <a:lnTo>
                      <a:pt x="0" y="466"/>
                    </a:lnTo>
                    <a:lnTo>
                      <a:pt x="461" y="466"/>
                    </a:lnTo>
                    <a:lnTo>
                      <a:pt x="461" y="0"/>
                    </a:lnTo>
                    <a:close/>
                  </a:path>
                </a:pathLst>
              </a:custGeom>
              <a:solidFill>
                <a:srgbClr val="9E52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Google Shape;3083;p41"/>
              <p:cNvSpPr/>
              <p:nvPr/>
            </p:nvSpPr>
            <p:spPr>
              <a:xfrm>
                <a:off x="3541927" y="4118336"/>
                <a:ext cx="52483" cy="52483"/>
              </a:xfrm>
              <a:custGeom>
                <a:avLst/>
                <a:gdLst/>
                <a:ahLst/>
                <a:cxnLst/>
                <a:rect l="l" t="t" r="r" b="b"/>
                <a:pathLst>
                  <a:path w="542" h="542" extrusionOk="0">
                    <a:moveTo>
                      <a:pt x="460" y="82"/>
                    </a:moveTo>
                    <a:lnTo>
                      <a:pt x="460" y="468"/>
                    </a:lnTo>
                    <a:lnTo>
                      <a:pt x="74" y="468"/>
                    </a:lnTo>
                    <a:lnTo>
                      <a:pt x="74" y="82"/>
                    </a:lnTo>
                    <a:close/>
                    <a:moveTo>
                      <a:pt x="1" y="1"/>
                    </a:moveTo>
                    <a:lnTo>
                      <a:pt x="1" y="541"/>
                    </a:lnTo>
                    <a:lnTo>
                      <a:pt x="541" y="541"/>
                    </a:lnTo>
                    <a:lnTo>
                      <a:pt x="54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Google Shape;3084;p41"/>
              <p:cNvSpPr/>
              <p:nvPr/>
            </p:nvSpPr>
            <p:spPr>
              <a:xfrm>
                <a:off x="3545413" y="3682201"/>
                <a:ext cx="44640" cy="45124"/>
              </a:xfrm>
              <a:custGeom>
                <a:avLst/>
                <a:gdLst/>
                <a:ahLst/>
                <a:cxnLst/>
                <a:rect l="l" t="t" r="r" b="b"/>
                <a:pathLst>
                  <a:path w="461" h="466" extrusionOk="0">
                    <a:moveTo>
                      <a:pt x="0" y="0"/>
                    </a:moveTo>
                    <a:lnTo>
                      <a:pt x="0" y="466"/>
                    </a:lnTo>
                    <a:lnTo>
                      <a:pt x="461" y="466"/>
                    </a:lnTo>
                    <a:lnTo>
                      <a:pt x="461" y="0"/>
                    </a:lnTo>
                    <a:close/>
                  </a:path>
                </a:pathLst>
              </a:custGeom>
              <a:solidFill>
                <a:srgbClr val="9E52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Google Shape;3085;p41"/>
              <p:cNvSpPr/>
              <p:nvPr/>
            </p:nvSpPr>
            <p:spPr>
              <a:xfrm>
                <a:off x="3541927" y="3678521"/>
                <a:ext cx="52483" cy="52483"/>
              </a:xfrm>
              <a:custGeom>
                <a:avLst/>
                <a:gdLst/>
                <a:ahLst/>
                <a:cxnLst/>
                <a:rect l="l" t="t" r="r" b="b"/>
                <a:pathLst>
                  <a:path w="542" h="542" extrusionOk="0">
                    <a:moveTo>
                      <a:pt x="460" y="83"/>
                    </a:moveTo>
                    <a:lnTo>
                      <a:pt x="460" y="467"/>
                    </a:lnTo>
                    <a:lnTo>
                      <a:pt x="74" y="467"/>
                    </a:lnTo>
                    <a:lnTo>
                      <a:pt x="74" y="83"/>
                    </a:lnTo>
                    <a:close/>
                    <a:moveTo>
                      <a:pt x="1" y="1"/>
                    </a:moveTo>
                    <a:lnTo>
                      <a:pt x="1" y="541"/>
                    </a:lnTo>
                    <a:lnTo>
                      <a:pt x="541" y="541"/>
                    </a:lnTo>
                    <a:lnTo>
                      <a:pt x="54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Google Shape;3086;p41"/>
              <p:cNvSpPr/>
              <p:nvPr/>
            </p:nvSpPr>
            <p:spPr>
              <a:xfrm>
                <a:off x="3515298" y="3510613"/>
                <a:ext cx="107678" cy="107775"/>
              </a:xfrm>
              <a:custGeom>
                <a:avLst/>
                <a:gdLst/>
                <a:ahLst/>
                <a:cxnLst/>
                <a:rect l="l" t="t" r="r" b="b"/>
                <a:pathLst>
                  <a:path w="1112" h="1113" extrusionOk="0">
                    <a:moveTo>
                      <a:pt x="53" y="1"/>
                    </a:moveTo>
                    <a:lnTo>
                      <a:pt x="0" y="52"/>
                    </a:lnTo>
                    <a:lnTo>
                      <a:pt x="1053" y="1112"/>
                    </a:lnTo>
                    <a:lnTo>
                      <a:pt x="1112" y="1054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Google Shape;3087;p41"/>
              <p:cNvSpPr/>
              <p:nvPr/>
            </p:nvSpPr>
            <p:spPr>
              <a:xfrm>
                <a:off x="3360268" y="3355680"/>
                <a:ext cx="100706" cy="10119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5" extrusionOk="0">
                    <a:moveTo>
                      <a:pt x="972" y="0"/>
                    </a:moveTo>
                    <a:lnTo>
                      <a:pt x="454" y="511"/>
                    </a:lnTo>
                    <a:lnTo>
                      <a:pt x="461" y="520"/>
                    </a:lnTo>
                    <a:lnTo>
                      <a:pt x="1" y="978"/>
                    </a:lnTo>
                    <a:lnTo>
                      <a:pt x="68" y="1044"/>
                    </a:lnTo>
                    <a:lnTo>
                      <a:pt x="587" y="527"/>
                    </a:lnTo>
                    <a:lnTo>
                      <a:pt x="579" y="527"/>
                    </a:lnTo>
                    <a:lnTo>
                      <a:pt x="1039" y="66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Google Shape;3088;p41"/>
              <p:cNvSpPr/>
              <p:nvPr/>
            </p:nvSpPr>
            <p:spPr>
              <a:xfrm>
                <a:off x="3474434" y="3436729"/>
                <a:ext cx="79693" cy="79015"/>
              </a:xfrm>
              <a:custGeom>
                <a:avLst/>
                <a:gdLst/>
                <a:ahLst/>
                <a:cxnLst/>
                <a:rect l="l" t="t" r="r" b="b"/>
                <a:pathLst>
                  <a:path w="823" h="816" extrusionOk="0">
                    <a:moveTo>
                      <a:pt x="401" y="111"/>
                    </a:moveTo>
                    <a:lnTo>
                      <a:pt x="712" y="415"/>
                    </a:lnTo>
                    <a:lnTo>
                      <a:pt x="422" y="705"/>
                    </a:lnTo>
                    <a:lnTo>
                      <a:pt x="111" y="401"/>
                    </a:lnTo>
                    <a:lnTo>
                      <a:pt x="401" y="111"/>
                    </a:lnTo>
                    <a:close/>
                    <a:moveTo>
                      <a:pt x="401" y="1"/>
                    </a:moveTo>
                    <a:lnTo>
                      <a:pt x="1" y="401"/>
                    </a:lnTo>
                    <a:lnTo>
                      <a:pt x="422" y="815"/>
                    </a:lnTo>
                    <a:lnTo>
                      <a:pt x="822" y="415"/>
                    </a:lnTo>
                    <a:lnTo>
                      <a:pt x="401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Google Shape;3089;p41"/>
              <p:cNvSpPr/>
              <p:nvPr/>
            </p:nvSpPr>
            <p:spPr>
              <a:xfrm>
                <a:off x="3440736" y="3396446"/>
                <a:ext cx="77563" cy="84147"/>
              </a:xfrm>
              <a:custGeom>
                <a:avLst/>
                <a:gdLst/>
                <a:ahLst/>
                <a:cxnLst/>
                <a:rect l="l" t="t" r="r" b="b"/>
                <a:pathLst>
                  <a:path w="801" h="869" extrusionOk="0">
                    <a:moveTo>
                      <a:pt x="452" y="127"/>
                    </a:moveTo>
                    <a:lnTo>
                      <a:pt x="697" y="468"/>
                    </a:lnTo>
                    <a:lnTo>
                      <a:pt x="407" y="757"/>
                    </a:lnTo>
                    <a:lnTo>
                      <a:pt x="112" y="461"/>
                    </a:lnTo>
                    <a:lnTo>
                      <a:pt x="452" y="127"/>
                    </a:lnTo>
                    <a:close/>
                    <a:moveTo>
                      <a:pt x="459" y="1"/>
                    </a:moveTo>
                    <a:lnTo>
                      <a:pt x="0" y="461"/>
                    </a:lnTo>
                    <a:lnTo>
                      <a:pt x="407" y="869"/>
                    </a:lnTo>
                    <a:lnTo>
                      <a:pt x="800" y="476"/>
                    </a:lnTo>
                    <a:lnTo>
                      <a:pt x="459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Google Shape;3090;p41"/>
              <p:cNvSpPr/>
              <p:nvPr/>
            </p:nvSpPr>
            <p:spPr>
              <a:xfrm>
                <a:off x="3405586" y="3355680"/>
                <a:ext cx="83276" cy="89764"/>
              </a:xfrm>
              <a:custGeom>
                <a:avLst/>
                <a:gdLst/>
                <a:ahLst/>
                <a:cxnLst/>
                <a:rect l="l" t="t" r="r" b="b"/>
                <a:pathLst>
                  <a:path w="860" h="927" extrusionOk="0">
                    <a:moveTo>
                      <a:pt x="511" y="127"/>
                    </a:moveTo>
                    <a:lnTo>
                      <a:pt x="756" y="466"/>
                    </a:lnTo>
                    <a:lnTo>
                      <a:pt x="407" y="815"/>
                    </a:lnTo>
                    <a:lnTo>
                      <a:pt x="111" y="527"/>
                    </a:lnTo>
                    <a:lnTo>
                      <a:pt x="511" y="127"/>
                    </a:lnTo>
                    <a:close/>
                    <a:moveTo>
                      <a:pt x="520" y="0"/>
                    </a:moveTo>
                    <a:lnTo>
                      <a:pt x="0" y="527"/>
                    </a:lnTo>
                    <a:lnTo>
                      <a:pt x="407" y="927"/>
                    </a:lnTo>
                    <a:lnTo>
                      <a:pt x="859" y="475"/>
                    </a:lnTo>
                    <a:lnTo>
                      <a:pt x="520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Google Shape;3091;p41"/>
              <p:cNvSpPr/>
              <p:nvPr/>
            </p:nvSpPr>
            <p:spPr>
              <a:xfrm>
                <a:off x="3439284" y="3395769"/>
                <a:ext cx="51128" cy="51128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28" extrusionOk="0">
                    <a:moveTo>
                      <a:pt x="460" y="1"/>
                    </a:moveTo>
                    <a:lnTo>
                      <a:pt x="1" y="461"/>
                    </a:lnTo>
                    <a:lnTo>
                      <a:pt x="67" y="527"/>
                    </a:lnTo>
                    <a:lnTo>
                      <a:pt x="527" y="68"/>
                    </a:lnTo>
                    <a:lnTo>
                      <a:pt x="460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Google Shape;3092;p41"/>
              <p:cNvSpPr/>
              <p:nvPr/>
            </p:nvSpPr>
            <p:spPr>
              <a:xfrm>
                <a:off x="3368886" y="3313945"/>
                <a:ext cx="90538" cy="97123"/>
              </a:xfrm>
              <a:custGeom>
                <a:avLst/>
                <a:gdLst/>
                <a:ahLst/>
                <a:cxnLst/>
                <a:rect l="l" t="t" r="r" b="b"/>
                <a:pathLst>
                  <a:path w="935" h="1003" extrusionOk="0">
                    <a:moveTo>
                      <a:pt x="571" y="127"/>
                    </a:moveTo>
                    <a:lnTo>
                      <a:pt x="831" y="483"/>
                    </a:lnTo>
                    <a:lnTo>
                      <a:pt x="424" y="883"/>
                    </a:lnTo>
                    <a:lnTo>
                      <a:pt x="112" y="579"/>
                    </a:lnTo>
                    <a:lnTo>
                      <a:pt x="571" y="127"/>
                    </a:lnTo>
                    <a:close/>
                    <a:moveTo>
                      <a:pt x="578" y="1"/>
                    </a:moveTo>
                    <a:lnTo>
                      <a:pt x="0" y="579"/>
                    </a:lnTo>
                    <a:lnTo>
                      <a:pt x="424" y="1002"/>
                    </a:lnTo>
                    <a:lnTo>
                      <a:pt x="934" y="490"/>
                    </a:lnTo>
                    <a:lnTo>
                      <a:pt x="578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Google Shape;3093;p41"/>
              <p:cNvSpPr/>
              <p:nvPr/>
            </p:nvSpPr>
            <p:spPr>
              <a:xfrm>
                <a:off x="3335285" y="3274534"/>
                <a:ext cx="93928" cy="101384"/>
              </a:xfrm>
              <a:custGeom>
                <a:avLst/>
                <a:gdLst/>
                <a:ahLst/>
                <a:cxnLst/>
                <a:rect l="l" t="t" r="r" b="b"/>
                <a:pathLst>
                  <a:path w="970" h="1047" extrusionOk="0">
                    <a:moveTo>
                      <a:pt x="623" y="127"/>
                    </a:moveTo>
                    <a:lnTo>
                      <a:pt x="867" y="468"/>
                    </a:lnTo>
                    <a:lnTo>
                      <a:pt x="408" y="927"/>
                    </a:lnTo>
                    <a:lnTo>
                      <a:pt x="111" y="637"/>
                    </a:lnTo>
                    <a:lnTo>
                      <a:pt x="623" y="127"/>
                    </a:lnTo>
                    <a:close/>
                    <a:moveTo>
                      <a:pt x="630" y="1"/>
                    </a:moveTo>
                    <a:lnTo>
                      <a:pt x="1" y="637"/>
                    </a:lnTo>
                    <a:lnTo>
                      <a:pt x="408" y="1046"/>
                    </a:lnTo>
                    <a:lnTo>
                      <a:pt x="970" y="475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Google Shape;3094;p41"/>
              <p:cNvSpPr/>
              <p:nvPr/>
            </p:nvSpPr>
            <p:spPr>
              <a:xfrm>
                <a:off x="3300038" y="3233767"/>
                <a:ext cx="99931" cy="106806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1103" extrusionOk="0">
                    <a:moveTo>
                      <a:pt x="683" y="125"/>
                    </a:moveTo>
                    <a:lnTo>
                      <a:pt x="927" y="466"/>
                    </a:lnTo>
                    <a:lnTo>
                      <a:pt x="409" y="985"/>
                    </a:lnTo>
                    <a:lnTo>
                      <a:pt x="112" y="696"/>
                    </a:lnTo>
                    <a:lnTo>
                      <a:pt x="683" y="125"/>
                    </a:lnTo>
                    <a:close/>
                    <a:moveTo>
                      <a:pt x="690" y="0"/>
                    </a:moveTo>
                    <a:lnTo>
                      <a:pt x="0" y="696"/>
                    </a:lnTo>
                    <a:lnTo>
                      <a:pt x="409" y="1103"/>
                    </a:lnTo>
                    <a:lnTo>
                      <a:pt x="1032" y="473"/>
                    </a:lnTo>
                    <a:lnTo>
                      <a:pt x="690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Google Shape;3095;p41"/>
              <p:cNvSpPr/>
              <p:nvPr/>
            </p:nvSpPr>
            <p:spPr>
              <a:xfrm>
                <a:off x="3333736" y="3273856"/>
                <a:ext cx="67589" cy="6758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698" extrusionOk="0">
                    <a:moveTo>
                      <a:pt x="630" y="1"/>
                    </a:moveTo>
                    <a:lnTo>
                      <a:pt x="1" y="630"/>
                    </a:lnTo>
                    <a:lnTo>
                      <a:pt x="75" y="698"/>
                    </a:lnTo>
                    <a:lnTo>
                      <a:pt x="698" y="66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Google Shape;3096;p41"/>
              <p:cNvSpPr/>
              <p:nvPr/>
            </p:nvSpPr>
            <p:spPr>
              <a:xfrm>
                <a:off x="3442092" y="3470524"/>
                <a:ext cx="79112" cy="79693"/>
              </a:xfrm>
              <a:custGeom>
                <a:avLst/>
                <a:gdLst/>
                <a:ahLst/>
                <a:cxnLst/>
                <a:rect l="l" t="t" r="r" b="b"/>
                <a:pathLst>
                  <a:path w="817" h="823" extrusionOk="0">
                    <a:moveTo>
                      <a:pt x="400" y="111"/>
                    </a:moveTo>
                    <a:lnTo>
                      <a:pt x="704" y="422"/>
                    </a:lnTo>
                    <a:lnTo>
                      <a:pt x="416" y="703"/>
                    </a:lnTo>
                    <a:lnTo>
                      <a:pt x="112" y="401"/>
                    </a:lnTo>
                    <a:lnTo>
                      <a:pt x="400" y="111"/>
                    </a:lnTo>
                    <a:close/>
                    <a:moveTo>
                      <a:pt x="400" y="0"/>
                    </a:moveTo>
                    <a:lnTo>
                      <a:pt x="0" y="401"/>
                    </a:lnTo>
                    <a:lnTo>
                      <a:pt x="416" y="822"/>
                    </a:lnTo>
                    <a:lnTo>
                      <a:pt x="817" y="422"/>
                    </a:lnTo>
                    <a:lnTo>
                      <a:pt x="400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3097;p41"/>
              <p:cNvSpPr/>
              <p:nvPr/>
            </p:nvSpPr>
            <p:spPr>
              <a:xfrm>
                <a:off x="3401906" y="3436729"/>
                <a:ext cx="84147" cy="77660"/>
              </a:xfrm>
              <a:custGeom>
                <a:avLst/>
                <a:gdLst/>
                <a:ahLst/>
                <a:cxnLst/>
                <a:rect l="l" t="t" r="r" b="b"/>
                <a:pathLst>
                  <a:path w="869" h="802" extrusionOk="0">
                    <a:moveTo>
                      <a:pt x="460" y="111"/>
                    </a:moveTo>
                    <a:lnTo>
                      <a:pt x="757" y="408"/>
                    </a:lnTo>
                    <a:lnTo>
                      <a:pt x="469" y="696"/>
                    </a:lnTo>
                    <a:lnTo>
                      <a:pt x="120" y="453"/>
                    </a:lnTo>
                    <a:lnTo>
                      <a:pt x="460" y="111"/>
                    </a:lnTo>
                    <a:close/>
                    <a:moveTo>
                      <a:pt x="460" y="1"/>
                    </a:moveTo>
                    <a:lnTo>
                      <a:pt x="1" y="460"/>
                    </a:lnTo>
                    <a:lnTo>
                      <a:pt x="476" y="801"/>
                    </a:lnTo>
                    <a:lnTo>
                      <a:pt x="869" y="408"/>
                    </a:lnTo>
                    <a:lnTo>
                      <a:pt x="460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098;p41"/>
              <p:cNvSpPr/>
              <p:nvPr/>
            </p:nvSpPr>
            <p:spPr>
              <a:xfrm>
                <a:off x="3361139" y="3401675"/>
                <a:ext cx="89667" cy="83276"/>
              </a:xfrm>
              <a:custGeom>
                <a:avLst/>
                <a:gdLst/>
                <a:ahLst/>
                <a:cxnLst/>
                <a:rect l="l" t="t" r="r" b="b"/>
                <a:pathLst>
                  <a:path w="926" h="860" extrusionOk="0">
                    <a:moveTo>
                      <a:pt x="518" y="110"/>
                    </a:moveTo>
                    <a:lnTo>
                      <a:pt x="815" y="407"/>
                    </a:lnTo>
                    <a:lnTo>
                      <a:pt x="466" y="756"/>
                    </a:lnTo>
                    <a:lnTo>
                      <a:pt x="125" y="503"/>
                    </a:lnTo>
                    <a:lnTo>
                      <a:pt x="518" y="110"/>
                    </a:lnTo>
                    <a:close/>
                    <a:moveTo>
                      <a:pt x="518" y="0"/>
                    </a:moveTo>
                    <a:lnTo>
                      <a:pt x="0" y="518"/>
                    </a:lnTo>
                    <a:lnTo>
                      <a:pt x="473" y="859"/>
                    </a:lnTo>
                    <a:lnTo>
                      <a:pt x="925" y="407"/>
                    </a:lnTo>
                    <a:lnTo>
                      <a:pt x="518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Google Shape;3099;p41"/>
              <p:cNvSpPr/>
              <p:nvPr/>
            </p:nvSpPr>
            <p:spPr>
              <a:xfrm>
                <a:off x="3401228" y="3435180"/>
                <a:ext cx="51128" cy="51128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28" extrusionOk="0">
                    <a:moveTo>
                      <a:pt x="460" y="1"/>
                    </a:moveTo>
                    <a:lnTo>
                      <a:pt x="1" y="461"/>
                    </a:lnTo>
                    <a:lnTo>
                      <a:pt x="67" y="527"/>
                    </a:lnTo>
                    <a:lnTo>
                      <a:pt x="527" y="68"/>
                    </a:lnTo>
                    <a:lnTo>
                      <a:pt x="460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Google Shape;3100;p41"/>
              <p:cNvSpPr/>
              <p:nvPr/>
            </p:nvSpPr>
            <p:spPr>
              <a:xfrm>
                <a:off x="3319501" y="3364976"/>
                <a:ext cx="96155" cy="90442"/>
              </a:xfrm>
              <a:custGeom>
                <a:avLst/>
                <a:gdLst/>
                <a:ahLst/>
                <a:cxnLst/>
                <a:rect l="l" t="t" r="r" b="b"/>
                <a:pathLst>
                  <a:path w="993" h="934" extrusionOk="0">
                    <a:moveTo>
                      <a:pt x="578" y="112"/>
                    </a:moveTo>
                    <a:lnTo>
                      <a:pt x="882" y="424"/>
                    </a:lnTo>
                    <a:lnTo>
                      <a:pt x="475" y="831"/>
                    </a:lnTo>
                    <a:lnTo>
                      <a:pt x="119" y="571"/>
                    </a:lnTo>
                    <a:lnTo>
                      <a:pt x="578" y="112"/>
                    </a:lnTo>
                    <a:close/>
                    <a:moveTo>
                      <a:pt x="578" y="0"/>
                    </a:moveTo>
                    <a:lnTo>
                      <a:pt x="0" y="578"/>
                    </a:lnTo>
                    <a:lnTo>
                      <a:pt x="482" y="934"/>
                    </a:lnTo>
                    <a:lnTo>
                      <a:pt x="992" y="424"/>
                    </a:lnTo>
                    <a:lnTo>
                      <a:pt x="578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Google Shape;3101;p41"/>
              <p:cNvSpPr/>
              <p:nvPr/>
            </p:nvSpPr>
            <p:spPr>
              <a:xfrm>
                <a:off x="3279993" y="3331181"/>
                <a:ext cx="100512" cy="94121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972" extrusionOk="0">
                    <a:moveTo>
                      <a:pt x="630" y="113"/>
                    </a:moveTo>
                    <a:lnTo>
                      <a:pt x="927" y="408"/>
                    </a:lnTo>
                    <a:lnTo>
                      <a:pt x="467" y="869"/>
                    </a:lnTo>
                    <a:lnTo>
                      <a:pt x="118" y="623"/>
                    </a:lnTo>
                    <a:lnTo>
                      <a:pt x="630" y="113"/>
                    </a:lnTo>
                    <a:close/>
                    <a:moveTo>
                      <a:pt x="630" y="1"/>
                    </a:moveTo>
                    <a:lnTo>
                      <a:pt x="1" y="630"/>
                    </a:lnTo>
                    <a:lnTo>
                      <a:pt x="474" y="972"/>
                    </a:lnTo>
                    <a:lnTo>
                      <a:pt x="1038" y="40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Google Shape;3102;p41"/>
              <p:cNvSpPr/>
              <p:nvPr/>
            </p:nvSpPr>
            <p:spPr>
              <a:xfrm>
                <a:off x="3239033" y="3296031"/>
                <a:ext cx="106322" cy="99834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031" extrusionOk="0">
                    <a:moveTo>
                      <a:pt x="691" y="113"/>
                    </a:moveTo>
                    <a:lnTo>
                      <a:pt x="986" y="408"/>
                    </a:lnTo>
                    <a:lnTo>
                      <a:pt x="468" y="928"/>
                    </a:lnTo>
                    <a:lnTo>
                      <a:pt x="127" y="682"/>
                    </a:lnTo>
                    <a:lnTo>
                      <a:pt x="691" y="113"/>
                    </a:lnTo>
                    <a:close/>
                    <a:moveTo>
                      <a:pt x="691" y="1"/>
                    </a:moveTo>
                    <a:lnTo>
                      <a:pt x="1" y="691"/>
                    </a:lnTo>
                    <a:lnTo>
                      <a:pt x="475" y="1031"/>
                    </a:lnTo>
                    <a:lnTo>
                      <a:pt x="1098" y="408"/>
                    </a:lnTo>
                    <a:lnTo>
                      <a:pt x="691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Google Shape;3103;p41"/>
              <p:cNvSpPr/>
              <p:nvPr/>
            </p:nvSpPr>
            <p:spPr>
              <a:xfrm>
                <a:off x="3279315" y="3329825"/>
                <a:ext cx="67492" cy="67589"/>
              </a:xfrm>
              <a:custGeom>
                <a:avLst/>
                <a:gdLst/>
                <a:ahLst/>
                <a:cxnLst/>
                <a:rect l="l" t="t" r="r" b="b"/>
                <a:pathLst>
                  <a:path w="697" h="698" extrusionOk="0">
                    <a:moveTo>
                      <a:pt x="630" y="1"/>
                    </a:moveTo>
                    <a:lnTo>
                      <a:pt x="1" y="630"/>
                    </a:lnTo>
                    <a:lnTo>
                      <a:pt x="67" y="698"/>
                    </a:lnTo>
                    <a:lnTo>
                      <a:pt x="696" y="66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Google Shape;3104;p41"/>
              <p:cNvSpPr/>
              <p:nvPr/>
            </p:nvSpPr>
            <p:spPr>
              <a:xfrm>
                <a:off x="3675363" y="3669903"/>
                <a:ext cx="99834" cy="101190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1045" extrusionOk="0">
                    <a:moveTo>
                      <a:pt x="963" y="1"/>
                    </a:moveTo>
                    <a:lnTo>
                      <a:pt x="453" y="511"/>
                    </a:lnTo>
                    <a:lnTo>
                      <a:pt x="453" y="520"/>
                    </a:lnTo>
                    <a:lnTo>
                      <a:pt x="1" y="979"/>
                    </a:lnTo>
                    <a:lnTo>
                      <a:pt x="67" y="1045"/>
                    </a:lnTo>
                    <a:lnTo>
                      <a:pt x="579" y="534"/>
                    </a:lnTo>
                    <a:lnTo>
                      <a:pt x="570" y="527"/>
                    </a:lnTo>
                    <a:lnTo>
                      <a:pt x="1031" y="67"/>
                    </a:lnTo>
                    <a:lnTo>
                      <a:pt x="963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Google Shape;3105;p41"/>
              <p:cNvSpPr/>
              <p:nvPr/>
            </p:nvSpPr>
            <p:spPr>
              <a:xfrm>
                <a:off x="3582113" y="3610350"/>
                <a:ext cx="78918" cy="79790"/>
              </a:xfrm>
              <a:custGeom>
                <a:avLst/>
                <a:gdLst/>
                <a:ahLst/>
                <a:cxnLst/>
                <a:rect l="l" t="t" r="r" b="b"/>
                <a:pathLst>
                  <a:path w="815" h="824" extrusionOk="0">
                    <a:moveTo>
                      <a:pt x="400" y="113"/>
                    </a:moveTo>
                    <a:lnTo>
                      <a:pt x="704" y="424"/>
                    </a:lnTo>
                    <a:lnTo>
                      <a:pt x="414" y="705"/>
                    </a:lnTo>
                    <a:lnTo>
                      <a:pt x="110" y="401"/>
                    </a:lnTo>
                    <a:lnTo>
                      <a:pt x="400" y="113"/>
                    </a:lnTo>
                    <a:close/>
                    <a:moveTo>
                      <a:pt x="400" y="0"/>
                    </a:moveTo>
                    <a:lnTo>
                      <a:pt x="0" y="401"/>
                    </a:lnTo>
                    <a:lnTo>
                      <a:pt x="414" y="824"/>
                    </a:lnTo>
                    <a:lnTo>
                      <a:pt x="815" y="424"/>
                    </a:lnTo>
                    <a:lnTo>
                      <a:pt x="400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Google Shape;3106;p41"/>
              <p:cNvSpPr/>
              <p:nvPr/>
            </p:nvSpPr>
            <p:spPr>
              <a:xfrm>
                <a:off x="3617166" y="3645501"/>
                <a:ext cx="77660" cy="84147"/>
              </a:xfrm>
              <a:custGeom>
                <a:avLst/>
                <a:gdLst/>
                <a:ahLst/>
                <a:cxnLst/>
                <a:rect l="l" t="t" r="r" b="b"/>
                <a:pathLst>
                  <a:path w="802" h="869" extrusionOk="0">
                    <a:moveTo>
                      <a:pt x="401" y="112"/>
                    </a:moveTo>
                    <a:lnTo>
                      <a:pt x="691" y="408"/>
                    </a:lnTo>
                    <a:lnTo>
                      <a:pt x="349" y="749"/>
                    </a:lnTo>
                    <a:lnTo>
                      <a:pt x="104" y="408"/>
                    </a:lnTo>
                    <a:lnTo>
                      <a:pt x="401" y="112"/>
                    </a:lnTo>
                    <a:close/>
                    <a:moveTo>
                      <a:pt x="401" y="0"/>
                    </a:moveTo>
                    <a:lnTo>
                      <a:pt x="1" y="393"/>
                    </a:lnTo>
                    <a:lnTo>
                      <a:pt x="342" y="868"/>
                    </a:lnTo>
                    <a:lnTo>
                      <a:pt x="801" y="408"/>
                    </a:lnTo>
                    <a:lnTo>
                      <a:pt x="401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Google Shape;3107;p41"/>
              <p:cNvSpPr/>
              <p:nvPr/>
            </p:nvSpPr>
            <p:spPr>
              <a:xfrm>
                <a:off x="3646603" y="3680651"/>
                <a:ext cx="83276" cy="89764"/>
              </a:xfrm>
              <a:custGeom>
                <a:avLst/>
                <a:gdLst/>
                <a:ahLst/>
                <a:cxnLst/>
                <a:rect l="l" t="t" r="r" b="b"/>
                <a:pathLst>
                  <a:path w="860" h="927" extrusionOk="0">
                    <a:moveTo>
                      <a:pt x="460" y="112"/>
                    </a:moveTo>
                    <a:lnTo>
                      <a:pt x="750" y="409"/>
                    </a:lnTo>
                    <a:lnTo>
                      <a:pt x="357" y="809"/>
                    </a:lnTo>
                    <a:lnTo>
                      <a:pt x="104" y="461"/>
                    </a:lnTo>
                    <a:lnTo>
                      <a:pt x="460" y="112"/>
                    </a:lnTo>
                    <a:close/>
                    <a:moveTo>
                      <a:pt x="460" y="0"/>
                    </a:moveTo>
                    <a:lnTo>
                      <a:pt x="1" y="454"/>
                    </a:lnTo>
                    <a:lnTo>
                      <a:pt x="342" y="927"/>
                    </a:lnTo>
                    <a:lnTo>
                      <a:pt x="860" y="409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Google Shape;3108;p41"/>
              <p:cNvSpPr/>
              <p:nvPr/>
            </p:nvSpPr>
            <p:spPr>
              <a:xfrm>
                <a:off x="3645248" y="3679199"/>
                <a:ext cx="50934" cy="51128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28" extrusionOk="0">
                    <a:moveTo>
                      <a:pt x="460" y="1"/>
                    </a:moveTo>
                    <a:lnTo>
                      <a:pt x="1" y="460"/>
                    </a:lnTo>
                    <a:lnTo>
                      <a:pt x="67" y="527"/>
                    </a:lnTo>
                    <a:lnTo>
                      <a:pt x="525" y="76"/>
                    </a:lnTo>
                    <a:lnTo>
                      <a:pt x="460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Google Shape;3109;p41"/>
              <p:cNvSpPr/>
              <p:nvPr/>
            </p:nvSpPr>
            <p:spPr>
              <a:xfrm>
                <a:off x="3676815" y="3715898"/>
                <a:ext cx="89764" cy="96155"/>
              </a:xfrm>
              <a:custGeom>
                <a:avLst/>
                <a:gdLst/>
                <a:ahLst/>
                <a:cxnLst/>
                <a:rect l="l" t="t" r="r" b="b"/>
                <a:pathLst>
                  <a:path w="927" h="993" extrusionOk="0">
                    <a:moveTo>
                      <a:pt x="503" y="111"/>
                    </a:moveTo>
                    <a:lnTo>
                      <a:pt x="815" y="422"/>
                    </a:lnTo>
                    <a:lnTo>
                      <a:pt x="363" y="874"/>
                    </a:lnTo>
                    <a:lnTo>
                      <a:pt x="103" y="518"/>
                    </a:lnTo>
                    <a:lnTo>
                      <a:pt x="503" y="111"/>
                    </a:lnTo>
                    <a:close/>
                    <a:moveTo>
                      <a:pt x="503" y="1"/>
                    </a:moveTo>
                    <a:lnTo>
                      <a:pt x="0" y="511"/>
                    </a:lnTo>
                    <a:lnTo>
                      <a:pt x="349" y="993"/>
                    </a:lnTo>
                    <a:lnTo>
                      <a:pt x="927" y="422"/>
                    </a:lnTo>
                    <a:lnTo>
                      <a:pt x="503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Google Shape;3110;p41"/>
              <p:cNvSpPr/>
              <p:nvPr/>
            </p:nvSpPr>
            <p:spPr>
              <a:xfrm>
                <a:off x="3706253" y="3751049"/>
                <a:ext cx="94121" cy="100512"/>
              </a:xfrm>
              <a:custGeom>
                <a:avLst/>
                <a:gdLst/>
                <a:ahLst/>
                <a:cxnLst/>
                <a:rect l="l" t="t" r="r" b="b"/>
                <a:pathLst>
                  <a:path w="972" h="1038" extrusionOk="0">
                    <a:moveTo>
                      <a:pt x="562" y="111"/>
                    </a:moveTo>
                    <a:lnTo>
                      <a:pt x="859" y="408"/>
                    </a:lnTo>
                    <a:lnTo>
                      <a:pt x="349" y="918"/>
                    </a:lnTo>
                    <a:lnTo>
                      <a:pt x="103" y="578"/>
                    </a:lnTo>
                    <a:lnTo>
                      <a:pt x="562" y="111"/>
                    </a:lnTo>
                    <a:close/>
                    <a:moveTo>
                      <a:pt x="562" y="0"/>
                    </a:moveTo>
                    <a:lnTo>
                      <a:pt x="0" y="562"/>
                    </a:lnTo>
                    <a:lnTo>
                      <a:pt x="340" y="1037"/>
                    </a:lnTo>
                    <a:lnTo>
                      <a:pt x="971" y="408"/>
                    </a:lnTo>
                    <a:lnTo>
                      <a:pt x="562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Google Shape;3111;p41"/>
              <p:cNvSpPr/>
              <p:nvPr/>
            </p:nvSpPr>
            <p:spPr>
              <a:xfrm>
                <a:off x="3735690" y="3786199"/>
                <a:ext cx="99834" cy="106322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1098" extrusionOk="0">
                    <a:moveTo>
                      <a:pt x="623" y="110"/>
                    </a:moveTo>
                    <a:lnTo>
                      <a:pt x="918" y="407"/>
                    </a:lnTo>
                    <a:lnTo>
                      <a:pt x="356" y="978"/>
                    </a:lnTo>
                    <a:lnTo>
                      <a:pt x="104" y="630"/>
                    </a:lnTo>
                    <a:lnTo>
                      <a:pt x="623" y="110"/>
                    </a:lnTo>
                    <a:close/>
                    <a:moveTo>
                      <a:pt x="623" y="0"/>
                    </a:moveTo>
                    <a:lnTo>
                      <a:pt x="0" y="623"/>
                    </a:lnTo>
                    <a:lnTo>
                      <a:pt x="340" y="1097"/>
                    </a:lnTo>
                    <a:lnTo>
                      <a:pt x="1030" y="407"/>
                    </a:lnTo>
                    <a:lnTo>
                      <a:pt x="623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Google Shape;3112;p41"/>
              <p:cNvSpPr/>
              <p:nvPr/>
            </p:nvSpPr>
            <p:spPr>
              <a:xfrm>
                <a:off x="3734140" y="3784747"/>
                <a:ext cx="67589" cy="67492"/>
              </a:xfrm>
              <a:custGeom>
                <a:avLst/>
                <a:gdLst/>
                <a:ahLst/>
                <a:cxnLst/>
                <a:rect l="l" t="t" r="r" b="b"/>
                <a:pathLst>
                  <a:path w="698" h="697" extrusionOk="0">
                    <a:moveTo>
                      <a:pt x="630" y="1"/>
                    </a:moveTo>
                    <a:lnTo>
                      <a:pt x="0" y="631"/>
                    </a:lnTo>
                    <a:lnTo>
                      <a:pt x="68" y="696"/>
                    </a:lnTo>
                    <a:lnTo>
                      <a:pt x="697" y="74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Google Shape;3113;p41"/>
              <p:cNvSpPr/>
              <p:nvPr/>
            </p:nvSpPr>
            <p:spPr>
              <a:xfrm>
                <a:off x="3614261" y="3576556"/>
                <a:ext cx="79887" cy="79209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18" extrusionOk="0">
                    <a:moveTo>
                      <a:pt x="401" y="113"/>
                    </a:moveTo>
                    <a:lnTo>
                      <a:pt x="712" y="417"/>
                    </a:lnTo>
                    <a:lnTo>
                      <a:pt x="424" y="705"/>
                    </a:lnTo>
                    <a:lnTo>
                      <a:pt x="113" y="401"/>
                    </a:lnTo>
                    <a:lnTo>
                      <a:pt x="401" y="113"/>
                    </a:lnTo>
                    <a:close/>
                    <a:moveTo>
                      <a:pt x="401" y="1"/>
                    </a:moveTo>
                    <a:lnTo>
                      <a:pt x="1" y="401"/>
                    </a:lnTo>
                    <a:lnTo>
                      <a:pt x="424" y="817"/>
                    </a:lnTo>
                    <a:lnTo>
                      <a:pt x="824" y="417"/>
                    </a:lnTo>
                    <a:lnTo>
                      <a:pt x="401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Google Shape;3114;p41"/>
              <p:cNvSpPr/>
              <p:nvPr/>
            </p:nvSpPr>
            <p:spPr>
              <a:xfrm>
                <a:off x="3649605" y="3611706"/>
                <a:ext cx="83954" cy="78434"/>
              </a:xfrm>
              <a:custGeom>
                <a:avLst/>
                <a:gdLst/>
                <a:ahLst/>
                <a:cxnLst/>
                <a:rect l="l" t="t" r="r" b="b"/>
                <a:pathLst>
                  <a:path w="867" h="810" extrusionOk="0">
                    <a:moveTo>
                      <a:pt x="407" y="106"/>
                    </a:moveTo>
                    <a:lnTo>
                      <a:pt x="747" y="356"/>
                    </a:lnTo>
                    <a:lnTo>
                      <a:pt x="407" y="698"/>
                    </a:lnTo>
                    <a:lnTo>
                      <a:pt x="110" y="401"/>
                    </a:lnTo>
                    <a:lnTo>
                      <a:pt x="407" y="106"/>
                    </a:lnTo>
                    <a:close/>
                    <a:moveTo>
                      <a:pt x="400" y="1"/>
                    </a:moveTo>
                    <a:lnTo>
                      <a:pt x="0" y="401"/>
                    </a:lnTo>
                    <a:lnTo>
                      <a:pt x="407" y="810"/>
                    </a:lnTo>
                    <a:lnTo>
                      <a:pt x="866" y="342"/>
                    </a:lnTo>
                    <a:lnTo>
                      <a:pt x="400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Google Shape;3115;p41"/>
              <p:cNvSpPr/>
              <p:nvPr/>
            </p:nvSpPr>
            <p:spPr>
              <a:xfrm>
                <a:off x="3684659" y="3641821"/>
                <a:ext cx="89861" cy="83470"/>
              </a:xfrm>
              <a:custGeom>
                <a:avLst/>
                <a:gdLst/>
                <a:ahLst/>
                <a:cxnLst/>
                <a:rect l="l" t="t" r="r" b="b"/>
                <a:pathLst>
                  <a:path w="928" h="862" extrusionOk="0">
                    <a:moveTo>
                      <a:pt x="460" y="106"/>
                    </a:moveTo>
                    <a:lnTo>
                      <a:pt x="808" y="349"/>
                    </a:lnTo>
                    <a:lnTo>
                      <a:pt x="408" y="750"/>
                    </a:lnTo>
                    <a:lnTo>
                      <a:pt x="111" y="454"/>
                    </a:lnTo>
                    <a:lnTo>
                      <a:pt x="460" y="106"/>
                    </a:lnTo>
                    <a:close/>
                    <a:moveTo>
                      <a:pt x="453" y="1"/>
                    </a:moveTo>
                    <a:lnTo>
                      <a:pt x="1" y="454"/>
                    </a:lnTo>
                    <a:lnTo>
                      <a:pt x="408" y="862"/>
                    </a:lnTo>
                    <a:lnTo>
                      <a:pt x="928" y="342"/>
                    </a:lnTo>
                    <a:lnTo>
                      <a:pt x="453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Google Shape;3116;p41"/>
              <p:cNvSpPr/>
              <p:nvPr/>
            </p:nvSpPr>
            <p:spPr>
              <a:xfrm>
                <a:off x="3683981" y="3640466"/>
                <a:ext cx="50256" cy="50353"/>
              </a:xfrm>
              <a:custGeom>
                <a:avLst/>
                <a:gdLst/>
                <a:ahLst/>
                <a:cxnLst/>
                <a:rect l="l" t="t" r="r" b="b"/>
                <a:pathLst>
                  <a:path w="519" h="520" extrusionOk="0">
                    <a:moveTo>
                      <a:pt x="453" y="1"/>
                    </a:moveTo>
                    <a:lnTo>
                      <a:pt x="1" y="452"/>
                    </a:lnTo>
                    <a:lnTo>
                      <a:pt x="67" y="520"/>
                    </a:lnTo>
                    <a:lnTo>
                      <a:pt x="518" y="68"/>
                    </a:lnTo>
                    <a:lnTo>
                      <a:pt x="453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Google Shape;3117;p41"/>
              <p:cNvSpPr/>
              <p:nvPr/>
            </p:nvSpPr>
            <p:spPr>
              <a:xfrm>
                <a:off x="3719809" y="3671355"/>
                <a:ext cx="96252" cy="89764"/>
              </a:xfrm>
              <a:custGeom>
                <a:avLst/>
                <a:gdLst/>
                <a:ahLst/>
                <a:cxnLst/>
                <a:rect l="l" t="t" r="r" b="b"/>
                <a:pathLst>
                  <a:path w="994" h="927" extrusionOk="0">
                    <a:moveTo>
                      <a:pt x="520" y="105"/>
                    </a:moveTo>
                    <a:lnTo>
                      <a:pt x="876" y="363"/>
                    </a:lnTo>
                    <a:lnTo>
                      <a:pt x="422" y="816"/>
                    </a:lnTo>
                    <a:lnTo>
                      <a:pt x="111" y="512"/>
                    </a:lnTo>
                    <a:lnTo>
                      <a:pt x="520" y="105"/>
                    </a:lnTo>
                    <a:close/>
                    <a:moveTo>
                      <a:pt x="511" y="0"/>
                    </a:moveTo>
                    <a:lnTo>
                      <a:pt x="1" y="512"/>
                    </a:lnTo>
                    <a:lnTo>
                      <a:pt x="422" y="927"/>
                    </a:lnTo>
                    <a:lnTo>
                      <a:pt x="993" y="356"/>
                    </a:lnTo>
                    <a:lnTo>
                      <a:pt x="511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Google Shape;3118;p41"/>
              <p:cNvSpPr/>
              <p:nvPr/>
            </p:nvSpPr>
            <p:spPr>
              <a:xfrm>
                <a:off x="3754960" y="3700792"/>
                <a:ext cx="100512" cy="94799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979" extrusionOk="0">
                    <a:moveTo>
                      <a:pt x="579" y="103"/>
                    </a:moveTo>
                    <a:lnTo>
                      <a:pt x="920" y="356"/>
                    </a:lnTo>
                    <a:lnTo>
                      <a:pt x="408" y="868"/>
                    </a:lnTo>
                    <a:lnTo>
                      <a:pt x="113" y="571"/>
                    </a:lnTo>
                    <a:lnTo>
                      <a:pt x="579" y="103"/>
                    </a:lnTo>
                    <a:close/>
                    <a:moveTo>
                      <a:pt x="571" y="0"/>
                    </a:moveTo>
                    <a:lnTo>
                      <a:pt x="1" y="571"/>
                    </a:lnTo>
                    <a:lnTo>
                      <a:pt x="408" y="978"/>
                    </a:lnTo>
                    <a:lnTo>
                      <a:pt x="1037" y="342"/>
                    </a:lnTo>
                    <a:lnTo>
                      <a:pt x="571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Google Shape;3119;p41"/>
              <p:cNvSpPr/>
              <p:nvPr/>
            </p:nvSpPr>
            <p:spPr>
              <a:xfrm>
                <a:off x="3790110" y="3730908"/>
                <a:ext cx="106322" cy="99834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031" extrusionOk="0">
                    <a:moveTo>
                      <a:pt x="630" y="96"/>
                    </a:moveTo>
                    <a:lnTo>
                      <a:pt x="978" y="349"/>
                    </a:lnTo>
                    <a:lnTo>
                      <a:pt x="408" y="920"/>
                    </a:lnTo>
                    <a:lnTo>
                      <a:pt x="112" y="623"/>
                    </a:lnTo>
                    <a:lnTo>
                      <a:pt x="630" y="96"/>
                    </a:lnTo>
                    <a:close/>
                    <a:moveTo>
                      <a:pt x="623" y="0"/>
                    </a:moveTo>
                    <a:lnTo>
                      <a:pt x="0" y="623"/>
                    </a:lnTo>
                    <a:lnTo>
                      <a:pt x="408" y="1030"/>
                    </a:lnTo>
                    <a:lnTo>
                      <a:pt x="1098" y="335"/>
                    </a:lnTo>
                    <a:lnTo>
                      <a:pt x="623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Google Shape;3120;p41"/>
              <p:cNvSpPr/>
              <p:nvPr/>
            </p:nvSpPr>
            <p:spPr>
              <a:xfrm>
                <a:off x="3788754" y="3728874"/>
                <a:ext cx="67589" cy="67395"/>
              </a:xfrm>
              <a:custGeom>
                <a:avLst/>
                <a:gdLst/>
                <a:ahLst/>
                <a:cxnLst/>
                <a:rect l="l" t="t" r="r" b="b"/>
                <a:pathLst>
                  <a:path w="698" h="696" extrusionOk="0">
                    <a:moveTo>
                      <a:pt x="630" y="0"/>
                    </a:moveTo>
                    <a:lnTo>
                      <a:pt x="0" y="630"/>
                    </a:lnTo>
                    <a:lnTo>
                      <a:pt x="75" y="695"/>
                    </a:lnTo>
                    <a:lnTo>
                      <a:pt x="697" y="66"/>
                    </a:lnTo>
                    <a:lnTo>
                      <a:pt x="630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Google Shape;3121;p41"/>
              <p:cNvSpPr/>
              <p:nvPr/>
            </p:nvSpPr>
            <p:spPr>
              <a:xfrm>
                <a:off x="3513845" y="3509257"/>
                <a:ext cx="107775" cy="107775"/>
              </a:xfrm>
              <a:custGeom>
                <a:avLst/>
                <a:gdLst/>
                <a:ahLst/>
                <a:cxnLst/>
                <a:rect l="l" t="t" r="r" b="b"/>
                <a:pathLst>
                  <a:path w="1113" h="1113" extrusionOk="0">
                    <a:moveTo>
                      <a:pt x="1054" y="1"/>
                    </a:moveTo>
                    <a:lnTo>
                      <a:pt x="1" y="1059"/>
                    </a:lnTo>
                    <a:lnTo>
                      <a:pt x="60" y="1112"/>
                    </a:lnTo>
                    <a:lnTo>
                      <a:pt x="1112" y="59"/>
                    </a:lnTo>
                    <a:lnTo>
                      <a:pt x="1054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Google Shape;3122;p41"/>
              <p:cNvSpPr/>
              <p:nvPr/>
            </p:nvSpPr>
            <p:spPr>
              <a:xfrm>
                <a:off x="3674588" y="3355680"/>
                <a:ext cx="101287" cy="100512"/>
              </a:xfrm>
              <a:custGeom>
                <a:avLst/>
                <a:gdLst/>
                <a:ahLst/>
                <a:cxnLst/>
                <a:rect l="l" t="t" r="r" b="b"/>
                <a:pathLst>
                  <a:path w="1046" h="1038" extrusionOk="0">
                    <a:moveTo>
                      <a:pt x="68" y="0"/>
                    </a:moveTo>
                    <a:lnTo>
                      <a:pt x="0" y="66"/>
                    </a:lnTo>
                    <a:lnTo>
                      <a:pt x="512" y="585"/>
                    </a:lnTo>
                    <a:lnTo>
                      <a:pt x="519" y="578"/>
                    </a:lnTo>
                    <a:lnTo>
                      <a:pt x="978" y="1037"/>
                    </a:lnTo>
                    <a:lnTo>
                      <a:pt x="1046" y="971"/>
                    </a:lnTo>
                    <a:lnTo>
                      <a:pt x="526" y="452"/>
                    </a:lnTo>
                    <a:lnTo>
                      <a:pt x="526" y="459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Google Shape;3123;p41"/>
              <p:cNvSpPr/>
              <p:nvPr/>
            </p:nvSpPr>
            <p:spPr>
              <a:xfrm>
                <a:off x="3615133" y="3469652"/>
                <a:ext cx="79693" cy="7979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824" extrusionOk="0">
                    <a:moveTo>
                      <a:pt x="422" y="113"/>
                    </a:moveTo>
                    <a:lnTo>
                      <a:pt x="703" y="401"/>
                    </a:lnTo>
                    <a:lnTo>
                      <a:pt x="401" y="712"/>
                    </a:lnTo>
                    <a:lnTo>
                      <a:pt x="111" y="424"/>
                    </a:lnTo>
                    <a:lnTo>
                      <a:pt x="422" y="113"/>
                    </a:lnTo>
                    <a:close/>
                    <a:moveTo>
                      <a:pt x="422" y="1"/>
                    </a:moveTo>
                    <a:lnTo>
                      <a:pt x="1" y="424"/>
                    </a:lnTo>
                    <a:lnTo>
                      <a:pt x="401" y="824"/>
                    </a:lnTo>
                    <a:lnTo>
                      <a:pt x="822" y="401"/>
                    </a:lnTo>
                    <a:lnTo>
                      <a:pt x="422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Google Shape;3124;p41"/>
              <p:cNvSpPr/>
              <p:nvPr/>
            </p:nvSpPr>
            <p:spPr>
              <a:xfrm>
                <a:off x="3650283" y="3436051"/>
                <a:ext cx="83954" cy="77660"/>
              </a:xfrm>
              <a:custGeom>
                <a:avLst/>
                <a:gdLst/>
                <a:ahLst/>
                <a:cxnLst/>
                <a:rect l="l" t="t" r="r" b="b"/>
                <a:pathLst>
                  <a:path w="867" h="802" extrusionOk="0">
                    <a:moveTo>
                      <a:pt x="408" y="111"/>
                    </a:moveTo>
                    <a:lnTo>
                      <a:pt x="749" y="452"/>
                    </a:lnTo>
                    <a:lnTo>
                      <a:pt x="408" y="696"/>
                    </a:lnTo>
                    <a:lnTo>
                      <a:pt x="111" y="408"/>
                    </a:lnTo>
                    <a:lnTo>
                      <a:pt x="408" y="111"/>
                    </a:lnTo>
                    <a:close/>
                    <a:moveTo>
                      <a:pt x="408" y="1"/>
                    </a:moveTo>
                    <a:lnTo>
                      <a:pt x="0" y="408"/>
                    </a:lnTo>
                    <a:lnTo>
                      <a:pt x="393" y="801"/>
                    </a:lnTo>
                    <a:lnTo>
                      <a:pt x="866" y="460"/>
                    </a:lnTo>
                    <a:lnTo>
                      <a:pt x="408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Google Shape;3125;p41"/>
              <p:cNvSpPr/>
              <p:nvPr/>
            </p:nvSpPr>
            <p:spPr>
              <a:xfrm>
                <a:off x="3685433" y="3400804"/>
                <a:ext cx="89764" cy="83373"/>
              </a:xfrm>
              <a:custGeom>
                <a:avLst/>
                <a:gdLst/>
                <a:ahLst/>
                <a:cxnLst/>
                <a:rect l="l" t="t" r="r" b="b"/>
                <a:pathLst>
                  <a:path w="927" h="861" extrusionOk="0">
                    <a:moveTo>
                      <a:pt x="407" y="112"/>
                    </a:moveTo>
                    <a:lnTo>
                      <a:pt x="807" y="512"/>
                    </a:lnTo>
                    <a:lnTo>
                      <a:pt x="459" y="756"/>
                    </a:lnTo>
                    <a:lnTo>
                      <a:pt x="110" y="409"/>
                    </a:lnTo>
                    <a:lnTo>
                      <a:pt x="407" y="112"/>
                    </a:lnTo>
                    <a:close/>
                    <a:moveTo>
                      <a:pt x="407" y="0"/>
                    </a:moveTo>
                    <a:lnTo>
                      <a:pt x="0" y="409"/>
                    </a:lnTo>
                    <a:lnTo>
                      <a:pt x="452" y="861"/>
                    </a:lnTo>
                    <a:lnTo>
                      <a:pt x="927" y="520"/>
                    </a:lnTo>
                    <a:lnTo>
                      <a:pt x="407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Google Shape;3126;p41"/>
              <p:cNvSpPr/>
              <p:nvPr/>
            </p:nvSpPr>
            <p:spPr>
              <a:xfrm>
                <a:off x="3683981" y="3434502"/>
                <a:ext cx="50934" cy="51128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28" extrusionOk="0">
                    <a:moveTo>
                      <a:pt x="74" y="1"/>
                    </a:moveTo>
                    <a:lnTo>
                      <a:pt x="1" y="68"/>
                    </a:lnTo>
                    <a:lnTo>
                      <a:pt x="460" y="527"/>
                    </a:lnTo>
                    <a:lnTo>
                      <a:pt x="525" y="461"/>
                    </a:lnTo>
                    <a:lnTo>
                      <a:pt x="74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41"/>
              <p:cNvSpPr/>
              <p:nvPr/>
            </p:nvSpPr>
            <p:spPr>
              <a:xfrm>
                <a:off x="3720487" y="3364298"/>
                <a:ext cx="96252" cy="90442"/>
              </a:xfrm>
              <a:custGeom>
                <a:avLst/>
                <a:gdLst/>
                <a:ahLst/>
                <a:cxnLst/>
                <a:rect l="l" t="t" r="r" b="b"/>
                <a:pathLst>
                  <a:path w="994" h="934" extrusionOk="0">
                    <a:moveTo>
                      <a:pt x="415" y="119"/>
                    </a:moveTo>
                    <a:lnTo>
                      <a:pt x="876" y="571"/>
                    </a:lnTo>
                    <a:lnTo>
                      <a:pt x="520" y="831"/>
                    </a:lnTo>
                    <a:lnTo>
                      <a:pt x="113" y="422"/>
                    </a:lnTo>
                    <a:lnTo>
                      <a:pt x="415" y="119"/>
                    </a:lnTo>
                    <a:close/>
                    <a:moveTo>
                      <a:pt x="415" y="0"/>
                    </a:moveTo>
                    <a:lnTo>
                      <a:pt x="1" y="422"/>
                    </a:lnTo>
                    <a:lnTo>
                      <a:pt x="513" y="934"/>
                    </a:lnTo>
                    <a:lnTo>
                      <a:pt x="993" y="578"/>
                    </a:lnTo>
                    <a:lnTo>
                      <a:pt x="415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41"/>
              <p:cNvSpPr/>
              <p:nvPr/>
            </p:nvSpPr>
            <p:spPr>
              <a:xfrm>
                <a:off x="3755637" y="3330503"/>
                <a:ext cx="100706" cy="94121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972" extrusionOk="0">
                    <a:moveTo>
                      <a:pt x="408" y="113"/>
                    </a:moveTo>
                    <a:lnTo>
                      <a:pt x="920" y="623"/>
                    </a:lnTo>
                    <a:lnTo>
                      <a:pt x="579" y="876"/>
                    </a:lnTo>
                    <a:lnTo>
                      <a:pt x="113" y="408"/>
                    </a:lnTo>
                    <a:lnTo>
                      <a:pt x="408" y="113"/>
                    </a:lnTo>
                    <a:close/>
                    <a:moveTo>
                      <a:pt x="408" y="1"/>
                    </a:moveTo>
                    <a:lnTo>
                      <a:pt x="1" y="408"/>
                    </a:lnTo>
                    <a:lnTo>
                      <a:pt x="564" y="972"/>
                    </a:lnTo>
                    <a:lnTo>
                      <a:pt x="1039" y="637"/>
                    </a:lnTo>
                    <a:lnTo>
                      <a:pt x="408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41"/>
              <p:cNvSpPr/>
              <p:nvPr/>
            </p:nvSpPr>
            <p:spPr>
              <a:xfrm>
                <a:off x="3790788" y="3295353"/>
                <a:ext cx="106322" cy="99834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031" extrusionOk="0">
                    <a:moveTo>
                      <a:pt x="409" y="111"/>
                    </a:moveTo>
                    <a:lnTo>
                      <a:pt x="979" y="682"/>
                    </a:lnTo>
                    <a:lnTo>
                      <a:pt x="632" y="927"/>
                    </a:lnTo>
                    <a:lnTo>
                      <a:pt x="112" y="408"/>
                    </a:lnTo>
                    <a:lnTo>
                      <a:pt x="409" y="111"/>
                    </a:lnTo>
                    <a:close/>
                    <a:moveTo>
                      <a:pt x="409" y="1"/>
                    </a:moveTo>
                    <a:lnTo>
                      <a:pt x="0" y="408"/>
                    </a:lnTo>
                    <a:lnTo>
                      <a:pt x="623" y="1031"/>
                    </a:lnTo>
                    <a:lnTo>
                      <a:pt x="1098" y="689"/>
                    </a:lnTo>
                    <a:lnTo>
                      <a:pt x="409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41"/>
              <p:cNvSpPr/>
              <p:nvPr/>
            </p:nvSpPr>
            <p:spPr>
              <a:xfrm>
                <a:off x="3789432" y="3329148"/>
                <a:ext cx="67589" cy="67395"/>
              </a:xfrm>
              <a:custGeom>
                <a:avLst/>
                <a:gdLst/>
                <a:ahLst/>
                <a:cxnLst/>
                <a:rect l="l" t="t" r="r" b="b"/>
                <a:pathLst>
                  <a:path w="698" h="696" extrusionOk="0">
                    <a:moveTo>
                      <a:pt x="68" y="0"/>
                    </a:moveTo>
                    <a:lnTo>
                      <a:pt x="0" y="73"/>
                    </a:lnTo>
                    <a:lnTo>
                      <a:pt x="630" y="696"/>
                    </a:lnTo>
                    <a:lnTo>
                      <a:pt x="697" y="630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41"/>
              <p:cNvSpPr/>
              <p:nvPr/>
            </p:nvSpPr>
            <p:spPr>
              <a:xfrm>
                <a:off x="3581338" y="3437504"/>
                <a:ext cx="79015" cy="78918"/>
              </a:xfrm>
              <a:custGeom>
                <a:avLst/>
                <a:gdLst/>
                <a:ahLst/>
                <a:cxnLst/>
                <a:rect l="l" t="t" r="r" b="b"/>
                <a:pathLst>
                  <a:path w="816" h="815" extrusionOk="0">
                    <a:moveTo>
                      <a:pt x="415" y="110"/>
                    </a:moveTo>
                    <a:lnTo>
                      <a:pt x="705" y="400"/>
                    </a:lnTo>
                    <a:lnTo>
                      <a:pt x="401" y="704"/>
                    </a:lnTo>
                    <a:lnTo>
                      <a:pt x="111" y="414"/>
                    </a:lnTo>
                    <a:lnTo>
                      <a:pt x="415" y="110"/>
                    </a:lnTo>
                    <a:close/>
                    <a:moveTo>
                      <a:pt x="415" y="0"/>
                    </a:moveTo>
                    <a:lnTo>
                      <a:pt x="1" y="414"/>
                    </a:lnTo>
                    <a:lnTo>
                      <a:pt x="401" y="815"/>
                    </a:lnTo>
                    <a:lnTo>
                      <a:pt x="815" y="400"/>
                    </a:lnTo>
                    <a:lnTo>
                      <a:pt x="415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41"/>
              <p:cNvSpPr/>
              <p:nvPr/>
            </p:nvSpPr>
            <p:spPr>
              <a:xfrm>
                <a:off x="3616488" y="3397318"/>
                <a:ext cx="78337" cy="83954"/>
              </a:xfrm>
              <a:custGeom>
                <a:avLst/>
                <a:gdLst/>
                <a:ahLst/>
                <a:cxnLst/>
                <a:rect l="l" t="t" r="r" b="b"/>
                <a:pathLst>
                  <a:path w="809" h="867" extrusionOk="0">
                    <a:moveTo>
                      <a:pt x="356" y="118"/>
                    </a:moveTo>
                    <a:lnTo>
                      <a:pt x="698" y="459"/>
                    </a:lnTo>
                    <a:lnTo>
                      <a:pt x="401" y="756"/>
                    </a:lnTo>
                    <a:lnTo>
                      <a:pt x="104" y="467"/>
                    </a:lnTo>
                    <a:lnTo>
                      <a:pt x="356" y="118"/>
                    </a:lnTo>
                    <a:close/>
                    <a:moveTo>
                      <a:pt x="342" y="1"/>
                    </a:moveTo>
                    <a:lnTo>
                      <a:pt x="1" y="474"/>
                    </a:lnTo>
                    <a:lnTo>
                      <a:pt x="401" y="867"/>
                    </a:lnTo>
                    <a:lnTo>
                      <a:pt x="808" y="459"/>
                    </a:lnTo>
                    <a:lnTo>
                      <a:pt x="342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Google Shape;3133;p41"/>
              <p:cNvSpPr/>
              <p:nvPr/>
            </p:nvSpPr>
            <p:spPr>
              <a:xfrm>
                <a:off x="3646603" y="3356358"/>
                <a:ext cx="83276" cy="89764"/>
              </a:xfrm>
              <a:custGeom>
                <a:avLst/>
                <a:gdLst/>
                <a:ahLst/>
                <a:cxnLst/>
                <a:rect l="l" t="t" r="r" b="b"/>
                <a:pathLst>
                  <a:path w="860" h="927" extrusionOk="0">
                    <a:moveTo>
                      <a:pt x="350" y="127"/>
                    </a:moveTo>
                    <a:lnTo>
                      <a:pt x="750" y="520"/>
                    </a:lnTo>
                    <a:lnTo>
                      <a:pt x="453" y="815"/>
                    </a:lnTo>
                    <a:lnTo>
                      <a:pt x="104" y="468"/>
                    </a:lnTo>
                    <a:lnTo>
                      <a:pt x="350" y="127"/>
                    </a:lnTo>
                    <a:close/>
                    <a:moveTo>
                      <a:pt x="342" y="0"/>
                    </a:moveTo>
                    <a:lnTo>
                      <a:pt x="1" y="475"/>
                    </a:lnTo>
                    <a:lnTo>
                      <a:pt x="453" y="927"/>
                    </a:lnTo>
                    <a:lnTo>
                      <a:pt x="860" y="520"/>
                    </a:lnTo>
                    <a:lnTo>
                      <a:pt x="342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Google Shape;3134;p41"/>
              <p:cNvSpPr/>
              <p:nvPr/>
            </p:nvSpPr>
            <p:spPr>
              <a:xfrm>
                <a:off x="3644376" y="3396446"/>
                <a:ext cx="51128" cy="51128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28" extrusionOk="0">
                    <a:moveTo>
                      <a:pt x="76" y="1"/>
                    </a:moveTo>
                    <a:lnTo>
                      <a:pt x="1" y="68"/>
                    </a:lnTo>
                    <a:lnTo>
                      <a:pt x="461" y="527"/>
                    </a:lnTo>
                    <a:lnTo>
                      <a:pt x="527" y="461"/>
                    </a:lnTo>
                    <a:lnTo>
                      <a:pt x="76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41"/>
              <p:cNvSpPr/>
              <p:nvPr/>
            </p:nvSpPr>
            <p:spPr>
              <a:xfrm>
                <a:off x="3676137" y="3314719"/>
                <a:ext cx="89764" cy="96348"/>
              </a:xfrm>
              <a:custGeom>
                <a:avLst/>
                <a:gdLst/>
                <a:ahLst/>
                <a:cxnLst/>
                <a:rect l="l" t="t" r="r" b="b"/>
                <a:pathLst>
                  <a:path w="927" h="995" extrusionOk="0">
                    <a:moveTo>
                      <a:pt x="363" y="119"/>
                    </a:moveTo>
                    <a:lnTo>
                      <a:pt x="815" y="578"/>
                    </a:lnTo>
                    <a:lnTo>
                      <a:pt x="510" y="882"/>
                    </a:lnTo>
                    <a:lnTo>
                      <a:pt x="103" y="475"/>
                    </a:lnTo>
                    <a:lnTo>
                      <a:pt x="363" y="119"/>
                    </a:lnTo>
                    <a:close/>
                    <a:moveTo>
                      <a:pt x="349" y="0"/>
                    </a:moveTo>
                    <a:lnTo>
                      <a:pt x="0" y="482"/>
                    </a:lnTo>
                    <a:lnTo>
                      <a:pt x="510" y="994"/>
                    </a:lnTo>
                    <a:lnTo>
                      <a:pt x="927" y="578"/>
                    </a:lnTo>
                    <a:lnTo>
                      <a:pt x="349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41"/>
              <p:cNvSpPr/>
              <p:nvPr/>
            </p:nvSpPr>
            <p:spPr>
              <a:xfrm>
                <a:off x="3705575" y="3275212"/>
                <a:ext cx="94799" cy="100706"/>
              </a:xfrm>
              <a:custGeom>
                <a:avLst/>
                <a:gdLst/>
                <a:ahLst/>
                <a:cxnLst/>
                <a:rect l="l" t="t" r="r" b="b"/>
                <a:pathLst>
                  <a:path w="979" h="1040" extrusionOk="0">
                    <a:moveTo>
                      <a:pt x="347" y="120"/>
                    </a:moveTo>
                    <a:lnTo>
                      <a:pt x="859" y="630"/>
                    </a:lnTo>
                    <a:lnTo>
                      <a:pt x="569" y="927"/>
                    </a:lnTo>
                    <a:lnTo>
                      <a:pt x="103" y="468"/>
                    </a:lnTo>
                    <a:lnTo>
                      <a:pt x="347" y="120"/>
                    </a:lnTo>
                    <a:close/>
                    <a:moveTo>
                      <a:pt x="340" y="1"/>
                    </a:moveTo>
                    <a:lnTo>
                      <a:pt x="0" y="476"/>
                    </a:lnTo>
                    <a:lnTo>
                      <a:pt x="569" y="1039"/>
                    </a:lnTo>
                    <a:lnTo>
                      <a:pt x="978" y="630"/>
                    </a:lnTo>
                    <a:lnTo>
                      <a:pt x="340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Google Shape;3137;p41"/>
              <p:cNvSpPr/>
              <p:nvPr/>
            </p:nvSpPr>
            <p:spPr>
              <a:xfrm>
                <a:off x="3734818" y="3234445"/>
                <a:ext cx="100706" cy="106128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96" extrusionOk="0">
                    <a:moveTo>
                      <a:pt x="356" y="127"/>
                    </a:moveTo>
                    <a:lnTo>
                      <a:pt x="920" y="689"/>
                    </a:lnTo>
                    <a:lnTo>
                      <a:pt x="632" y="986"/>
                    </a:lnTo>
                    <a:lnTo>
                      <a:pt x="105" y="466"/>
                    </a:lnTo>
                    <a:lnTo>
                      <a:pt x="356" y="127"/>
                    </a:lnTo>
                    <a:close/>
                    <a:moveTo>
                      <a:pt x="342" y="0"/>
                    </a:moveTo>
                    <a:lnTo>
                      <a:pt x="0" y="473"/>
                    </a:lnTo>
                    <a:lnTo>
                      <a:pt x="632" y="1096"/>
                    </a:lnTo>
                    <a:lnTo>
                      <a:pt x="1039" y="689"/>
                    </a:lnTo>
                    <a:lnTo>
                      <a:pt x="342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Google Shape;3138;p41"/>
              <p:cNvSpPr/>
              <p:nvPr/>
            </p:nvSpPr>
            <p:spPr>
              <a:xfrm>
                <a:off x="3733463" y="3274534"/>
                <a:ext cx="67589" cy="6758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698" extrusionOk="0">
                    <a:moveTo>
                      <a:pt x="68" y="1"/>
                    </a:moveTo>
                    <a:lnTo>
                      <a:pt x="0" y="68"/>
                    </a:lnTo>
                    <a:lnTo>
                      <a:pt x="630" y="698"/>
                    </a:lnTo>
                    <a:lnTo>
                      <a:pt x="697" y="630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Google Shape;3139;p41"/>
              <p:cNvSpPr/>
              <p:nvPr/>
            </p:nvSpPr>
            <p:spPr>
              <a:xfrm>
                <a:off x="3359590" y="3670581"/>
                <a:ext cx="102061" cy="99834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1031" extrusionOk="0">
                    <a:moveTo>
                      <a:pt x="75" y="1"/>
                    </a:moveTo>
                    <a:lnTo>
                      <a:pt x="0" y="69"/>
                    </a:lnTo>
                    <a:lnTo>
                      <a:pt x="520" y="579"/>
                    </a:lnTo>
                    <a:lnTo>
                      <a:pt x="527" y="572"/>
                    </a:lnTo>
                    <a:lnTo>
                      <a:pt x="979" y="1031"/>
                    </a:lnTo>
                    <a:lnTo>
                      <a:pt x="1053" y="965"/>
                    </a:lnTo>
                    <a:lnTo>
                      <a:pt x="534" y="453"/>
                    </a:lnTo>
                    <a:lnTo>
                      <a:pt x="527" y="453"/>
                    </a:lnTo>
                    <a:lnTo>
                      <a:pt x="75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41"/>
              <p:cNvSpPr/>
              <p:nvPr/>
            </p:nvSpPr>
            <p:spPr>
              <a:xfrm>
                <a:off x="3441414" y="3577330"/>
                <a:ext cx="79112" cy="79112"/>
              </a:xfrm>
              <a:custGeom>
                <a:avLst/>
                <a:gdLst/>
                <a:ahLst/>
                <a:cxnLst/>
                <a:rect l="l" t="t" r="r" b="b"/>
                <a:pathLst>
                  <a:path w="817" h="817" extrusionOk="0">
                    <a:moveTo>
                      <a:pt x="416" y="112"/>
                    </a:moveTo>
                    <a:lnTo>
                      <a:pt x="704" y="400"/>
                    </a:lnTo>
                    <a:lnTo>
                      <a:pt x="400" y="704"/>
                    </a:lnTo>
                    <a:lnTo>
                      <a:pt x="112" y="416"/>
                    </a:lnTo>
                    <a:lnTo>
                      <a:pt x="416" y="112"/>
                    </a:lnTo>
                    <a:close/>
                    <a:moveTo>
                      <a:pt x="416" y="0"/>
                    </a:moveTo>
                    <a:lnTo>
                      <a:pt x="0" y="416"/>
                    </a:lnTo>
                    <a:lnTo>
                      <a:pt x="400" y="816"/>
                    </a:lnTo>
                    <a:lnTo>
                      <a:pt x="816" y="400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41"/>
              <p:cNvSpPr/>
              <p:nvPr/>
            </p:nvSpPr>
            <p:spPr>
              <a:xfrm>
                <a:off x="3401228" y="3612578"/>
                <a:ext cx="83954" cy="78241"/>
              </a:xfrm>
              <a:custGeom>
                <a:avLst/>
                <a:gdLst/>
                <a:ahLst/>
                <a:cxnLst/>
                <a:rect l="l" t="t" r="r" b="b"/>
                <a:pathLst>
                  <a:path w="867" h="808" extrusionOk="0">
                    <a:moveTo>
                      <a:pt x="467" y="104"/>
                    </a:moveTo>
                    <a:lnTo>
                      <a:pt x="757" y="401"/>
                    </a:lnTo>
                    <a:lnTo>
                      <a:pt x="460" y="689"/>
                    </a:lnTo>
                    <a:lnTo>
                      <a:pt x="127" y="356"/>
                    </a:lnTo>
                    <a:lnTo>
                      <a:pt x="467" y="104"/>
                    </a:lnTo>
                    <a:close/>
                    <a:moveTo>
                      <a:pt x="476" y="1"/>
                    </a:moveTo>
                    <a:lnTo>
                      <a:pt x="1" y="340"/>
                    </a:lnTo>
                    <a:lnTo>
                      <a:pt x="460" y="808"/>
                    </a:lnTo>
                    <a:lnTo>
                      <a:pt x="867" y="401"/>
                    </a:lnTo>
                    <a:lnTo>
                      <a:pt x="476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41"/>
              <p:cNvSpPr/>
              <p:nvPr/>
            </p:nvSpPr>
            <p:spPr>
              <a:xfrm>
                <a:off x="3360268" y="3642693"/>
                <a:ext cx="89861" cy="83276"/>
              </a:xfrm>
              <a:custGeom>
                <a:avLst/>
                <a:gdLst/>
                <a:ahLst/>
                <a:cxnLst/>
                <a:rect l="l" t="t" r="r" b="b"/>
                <a:pathLst>
                  <a:path w="928" h="860" extrusionOk="0">
                    <a:moveTo>
                      <a:pt x="468" y="104"/>
                    </a:moveTo>
                    <a:lnTo>
                      <a:pt x="817" y="453"/>
                    </a:lnTo>
                    <a:lnTo>
                      <a:pt x="520" y="741"/>
                    </a:lnTo>
                    <a:lnTo>
                      <a:pt x="127" y="348"/>
                    </a:lnTo>
                    <a:lnTo>
                      <a:pt x="468" y="104"/>
                    </a:lnTo>
                    <a:close/>
                    <a:moveTo>
                      <a:pt x="475" y="1"/>
                    </a:moveTo>
                    <a:lnTo>
                      <a:pt x="1" y="333"/>
                    </a:lnTo>
                    <a:lnTo>
                      <a:pt x="520" y="860"/>
                    </a:lnTo>
                    <a:lnTo>
                      <a:pt x="927" y="453"/>
                    </a:lnTo>
                    <a:lnTo>
                      <a:pt x="475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Google Shape;3143;p41"/>
              <p:cNvSpPr/>
              <p:nvPr/>
            </p:nvSpPr>
            <p:spPr>
              <a:xfrm>
                <a:off x="3400550" y="3640466"/>
                <a:ext cx="51128" cy="51128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28" extrusionOk="0">
                    <a:moveTo>
                      <a:pt x="66" y="1"/>
                    </a:moveTo>
                    <a:lnTo>
                      <a:pt x="1" y="75"/>
                    </a:lnTo>
                    <a:lnTo>
                      <a:pt x="459" y="527"/>
                    </a:lnTo>
                    <a:lnTo>
                      <a:pt x="527" y="460"/>
                    </a:lnTo>
                    <a:lnTo>
                      <a:pt x="66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Google Shape;3144;p41"/>
              <p:cNvSpPr/>
              <p:nvPr/>
            </p:nvSpPr>
            <p:spPr>
              <a:xfrm>
                <a:off x="3318727" y="3672033"/>
                <a:ext cx="96252" cy="89764"/>
              </a:xfrm>
              <a:custGeom>
                <a:avLst/>
                <a:gdLst/>
                <a:ahLst/>
                <a:cxnLst/>
                <a:rect l="l" t="t" r="r" b="b"/>
                <a:pathLst>
                  <a:path w="994" h="927" extrusionOk="0">
                    <a:moveTo>
                      <a:pt x="474" y="105"/>
                    </a:moveTo>
                    <a:lnTo>
                      <a:pt x="883" y="512"/>
                    </a:lnTo>
                    <a:lnTo>
                      <a:pt x="579" y="816"/>
                    </a:lnTo>
                    <a:lnTo>
                      <a:pt x="127" y="365"/>
                    </a:lnTo>
                    <a:lnTo>
                      <a:pt x="474" y="105"/>
                    </a:lnTo>
                    <a:close/>
                    <a:moveTo>
                      <a:pt x="490" y="0"/>
                    </a:moveTo>
                    <a:lnTo>
                      <a:pt x="1" y="349"/>
                    </a:lnTo>
                    <a:lnTo>
                      <a:pt x="579" y="927"/>
                    </a:lnTo>
                    <a:lnTo>
                      <a:pt x="993" y="512"/>
                    </a:lnTo>
                    <a:lnTo>
                      <a:pt x="490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Google Shape;3145;p41"/>
              <p:cNvSpPr/>
              <p:nvPr/>
            </p:nvSpPr>
            <p:spPr>
              <a:xfrm>
                <a:off x="3279315" y="3701470"/>
                <a:ext cx="100512" cy="94121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972" extrusionOk="0">
                    <a:moveTo>
                      <a:pt x="467" y="105"/>
                    </a:moveTo>
                    <a:lnTo>
                      <a:pt x="925" y="571"/>
                    </a:lnTo>
                    <a:lnTo>
                      <a:pt x="637" y="861"/>
                    </a:lnTo>
                    <a:lnTo>
                      <a:pt x="125" y="349"/>
                    </a:lnTo>
                    <a:lnTo>
                      <a:pt x="467" y="105"/>
                    </a:lnTo>
                    <a:close/>
                    <a:moveTo>
                      <a:pt x="474" y="0"/>
                    </a:moveTo>
                    <a:lnTo>
                      <a:pt x="1" y="342"/>
                    </a:lnTo>
                    <a:lnTo>
                      <a:pt x="637" y="971"/>
                    </a:lnTo>
                    <a:lnTo>
                      <a:pt x="1037" y="571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Google Shape;3146;p41"/>
              <p:cNvSpPr/>
              <p:nvPr/>
            </p:nvSpPr>
            <p:spPr>
              <a:xfrm>
                <a:off x="3238355" y="3730908"/>
                <a:ext cx="106322" cy="99834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031" extrusionOk="0">
                    <a:moveTo>
                      <a:pt x="468" y="103"/>
                    </a:moveTo>
                    <a:lnTo>
                      <a:pt x="986" y="630"/>
                    </a:lnTo>
                    <a:lnTo>
                      <a:pt x="698" y="920"/>
                    </a:lnTo>
                    <a:lnTo>
                      <a:pt x="127" y="356"/>
                    </a:lnTo>
                    <a:lnTo>
                      <a:pt x="468" y="103"/>
                    </a:lnTo>
                    <a:close/>
                    <a:moveTo>
                      <a:pt x="475" y="0"/>
                    </a:moveTo>
                    <a:lnTo>
                      <a:pt x="0" y="342"/>
                    </a:lnTo>
                    <a:lnTo>
                      <a:pt x="698" y="1030"/>
                    </a:lnTo>
                    <a:lnTo>
                      <a:pt x="1098" y="630"/>
                    </a:lnTo>
                    <a:lnTo>
                      <a:pt x="475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Google Shape;3147;p41"/>
              <p:cNvSpPr/>
              <p:nvPr/>
            </p:nvSpPr>
            <p:spPr>
              <a:xfrm>
                <a:off x="3278444" y="3729552"/>
                <a:ext cx="67589" cy="67395"/>
              </a:xfrm>
              <a:custGeom>
                <a:avLst/>
                <a:gdLst/>
                <a:ahLst/>
                <a:cxnLst/>
                <a:rect l="l" t="t" r="r" b="b"/>
                <a:pathLst>
                  <a:path w="698" h="696" extrusionOk="0">
                    <a:moveTo>
                      <a:pt x="68" y="0"/>
                    </a:moveTo>
                    <a:lnTo>
                      <a:pt x="1" y="66"/>
                    </a:lnTo>
                    <a:lnTo>
                      <a:pt x="632" y="695"/>
                    </a:lnTo>
                    <a:lnTo>
                      <a:pt x="698" y="630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Google Shape;3148;p41"/>
              <p:cNvSpPr/>
              <p:nvPr/>
            </p:nvSpPr>
            <p:spPr>
              <a:xfrm>
                <a:off x="3475112" y="3609673"/>
                <a:ext cx="79887" cy="79596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2" extrusionOk="0">
                    <a:moveTo>
                      <a:pt x="424" y="111"/>
                    </a:moveTo>
                    <a:lnTo>
                      <a:pt x="705" y="401"/>
                    </a:lnTo>
                    <a:lnTo>
                      <a:pt x="401" y="712"/>
                    </a:lnTo>
                    <a:lnTo>
                      <a:pt x="113" y="422"/>
                    </a:lnTo>
                    <a:lnTo>
                      <a:pt x="424" y="111"/>
                    </a:lnTo>
                    <a:close/>
                    <a:moveTo>
                      <a:pt x="424" y="0"/>
                    </a:moveTo>
                    <a:lnTo>
                      <a:pt x="1" y="422"/>
                    </a:lnTo>
                    <a:lnTo>
                      <a:pt x="401" y="822"/>
                    </a:lnTo>
                    <a:lnTo>
                      <a:pt x="824" y="401"/>
                    </a:lnTo>
                    <a:lnTo>
                      <a:pt x="424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Google Shape;3149;p41"/>
              <p:cNvSpPr/>
              <p:nvPr/>
            </p:nvSpPr>
            <p:spPr>
              <a:xfrm>
                <a:off x="3441414" y="3644823"/>
                <a:ext cx="77563" cy="84825"/>
              </a:xfrm>
              <a:custGeom>
                <a:avLst/>
                <a:gdLst/>
                <a:ahLst/>
                <a:cxnLst/>
                <a:rect l="l" t="t" r="r" b="b"/>
                <a:pathLst>
                  <a:path w="801" h="876" extrusionOk="0">
                    <a:moveTo>
                      <a:pt x="407" y="112"/>
                    </a:moveTo>
                    <a:lnTo>
                      <a:pt x="697" y="407"/>
                    </a:lnTo>
                    <a:lnTo>
                      <a:pt x="452" y="749"/>
                    </a:lnTo>
                    <a:lnTo>
                      <a:pt x="112" y="407"/>
                    </a:lnTo>
                    <a:lnTo>
                      <a:pt x="407" y="112"/>
                    </a:lnTo>
                    <a:close/>
                    <a:moveTo>
                      <a:pt x="407" y="0"/>
                    </a:moveTo>
                    <a:lnTo>
                      <a:pt x="0" y="407"/>
                    </a:lnTo>
                    <a:lnTo>
                      <a:pt x="461" y="875"/>
                    </a:lnTo>
                    <a:lnTo>
                      <a:pt x="800" y="400"/>
                    </a:lnTo>
                    <a:lnTo>
                      <a:pt x="407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Google Shape;3150;p41"/>
              <p:cNvSpPr/>
              <p:nvPr/>
            </p:nvSpPr>
            <p:spPr>
              <a:xfrm>
                <a:off x="3406264" y="3679877"/>
                <a:ext cx="83276" cy="89861"/>
              </a:xfrm>
              <a:custGeom>
                <a:avLst/>
                <a:gdLst/>
                <a:ahLst/>
                <a:cxnLst/>
                <a:rect l="l" t="t" r="r" b="b"/>
                <a:pathLst>
                  <a:path w="860" h="928" extrusionOk="0">
                    <a:moveTo>
                      <a:pt x="408" y="113"/>
                    </a:moveTo>
                    <a:lnTo>
                      <a:pt x="756" y="469"/>
                    </a:lnTo>
                    <a:lnTo>
                      <a:pt x="504" y="808"/>
                    </a:lnTo>
                    <a:lnTo>
                      <a:pt x="112" y="408"/>
                    </a:lnTo>
                    <a:lnTo>
                      <a:pt x="408" y="113"/>
                    </a:lnTo>
                    <a:close/>
                    <a:moveTo>
                      <a:pt x="408" y="1"/>
                    </a:moveTo>
                    <a:lnTo>
                      <a:pt x="0" y="408"/>
                    </a:lnTo>
                    <a:lnTo>
                      <a:pt x="520" y="927"/>
                    </a:lnTo>
                    <a:lnTo>
                      <a:pt x="859" y="453"/>
                    </a:lnTo>
                    <a:lnTo>
                      <a:pt x="408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Google Shape;3151;p41"/>
              <p:cNvSpPr/>
              <p:nvPr/>
            </p:nvSpPr>
            <p:spPr>
              <a:xfrm>
                <a:off x="3439962" y="3679199"/>
                <a:ext cx="51128" cy="51128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28" extrusionOk="0">
                    <a:moveTo>
                      <a:pt x="67" y="1"/>
                    </a:moveTo>
                    <a:lnTo>
                      <a:pt x="1" y="68"/>
                    </a:lnTo>
                    <a:lnTo>
                      <a:pt x="460" y="527"/>
                    </a:lnTo>
                    <a:lnTo>
                      <a:pt x="527" y="453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Google Shape;3152;p41"/>
              <p:cNvSpPr/>
              <p:nvPr/>
            </p:nvSpPr>
            <p:spPr>
              <a:xfrm>
                <a:off x="3369758" y="3715027"/>
                <a:ext cx="89667" cy="96348"/>
              </a:xfrm>
              <a:custGeom>
                <a:avLst/>
                <a:gdLst/>
                <a:ahLst/>
                <a:cxnLst/>
                <a:rect l="l" t="t" r="r" b="b"/>
                <a:pathLst>
                  <a:path w="926" h="995" extrusionOk="0">
                    <a:moveTo>
                      <a:pt x="422" y="113"/>
                    </a:moveTo>
                    <a:lnTo>
                      <a:pt x="822" y="520"/>
                    </a:lnTo>
                    <a:lnTo>
                      <a:pt x="569" y="876"/>
                    </a:lnTo>
                    <a:lnTo>
                      <a:pt x="111" y="424"/>
                    </a:lnTo>
                    <a:lnTo>
                      <a:pt x="422" y="113"/>
                    </a:lnTo>
                    <a:close/>
                    <a:moveTo>
                      <a:pt x="422" y="1"/>
                    </a:moveTo>
                    <a:lnTo>
                      <a:pt x="0" y="424"/>
                    </a:lnTo>
                    <a:lnTo>
                      <a:pt x="578" y="995"/>
                    </a:lnTo>
                    <a:lnTo>
                      <a:pt x="925" y="513"/>
                    </a:lnTo>
                    <a:lnTo>
                      <a:pt x="422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Google Shape;3153;p41"/>
              <p:cNvSpPr/>
              <p:nvPr/>
            </p:nvSpPr>
            <p:spPr>
              <a:xfrm>
                <a:off x="3335963" y="3750371"/>
                <a:ext cx="94121" cy="101190"/>
              </a:xfrm>
              <a:custGeom>
                <a:avLst/>
                <a:gdLst/>
                <a:ahLst/>
                <a:cxnLst/>
                <a:rect l="l" t="t" r="r" b="b"/>
                <a:pathLst>
                  <a:path w="972" h="1045" extrusionOk="0">
                    <a:moveTo>
                      <a:pt x="408" y="111"/>
                    </a:moveTo>
                    <a:lnTo>
                      <a:pt x="867" y="578"/>
                    </a:lnTo>
                    <a:lnTo>
                      <a:pt x="623" y="918"/>
                    </a:lnTo>
                    <a:lnTo>
                      <a:pt x="111" y="408"/>
                    </a:lnTo>
                    <a:lnTo>
                      <a:pt x="408" y="111"/>
                    </a:lnTo>
                    <a:close/>
                    <a:moveTo>
                      <a:pt x="408" y="0"/>
                    </a:moveTo>
                    <a:lnTo>
                      <a:pt x="1" y="408"/>
                    </a:lnTo>
                    <a:lnTo>
                      <a:pt x="630" y="1044"/>
                    </a:lnTo>
                    <a:lnTo>
                      <a:pt x="972" y="569"/>
                    </a:lnTo>
                    <a:lnTo>
                      <a:pt x="408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Google Shape;3154;p41"/>
              <p:cNvSpPr/>
              <p:nvPr/>
            </p:nvSpPr>
            <p:spPr>
              <a:xfrm>
                <a:off x="3300909" y="3785521"/>
                <a:ext cx="99737" cy="106128"/>
              </a:xfrm>
              <a:custGeom>
                <a:avLst/>
                <a:gdLst/>
                <a:ahLst/>
                <a:cxnLst/>
                <a:rect l="l" t="t" r="r" b="b"/>
                <a:pathLst>
                  <a:path w="1030" h="1096" extrusionOk="0">
                    <a:moveTo>
                      <a:pt x="407" y="110"/>
                    </a:moveTo>
                    <a:lnTo>
                      <a:pt x="925" y="637"/>
                    </a:lnTo>
                    <a:lnTo>
                      <a:pt x="681" y="978"/>
                    </a:lnTo>
                    <a:lnTo>
                      <a:pt x="110" y="407"/>
                    </a:lnTo>
                    <a:lnTo>
                      <a:pt x="407" y="110"/>
                    </a:lnTo>
                    <a:close/>
                    <a:moveTo>
                      <a:pt x="407" y="0"/>
                    </a:moveTo>
                    <a:lnTo>
                      <a:pt x="0" y="407"/>
                    </a:lnTo>
                    <a:lnTo>
                      <a:pt x="688" y="1096"/>
                    </a:lnTo>
                    <a:lnTo>
                      <a:pt x="1030" y="623"/>
                    </a:lnTo>
                    <a:lnTo>
                      <a:pt x="407" y="0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Google Shape;3155;p41"/>
              <p:cNvSpPr/>
              <p:nvPr/>
            </p:nvSpPr>
            <p:spPr>
              <a:xfrm>
                <a:off x="3334414" y="3784747"/>
                <a:ext cx="67589" cy="67492"/>
              </a:xfrm>
              <a:custGeom>
                <a:avLst/>
                <a:gdLst/>
                <a:ahLst/>
                <a:cxnLst/>
                <a:rect l="l" t="t" r="r" b="b"/>
                <a:pathLst>
                  <a:path w="698" h="697" extrusionOk="0">
                    <a:moveTo>
                      <a:pt x="68" y="1"/>
                    </a:moveTo>
                    <a:lnTo>
                      <a:pt x="1" y="67"/>
                    </a:lnTo>
                    <a:lnTo>
                      <a:pt x="632" y="696"/>
                    </a:lnTo>
                    <a:lnTo>
                      <a:pt x="698" y="623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AAAC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156" name="Google Shape;3156;p41"/>
            <p:cNvSpPr/>
            <p:nvPr/>
          </p:nvSpPr>
          <p:spPr>
            <a:xfrm>
              <a:off x="2952066" y="3969310"/>
              <a:ext cx="925719" cy="252442"/>
            </a:xfrm>
            <a:custGeom>
              <a:avLst/>
              <a:gdLst/>
              <a:ahLst/>
              <a:cxnLst/>
              <a:rect l="l" t="t" r="r" b="b"/>
              <a:pathLst>
                <a:path w="9560" h="2607" extrusionOk="0">
                  <a:moveTo>
                    <a:pt x="6988" y="1"/>
                  </a:moveTo>
                  <a:cubicBezTo>
                    <a:pt x="6936" y="1"/>
                    <a:pt x="6884" y="17"/>
                    <a:pt x="6840" y="51"/>
                  </a:cubicBezTo>
                  <a:cubicBezTo>
                    <a:pt x="6758" y="110"/>
                    <a:pt x="6639" y="370"/>
                    <a:pt x="6522" y="718"/>
                  </a:cubicBezTo>
                  <a:cubicBezTo>
                    <a:pt x="6461" y="592"/>
                    <a:pt x="6403" y="503"/>
                    <a:pt x="6358" y="466"/>
                  </a:cubicBezTo>
                  <a:cubicBezTo>
                    <a:pt x="6314" y="432"/>
                    <a:pt x="6262" y="415"/>
                    <a:pt x="6210" y="415"/>
                  </a:cubicBezTo>
                  <a:cubicBezTo>
                    <a:pt x="6158" y="415"/>
                    <a:pt x="6106" y="432"/>
                    <a:pt x="6061" y="466"/>
                  </a:cubicBezTo>
                  <a:cubicBezTo>
                    <a:pt x="5965" y="547"/>
                    <a:pt x="5810" y="896"/>
                    <a:pt x="5677" y="1355"/>
                  </a:cubicBezTo>
                  <a:cubicBezTo>
                    <a:pt x="5640" y="1303"/>
                    <a:pt x="5609" y="1266"/>
                    <a:pt x="5581" y="1252"/>
                  </a:cubicBezTo>
                  <a:cubicBezTo>
                    <a:pt x="5536" y="1225"/>
                    <a:pt x="5484" y="1212"/>
                    <a:pt x="5432" y="1212"/>
                  </a:cubicBezTo>
                  <a:cubicBezTo>
                    <a:pt x="5380" y="1212"/>
                    <a:pt x="5328" y="1225"/>
                    <a:pt x="5284" y="1252"/>
                  </a:cubicBezTo>
                  <a:cubicBezTo>
                    <a:pt x="5209" y="1296"/>
                    <a:pt x="5106" y="1474"/>
                    <a:pt x="5003" y="1710"/>
                  </a:cubicBezTo>
                  <a:cubicBezTo>
                    <a:pt x="4928" y="1570"/>
                    <a:pt x="4854" y="1474"/>
                    <a:pt x="4802" y="1444"/>
                  </a:cubicBezTo>
                  <a:cubicBezTo>
                    <a:pt x="4758" y="1414"/>
                    <a:pt x="4706" y="1400"/>
                    <a:pt x="4653" y="1400"/>
                  </a:cubicBezTo>
                  <a:cubicBezTo>
                    <a:pt x="4601" y="1400"/>
                    <a:pt x="4549" y="1414"/>
                    <a:pt x="4505" y="1444"/>
                  </a:cubicBezTo>
                  <a:cubicBezTo>
                    <a:pt x="4402" y="1509"/>
                    <a:pt x="4217" y="1865"/>
                    <a:pt x="4076" y="2295"/>
                  </a:cubicBezTo>
                  <a:cubicBezTo>
                    <a:pt x="4039" y="2237"/>
                    <a:pt x="4009" y="2199"/>
                    <a:pt x="3987" y="2176"/>
                  </a:cubicBezTo>
                  <a:cubicBezTo>
                    <a:pt x="3957" y="2159"/>
                    <a:pt x="3922" y="2150"/>
                    <a:pt x="3887" y="2150"/>
                  </a:cubicBezTo>
                  <a:cubicBezTo>
                    <a:pt x="3852" y="2150"/>
                    <a:pt x="3817" y="2159"/>
                    <a:pt x="3787" y="2176"/>
                  </a:cubicBezTo>
                  <a:cubicBezTo>
                    <a:pt x="3749" y="2199"/>
                    <a:pt x="3714" y="2265"/>
                    <a:pt x="3669" y="2347"/>
                  </a:cubicBezTo>
                  <a:cubicBezTo>
                    <a:pt x="3616" y="1814"/>
                    <a:pt x="3358" y="1214"/>
                    <a:pt x="3239" y="1132"/>
                  </a:cubicBezTo>
                  <a:cubicBezTo>
                    <a:pt x="3209" y="1110"/>
                    <a:pt x="3174" y="1099"/>
                    <a:pt x="3139" y="1099"/>
                  </a:cubicBezTo>
                  <a:cubicBezTo>
                    <a:pt x="3104" y="1099"/>
                    <a:pt x="3068" y="1110"/>
                    <a:pt x="3038" y="1132"/>
                  </a:cubicBezTo>
                  <a:cubicBezTo>
                    <a:pt x="2972" y="1177"/>
                    <a:pt x="2869" y="1392"/>
                    <a:pt x="2780" y="1659"/>
                  </a:cubicBezTo>
                  <a:cubicBezTo>
                    <a:pt x="2623" y="1044"/>
                    <a:pt x="2364" y="496"/>
                    <a:pt x="2223" y="398"/>
                  </a:cubicBezTo>
                  <a:cubicBezTo>
                    <a:pt x="2175" y="365"/>
                    <a:pt x="2120" y="349"/>
                    <a:pt x="2065" y="349"/>
                  </a:cubicBezTo>
                  <a:cubicBezTo>
                    <a:pt x="2010" y="349"/>
                    <a:pt x="1957" y="365"/>
                    <a:pt x="1912" y="398"/>
                  </a:cubicBezTo>
                  <a:cubicBezTo>
                    <a:pt x="1779" y="487"/>
                    <a:pt x="1556" y="962"/>
                    <a:pt x="1409" y="1533"/>
                  </a:cubicBezTo>
                  <a:cubicBezTo>
                    <a:pt x="1409" y="1525"/>
                    <a:pt x="1402" y="1525"/>
                    <a:pt x="1402" y="1525"/>
                  </a:cubicBezTo>
                  <a:cubicBezTo>
                    <a:pt x="1353" y="1495"/>
                    <a:pt x="1297" y="1480"/>
                    <a:pt x="1242" y="1480"/>
                  </a:cubicBezTo>
                  <a:cubicBezTo>
                    <a:pt x="1186" y="1480"/>
                    <a:pt x="1131" y="1495"/>
                    <a:pt x="1082" y="1525"/>
                  </a:cubicBezTo>
                  <a:cubicBezTo>
                    <a:pt x="957" y="1591"/>
                    <a:pt x="749" y="1954"/>
                    <a:pt x="601" y="2392"/>
                  </a:cubicBezTo>
                  <a:cubicBezTo>
                    <a:pt x="548" y="2288"/>
                    <a:pt x="497" y="2214"/>
                    <a:pt x="459" y="2185"/>
                  </a:cubicBezTo>
                  <a:cubicBezTo>
                    <a:pt x="426" y="2163"/>
                    <a:pt x="386" y="2152"/>
                    <a:pt x="345" y="2152"/>
                  </a:cubicBezTo>
                  <a:cubicBezTo>
                    <a:pt x="304" y="2152"/>
                    <a:pt x="264" y="2163"/>
                    <a:pt x="230" y="2185"/>
                  </a:cubicBezTo>
                  <a:cubicBezTo>
                    <a:pt x="171" y="2230"/>
                    <a:pt x="82" y="2384"/>
                    <a:pt x="0" y="2607"/>
                  </a:cubicBezTo>
                  <a:lnTo>
                    <a:pt x="9559" y="2607"/>
                  </a:lnTo>
                  <a:lnTo>
                    <a:pt x="9559" y="1954"/>
                  </a:lnTo>
                  <a:cubicBezTo>
                    <a:pt x="9419" y="1465"/>
                    <a:pt x="9241" y="1074"/>
                    <a:pt x="9138" y="992"/>
                  </a:cubicBezTo>
                  <a:cubicBezTo>
                    <a:pt x="9093" y="958"/>
                    <a:pt x="9041" y="941"/>
                    <a:pt x="8989" y="941"/>
                  </a:cubicBezTo>
                  <a:cubicBezTo>
                    <a:pt x="8937" y="941"/>
                    <a:pt x="8885" y="958"/>
                    <a:pt x="8841" y="992"/>
                  </a:cubicBezTo>
                  <a:cubicBezTo>
                    <a:pt x="8752" y="1058"/>
                    <a:pt x="8618" y="1341"/>
                    <a:pt x="8499" y="1710"/>
                  </a:cubicBezTo>
                  <a:cubicBezTo>
                    <a:pt x="8441" y="1570"/>
                    <a:pt x="8382" y="1474"/>
                    <a:pt x="8337" y="1444"/>
                  </a:cubicBezTo>
                  <a:cubicBezTo>
                    <a:pt x="8300" y="1414"/>
                    <a:pt x="8256" y="1400"/>
                    <a:pt x="8211" y="1400"/>
                  </a:cubicBezTo>
                  <a:cubicBezTo>
                    <a:pt x="8167" y="1400"/>
                    <a:pt x="8122" y="1414"/>
                    <a:pt x="8085" y="1444"/>
                  </a:cubicBezTo>
                  <a:cubicBezTo>
                    <a:pt x="8055" y="1465"/>
                    <a:pt x="8026" y="1509"/>
                    <a:pt x="7989" y="1577"/>
                  </a:cubicBezTo>
                  <a:cubicBezTo>
                    <a:pt x="7877" y="1273"/>
                    <a:pt x="7759" y="1051"/>
                    <a:pt x="7685" y="992"/>
                  </a:cubicBezTo>
                  <a:cubicBezTo>
                    <a:pt x="7647" y="962"/>
                    <a:pt x="7596" y="947"/>
                    <a:pt x="7544" y="947"/>
                  </a:cubicBezTo>
                  <a:cubicBezTo>
                    <a:pt x="7411" y="487"/>
                    <a:pt x="7240" y="124"/>
                    <a:pt x="7137" y="51"/>
                  </a:cubicBezTo>
                  <a:cubicBezTo>
                    <a:pt x="7093" y="17"/>
                    <a:pt x="7041" y="1"/>
                    <a:pt x="6988" y="1"/>
                  </a:cubicBezTo>
                  <a:close/>
                </a:path>
              </a:pathLst>
            </a:custGeom>
            <a:solidFill>
              <a:srgbClr val="8AC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41"/>
            <p:cNvSpPr/>
            <p:nvPr/>
          </p:nvSpPr>
          <p:spPr>
            <a:xfrm>
              <a:off x="2897599" y="3921669"/>
              <a:ext cx="11620" cy="300084"/>
            </a:xfrm>
            <a:custGeom>
              <a:avLst/>
              <a:gdLst/>
              <a:ahLst/>
              <a:cxnLst/>
              <a:rect l="l" t="t" r="r" b="b"/>
              <a:pathLst>
                <a:path w="120" h="3099" extrusionOk="0">
                  <a:moveTo>
                    <a:pt x="0" y="1"/>
                  </a:moveTo>
                  <a:lnTo>
                    <a:pt x="66" y="3099"/>
                  </a:lnTo>
                  <a:lnTo>
                    <a:pt x="119" y="3099"/>
                  </a:lnTo>
                  <a:lnTo>
                    <a:pt x="52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41"/>
            <p:cNvSpPr/>
            <p:nvPr/>
          </p:nvSpPr>
          <p:spPr>
            <a:xfrm>
              <a:off x="2901182" y="3931158"/>
              <a:ext cx="131983" cy="71075"/>
            </a:xfrm>
            <a:custGeom>
              <a:avLst/>
              <a:gdLst/>
              <a:ahLst/>
              <a:cxnLst/>
              <a:rect l="l" t="t" r="r" b="b"/>
              <a:pathLst>
                <a:path w="1363" h="734" extrusionOk="0">
                  <a:moveTo>
                    <a:pt x="1311" y="1"/>
                  </a:moveTo>
                  <a:lnTo>
                    <a:pt x="1311" y="548"/>
                  </a:lnTo>
                  <a:cubicBezTo>
                    <a:pt x="1311" y="623"/>
                    <a:pt x="1208" y="682"/>
                    <a:pt x="1089" y="682"/>
                  </a:cubicBezTo>
                  <a:lnTo>
                    <a:pt x="0" y="682"/>
                  </a:lnTo>
                  <a:lnTo>
                    <a:pt x="0" y="733"/>
                  </a:lnTo>
                  <a:lnTo>
                    <a:pt x="1089" y="733"/>
                  </a:lnTo>
                  <a:cubicBezTo>
                    <a:pt x="1238" y="733"/>
                    <a:pt x="1363" y="651"/>
                    <a:pt x="1363" y="548"/>
                  </a:cubicBezTo>
                  <a:lnTo>
                    <a:pt x="1363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41"/>
            <p:cNvSpPr/>
            <p:nvPr/>
          </p:nvSpPr>
          <p:spPr>
            <a:xfrm>
              <a:off x="2898955" y="4020051"/>
              <a:ext cx="76207" cy="86181"/>
            </a:xfrm>
            <a:custGeom>
              <a:avLst/>
              <a:gdLst/>
              <a:ahLst/>
              <a:cxnLst/>
              <a:rect l="l" t="t" r="r" b="b"/>
              <a:pathLst>
                <a:path w="787" h="890" extrusionOk="0">
                  <a:moveTo>
                    <a:pt x="728" y="0"/>
                  </a:moveTo>
                  <a:lnTo>
                    <a:pt x="697" y="534"/>
                  </a:lnTo>
                  <a:cubicBezTo>
                    <a:pt x="690" y="704"/>
                    <a:pt x="550" y="838"/>
                    <a:pt x="379" y="838"/>
                  </a:cubicBezTo>
                  <a:lnTo>
                    <a:pt x="363" y="838"/>
                  </a:lnTo>
                  <a:cubicBezTo>
                    <a:pt x="274" y="831"/>
                    <a:pt x="201" y="793"/>
                    <a:pt x="141" y="728"/>
                  </a:cubicBezTo>
                  <a:cubicBezTo>
                    <a:pt x="82" y="667"/>
                    <a:pt x="52" y="585"/>
                    <a:pt x="61" y="496"/>
                  </a:cubicBezTo>
                  <a:lnTo>
                    <a:pt x="0" y="496"/>
                  </a:lnTo>
                  <a:cubicBezTo>
                    <a:pt x="0" y="594"/>
                    <a:pt x="31" y="690"/>
                    <a:pt x="96" y="763"/>
                  </a:cubicBezTo>
                  <a:cubicBezTo>
                    <a:pt x="164" y="838"/>
                    <a:pt x="260" y="882"/>
                    <a:pt x="356" y="889"/>
                  </a:cubicBezTo>
                  <a:lnTo>
                    <a:pt x="379" y="889"/>
                  </a:lnTo>
                  <a:cubicBezTo>
                    <a:pt x="578" y="889"/>
                    <a:pt x="742" y="735"/>
                    <a:pt x="756" y="534"/>
                  </a:cubicBezTo>
                  <a:lnTo>
                    <a:pt x="786" y="7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41"/>
            <p:cNvSpPr/>
            <p:nvPr/>
          </p:nvSpPr>
          <p:spPr>
            <a:xfrm>
              <a:off x="2784208" y="3944812"/>
              <a:ext cx="114843" cy="112713"/>
            </a:xfrm>
            <a:custGeom>
              <a:avLst/>
              <a:gdLst/>
              <a:ahLst/>
              <a:cxnLst/>
              <a:rect l="l" t="t" r="r" b="b"/>
              <a:pathLst>
                <a:path w="1186" h="1164" extrusionOk="0">
                  <a:moveTo>
                    <a:pt x="1" y="0"/>
                  </a:moveTo>
                  <a:lnTo>
                    <a:pt x="1" y="695"/>
                  </a:lnTo>
                  <a:cubicBezTo>
                    <a:pt x="1" y="955"/>
                    <a:pt x="207" y="1163"/>
                    <a:pt x="467" y="1163"/>
                  </a:cubicBezTo>
                  <a:lnTo>
                    <a:pt x="1185" y="1163"/>
                  </a:lnTo>
                  <a:lnTo>
                    <a:pt x="1185" y="1112"/>
                  </a:lnTo>
                  <a:lnTo>
                    <a:pt x="467" y="1112"/>
                  </a:lnTo>
                  <a:cubicBezTo>
                    <a:pt x="237" y="1112"/>
                    <a:pt x="60" y="927"/>
                    <a:pt x="60" y="695"/>
                  </a:cubicBezTo>
                  <a:lnTo>
                    <a:pt x="60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41"/>
            <p:cNvSpPr/>
            <p:nvPr/>
          </p:nvSpPr>
          <p:spPr>
            <a:xfrm>
              <a:off x="2913383" y="3946167"/>
              <a:ext cx="112713" cy="84825"/>
            </a:xfrm>
            <a:custGeom>
              <a:avLst/>
              <a:gdLst/>
              <a:ahLst/>
              <a:cxnLst/>
              <a:rect l="l" t="t" r="r" b="b"/>
              <a:pathLst>
                <a:path w="1164" h="876" extrusionOk="0">
                  <a:moveTo>
                    <a:pt x="586" y="0"/>
                  </a:moveTo>
                  <a:cubicBezTo>
                    <a:pt x="259" y="0"/>
                    <a:pt x="1" y="192"/>
                    <a:pt x="1" y="438"/>
                  </a:cubicBezTo>
                  <a:cubicBezTo>
                    <a:pt x="1" y="674"/>
                    <a:pt x="259" y="875"/>
                    <a:pt x="586" y="875"/>
                  </a:cubicBezTo>
                  <a:cubicBezTo>
                    <a:pt x="904" y="875"/>
                    <a:pt x="1164" y="674"/>
                    <a:pt x="1164" y="438"/>
                  </a:cubicBezTo>
                  <a:cubicBezTo>
                    <a:pt x="1164" y="192"/>
                    <a:pt x="904" y="0"/>
                    <a:pt x="586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41"/>
            <p:cNvSpPr/>
            <p:nvPr/>
          </p:nvSpPr>
          <p:spPr>
            <a:xfrm>
              <a:off x="2772007" y="3729552"/>
              <a:ext cx="238983" cy="202380"/>
            </a:xfrm>
            <a:custGeom>
              <a:avLst/>
              <a:gdLst/>
              <a:ahLst/>
              <a:cxnLst/>
              <a:rect l="l" t="t" r="r" b="b"/>
              <a:pathLst>
                <a:path w="2468" h="2090" extrusionOk="0">
                  <a:moveTo>
                    <a:pt x="1238" y="0"/>
                  </a:moveTo>
                  <a:cubicBezTo>
                    <a:pt x="555" y="0"/>
                    <a:pt x="1" y="473"/>
                    <a:pt x="1" y="1044"/>
                  </a:cubicBezTo>
                  <a:cubicBezTo>
                    <a:pt x="1" y="1622"/>
                    <a:pt x="555" y="2090"/>
                    <a:pt x="1238" y="2090"/>
                  </a:cubicBezTo>
                  <a:cubicBezTo>
                    <a:pt x="1912" y="2090"/>
                    <a:pt x="2467" y="1622"/>
                    <a:pt x="2467" y="1044"/>
                  </a:cubicBezTo>
                  <a:cubicBezTo>
                    <a:pt x="2467" y="473"/>
                    <a:pt x="1912" y="0"/>
                    <a:pt x="1238" y="0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41"/>
            <p:cNvSpPr/>
            <p:nvPr/>
          </p:nvSpPr>
          <p:spPr>
            <a:xfrm>
              <a:off x="2661424" y="3840716"/>
              <a:ext cx="257768" cy="117748"/>
            </a:xfrm>
            <a:custGeom>
              <a:avLst/>
              <a:gdLst/>
              <a:ahLst/>
              <a:cxnLst/>
              <a:rect l="l" t="t" r="r" b="b"/>
              <a:pathLst>
                <a:path w="2662" h="1216" extrusionOk="0">
                  <a:moveTo>
                    <a:pt x="609" y="1"/>
                  </a:moveTo>
                  <a:cubicBezTo>
                    <a:pt x="275" y="1"/>
                    <a:pt x="1" y="275"/>
                    <a:pt x="1" y="607"/>
                  </a:cubicBezTo>
                  <a:cubicBezTo>
                    <a:pt x="1" y="949"/>
                    <a:pt x="275" y="1216"/>
                    <a:pt x="609" y="1216"/>
                  </a:cubicBezTo>
                  <a:lnTo>
                    <a:pt x="2053" y="1216"/>
                  </a:lnTo>
                  <a:cubicBezTo>
                    <a:pt x="2395" y="1216"/>
                    <a:pt x="2661" y="949"/>
                    <a:pt x="2661" y="607"/>
                  </a:cubicBezTo>
                  <a:cubicBezTo>
                    <a:pt x="2661" y="275"/>
                    <a:pt x="2395" y="1"/>
                    <a:pt x="2053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41"/>
            <p:cNvSpPr/>
            <p:nvPr/>
          </p:nvSpPr>
          <p:spPr>
            <a:xfrm>
              <a:off x="2956474" y="3847785"/>
              <a:ext cx="150768" cy="91216"/>
            </a:xfrm>
            <a:custGeom>
              <a:avLst/>
              <a:gdLst/>
              <a:ahLst/>
              <a:cxnLst/>
              <a:rect l="l" t="t" r="r" b="b"/>
              <a:pathLst>
                <a:path w="1557" h="942" extrusionOk="0">
                  <a:moveTo>
                    <a:pt x="466" y="1"/>
                  </a:moveTo>
                  <a:cubicBezTo>
                    <a:pt x="207" y="1"/>
                    <a:pt x="0" y="216"/>
                    <a:pt x="0" y="476"/>
                  </a:cubicBezTo>
                  <a:cubicBezTo>
                    <a:pt x="0" y="728"/>
                    <a:pt x="207" y="942"/>
                    <a:pt x="466" y="942"/>
                  </a:cubicBezTo>
                  <a:lnTo>
                    <a:pt x="1082" y="942"/>
                  </a:lnTo>
                  <a:cubicBezTo>
                    <a:pt x="1341" y="942"/>
                    <a:pt x="1556" y="728"/>
                    <a:pt x="1556" y="476"/>
                  </a:cubicBezTo>
                  <a:cubicBezTo>
                    <a:pt x="1556" y="216"/>
                    <a:pt x="1341" y="1"/>
                    <a:pt x="1082" y="1"/>
                  </a:cubicBezTo>
                  <a:close/>
                </a:path>
              </a:pathLst>
            </a:custGeom>
            <a:solidFill>
              <a:srgbClr val="00B4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5" name="Google Shape;3165;p41"/>
          <p:cNvGrpSpPr/>
          <p:nvPr/>
        </p:nvGrpSpPr>
        <p:grpSpPr>
          <a:xfrm>
            <a:off x="4346405" y="2393116"/>
            <a:ext cx="2725254" cy="1599583"/>
            <a:chOff x="5797830" y="2813041"/>
            <a:chExt cx="2725254" cy="1599583"/>
          </a:xfrm>
        </p:grpSpPr>
        <p:sp>
          <p:nvSpPr>
            <p:cNvPr id="3166" name="Google Shape;3166;p41"/>
            <p:cNvSpPr/>
            <p:nvPr/>
          </p:nvSpPr>
          <p:spPr>
            <a:xfrm>
              <a:off x="7542181" y="3159025"/>
              <a:ext cx="342400" cy="342206"/>
            </a:xfrm>
            <a:custGeom>
              <a:avLst/>
              <a:gdLst/>
              <a:ahLst/>
              <a:cxnLst/>
              <a:rect l="l" t="t" r="r" b="b"/>
              <a:pathLst>
                <a:path w="3536" h="3534" extrusionOk="0">
                  <a:moveTo>
                    <a:pt x="1771" y="0"/>
                  </a:moveTo>
                  <a:cubicBezTo>
                    <a:pt x="793" y="0"/>
                    <a:pt x="0" y="792"/>
                    <a:pt x="0" y="1770"/>
                  </a:cubicBezTo>
                  <a:cubicBezTo>
                    <a:pt x="0" y="2741"/>
                    <a:pt x="793" y="3534"/>
                    <a:pt x="1771" y="3534"/>
                  </a:cubicBezTo>
                  <a:cubicBezTo>
                    <a:pt x="2742" y="3534"/>
                    <a:pt x="3535" y="2741"/>
                    <a:pt x="3535" y="1770"/>
                  </a:cubicBezTo>
                  <a:cubicBezTo>
                    <a:pt x="3535" y="792"/>
                    <a:pt x="2742" y="0"/>
                    <a:pt x="1771" y="0"/>
                  </a:cubicBezTo>
                  <a:close/>
                </a:path>
              </a:pathLst>
            </a:custGeom>
            <a:solidFill>
              <a:srgbClr val="FFD6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41"/>
            <p:cNvSpPr/>
            <p:nvPr/>
          </p:nvSpPr>
          <p:spPr>
            <a:xfrm>
              <a:off x="5797830" y="4103921"/>
              <a:ext cx="2575938" cy="154351"/>
            </a:xfrm>
            <a:custGeom>
              <a:avLst/>
              <a:gdLst/>
              <a:ahLst/>
              <a:cxnLst/>
              <a:rect l="l" t="t" r="r" b="b"/>
              <a:pathLst>
                <a:path w="26602" h="1594" extrusionOk="0">
                  <a:moveTo>
                    <a:pt x="1" y="0"/>
                  </a:moveTo>
                  <a:lnTo>
                    <a:pt x="1" y="1594"/>
                  </a:lnTo>
                  <a:lnTo>
                    <a:pt x="25425" y="1594"/>
                  </a:lnTo>
                  <a:cubicBezTo>
                    <a:pt x="26506" y="1594"/>
                    <a:pt x="26602" y="0"/>
                    <a:pt x="25425" y="0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41"/>
            <p:cNvSpPr/>
            <p:nvPr/>
          </p:nvSpPr>
          <p:spPr>
            <a:xfrm>
              <a:off x="5797830" y="4258176"/>
              <a:ext cx="2725254" cy="154448"/>
            </a:xfrm>
            <a:custGeom>
              <a:avLst/>
              <a:gdLst/>
              <a:ahLst/>
              <a:cxnLst/>
              <a:rect l="l" t="t" r="r" b="b"/>
              <a:pathLst>
                <a:path w="28144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965" y="1594"/>
                  </a:lnTo>
                  <a:cubicBezTo>
                    <a:pt x="28144" y="1594"/>
                    <a:pt x="28106" y="1"/>
                    <a:pt x="26965" y="1"/>
                  </a:cubicBezTo>
                  <a:close/>
                </a:path>
              </a:pathLst>
            </a:custGeom>
            <a:solidFill>
              <a:srgbClr val="B3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41"/>
            <p:cNvSpPr/>
            <p:nvPr/>
          </p:nvSpPr>
          <p:spPr>
            <a:xfrm>
              <a:off x="6373406" y="3329645"/>
              <a:ext cx="528705" cy="773692"/>
            </a:xfrm>
            <a:custGeom>
              <a:avLst/>
              <a:gdLst/>
              <a:ahLst/>
              <a:cxnLst/>
              <a:rect l="l" t="t" r="r" b="b"/>
              <a:pathLst>
                <a:path w="5460" h="7990" extrusionOk="0">
                  <a:moveTo>
                    <a:pt x="1089" y="1"/>
                  </a:moveTo>
                  <a:cubicBezTo>
                    <a:pt x="1089" y="1"/>
                    <a:pt x="747" y="7100"/>
                    <a:pt x="0" y="7989"/>
                  </a:cubicBezTo>
                  <a:lnTo>
                    <a:pt x="5460" y="7989"/>
                  </a:lnTo>
                  <a:cubicBezTo>
                    <a:pt x="5460" y="7989"/>
                    <a:pt x="4341" y="5574"/>
                    <a:pt x="4156" y="1"/>
                  </a:cubicBezTo>
                  <a:close/>
                </a:path>
              </a:pathLst>
            </a:custGeom>
            <a:solidFill>
              <a:srgbClr val="B5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41"/>
            <p:cNvSpPr/>
            <p:nvPr/>
          </p:nvSpPr>
          <p:spPr>
            <a:xfrm>
              <a:off x="6638050" y="3329645"/>
              <a:ext cx="264062" cy="773692"/>
            </a:xfrm>
            <a:custGeom>
              <a:avLst/>
              <a:gdLst/>
              <a:ahLst/>
              <a:cxnLst/>
              <a:rect l="l" t="t" r="r" b="b"/>
              <a:pathLst>
                <a:path w="2727" h="7990" extrusionOk="0">
                  <a:moveTo>
                    <a:pt x="1" y="1"/>
                  </a:moveTo>
                  <a:lnTo>
                    <a:pt x="1" y="7989"/>
                  </a:lnTo>
                  <a:lnTo>
                    <a:pt x="2727" y="7989"/>
                  </a:lnTo>
                  <a:cubicBezTo>
                    <a:pt x="2727" y="7989"/>
                    <a:pt x="1608" y="5574"/>
                    <a:pt x="1423" y="1"/>
                  </a:cubicBez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41"/>
            <p:cNvSpPr/>
            <p:nvPr/>
          </p:nvSpPr>
          <p:spPr>
            <a:xfrm>
              <a:off x="6462202" y="3543549"/>
              <a:ext cx="330296" cy="38830"/>
            </a:xfrm>
            <a:custGeom>
              <a:avLst/>
              <a:gdLst/>
              <a:ahLst/>
              <a:cxnLst/>
              <a:rect l="l" t="t" r="r" b="b"/>
              <a:pathLst>
                <a:path w="3411" h="401" extrusionOk="0">
                  <a:moveTo>
                    <a:pt x="31" y="0"/>
                  </a:moveTo>
                  <a:lnTo>
                    <a:pt x="1" y="401"/>
                  </a:lnTo>
                  <a:lnTo>
                    <a:pt x="3410" y="401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41"/>
            <p:cNvSpPr/>
            <p:nvPr/>
          </p:nvSpPr>
          <p:spPr>
            <a:xfrm>
              <a:off x="6447967" y="3696255"/>
              <a:ext cx="363800" cy="39701"/>
            </a:xfrm>
            <a:custGeom>
              <a:avLst/>
              <a:gdLst/>
              <a:ahLst/>
              <a:cxnLst/>
              <a:rect l="l" t="t" r="r" b="b"/>
              <a:pathLst>
                <a:path w="3757" h="410" extrusionOk="0">
                  <a:moveTo>
                    <a:pt x="38" y="1"/>
                  </a:moveTo>
                  <a:lnTo>
                    <a:pt x="0" y="410"/>
                  </a:lnTo>
                  <a:lnTo>
                    <a:pt x="3756" y="410"/>
                  </a:lnTo>
                  <a:lnTo>
                    <a:pt x="3698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41"/>
            <p:cNvSpPr/>
            <p:nvPr/>
          </p:nvSpPr>
          <p:spPr>
            <a:xfrm>
              <a:off x="6479438" y="3329645"/>
              <a:ext cx="298728" cy="43865"/>
            </a:xfrm>
            <a:custGeom>
              <a:avLst/>
              <a:gdLst/>
              <a:ahLst/>
              <a:cxnLst/>
              <a:rect l="l" t="t" r="r" b="b"/>
              <a:pathLst>
                <a:path w="3085" h="453" extrusionOk="0">
                  <a:moveTo>
                    <a:pt x="24" y="1"/>
                  </a:moveTo>
                  <a:lnTo>
                    <a:pt x="1" y="445"/>
                  </a:lnTo>
                  <a:lnTo>
                    <a:pt x="3084" y="452"/>
                  </a:lnTo>
                  <a:lnTo>
                    <a:pt x="3061" y="1"/>
                  </a:lnTo>
                  <a:close/>
                </a:path>
              </a:pathLst>
            </a:custGeom>
            <a:solidFill>
              <a:srgbClr val="9E5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41"/>
            <p:cNvSpPr/>
            <p:nvPr/>
          </p:nvSpPr>
          <p:spPr>
            <a:xfrm>
              <a:off x="6878487" y="3461047"/>
              <a:ext cx="248375" cy="647228"/>
            </a:xfrm>
            <a:custGeom>
              <a:avLst/>
              <a:gdLst/>
              <a:ahLst/>
              <a:cxnLst/>
              <a:rect l="l" t="t" r="r" b="b"/>
              <a:pathLst>
                <a:path w="2565" h="6684" extrusionOk="0">
                  <a:moveTo>
                    <a:pt x="0" y="1"/>
                  </a:moveTo>
                  <a:lnTo>
                    <a:pt x="0" y="6684"/>
                  </a:lnTo>
                  <a:lnTo>
                    <a:pt x="2565" y="6684"/>
                  </a:lnTo>
                  <a:lnTo>
                    <a:pt x="2565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41"/>
            <p:cNvSpPr/>
            <p:nvPr/>
          </p:nvSpPr>
          <p:spPr>
            <a:xfrm>
              <a:off x="6922159" y="3514112"/>
              <a:ext cx="24595" cy="30212"/>
            </a:xfrm>
            <a:custGeom>
              <a:avLst/>
              <a:gdLst/>
              <a:ahLst/>
              <a:cxnLst/>
              <a:rect l="l" t="t" r="r" b="b"/>
              <a:pathLst>
                <a:path w="254" h="312" extrusionOk="0">
                  <a:moveTo>
                    <a:pt x="1" y="0"/>
                  </a:moveTo>
                  <a:lnTo>
                    <a:pt x="1" y="312"/>
                  </a:lnTo>
                  <a:lnTo>
                    <a:pt x="253" y="312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41"/>
            <p:cNvSpPr/>
            <p:nvPr/>
          </p:nvSpPr>
          <p:spPr>
            <a:xfrm>
              <a:off x="6967477" y="3514112"/>
              <a:ext cx="25080" cy="30212"/>
            </a:xfrm>
            <a:custGeom>
              <a:avLst/>
              <a:gdLst/>
              <a:ahLst/>
              <a:cxnLst/>
              <a:rect l="l" t="t" r="r" b="b"/>
              <a:pathLst>
                <a:path w="259" h="312" extrusionOk="0">
                  <a:moveTo>
                    <a:pt x="1" y="0"/>
                  </a:moveTo>
                  <a:lnTo>
                    <a:pt x="1" y="312"/>
                  </a:lnTo>
                  <a:lnTo>
                    <a:pt x="258" y="312"/>
                  </a:lnTo>
                  <a:lnTo>
                    <a:pt x="25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41"/>
            <p:cNvSpPr/>
            <p:nvPr/>
          </p:nvSpPr>
          <p:spPr>
            <a:xfrm>
              <a:off x="7012601" y="3514112"/>
              <a:ext cx="25273" cy="30212"/>
            </a:xfrm>
            <a:custGeom>
              <a:avLst/>
              <a:gdLst/>
              <a:ahLst/>
              <a:cxnLst/>
              <a:rect l="l" t="t" r="r" b="b"/>
              <a:pathLst>
                <a:path w="261" h="312" extrusionOk="0">
                  <a:moveTo>
                    <a:pt x="1" y="0"/>
                  </a:moveTo>
                  <a:lnTo>
                    <a:pt x="1" y="312"/>
                  </a:lnTo>
                  <a:lnTo>
                    <a:pt x="260" y="312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41"/>
            <p:cNvSpPr/>
            <p:nvPr/>
          </p:nvSpPr>
          <p:spPr>
            <a:xfrm>
              <a:off x="7058596" y="3514112"/>
              <a:ext cx="24402" cy="30212"/>
            </a:xfrm>
            <a:custGeom>
              <a:avLst/>
              <a:gdLst/>
              <a:ahLst/>
              <a:cxnLst/>
              <a:rect l="l" t="t" r="r" b="b"/>
              <a:pathLst>
                <a:path w="252" h="312" extrusionOk="0">
                  <a:moveTo>
                    <a:pt x="0" y="0"/>
                  </a:moveTo>
                  <a:lnTo>
                    <a:pt x="0" y="312"/>
                  </a:lnTo>
                  <a:lnTo>
                    <a:pt x="251" y="312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41"/>
            <p:cNvSpPr/>
            <p:nvPr/>
          </p:nvSpPr>
          <p:spPr>
            <a:xfrm>
              <a:off x="6911507" y="3542871"/>
              <a:ext cx="182336" cy="5035"/>
            </a:xfrm>
            <a:custGeom>
              <a:avLst/>
              <a:gdLst/>
              <a:ahLst/>
              <a:cxnLst/>
              <a:rect l="l" t="t" r="r" b="b"/>
              <a:pathLst>
                <a:path w="1883" h="52" extrusionOk="0">
                  <a:moveTo>
                    <a:pt x="1" y="0"/>
                  </a:moveTo>
                  <a:lnTo>
                    <a:pt x="1" y="52"/>
                  </a:lnTo>
                  <a:lnTo>
                    <a:pt x="1882" y="52"/>
                  </a:lnTo>
                  <a:lnTo>
                    <a:pt x="1882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41"/>
            <p:cNvSpPr/>
            <p:nvPr/>
          </p:nvSpPr>
          <p:spPr>
            <a:xfrm>
              <a:off x="6922159" y="3603779"/>
              <a:ext cx="24595" cy="30309"/>
            </a:xfrm>
            <a:custGeom>
              <a:avLst/>
              <a:gdLst/>
              <a:ahLst/>
              <a:cxnLst/>
              <a:rect l="l" t="t" r="r" b="b"/>
              <a:pathLst>
                <a:path w="254" h="313" extrusionOk="0">
                  <a:moveTo>
                    <a:pt x="1" y="1"/>
                  </a:moveTo>
                  <a:lnTo>
                    <a:pt x="1" y="312"/>
                  </a:lnTo>
                  <a:lnTo>
                    <a:pt x="253" y="312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41"/>
            <p:cNvSpPr/>
            <p:nvPr/>
          </p:nvSpPr>
          <p:spPr>
            <a:xfrm>
              <a:off x="6967477" y="3603779"/>
              <a:ext cx="25080" cy="30309"/>
            </a:xfrm>
            <a:custGeom>
              <a:avLst/>
              <a:gdLst/>
              <a:ahLst/>
              <a:cxnLst/>
              <a:rect l="l" t="t" r="r" b="b"/>
              <a:pathLst>
                <a:path w="259" h="313" extrusionOk="0">
                  <a:moveTo>
                    <a:pt x="1" y="1"/>
                  </a:moveTo>
                  <a:lnTo>
                    <a:pt x="1" y="312"/>
                  </a:lnTo>
                  <a:lnTo>
                    <a:pt x="258" y="312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41"/>
            <p:cNvSpPr/>
            <p:nvPr/>
          </p:nvSpPr>
          <p:spPr>
            <a:xfrm>
              <a:off x="7012601" y="3603779"/>
              <a:ext cx="25273" cy="30309"/>
            </a:xfrm>
            <a:custGeom>
              <a:avLst/>
              <a:gdLst/>
              <a:ahLst/>
              <a:cxnLst/>
              <a:rect l="l" t="t" r="r" b="b"/>
              <a:pathLst>
                <a:path w="261" h="313" extrusionOk="0">
                  <a:moveTo>
                    <a:pt x="1" y="1"/>
                  </a:moveTo>
                  <a:lnTo>
                    <a:pt x="1" y="312"/>
                  </a:lnTo>
                  <a:lnTo>
                    <a:pt x="260" y="312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41"/>
            <p:cNvSpPr/>
            <p:nvPr/>
          </p:nvSpPr>
          <p:spPr>
            <a:xfrm>
              <a:off x="7058596" y="3603779"/>
              <a:ext cx="24402" cy="30309"/>
            </a:xfrm>
            <a:custGeom>
              <a:avLst/>
              <a:gdLst/>
              <a:ahLst/>
              <a:cxnLst/>
              <a:rect l="l" t="t" r="r" b="b"/>
              <a:pathLst>
                <a:path w="252" h="313" extrusionOk="0">
                  <a:moveTo>
                    <a:pt x="0" y="1"/>
                  </a:moveTo>
                  <a:lnTo>
                    <a:pt x="0" y="312"/>
                  </a:lnTo>
                  <a:lnTo>
                    <a:pt x="251" y="312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41"/>
            <p:cNvSpPr/>
            <p:nvPr/>
          </p:nvSpPr>
          <p:spPr>
            <a:xfrm>
              <a:off x="6911507" y="3632539"/>
              <a:ext cx="182336" cy="5132"/>
            </a:xfrm>
            <a:custGeom>
              <a:avLst/>
              <a:gdLst/>
              <a:ahLst/>
              <a:cxnLst/>
              <a:rect l="l" t="t" r="r" b="b"/>
              <a:pathLst>
                <a:path w="1883" h="53" extrusionOk="0">
                  <a:moveTo>
                    <a:pt x="1" y="1"/>
                  </a:moveTo>
                  <a:lnTo>
                    <a:pt x="1" y="52"/>
                  </a:lnTo>
                  <a:lnTo>
                    <a:pt x="1882" y="52"/>
                  </a:lnTo>
                  <a:lnTo>
                    <a:pt x="1882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41"/>
            <p:cNvSpPr/>
            <p:nvPr/>
          </p:nvSpPr>
          <p:spPr>
            <a:xfrm>
              <a:off x="6922159" y="3693543"/>
              <a:ext cx="24595" cy="30212"/>
            </a:xfrm>
            <a:custGeom>
              <a:avLst/>
              <a:gdLst/>
              <a:ahLst/>
              <a:cxnLst/>
              <a:rect l="l" t="t" r="r" b="b"/>
              <a:pathLst>
                <a:path w="254" h="312" extrusionOk="0">
                  <a:moveTo>
                    <a:pt x="1" y="0"/>
                  </a:moveTo>
                  <a:lnTo>
                    <a:pt x="1" y="312"/>
                  </a:lnTo>
                  <a:lnTo>
                    <a:pt x="253" y="312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41"/>
            <p:cNvSpPr/>
            <p:nvPr/>
          </p:nvSpPr>
          <p:spPr>
            <a:xfrm>
              <a:off x="6967477" y="3693543"/>
              <a:ext cx="25080" cy="30212"/>
            </a:xfrm>
            <a:custGeom>
              <a:avLst/>
              <a:gdLst/>
              <a:ahLst/>
              <a:cxnLst/>
              <a:rect l="l" t="t" r="r" b="b"/>
              <a:pathLst>
                <a:path w="259" h="312" extrusionOk="0">
                  <a:moveTo>
                    <a:pt x="1" y="0"/>
                  </a:moveTo>
                  <a:lnTo>
                    <a:pt x="1" y="312"/>
                  </a:lnTo>
                  <a:lnTo>
                    <a:pt x="258" y="312"/>
                  </a:lnTo>
                  <a:lnTo>
                    <a:pt x="25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41"/>
            <p:cNvSpPr/>
            <p:nvPr/>
          </p:nvSpPr>
          <p:spPr>
            <a:xfrm>
              <a:off x="7012601" y="3693543"/>
              <a:ext cx="25273" cy="30212"/>
            </a:xfrm>
            <a:custGeom>
              <a:avLst/>
              <a:gdLst/>
              <a:ahLst/>
              <a:cxnLst/>
              <a:rect l="l" t="t" r="r" b="b"/>
              <a:pathLst>
                <a:path w="261" h="312" extrusionOk="0">
                  <a:moveTo>
                    <a:pt x="1" y="0"/>
                  </a:moveTo>
                  <a:lnTo>
                    <a:pt x="1" y="312"/>
                  </a:lnTo>
                  <a:lnTo>
                    <a:pt x="260" y="312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41"/>
            <p:cNvSpPr/>
            <p:nvPr/>
          </p:nvSpPr>
          <p:spPr>
            <a:xfrm>
              <a:off x="7058596" y="3693543"/>
              <a:ext cx="24402" cy="30212"/>
            </a:xfrm>
            <a:custGeom>
              <a:avLst/>
              <a:gdLst/>
              <a:ahLst/>
              <a:cxnLst/>
              <a:rect l="l" t="t" r="r" b="b"/>
              <a:pathLst>
                <a:path w="252" h="312" extrusionOk="0">
                  <a:moveTo>
                    <a:pt x="0" y="0"/>
                  </a:moveTo>
                  <a:lnTo>
                    <a:pt x="0" y="312"/>
                  </a:lnTo>
                  <a:lnTo>
                    <a:pt x="251" y="312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41"/>
            <p:cNvSpPr/>
            <p:nvPr/>
          </p:nvSpPr>
          <p:spPr>
            <a:xfrm>
              <a:off x="6911507" y="3722109"/>
              <a:ext cx="182336" cy="6004"/>
            </a:xfrm>
            <a:custGeom>
              <a:avLst/>
              <a:gdLst/>
              <a:ahLst/>
              <a:cxnLst/>
              <a:rect l="l" t="t" r="r" b="b"/>
              <a:pathLst>
                <a:path w="1883" h="62" extrusionOk="0">
                  <a:moveTo>
                    <a:pt x="1" y="1"/>
                  </a:moveTo>
                  <a:lnTo>
                    <a:pt x="1" y="61"/>
                  </a:lnTo>
                  <a:lnTo>
                    <a:pt x="1882" y="61"/>
                  </a:lnTo>
                  <a:lnTo>
                    <a:pt x="1882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41"/>
            <p:cNvSpPr/>
            <p:nvPr/>
          </p:nvSpPr>
          <p:spPr>
            <a:xfrm>
              <a:off x="6922159" y="3783985"/>
              <a:ext cx="24595" cy="29534"/>
            </a:xfrm>
            <a:custGeom>
              <a:avLst/>
              <a:gdLst/>
              <a:ahLst/>
              <a:cxnLst/>
              <a:rect l="l" t="t" r="r" b="b"/>
              <a:pathLst>
                <a:path w="254" h="305" extrusionOk="0">
                  <a:moveTo>
                    <a:pt x="1" y="0"/>
                  </a:moveTo>
                  <a:lnTo>
                    <a:pt x="1" y="304"/>
                  </a:lnTo>
                  <a:lnTo>
                    <a:pt x="253" y="304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41"/>
            <p:cNvSpPr/>
            <p:nvPr/>
          </p:nvSpPr>
          <p:spPr>
            <a:xfrm>
              <a:off x="6967477" y="3783985"/>
              <a:ext cx="25080" cy="29534"/>
            </a:xfrm>
            <a:custGeom>
              <a:avLst/>
              <a:gdLst/>
              <a:ahLst/>
              <a:cxnLst/>
              <a:rect l="l" t="t" r="r" b="b"/>
              <a:pathLst>
                <a:path w="259" h="305" extrusionOk="0">
                  <a:moveTo>
                    <a:pt x="1" y="0"/>
                  </a:moveTo>
                  <a:lnTo>
                    <a:pt x="1" y="304"/>
                  </a:lnTo>
                  <a:lnTo>
                    <a:pt x="258" y="304"/>
                  </a:lnTo>
                  <a:lnTo>
                    <a:pt x="25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41"/>
            <p:cNvSpPr/>
            <p:nvPr/>
          </p:nvSpPr>
          <p:spPr>
            <a:xfrm>
              <a:off x="7012601" y="3783985"/>
              <a:ext cx="25273" cy="29534"/>
            </a:xfrm>
            <a:custGeom>
              <a:avLst/>
              <a:gdLst/>
              <a:ahLst/>
              <a:cxnLst/>
              <a:rect l="l" t="t" r="r" b="b"/>
              <a:pathLst>
                <a:path w="261" h="305" extrusionOk="0">
                  <a:moveTo>
                    <a:pt x="1" y="0"/>
                  </a:moveTo>
                  <a:lnTo>
                    <a:pt x="1" y="304"/>
                  </a:lnTo>
                  <a:lnTo>
                    <a:pt x="260" y="304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41"/>
            <p:cNvSpPr/>
            <p:nvPr/>
          </p:nvSpPr>
          <p:spPr>
            <a:xfrm>
              <a:off x="7058596" y="3783985"/>
              <a:ext cx="24402" cy="29534"/>
            </a:xfrm>
            <a:custGeom>
              <a:avLst/>
              <a:gdLst/>
              <a:ahLst/>
              <a:cxnLst/>
              <a:rect l="l" t="t" r="r" b="b"/>
              <a:pathLst>
                <a:path w="252" h="305" extrusionOk="0">
                  <a:moveTo>
                    <a:pt x="0" y="0"/>
                  </a:moveTo>
                  <a:lnTo>
                    <a:pt x="0" y="304"/>
                  </a:lnTo>
                  <a:lnTo>
                    <a:pt x="251" y="304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41"/>
            <p:cNvSpPr/>
            <p:nvPr/>
          </p:nvSpPr>
          <p:spPr>
            <a:xfrm>
              <a:off x="6911507" y="3811873"/>
              <a:ext cx="182336" cy="5907"/>
            </a:xfrm>
            <a:custGeom>
              <a:avLst/>
              <a:gdLst/>
              <a:ahLst/>
              <a:cxnLst/>
              <a:rect l="l" t="t" r="r" b="b"/>
              <a:pathLst>
                <a:path w="1883" h="61" extrusionOk="0">
                  <a:moveTo>
                    <a:pt x="1" y="0"/>
                  </a:moveTo>
                  <a:lnTo>
                    <a:pt x="1" y="61"/>
                  </a:lnTo>
                  <a:lnTo>
                    <a:pt x="1882" y="61"/>
                  </a:lnTo>
                  <a:lnTo>
                    <a:pt x="1882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41"/>
            <p:cNvSpPr/>
            <p:nvPr/>
          </p:nvSpPr>
          <p:spPr>
            <a:xfrm>
              <a:off x="6922159" y="3873653"/>
              <a:ext cx="24595" cy="29340"/>
            </a:xfrm>
            <a:custGeom>
              <a:avLst/>
              <a:gdLst/>
              <a:ahLst/>
              <a:cxnLst/>
              <a:rect l="l" t="t" r="r" b="b"/>
              <a:pathLst>
                <a:path w="254" h="303" extrusionOk="0">
                  <a:moveTo>
                    <a:pt x="1" y="1"/>
                  </a:moveTo>
                  <a:lnTo>
                    <a:pt x="1" y="303"/>
                  </a:lnTo>
                  <a:lnTo>
                    <a:pt x="253" y="303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41"/>
            <p:cNvSpPr/>
            <p:nvPr/>
          </p:nvSpPr>
          <p:spPr>
            <a:xfrm>
              <a:off x="6967477" y="3873653"/>
              <a:ext cx="25080" cy="29340"/>
            </a:xfrm>
            <a:custGeom>
              <a:avLst/>
              <a:gdLst/>
              <a:ahLst/>
              <a:cxnLst/>
              <a:rect l="l" t="t" r="r" b="b"/>
              <a:pathLst>
                <a:path w="259" h="303" extrusionOk="0">
                  <a:moveTo>
                    <a:pt x="1" y="1"/>
                  </a:moveTo>
                  <a:lnTo>
                    <a:pt x="1" y="303"/>
                  </a:lnTo>
                  <a:lnTo>
                    <a:pt x="258" y="30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41"/>
            <p:cNvSpPr/>
            <p:nvPr/>
          </p:nvSpPr>
          <p:spPr>
            <a:xfrm>
              <a:off x="7012601" y="3873653"/>
              <a:ext cx="25273" cy="29340"/>
            </a:xfrm>
            <a:custGeom>
              <a:avLst/>
              <a:gdLst/>
              <a:ahLst/>
              <a:cxnLst/>
              <a:rect l="l" t="t" r="r" b="b"/>
              <a:pathLst>
                <a:path w="261" h="303" extrusionOk="0">
                  <a:moveTo>
                    <a:pt x="1" y="1"/>
                  </a:moveTo>
                  <a:lnTo>
                    <a:pt x="1" y="303"/>
                  </a:lnTo>
                  <a:lnTo>
                    <a:pt x="260" y="303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41"/>
            <p:cNvSpPr/>
            <p:nvPr/>
          </p:nvSpPr>
          <p:spPr>
            <a:xfrm>
              <a:off x="7058596" y="3873653"/>
              <a:ext cx="24402" cy="29340"/>
            </a:xfrm>
            <a:custGeom>
              <a:avLst/>
              <a:gdLst/>
              <a:ahLst/>
              <a:cxnLst/>
              <a:rect l="l" t="t" r="r" b="b"/>
              <a:pathLst>
                <a:path w="252" h="303" extrusionOk="0">
                  <a:moveTo>
                    <a:pt x="0" y="1"/>
                  </a:moveTo>
                  <a:lnTo>
                    <a:pt x="0" y="303"/>
                  </a:lnTo>
                  <a:lnTo>
                    <a:pt x="251" y="303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41"/>
            <p:cNvSpPr/>
            <p:nvPr/>
          </p:nvSpPr>
          <p:spPr>
            <a:xfrm>
              <a:off x="6911507" y="3901541"/>
              <a:ext cx="182336" cy="5810"/>
            </a:xfrm>
            <a:custGeom>
              <a:avLst/>
              <a:gdLst/>
              <a:ahLst/>
              <a:cxnLst/>
              <a:rect l="l" t="t" r="r" b="b"/>
              <a:pathLst>
                <a:path w="1883" h="60" extrusionOk="0">
                  <a:moveTo>
                    <a:pt x="1" y="1"/>
                  </a:moveTo>
                  <a:lnTo>
                    <a:pt x="1" y="59"/>
                  </a:lnTo>
                  <a:lnTo>
                    <a:pt x="1882" y="59"/>
                  </a:lnTo>
                  <a:lnTo>
                    <a:pt x="1882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41"/>
            <p:cNvSpPr/>
            <p:nvPr/>
          </p:nvSpPr>
          <p:spPr>
            <a:xfrm>
              <a:off x="6922159" y="3963223"/>
              <a:ext cx="24595" cy="29534"/>
            </a:xfrm>
            <a:custGeom>
              <a:avLst/>
              <a:gdLst/>
              <a:ahLst/>
              <a:cxnLst/>
              <a:rect l="l" t="t" r="r" b="b"/>
              <a:pathLst>
                <a:path w="254" h="305" extrusionOk="0">
                  <a:moveTo>
                    <a:pt x="1" y="0"/>
                  </a:moveTo>
                  <a:lnTo>
                    <a:pt x="1" y="304"/>
                  </a:lnTo>
                  <a:lnTo>
                    <a:pt x="253" y="304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41"/>
            <p:cNvSpPr/>
            <p:nvPr/>
          </p:nvSpPr>
          <p:spPr>
            <a:xfrm>
              <a:off x="6967477" y="3963223"/>
              <a:ext cx="25080" cy="29534"/>
            </a:xfrm>
            <a:custGeom>
              <a:avLst/>
              <a:gdLst/>
              <a:ahLst/>
              <a:cxnLst/>
              <a:rect l="l" t="t" r="r" b="b"/>
              <a:pathLst>
                <a:path w="259" h="305" extrusionOk="0">
                  <a:moveTo>
                    <a:pt x="1" y="0"/>
                  </a:moveTo>
                  <a:lnTo>
                    <a:pt x="1" y="304"/>
                  </a:lnTo>
                  <a:lnTo>
                    <a:pt x="258" y="304"/>
                  </a:lnTo>
                  <a:lnTo>
                    <a:pt x="258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41"/>
            <p:cNvSpPr/>
            <p:nvPr/>
          </p:nvSpPr>
          <p:spPr>
            <a:xfrm>
              <a:off x="7012601" y="3963223"/>
              <a:ext cx="25273" cy="29534"/>
            </a:xfrm>
            <a:custGeom>
              <a:avLst/>
              <a:gdLst/>
              <a:ahLst/>
              <a:cxnLst/>
              <a:rect l="l" t="t" r="r" b="b"/>
              <a:pathLst>
                <a:path w="261" h="305" extrusionOk="0">
                  <a:moveTo>
                    <a:pt x="1" y="0"/>
                  </a:moveTo>
                  <a:lnTo>
                    <a:pt x="1" y="304"/>
                  </a:lnTo>
                  <a:lnTo>
                    <a:pt x="260" y="304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41"/>
            <p:cNvSpPr/>
            <p:nvPr/>
          </p:nvSpPr>
          <p:spPr>
            <a:xfrm>
              <a:off x="7058596" y="3963223"/>
              <a:ext cx="24402" cy="29534"/>
            </a:xfrm>
            <a:custGeom>
              <a:avLst/>
              <a:gdLst/>
              <a:ahLst/>
              <a:cxnLst/>
              <a:rect l="l" t="t" r="r" b="b"/>
              <a:pathLst>
                <a:path w="252" h="305" extrusionOk="0">
                  <a:moveTo>
                    <a:pt x="0" y="0"/>
                  </a:moveTo>
                  <a:lnTo>
                    <a:pt x="0" y="304"/>
                  </a:lnTo>
                  <a:lnTo>
                    <a:pt x="251" y="304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41"/>
            <p:cNvSpPr/>
            <p:nvPr/>
          </p:nvSpPr>
          <p:spPr>
            <a:xfrm>
              <a:off x="6911507" y="3991305"/>
              <a:ext cx="182336" cy="5713"/>
            </a:xfrm>
            <a:custGeom>
              <a:avLst/>
              <a:gdLst/>
              <a:ahLst/>
              <a:cxnLst/>
              <a:rect l="l" t="t" r="r" b="b"/>
              <a:pathLst>
                <a:path w="1883" h="59" extrusionOk="0">
                  <a:moveTo>
                    <a:pt x="1" y="0"/>
                  </a:moveTo>
                  <a:lnTo>
                    <a:pt x="1" y="59"/>
                  </a:lnTo>
                  <a:lnTo>
                    <a:pt x="1882" y="59"/>
                  </a:lnTo>
                  <a:lnTo>
                    <a:pt x="1882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41"/>
            <p:cNvSpPr/>
            <p:nvPr/>
          </p:nvSpPr>
          <p:spPr>
            <a:xfrm>
              <a:off x="7123184" y="3461047"/>
              <a:ext cx="249053" cy="647228"/>
            </a:xfrm>
            <a:custGeom>
              <a:avLst/>
              <a:gdLst/>
              <a:ahLst/>
              <a:cxnLst/>
              <a:rect l="l" t="t" r="r" b="b"/>
              <a:pathLst>
                <a:path w="2572" h="6684" extrusionOk="0">
                  <a:moveTo>
                    <a:pt x="0" y="1"/>
                  </a:moveTo>
                  <a:lnTo>
                    <a:pt x="0" y="6684"/>
                  </a:lnTo>
                  <a:lnTo>
                    <a:pt x="2572" y="6684"/>
                  </a:lnTo>
                  <a:lnTo>
                    <a:pt x="2572" y="1"/>
                  </a:ln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41"/>
            <p:cNvSpPr/>
            <p:nvPr/>
          </p:nvSpPr>
          <p:spPr>
            <a:xfrm>
              <a:off x="7166856" y="3514112"/>
              <a:ext cx="25273" cy="30212"/>
            </a:xfrm>
            <a:custGeom>
              <a:avLst/>
              <a:gdLst/>
              <a:ahLst/>
              <a:cxnLst/>
              <a:rect l="l" t="t" r="r" b="b"/>
              <a:pathLst>
                <a:path w="261" h="312" extrusionOk="0">
                  <a:moveTo>
                    <a:pt x="1" y="0"/>
                  </a:moveTo>
                  <a:lnTo>
                    <a:pt x="1" y="312"/>
                  </a:lnTo>
                  <a:lnTo>
                    <a:pt x="261" y="312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41"/>
            <p:cNvSpPr/>
            <p:nvPr/>
          </p:nvSpPr>
          <p:spPr>
            <a:xfrm>
              <a:off x="7211980" y="3514112"/>
              <a:ext cx="25273" cy="30212"/>
            </a:xfrm>
            <a:custGeom>
              <a:avLst/>
              <a:gdLst/>
              <a:ahLst/>
              <a:cxnLst/>
              <a:rect l="l" t="t" r="r" b="b"/>
              <a:pathLst>
                <a:path w="261" h="312" extrusionOk="0">
                  <a:moveTo>
                    <a:pt x="1" y="0"/>
                  </a:moveTo>
                  <a:lnTo>
                    <a:pt x="1" y="312"/>
                  </a:lnTo>
                  <a:lnTo>
                    <a:pt x="261" y="312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41"/>
            <p:cNvSpPr/>
            <p:nvPr/>
          </p:nvSpPr>
          <p:spPr>
            <a:xfrm>
              <a:off x="7257976" y="3514112"/>
              <a:ext cx="24595" cy="30212"/>
            </a:xfrm>
            <a:custGeom>
              <a:avLst/>
              <a:gdLst/>
              <a:ahLst/>
              <a:cxnLst/>
              <a:rect l="l" t="t" r="r" b="b"/>
              <a:pathLst>
                <a:path w="254" h="312" extrusionOk="0">
                  <a:moveTo>
                    <a:pt x="1" y="0"/>
                  </a:moveTo>
                  <a:lnTo>
                    <a:pt x="1" y="312"/>
                  </a:lnTo>
                  <a:lnTo>
                    <a:pt x="253" y="312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41"/>
            <p:cNvSpPr/>
            <p:nvPr/>
          </p:nvSpPr>
          <p:spPr>
            <a:xfrm>
              <a:off x="7303294" y="3514112"/>
              <a:ext cx="24402" cy="30212"/>
            </a:xfrm>
            <a:custGeom>
              <a:avLst/>
              <a:gdLst/>
              <a:ahLst/>
              <a:cxnLst/>
              <a:rect l="l" t="t" r="r" b="b"/>
              <a:pathLst>
                <a:path w="252" h="312" extrusionOk="0">
                  <a:moveTo>
                    <a:pt x="0" y="0"/>
                  </a:moveTo>
                  <a:lnTo>
                    <a:pt x="0" y="312"/>
                  </a:lnTo>
                  <a:lnTo>
                    <a:pt x="251" y="312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41"/>
            <p:cNvSpPr/>
            <p:nvPr/>
          </p:nvSpPr>
          <p:spPr>
            <a:xfrm>
              <a:off x="7156011" y="3542871"/>
              <a:ext cx="182529" cy="5035"/>
            </a:xfrm>
            <a:custGeom>
              <a:avLst/>
              <a:gdLst/>
              <a:ahLst/>
              <a:cxnLst/>
              <a:rect l="l" t="t" r="r" b="b"/>
              <a:pathLst>
                <a:path w="1885" h="52" extrusionOk="0">
                  <a:moveTo>
                    <a:pt x="1" y="0"/>
                  </a:moveTo>
                  <a:lnTo>
                    <a:pt x="1" y="52"/>
                  </a:lnTo>
                  <a:lnTo>
                    <a:pt x="1884" y="52"/>
                  </a:lnTo>
                  <a:lnTo>
                    <a:pt x="1884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41"/>
            <p:cNvSpPr/>
            <p:nvPr/>
          </p:nvSpPr>
          <p:spPr>
            <a:xfrm>
              <a:off x="7166856" y="3603779"/>
              <a:ext cx="25273" cy="30309"/>
            </a:xfrm>
            <a:custGeom>
              <a:avLst/>
              <a:gdLst/>
              <a:ahLst/>
              <a:cxnLst/>
              <a:rect l="l" t="t" r="r" b="b"/>
              <a:pathLst>
                <a:path w="261" h="313" extrusionOk="0">
                  <a:moveTo>
                    <a:pt x="1" y="1"/>
                  </a:moveTo>
                  <a:lnTo>
                    <a:pt x="1" y="312"/>
                  </a:lnTo>
                  <a:lnTo>
                    <a:pt x="261" y="312"/>
                  </a:lnTo>
                  <a:lnTo>
                    <a:pt x="261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41"/>
            <p:cNvSpPr/>
            <p:nvPr/>
          </p:nvSpPr>
          <p:spPr>
            <a:xfrm>
              <a:off x="7211980" y="3603779"/>
              <a:ext cx="25273" cy="30309"/>
            </a:xfrm>
            <a:custGeom>
              <a:avLst/>
              <a:gdLst/>
              <a:ahLst/>
              <a:cxnLst/>
              <a:rect l="l" t="t" r="r" b="b"/>
              <a:pathLst>
                <a:path w="261" h="313" extrusionOk="0">
                  <a:moveTo>
                    <a:pt x="1" y="1"/>
                  </a:moveTo>
                  <a:lnTo>
                    <a:pt x="1" y="312"/>
                  </a:lnTo>
                  <a:lnTo>
                    <a:pt x="261" y="312"/>
                  </a:lnTo>
                  <a:lnTo>
                    <a:pt x="261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41"/>
            <p:cNvSpPr/>
            <p:nvPr/>
          </p:nvSpPr>
          <p:spPr>
            <a:xfrm>
              <a:off x="7257976" y="3603779"/>
              <a:ext cx="24595" cy="30309"/>
            </a:xfrm>
            <a:custGeom>
              <a:avLst/>
              <a:gdLst/>
              <a:ahLst/>
              <a:cxnLst/>
              <a:rect l="l" t="t" r="r" b="b"/>
              <a:pathLst>
                <a:path w="254" h="313" extrusionOk="0">
                  <a:moveTo>
                    <a:pt x="1" y="1"/>
                  </a:moveTo>
                  <a:lnTo>
                    <a:pt x="1" y="312"/>
                  </a:lnTo>
                  <a:lnTo>
                    <a:pt x="253" y="312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41"/>
            <p:cNvSpPr/>
            <p:nvPr/>
          </p:nvSpPr>
          <p:spPr>
            <a:xfrm>
              <a:off x="7303294" y="3603779"/>
              <a:ext cx="24402" cy="30309"/>
            </a:xfrm>
            <a:custGeom>
              <a:avLst/>
              <a:gdLst/>
              <a:ahLst/>
              <a:cxnLst/>
              <a:rect l="l" t="t" r="r" b="b"/>
              <a:pathLst>
                <a:path w="252" h="313" extrusionOk="0">
                  <a:moveTo>
                    <a:pt x="0" y="1"/>
                  </a:moveTo>
                  <a:lnTo>
                    <a:pt x="0" y="312"/>
                  </a:lnTo>
                  <a:lnTo>
                    <a:pt x="251" y="312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41"/>
            <p:cNvSpPr/>
            <p:nvPr/>
          </p:nvSpPr>
          <p:spPr>
            <a:xfrm>
              <a:off x="7156011" y="3632539"/>
              <a:ext cx="182529" cy="5132"/>
            </a:xfrm>
            <a:custGeom>
              <a:avLst/>
              <a:gdLst/>
              <a:ahLst/>
              <a:cxnLst/>
              <a:rect l="l" t="t" r="r" b="b"/>
              <a:pathLst>
                <a:path w="1885" h="53" extrusionOk="0">
                  <a:moveTo>
                    <a:pt x="1" y="1"/>
                  </a:moveTo>
                  <a:lnTo>
                    <a:pt x="1" y="52"/>
                  </a:lnTo>
                  <a:lnTo>
                    <a:pt x="1884" y="52"/>
                  </a:lnTo>
                  <a:lnTo>
                    <a:pt x="1884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41"/>
            <p:cNvSpPr/>
            <p:nvPr/>
          </p:nvSpPr>
          <p:spPr>
            <a:xfrm>
              <a:off x="7166856" y="3693543"/>
              <a:ext cx="25273" cy="30212"/>
            </a:xfrm>
            <a:custGeom>
              <a:avLst/>
              <a:gdLst/>
              <a:ahLst/>
              <a:cxnLst/>
              <a:rect l="l" t="t" r="r" b="b"/>
              <a:pathLst>
                <a:path w="261" h="312" extrusionOk="0">
                  <a:moveTo>
                    <a:pt x="1" y="0"/>
                  </a:moveTo>
                  <a:lnTo>
                    <a:pt x="1" y="312"/>
                  </a:lnTo>
                  <a:lnTo>
                    <a:pt x="261" y="312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41"/>
            <p:cNvSpPr/>
            <p:nvPr/>
          </p:nvSpPr>
          <p:spPr>
            <a:xfrm>
              <a:off x="7211980" y="3693543"/>
              <a:ext cx="25273" cy="30212"/>
            </a:xfrm>
            <a:custGeom>
              <a:avLst/>
              <a:gdLst/>
              <a:ahLst/>
              <a:cxnLst/>
              <a:rect l="l" t="t" r="r" b="b"/>
              <a:pathLst>
                <a:path w="261" h="312" extrusionOk="0">
                  <a:moveTo>
                    <a:pt x="1" y="0"/>
                  </a:moveTo>
                  <a:lnTo>
                    <a:pt x="1" y="312"/>
                  </a:lnTo>
                  <a:lnTo>
                    <a:pt x="261" y="312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41"/>
            <p:cNvSpPr/>
            <p:nvPr/>
          </p:nvSpPr>
          <p:spPr>
            <a:xfrm>
              <a:off x="7257976" y="3693543"/>
              <a:ext cx="24595" cy="30212"/>
            </a:xfrm>
            <a:custGeom>
              <a:avLst/>
              <a:gdLst/>
              <a:ahLst/>
              <a:cxnLst/>
              <a:rect l="l" t="t" r="r" b="b"/>
              <a:pathLst>
                <a:path w="254" h="312" extrusionOk="0">
                  <a:moveTo>
                    <a:pt x="1" y="0"/>
                  </a:moveTo>
                  <a:lnTo>
                    <a:pt x="1" y="312"/>
                  </a:lnTo>
                  <a:lnTo>
                    <a:pt x="253" y="312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41"/>
            <p:cNvSpPr/>
            <p:nvPr/>
          </p:nvSpPr>
          <p:spPr>
            <a:xfrm>
              <a:off x="7303294" y="3693543"/>
              <a:ext cx="24402" cy="30212"/>
            </a:xfrm>
            <a:custGeom>
              <a:avLst/>
              <a:gdLst/>
              <a:ahLst/>
              <a:cxnLst/>
              <a:rect l="l" t="t" r="r" b="b"/>
              <a:pathLst>
                <a:path w="252" h="312" extrusionOk="0">
                  <a:moveTo>
                    <a:pt x="0" y="0"/>
                  </a:moveTo>
                  <a:lnTo>
                    <a:pt x="0" y="312"/>
                  </a:lnTo>
                  <a:lnTo>
                    <a:pt x="251" y="312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41"/>
            <p:cNvSpPr/>
            <p:nvPr/>
          </p:nvSpPr>
          <p:spPr>
            <a:xfrm>
              <a:off x="7156011" y="3722109"/>
              <a:ext cx="182529" cy="6004"/>
            </a:xfrm>
            <a:custGeom>
              <a:avLst/>
              <a:gdLst/>
              <a:ahLst/>
              <a:cxnLst/>
              <a:rect l="l" t="t" r="r" b="b"/>
              <a:pathLst>
                <a:path w="1885" h="62" extrusionOk="0">
                  <a:moveTo>
                    <a:pt x="1" y="1"/>
                  </a:moveTo>
                  <a:lnTo>
                    <a:pt x="1" y="61"/>
                  </a:lnTo>
                  <a:lnTo>
                    <a:pt x="1884" y="61"/>
                  </a:lnTo>
                  <a:lnTo>
                    <a:pt x="1884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41"/>
            <p:cNvSpPr/>
            <p:nvPr/>
          </p:nvSpPr>
          <p:spPr>
            <a:xfrm>
              <a:off x="7166856" y="3783985"/>
              <a:ext cx="25273" cy="29534"/>
            </a:xfrm>
            <a:custGeom>
              <a:avLst/>
              <a:gdLst/>
              <a:ahLst/>
              <a:cxnLst/>
              <a:rect l="l" t="t" r="r" b="b"/>
              <a:pathLst>
                <a:path w="261" h="305" extrusionOk="0">
                  <a:moveTo>
                    <a:pt x="1" y="0"/>
                  </a:moveTo>
                  <a:lnTo>
                    <a:pt x="1" y="304"/>
                  </a:lnTo>
                  <a:lnTo>
                    <a:pt x="261" y="304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41"/>
            <p:cNvSpPr/>
            <p:nvPr/>
          </p:nvSpPr>
          <p:spPr>
            <a:xfrm>
              <a:off x="7211980" y="3783985"/>
              <a:ext cx="25273" cy="29534"/>
            </a:xfrm>
            <a:custGeom>
              <a:avLst/>
              <a:gdLst/>
              <a:ahLst/>
              <a:cxnLst/>
              <a:rect l="l" t="t" r="r" b="b"/>
              <a:pathLst>
                <a:path w="261" h="305" extrusionOk="0">
                  <a:moveTo>
                    <a:pt x="1" y="0"/>
                  </a:moveTo>
                  <a:lnTo>
                    <a:pt x="1" y="304"/>
                  </a:lnTo>
                  <a:lnTo>
                    <a:pt x="261" y="304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41"/>
            <p:cNvSpPr/>
            <p:nvPr/>
          </p:nvSpPr>
          <p:spPr>
            <a:xfrm>
              <a:off x="7257976" y="3783985"/>
              <a:ext cx="24595" cy="29534"/>
            </a:xfrm>
            <a:custGeom>
              <a:avLst/>
              <a:gdLst/>
              <a:ahLst/>
              <a:cxnLst/>
              <a:rect l="l" t="t" r="r" b="b"/>
              <a:pathLst>
                <a:path w="254" h="305" extrusionOk="0">
                  <a:moveTo>
                    <a:pt x="1" y="0"/>
                  </a:moveTo>
                  <a:lnTo>
                    <a:pt x="1" y="304"/>
                  </a:lnTo>
                  <a:lnTo>
                    <a:pt x="253" y="304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41"/>
            <p:cNvSpPr/>
            <p:nvPr/>
          </p:nvSpPr>
          <p:spPr>
            <a:xfrm>
              <a:off x="7303294" y="3783985"/>
              <a:ext cx="24402" cy="29534"/>
            </a:xfrm>
            <a:custGeom>
              <a:avLst/>
              <a:gdLst/>
              <a:ahLst/>
              <a:cxnLst/>
              <a:rect l="l" t="t" r="r" b="b"/>
              <a:pathLst>
                <a:path w="252" h="305" extrusionOk="0">
                  <a:moveTo>
                    <a:pt x="0" y="0"/>
                  </a:moveTo>
                  <a:lnTo>
                    <a:pt x="0" y="304"/>
                  </a:lnTo>
                  <a:lnTo>
                    <a:pt x="251" y="304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41"/>
            <p:cNvSpPr/>
            <p:nvPr/>
          </p:nvSpPr>
          <p:spPr>
            <a:xfrm>
              <a:off x="7156011" y="3811873"/>
              <a:ext cx="182529" cy="5907"/>
            </a:xfrm>
            <a:custGeom>
              <a:avLst/>
              <a:gdLst/>
              <a:ahLst/>
              <a:cxnLst/>
              <a:rect l="l" t="t" r="r" b="b"/>
              <a:pathLst>
                <a:path w="1885" h="61" extrusionOk="0">
                  <a:moveTo>
                    <a:pt x="1" y="0"/>
                  </a:moveTo>
                  <a:lnTo>
                    <a:pt x="1" y="61"/>
                  </a:lnTo>
                  <a:lnTo>
                    <a:pt x="1884" y="61"/>
                  </a:lnTo>
                  <a:lnTo>
                    <a:pt x="1884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41"/>
            <p:cNvSpPr/>
            <p:nvPr/>
          </p:nvSpPr>
          <p:spPr>
            <a:xfrm>
              <a:off x="7166856" y="3873653"/>
              <a:ext cx="25273" cy="29340"/>
            </a:xfrm>
            <a:custGeom>
              <a:avLst/>
              <a:gdLst/>
              <a:ahLst/>
              <a:cxnLst/>
              <a:rect l="l" t="t" r="r" b="b"/>
              <a:pathLst>
                <a:path w="261" h="303" extrusionOk="0">
                  <a:moveTo>
                    <a:pt x="1" y="1"/>
                  </a:moveTo>
                  <a:lnTo>
                    <a:pt x="1" y="303"/>
                  </a:lnTo>
                  <a:lnTo>
                    <a:pt x="261" y="303"/>
                  </a:lnTo>
                  <a:lnTo>
                    <a:pt x="261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41"/>
            <p:cNvSpPr/>
            <p:nvPr/>
          </p:nvSpPr>
          <p:spPr>
            <a:xfrm>
              <a:off x="7211980" y="3873653"/>
              <a:ext cx="25273" cy="29340"/>
            </a:xfrm>
            <a:custGeom>
              <a:avLst/>
              <a:gdLst/>
              <a:ahLst/>
              <a:cxnLst/>
              <a:rect l="l" t="t" r="r" b="b"/>
              <a:pathLst>
                <a:path w="261" h="303" extrusionOk="0">
                  <a:moveTo>
                    <a:pt x="1" y="1"/>
                  </a:moveTo>
                  <a:lnTo>
                    <a:pt x="1" y="303"/>
                  </a:lnTo>
                  <a:lnTo>
                    <a:pt x="261" y="303"/>
                  </a:lnTo>
                  <a:lnTo>
                    <a:pt x="261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41"/>
            <p:cNvSpPr/>
            <p:nvPr/>
          </p:nvSpPr>
          <p:spPr>
            <a:xfrm>
              <a:off x="7257976" y="3873653"/>
              <a:ext cx="24595" cy="29340"/>
            </a:xfrm>
            <a:custGeom>
              <a:avLst/>
              <a:gdLst/>
              <a:ahLst/>
              <a:cxnLst/>
              <a:rect l="l" t="t" r="r" b="b"/>
              <a:pathLst>
                <a:path w="254" h="303" extrusionOk="0">
                  <a:moveTo>
                    <a:pt x="1" y="1"/>
                  </a:moveTo>
                  <a:lnTo>
                    <a:pt x="1" y="303"/>
                  </a:lnTo>
                  <a:lnTo>
                    <a:pt x="253" y="303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41"/>
            <p:cNvSpPr/>
            <p:nvPr/>
          </p:nvSpPr>
          <p:spPr>
            <a:xfrm>
              <a:off x="7303294" y="3873653"/>
              <a:ext cx="24402" cy="29340"/>
            </a:xfrm>
            <a:custGeom>
              <a:avLst/>
              <a:gdLst/>
              <a:ahLst/>
              <a:cxnLst/>
              <a:rect l="l" t="t" r="r" b="b"/>
              <a:pathLst>
                <a:path w="252" h="303" extrusionOk="0">
                  <a:moveTo>
                    <a:pt x="0" y="1"/>
                  </a:moveTo>
                  <a:lnTo>
                    <a:pt x="0" y="303"/>
                  </a:lnTo>
                  <a:lnTo>
                    <a:pt x="251" y="303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41"/>
            <p:cNvSpPr/>
            <p:nvPr/>
          </p:nvSpPr>
          <p:spPr>
            <a:xfrm>
              <a:off x="7156011" y="3901541"/>
              <a:ext cx="182529" cy="5810"/>
            </a:xfrm>
            <a:custGeom>
              <a:avLst/>
              <a:gdLst/>
              <a:ahLst/>
              <a:cxnLst/>
              <a:rect l="l" t="t" r="r" b="b"/>
              <a:pathLst>
                <a:path w="1885" h="60" extrusionOk="0">
                  <a:moveTo>
                    <a:pt x="1" y="1"/>
                  </a:moveTo>
                  <a:lnTo>
                    <a:pt x="1" y="59"/>
                  </a:lnTo>
                  <a:lnTo>
                    <a:pt x="1884" y="59"/>
                  </a:lnTo>
                  <a:lnTo>
                    <a:pt x="1884" y="1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41"/>
            <p:cNvSpPr/>
            <p:nvPr/>
          </p:nvSpPr>
          <p:spPr>
            <a:xfrm>
              <a:off x="7166856" y="3963223"/>
              <a:ext cx="25273" cy="29534"/>
            </a:xfrm>
            <a:custGeom>
              <a:avLst/>
              <a:gdLst/>
              <a:ahLst/>
              <a:cxnLst/>
              <a:rect l="l" t="t" r="r" b="b"/>
              <a:pathLst>
                <a:path w="261" h="305" extrusionOk="0">
                  <a:moveTo>
                    <a:pt x="1" y="0"/>
                  </a:moveTo>
                  <a:lnTo>
                    <a:pt x="1" y="304"/>
                  </a:lnTo>
                  <a:lnTo>
                    <a:pt x="261" y="304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41"/>
            <p:cNvSpPr/>
            <p:nvPr/>
          </p:nvSpPr>
          <p:spPr>
            <a:xfrm>
              <a:off x="7211980" y="3963223"/>
              <a:ext cx="25273" cy="29534"/>
            </a:xfrm>
            <a:custGeom>
              <a:avLst/>
              <a:gdLst/>
              <a:ahLst/>
              <a:cxnLst/>
              <a:rect l="l" t="t" r="r" b="b"/>
              <a:pathLst>
                <a:path w="261" h="305" extrusionOk="0">
                  <a:moveTo>
                    <a:pt x="1" y="0"/>
                  </a:moveTo>
                  <a:lnTo>
                    <a:pt x="1" y="304"/>
                  </a:lnTo>
                  <a:lnTo>
                    <a:pt x="261" y="304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41"/>
            <p:cNvSpPr/>
            <p:nvPr/>
          </p:nvSpPr>
          <p:spPr>
            <a:xfrm>
              <a:off x="7257976" y="3963223"/>
              <a:ext cx="24595" cy="29534"/>
            </a:xfrm>
            <a:custGeom>
              <a:avLst/>
              <a:gdLst/>
              <a:ahLst/>
              <a:cxnLst/>
              <a:rect l="l" t="t" r="r" b="b"/>
              <a:pathLst>
                <a:path w="254" h="305" extrusionOk="0">
                  <a:moveTo>
                    <a:pt x="1" y="0"/>
                  </a:moveTo>
                  <a:lnTo>
                    <a:pt x="1" y="304"/>
                  </a:lnTo>
                  <a:lnTo>
                    <a:pt x="253" y="304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41"/>
            <p:cNvSpPr/>
            <p:nvPr/>
          </p:nvSpPr>
          <p:spPr>
            <a:xfrm>
              <a:off x="7303294" y="3963223"/>
              <a:ext cx="24402" cy="29534"/>
            </a:xfrm>
            <a:custGeom>
              <a:avLst/>
              <a:gdLst/>
              <a:ahLst/>
              <a:cxnLst/>
              <a:rect l="l" t="t" r="r" b="b"/>
              <a:pathLst>
                <a:path w="252" h="305" extrusionOk="0">
                  <a:moveTo>
                    <a:pt x="0" y="0"/>
                  </a:moveTo>
                  <a:lnTo>
                    <a:pt x="0" y="304"/>
                  </a:lnTo>
                  <a:lnTo>
                    <a:pt x="251" y="304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41"/>
            <p:cNvSpPr/>
            <p:nvPr/>
          </p:nvSpPr>
          <p:spPr>
            <a:xfrm>
              <a:off x="7156011" y="3991305"/>
              <a:ext cx="182529" cy="5713"/>
            </a:xfrm>
            <a:custGeom>
              <a:avLst/>
              <a:gdLst/>
              <a:ahLst/>
              <a:cxnLst/>
              <a:rect l="l" t="t" r="r" b="b"/>
              <a:pathLst>
                <a:path w="1885" h="59" extrusionOk="0">
                  <a:moveTo>
                    <a:pt x="1" y="0"/>
                  </a:moveTo>
                  <a:lnTo>
                    <a:pt x="1" y="59"/>
                  </a:lnTo>
                  <a:lnTo>
                    <a:pt x="1884" y="59"/>
                  </a:lnTo>
                  <a:lnTo>
                    <a:pt x="1884" y="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41"/>
            <p:cNvSpPr/>
            <p:nvPr/>
          </p:nvSpPr>
          <p:spPr>
            <a:xfrm>
              <a:off x="6585664" y="3172582"/>
              <a:ext cx="86956" cy="86956"/>
            </a:xfrm>
            <a:custGeom>
              <a:avLst/>
              <a:gdLst/>
              <a:ahLst/>
              <a:cxnLst/>
              <a:rect l="l" t="t" r="r" b="b"/>
              <a:pathLst>
                <a:path w="898" h="898" extrusionOk="0">
                  <a:moveTo>
                    <a:pt x="453" y="1"/>
                  </a:moveTo>
                  <a:cubicBezTo>
                    <a:pt x="200" y="1"/>
                    <a:pt x="1" y="200"/>
                    <a:pt x="1" y="445"/>
                  </a:cubicBezTo>
                  <a:cubicBezTo>
                    <a:pt x="1" y="696"/>
                    <a:pt x="200" y="897"/>
                    <a:pt x="453" y="897"/>
                  </a:cubicBezTo>
                  <a:cubicBezTo>
                    <a:pt x="698" y="897"/>
                    <a:pt x="897" y="696"/>
                    <a:pt x="897" y="445"/>
                  </a:cubicBezTo>
                  <a:cubicBezTo>
                    <a:pt x="897" y="200"/>
                    <a:pt x="698" y="1"/>
                    <a:pt x="453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41"/>
            <p:cNvSpPr/>
            <p:nvPr/>
          </p:nvSpPr>
          <p:spPr>
            <a:xfrm>
              <a:off x="6645313" y="3009709"/>
              <a:ext cx="166455" cy="167327"/>
            </a:xfrm>
            <a:custGeom>
              <a:avLst/>
              <a:gdLst/>
              <a:ahLst/>
              <a:cxnLst/>
              <a:rect l="l" t="t" r="r" b="b"/>
              <a:pathLst>
                <a:path w="1719" h="1728" extrusionOk="0">
                  <a:moveTo>
                    <a:pt x="859" y="0"/>
                  </a:moveTo>
                  <a:cubicBezTo>
                    <a:pt x="384" y="0"/>
                    <a:pt x="0" y="386"/>
                    <a:pt x="0" y="859"/>
                  </a:cubicBezTo>
                  <a:cubicBezTo>
                    <a:pt x="0" y="1334"/>
                    <a:pt x="384" y="1727"/>
                    <a:pt x="859" y="1727"/>
                  </a:cubicBezTo>
                  <a:cubicBezTo>
                    <a:pt x="1334" y="1727"/>
                    <a:pt x="1718" y="1334"/>
                    <a:pt x="1718" y="859"/>
                  </a:cubicBezTo>
                  <a:cubicBezTo>
                    <a:pt x="1718" y="386"/>
                    <a:pt x="1334" y="0"/>
                    <a:pt x="859" y="0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41"/>
            <p:cNvSpPr/>
            <p:nvPr/>
          </p:nvSpPr>
          <p:spPr>
            <a:xfrm>
              <a:off x="6737111" y="2813041"/>
              <a:ext cx="299309" cy="157353"/>
            </a:xfrm>
            <a:custGeom>
              <a:avLst/>
              <a:gdLst/>
              <a:ahLst/>
              <a:cxnLst/>
              <a:rect l="l" t="t" r="r" b="b"/>
              <a:pathLst>
                <a:path w="3091" h="1625" extrusionOk="0">
                  <a:moveTo>
                    <a:pt x="815" y="1"/>
                  </a:moveTo>
                  <a:cubicBezTo>
                    <a:pt x="363" y="1"/>
                    <a:pt x="0" y="372"/>
                    <a:pt x="0" y="817"/>
                  </a:cubicBezTo>
                  <a:cubicBezTo>
                    <a:pt x="0" y="1261"/>
                    <a:pt x="363" y="1624"/>
                    <a:pt x="815" y="1624"/>
                  </a:cubicBezTo>
                  <a:lnTo>
                    <a:pt x="2282" y="1624"/>
                  </a:lnTo>
                  <a:cubicBezTo>
                    <a:pt x="2726" y="1624"/>
                    <a:pt x="3091" y="1261"/>
                    <a:pt x="3091" y="817"/>
                  </a:cubicBezTo>
                  <a:cubicBezTo>
                    <a:pt x="3091" y="372"/>
                    <a:pt x="2726" y="1"/>
                    <a:pt x="2282" y="1"/>
                  </a:cubicBezTo>
                  <a:close/>
                </a:path>
              </a:pathLst>
            </a:custGeom>
            <a:solidFill>
              <a:srgbClr val="AAAC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41"/>
            <p:cNvSpPr/>
            <p:nvPr/>
          </p:nvSpPr>
          <p:spPr>
            <a:xfrm>
              <a:off x="7459679" y="2904161"/>
              <a:ext cx="267645" cy="68945"/>
            </a:xfrm>
            <a:custGeom>
              <a:avLst/>
              <a:gdLst/>
              <a:ahLst/>
              <a:cxnLst/>
              <a:rect l="l" t="t" r="r" b="b"/>
              <a:pathLst>
                <a:path w="2764" h="712" extrusionOk="0">
                  <a:moveTo>
                    <a:pt x="1364" y="0"/>
                  </a:moveTo>
                  <a:cubicBezTo>
                    <a:pt x="1060" y="0"/>
                    <a:pt x="815" y="239"/>
                    <a:pt x="786" y="534"/>
                  </a:cubicBezTo>
                  <a:lnTo>
                    <a:pt x="777" y="534"/>
                  </a:lnTo>
                  <a:cubicBezTo>
                    <a:pt x="726" y="534"/>
                    <a:pt x="674" y="550"/>
                    <a:pt x="630" y="571"/>
                  </a:cubicBezTo>
                  <a:cubicBezTo>
                    <a:pt x="578" y="461"/>
                    <a:pt x="466" y="379"/>
                    <a:pt x="333" y="379"/>
                  </a:cubicBezTo>
                  <a:cubicBezTo>
                    <a:pt x="148" y="379"/>
                    <a:pt x="0" y="527"/>
                    <a:pt x="0" y="712"/>
                  </a:cubicBezTo>
                  <a:lnTo>
                    <a:pt x="2764" y="712"/>
                  </a:lnTo>
                  <a:cubicBezTo>
                    <a:pt x="2734" y="676"/>
                    <a:pt x="2689" y="653"/>
                    <a:pt x="2638" y="653"/>
                  </a:cubicBezTo>
                  <a:cubicBezTo>
                    <a:pt x="2609" y="653"/>
                    <a:pt x="2579" y="667"/>
                    <a:pt x="2549" y="683"/>
                  </a:cubicBezTo>
                  <a:cubicBezTo>
                    <a:pt x="2534" y="609"/>
                    <a:pt x="2476" y="550"/>
                    <a:pt x="2394" y="550"/>
                  </a:cubicBezTo>
                  <a:cubicBezTo>
                    <a:pt x="2326" y="550"/>
                    <a:pt x="2268" y="594"/>
                    <a:pt x="2237" y="653"/>
                  </a:cubicBezTo>
                  <a:lnTo>
                    <a:pt x="2230" y="653"/>
                  </a:lnTo>
                  <a:cubicBezTo>
                    <a:pt x="2186" y="653"/>
                    <a:pt x="2156" y="667"/>
                    <a:pt x="2127" y="690"/>
                  </a:cubicBezTo>
                  <a:cubicBezTo>
                    <a:pt x="2090" y="623"/>
                    <a:pt x="2022" y="564"/>
                    <a:pt x="1949" y="543"/>
                  </a:cubicBezTo>
                  <a:cubicBezTo>
                    <a:pt x="1926" y="239"/>
                    <a:pt x="1675" y="0"/>
                    <a:pt x="13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41"/>
            <p:cNvSpPr/>
            <p:nvPr/>
          </p:nvSpPr>
          <p:spPr>
            <a:xfrm>
              <a:off x="6927194" y="2983854"/>
              <a:ext cx="574895" cy="155126"/>
            </a:xfrm>
            <a:custGeom>
              <a:avLst/>
              <a:gdLst/>
              <a:ahLst/>
              <a:cxnLst/>
              <a:rect l="l" t="t" r="r" b="b"/>
              <a:pathLst>
                <a:path w="5937" h="1602" extrusionOk="0">
                  <a:moveTo>
                    <a:pt x="3143" y="1"/>
                  </a:moveTo>
                  <a:cubicBezTo>
                    <a:pt x="2602" y="1"/>
                    <a:pt x="2165" y="438"/>
                    <a:pt x="2165" y="979"/>
                  </a:cubicBezTo>
                  <a:lnTo>
                    <a:pt x="2165" y="993"/>
                  </a:lnTo>
                  <a:cubicBezTo>
                    <a:pt x="2097" y="972"/>
                    <a:pt x="2031" y="956"/>
                    <a:pt x="1957" y="956"/>
                  </a:cubicBezTo>
                  <a:cubicBezTo>
                    <a:pt x="1809" y="956"/>
                    <a:pt x="1669" y="1009"/>
                    <a:pt x="1557" y="1098"/>
                  </a:cubicBezTo>
                  <a:cubicBezTo>
                    <a:pt x="1446" y="956"/>
                    <a:pt x="1283" y="867"/>
                    <a:pt x="1091" y="867"/>
                  </a:cubicBezTo>
                  <a:cubicBezTo>
                    <a:pt x="824" y="867"/>
                    <a:pt x="602" y="1045"/>
                    <a:pt x="527" y="1283"/>
                  </a:cubicBezTo>
                  <a:lnTo>
                    <a:pt x="482" y="1283"/>
                  </a:lnTo>
                  <a:cubicBezTo>
                    <a:pt x="267" y="1283"/>
                    <a:pt x="82" y="1409"/>
                    <a:pt x="0" y="1601"/>
                  </a:cubicBezTo>
                  <a:lnTo>
                    <a:pt x="5930" y="1601"/>
                  </a:lnTo>
                  <a:cubicBezTo>
                    <a:pt x="5937" y="1557"/>
                    <a:pt x="5937" y="1512"/>
                    <a:pt x="5937" y="1468"/>
                  </a:cubicBezTo>
                  <a:cubicBezTo>
                    <a:pt x="5937" y="1112"/>
                    <a:pt x="5647" y="822"/>
                    <a:pt x="5291" y="822"/>
                  </a:cubicBezTo>
                  <a:cubicBezTo>
                    <a:pt x="5106" y="822"/>
                    <a:pt x="4935" y="904"/>
                    <a:pt x="4818" y="1030"/>
                  </a:cubicBezTo>
                  <a:cubicBezTo>
                    <a:pt x="4699" y="897"/>
                    <a:pt x="4528" y="815"/>
                    <a:pt x="4336" y="815"/>
                  </a:cubicBezTo>
                  <a:cubicBezTo>
                    <a:pt x="4254" y="815"/>
                    <a:pt x="4180" y="831"/>
                    <a:pt x="4114" y="860"/>
                  </a:cubicBezTo>
                  <a:cubicBezTo>
                    <a:pt x="4053" y="371"/>
                    <a:pt x="3646" y="1"/>
                    <a:pt x="31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41"/>
            <p:cNvSpPr/>
            <p:nvPr/>
          </p:nvSpPr>
          <p:spPr>
            <a:xfrm>
              <a:off x="7532885" y="3448846"/>
              <a:ext cx="528221" cy="142828"/>
            </a:xfrm>
            <a:custGeom>
              <a:avLst/>
              <a:gdLst/>
              <a:ahLst/>
              <a:cxnLst/>
              <a:rect l="l" t="t" r="r" b="b"/>
              <a:pathLst>
                <a:path w="5455" h="1475" extrusionOk="0">
                  <a:moveTo>
                    <a:pt x="2572" y="0"/>
                  </a:moveTo>
                  <a:cubicBezTo>
                    <a:pt x="2111" y="0"/>
                    <a:pt x="1734" y="349"/>
                    <a:pt x="1682" y="793"/>
                  </a:cubicBezTo>
                  <a:cubicBezTo>
                    <a:pt x="1615" y="763"/>
                    <a:pt x="1549" y="749"/>
                    <a:pt x="1474" y="749"/>
                  </a:cubicBezTo>
                  <a:cubicBezTo>
                    <a:pt x="1296" y="749"/>
                    <a:pt x="1142" y="831"/>
                    <a:pt x="1030" y="948"/>
                  </a:cubicBezTo>
                  <a:cubicBezTo>
                    <a:pt x="919" y="838"/>
                    <a:pt x="763" y="763"/>
                    <a:pt x="592" y="763"/>
                  </a:cubicBezTo>
                  <a:cubicBezTo>
                    <a:pt x="267" y="763"/>
                    <a:pt x="0" y="1023"/>
                    <a:pt x="0" y="1355"/>
                  </a:cubicBezTo>
                  <a:cubicBezTo>
                    <a:pt x="0" y="1393"/>
                    <a:pt x="7" y="1437"/>
                    <a:pt x="14" y="1475"/>
                  </a:cubicBezTo>
                  <a:lnTo>
                    <a:pt x="5454" y="1475"/>
                  </a:lnTo>
                  <a:cubicBezTo>
                    <a:pt x="5380" y="1297"/>
                    <a:pt x="5209" y="1178"/>
                    <a:pt x="5010" y="1178"/>
                  </a:cubicBezTo>
                  <a:cubicBezTo>
                    <a:pt x="4994" y="1178"/>
                    <a:pt x="4987" y="1178"/>
                    <a:pt x="4972" y="1187"/>
                  </a:cubicBezTo>
                  <a:cubicBezTo>
                    <a:pt x="4905" y="964"/>
                    <a:pt x="4698" y="801"/>
                    <a:pt x="4453" y="801"/>
                  </a:cubicBezTo>
                  <a:cubicBezTo>
                    <a:pt x="4275" y="801"/>
                    <a:pt x="4128" y="882"/>
                    <a:pt x="4023" y="1009"/>
                  </a:cubicBezTo>
                  <a:cubicBezTo>
                    <a:pt x="3927" y="927"/>
                    <a:pt x="3793" y="875"/>
                    <a:pt x="3660" y="875"/>
                  </a:cubicBezTo>
                  <a:cubicBezTo>
                    <a:pt x="3587" y="875"/>
                    <a:pt x="3527" y="890"/>
                    <a:pt x="3468" y="911"/>
                  </a:cubicBezTo>
                  <a:lnTo>
                    <a:pt x="3468" y="897"/>
                  </a:lnTo>
                  <a:cubicBezTo>
                    <a:pt x="3468" y="400"/>
                    <a:pt x="3068" y="0"/>
                    <a:pt x="25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42" name="Google Shape;3242;p41"/>
          <p:cNvGrpSpPr/>
          <p:nvPr/>
        </p:nvGrpSpPr>
        <p:grpSpPr>
          <a:xfrm>
            <a:off x="4500549" y="4122613"/>
            <a:ext cx="2749703" cy="122913"/>
            <a:chOff x="5024149" y="4918613"/>
            <a:chExt cx="2749703" cy="122913"/>
          </a:xfrm>
        </p:grpSpPr>
        <p:sp>
          <p:nvSpPr>
            <p:cNvPr id="3243" name="Google Shape;3243;p41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41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41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41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41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41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41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41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41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41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41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41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41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41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41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41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41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41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41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41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41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41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41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41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41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41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41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41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41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41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73" name="Google Shape;3273;p41"/>
          <p:cNvGrpSpPr/>
          <p:nvPr/>
        </p:nvGrpSpPr>
        <p:grpSpPr>
          <a:xfrm>
            <a:off x="1707199" y="4122613"/>
            <a:ext cx="2749703" cy="122913"/>
            <a:chOff x="5024149" y="4918613"/>
            <a:chExt cx="2749703" cy="122913"/>
          </a:xfrm>
        </p:grpSpPr>
        <p:sp>
          <p:nvSpPr>
            <p:cNvPr id="3274" name="Google Shape;3274;p41"/>
            <p:cNvSpPr/>
            <p:nvPr/>
          </p:nvSpPr>
          <p:spPr>
            <a:xfrm>
              <a:off x="5121294" y="4919510"/>
              <a:ext cx="27619" cy="26802"/>
            </a:xfrm>
            <a:custGeom>
              <a:avLst/>
              <a:gdLst/>
              <a:ahLst/>
              <a:cxnLst/>
              <a:rect l="l" t="t" r="r" b="b"/>
              <a:pathLst>
                <a:path w="1324" h="1285" extrusionOk="0">
                  <a:moveTo>
                    <a:pt x="690" y="1"/>
                  </a:moveTo>
                  <a:cubicBezTo>
                    <a:pt x="379" y="1"/>
                    <a:pt x="134" y="175"/>
                    <a:pt x="0" y="460"/>
                  </a:cubicBezTo>
                  <a:cubicBezTo>
                    <a:pt x="0" y="643"/>
                    <a:pt x="183" y="1031"/>
                    <a:pt x="297" y="1213"/>
                  </a:cubicBezTo>
                  <a:cubicBezTo>
                    <a:pt x="418" y="1262"/>
                    <a:pt x="528" y="1284"/>
                    <a:pt x="629" y="1284"/>
                  </a:cubicBezTo>
                  <a:cubicBezTo>
                    <a:pt x="909" y="1284"/>
                    <a:pt x="1123" y="1110"/>
                    <a:pt x="1324" y="825"/>
                  </a:cubicBezTo>
                  <a:cubicBezTo>
                    <a:pt x="1233" y="551"/>
                    <a:pt x="1141" y="163"/>
                    <a:pt x="1050" y="72"/>
                  </a:cubicBezTo>
                  <a:cubicBezTo>
                    <a:pt x="923" y="24"/>
                    <a:pt x="802" y="1"/>
                    <a:pt x="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41"/>
            <p:cNvSpPr/>
            <p:nvPr/>
          </p:nvSpPr>
          <p:spPr>
            <a:xfrm>
              <a:off x="5307928" y="4919510"/>
              <a:ext cx="27639" cy="26802"/>
            </a:xfrm>
            <a:custGeom>
              <a:avLst/>
              <a:gdLst/>
              <a:ahLst/>
              <a:cxnLst/>
              <a:rect l="l" t="t" r="r" b="b"/>
              <a:pathLst>
                <a:path w="1325" h="1285" extrusionOk="0">
                  <a:moveTo>
                    <a:pt x="731" y="1"/>
                  </a:moveTo>
                  <a:cubicBezTo>
                    <a:pt x="435" y="1"/>
                    <a:pt x="159" y="175"/>
                    <a:pt x="92" y="460"/>
                  </a:cubicBezTo>
                  <a:cubicBezTo>
                    <a:pt x="1" y="643"/>
                    <a:pt x="183" y="1031"/>
                    <a:pt x="366" y="1213"/>
                  </a:cubicBezTo>
                  <a:cubicBezTo>
                    <a:pt x="469" y="1262"/>
                    <a:pt x="572" y="1284"/>
                    <a:pt x="671" y="1284"/>
                  </a:cubicBezTo>
                  <a:cubicBezTo>
                    <a:pt x="945" y="1284"/>
                    <a:pt x="1190" y="1110"/>
                    <a:pt x="1324" y="825"/>
                  </a:cubicBezTo>
                  <a:cubicBezTo>
                    <a:pt x="1233" y="551"/>
                    <a:pt x="1233" y="163"/>
                    <a:pt x="1051" y="72"/>
                  </a:cubicBezTo>
                  <a:cubicBezTo>
                    <a:pt x="948" y="24"/>
                    <a:pt x="838" y="1"/>
                    <a:pt x="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41"/>
            <p:cNvSpPr/>
            <p:nvPr/>
          </p:nvSpPr>
          <p:spPr>
            <a:xfrm>
              <a:off x="5496482" y="4919823"/>
              <a:ext cx="25720" cy="27365"/>
            </a:xfrm>
            <a:custGeom>
              <a:avLst/>
              <a:gdLst/>
              <a:ahLst/>
              <a:cxnLst/>
              <a:rect l="l" t="t" r="r" b="b"/>
              <a:pathLst>
                <a:path w="1233" h="1312" extrusionOk="0">
                  <a:moveTo>
                    <a:pt x="656" y="0"/>
                  </a:moveTo>
                  <a:cubicBezTo>
                    <a:pt x="565" y="0"/>
                    <a:pt x="467" y="18"/>
                    <a:pt x="366" y="57"/>
                  </a:cubicBezTo>
                  <a:cubicBezTo>
                    <a:pt x="183" y="57"/>
                    <a:pt x="92" y="445"/>
                    <a:pt x="0" y="628"/>
                  </a:cubicBezTo>
                  <a:cubicBezTo>
                    <a:pt x="77" y="1106"/>
                    <a:pt x="346" y="1312"/>
                    <a:pt x="660" y="1312"/>
                  </a:cubicBezTo>
                  <a:cubicBezTo>
                    <a:pt x="720" y="1312"/>
                    <a:pt x="782" y="1304"/>
                    <a:pt x="845" y="1290"/>
                  </a:cubicBezTo>
                  <a:cubicBezTo>
                    <a:pt x="1028" y="1198"/>
                    <a:pt x="1233" y="810"/>
                    <a:pt x="1233" y="628"/>
                  </a:cubicBezTo>
                  <a:cubicBezTo>
                    <a:pt x="1233" y="250"/>
                    <a:pt x="992" y="0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41"/>
            <p:cNvSpPr/>
            <p:nvPr/>
          </p:nvSpPr>
          <p:spPr>
            <a:xfrm>
              <a:off x="5680738" y="4920490"/>
              <a:ext cx="33835" cy="26239"/>
            </a:xfrm>
            <a:custGeom>
              <a:avLst/>
              <a:gdLst/>
              <a:ahLst/>
              <a:cxnLst/>
              <a:rect l="l" t="t" r="r" b="b"/>
              <a:pathLst>
                <a:path w="1622" h="1258" extrusionOk="0">
                  <a:moveTo>
                    <a:pt x="743" y="1"/>
                  </a:moveTo>
                  <a:cubicBezTo>
                    <a:pt x="538" y="1"/>
                    <a:pt x="277" y="154"/>
                    <a:pt x="183" y="322"/>
                  </a:cubicBezTo>
                  <a:cubicBezTo>
                    <a:pt x="1" y="778"/>
                    <a:pt x="298" y="1166"/>
                    <a:pt x="754" y="1258"/>
                  </a:cubicBezTo>
                  <a:cubicBezTo>
                    <a:pt x="959" y="1166"/>
                    <a:pt x="1325" y="1075"/>
                    <a:pt x="1439" y="892"/>
                  </a:cubicBezTo>
                  <a:cubicBezTo>
                    <a:pt x="1621" y="413"/>
                    <a:pt x="1325" y="25"/>
                    <a:pt x="868" y="25"/>
                  </a:cubicBezTo>
                  <a:cubicBezTo>
                    <a:pt x="831" y="8"/>
                    <a:pt x="788" y="1"/>
                    <a:pt x="7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41"/>
            <p:cNvSpPr/>
            <p:nvPr/>
          </p:nvSpPr>
          <p:spPr>
            <a:xfrm>
              <a:off x="5871190" y="4919823"/>
              <a:ext cx="27639" cy="27365"/>
            </a:xfrm>
            <a:custGeom>
              <a:avLst/>
              <a:gdLst/>
              <a:ahLst/>
              <a:cxnLst/>
              <a:rect l="l" t="t" r="r" b="b"/>
              <a:pathLst>
                <a:path w="1325" h="1312" extrusionOk="0">
                  <a:moveTo>
                    <a:pt x="677" y="0"/>
                  </a:moveTo>
                  <a:cubicBezTo>
                    <a:pt x="587" y="0"/>
                    <a:pt x="491" y="18"/>
                    <a:pt x="389" y="57"/>
                  </a:cubicBezTo>
                  <a:cubicBezTo>
                    <a:pt x="184" y="57"/>
                    <a:pt x="92" y="445"/>
                    <a:pt x="1" y="628"/>
                  </a:cubicBezTo>
                  <a:cubicBezTo>
                    <a:pt x="77" y="1106"/>
                    <a:pt x="363" y="1312"/>
                    <a:pt x="682" y="1312"/>
                  </a:cubicBezTo>
                  <a:cubicBezTo>
                    <a:pt x="743" y="1312"/>
                    <a:pt x="806" y="1304"/>
                    <a:pt x="868" y="1290"/>
                  </a:cubicBezTo>
                  <a:cubicBezTo>
                    <a:pt x="1051" y="1198"/>
                    <a:pt x="1325" y="810"/>
                    <a:pt x="1233" y="628"/>
                  </a:cubicBezTo>
                  <a:cubicBezTo>
                    <a:pt x="1233" y="250"/>
                    <a:pt x="1007" y="0"/>
                    <a:pt x="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41"/>
            <p:cNvSpPr/>
            <p:nvPr/>
          </p:nvSpPr>
          <p:spPr>
            <a:xfrm>
              <a:off x="6055947" y="4920490"/>
              <a:ext cx="33334" cy="26239"/>
            </a:xfrm>
            <a:custGeom>
              <a:avLst/>
              <a:gdLst/>
              <a:ahLst/>
              <a:cxnLst/>
              <a:rect l="l" t="t" r="r" b="b"/>
              <a:pathLst>
                <a:path w="1598" h="1258" extrusionOk="0">
                  <a:moveTo>
                    <a:pt x="728" y="1"/>
                  </a:moveTo>
                  <a:cubicBezTo>
                    <a:pt x="531" y="1"/>
                    <a:pt x="257" y="154"/>
                    <a:pt x="183" y="322"/>
                  </a:cubicBezTo>
                  <a:cubicBezTo>
                    <a:pt x="0" y="778"/>
                    <a:pt x="274" y="1166"/>
                    <a:pt x="753" y="1258"/>
                  </a:cubicBezTo>
                  <a:cubicBezTo>
                    <a:pt x="936" y="1166"/>
                    <a:pt x="1324" y="1075"/>
                    <a:pt x="1415" y="892"/>
                  </a:cubicBezTo>
                  <a:cubicBezTo>
                    <a:pt x="1598" y="413"/>
                    <a:pt x="1324" y="25"/>
                    <a:pt x="845" y="25"/>
                  </a:cubicBezTo>
                  <a:cubicBezTo>
                    <a:pt x="811" y="8"/>
                    <a:pt x="771" y="1"/>
                    <a:pt x="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41"/>
            <p:cNvSpPr/>
            <p:nvPr/>
          </p:nvSpPr>
          <p:spPr>
            <a:xfrm>
              <a:off x="6244021" y="4919093"/>
              <a:ext cx="31916" cy="27636"/>
            </a:xfrm>
            <a:custGeom>
              <a:avLst/>
              <a:gdLst/>
              <a:ahLst/>
              <a:cxnLst/>
              <a:rect l="l" t="t" r="r" b="b"/>
              <a:pathLst>
                <a:path w="1530" h="1325" extrusionOk="0">
                  <a:moveTo>
                    <a:pt x="571" y="1"/>
                  </a:moveTo>
                  <a:cubicBezTo>
                    <a:pt x="206" y="183"/>
                    <a:pt x="0" y="571"/>
                    <a:pt x="206" y="959"/>
                  </a:cubicBezTo>
                  <a:cubicBezTo>
                    <a:pt x="297" y="1142"/>
                    <a:pt x="685" y="1325"/>
                    <a:pt x="867" y="1325"/>
                  </a:cubicBezTo>
                  <a:cubicBezTo>
                    <a:pt x="1347" y="1142"/>
                    <a:pt x="1529" y="754"/>
                    <a:pt x="1256" y="389"/>
                  </a:cubicBezTo>
                  <a:cubicBezTo>
                    <a:pt x="1141" y="183"/>
                    <a:pt x="867" y="92"/>
                    <a:pt x="5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41"/>
            <p:cNvSpPr/>
            <p:nvPr/>
          </p:nvSpPr>
          <p:spPr>
            <a:xfrm>
              <a:off x="6434473" y="4919823"/>
              <a:ext cx="26200" cy="27365"/>
            </a:xfrm>
            <a:custGeom>
              <a:avLst/>
              <a:gdLst/>
              <a:ahLst/>
              <a:cxnLst/>
              <a:rect l="l" t="t" r="r" b="b"/>
              <a:pathLst>
                <a:path w="1256" h="1312" extrusionOk="0">
                  <a:moveTo>
                    <a:pt x="679" y="0"/>
                  </a:moveTo>
                  <a:cubicBezTo>
                    <a:pt x="588" y="0"/>
                    <a:pt x="490" y="18"/>
                    <a:pt x="388" y="57"/>
                  </a:cubicBezTo>
                  <a:cubicBezTo>
                    <a:pt x="206" y="57"/>
                    <a:pt x="114" y="445"/>
                    <a:pt x="0" y="628"/>
                  </a:cubicBezTo>
                  <a:cubicBezTo>
                    <a:pt x="0" y="1106"/>
                    <a:pt x="273" y="1312"/>
                    <a:pt x="644" y="1312"/>
                  </a:cubicBezTo>
                  <a:cubicBezTo>
                    <a:pt x="715" y="1312"/>
                    <a:pt x="790" y="1304"/>
                    <a:pt x="868" y="1290"/>
                  </a:cubicBezTo>
                  <a:cubicBezTo>
                    <a:pt x="1050" y="1198"/>
                    <a:pt x="1256" y="810"/>
                    <a:pt x="1256" y="628"/>
                  </a:cubicBezTo>
                  <a:cubicBezTo>
                    <a:pt x="1256" y="250"/>
                    <a:pt x="1015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41"/>
            <p:cNvSpPr/>
            <p:nvPr/>
          </p:nvSpPr>
          <p:spPr>
            <a:xfrm>
              <a:off x="6621107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02" y="1"/>
                  </a:moveTo>
                  <a:cubicBezTo>
                    <a:pt x="577" y="1"/>
                    <a:pt x="440" y="31"/>
                    <a:pt x="298" y="88"/>
                  </a:cubicBezTo>
                  <a:cubicBezTo>
                    <a:pt x="183" y="179"/>
                    <a:pt x="1" y="567"/>
                    <a:pt x="1" y="750"/>
                  </a:cubicBezTo>
                  <a:cubicBezTo>
                    <a:pt x="125" y="1077"/>
                    <a:pt x="346" y="1266"/>
                    <a:pt x="596" y="1266"/>
                  </a:cubicBezTo>
                  <a:cubicBezTo>
                    <a:pt x="713" y="1266"/>
                    <a:pt x="836" y="1225"/>
                    <a:pt x="959" y="1138"/>
                  </a:cubicBezTo>
                  <a:cubicBezTo>
                    <a:pt x="1142" y="1047"/>
                    <a:pt x="1233" y="659"/>
                    <a:pt x="1325" y="476"/>
                  </a:cubicBezTo>
                  <a:cubicBezTo>
                    <a:pt x="1199" y="147"/>
                    <a:pt x="977" y="1"/>
                    <a:pt x="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41"/>
            <p:cNvSpPr/>
            <p:nvPr/>
          </p:nvSpPr>
          <p:spPr>
            <a:xfrm>
              <a:off x="6807762" y="4919176"/>
              <a:ext cx="27640" cy="26406"/>
            </a:xfrm>
            <a:custGeom>
              <a:avLst/>
              <a:gdLst/>
              <a:ahLst/>
              <a:cxnLst/>
              <a:rect l="l" t="t" r="r" b="b"/>
              <a:pathLst>
                <a:path w="1325" h="1266" extrusionOk="0">
                  <a:moveTo>
                    <a:pt x="723" y="1"/>
                  </a:moveTo>
                  <a:cubicBezTo>
                    <a:pt x="608" y="1"/>
                    <a:pt x="487" y="31"/>
                    <a:pt x="366" y="88"/>
                  </a:cubicBezTo>
                  <a:cubicBezTo>
                    <a:pt x="183" y="179"/>
                    <a:pt x="0" y="567"/>
                    <a:pt x="92" y="750"/>
                  </a:cubicBezTo>
                  <a:cubicBezTo>
                    <a:pt x="154" y="1077"/>
                    <a:pt x="397" y="1266"/>
                    <a:pt x="668" y="1266"/>
                  </a:cubicBezTo>
                  <a:cubicBezTo>
                    <a:pt x="795" y="1266"/>
                    <a:pt x="927" y="1225"/>
                    <a:pt x="1050" y="1138"/>
                  </a:cubicBezTo>
                  <a:cubicBezTo>
                    <a:pt x="1233" y="1047"/>
                    <a:pt x="1233" y="659"/>
                    <a:pt x="1324" y="476"/>
                  </a:cubicBezTo>
                  <a:cubicBezTo>
                    <a:pt x="1199" y="147"/>
                    <a:pt x="976" y="1"/>
                    <a:pt x="7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41"/>
            <p:cNvSpPr/>
            <p:nvPr/>
          </p:nvSpPr>
          <p:spPr>
            <a:xfrm>
              <a:off x="6998214" y="4918613"/>
              <a:ext cx="25720" cy="27407"/>
            </a:xfrm>
            <a:custGeom>
              <a:avLst/>
              <a:gdLst/>
              <a:ahLst/>
              <a:cxnLst/>
              <a:rect l="l" t="t" r="r" b="b"/>
              <a:pathLst>
                <a:path w="1233" h="1314" extrusionOk="0">
                  <a:moveTo>
                    <a:pt x="617" y="1"/>
                  </a:moveTo>
                  <a:cubicBezTo>
                    <a:pt x="255" y="1"/>
                    <a:pt x="0" y="194"/>
                    <a:pt x="0" y="594"/>
                  </a:cubicBezTo>
                  <a:cubicBezTo>
                    <a:pt x="0" y="777"/>
                    <a:pt x="183" y="1256"/>
                    <a:pt x="366" y="1256"/>
                  </a:cubicBezTo>
                  <a:cubicBezTo>
                    <a:pt x="448" y="1295"/>
                    <a:pt x="530" y="1313"/>
                    <a:pt x="610" y="1313"/>
                  </a:cubicBezTo>
                  <a:cubicBezTo>
                    <a:pt x="905" y="1313"/>
                    <a:pt x="1161" y="1063"/>
                    <a:pt x="1233" y="686"/>
                  </a:cubicBezTo>
                  <a:cubicBezTo>
                    <a:pt x="1142" y="503"/>
                    <a:pt x="1050" y="115"/>
                    <a:pt x="845" y="24"/>
                  </a:cubicBezTo>
                  <a:cubicBezTo>
                    <a:pt x="766" y="9"/>
                    <a:pt x="689" y="1"/>
                    <a:pt x="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41"/>
            <p:cNvSpPr/>
            <p:nvPr/>
          </p:nvSpPr>
          <p:spPr>
            <a:xfrm>
              <a:off x="7182470" y="4920490"/>
              <a:ext cx="31937" cy="26239"/>
            </a:xfrm>
            <a:custGeom>
              <a:avLst/>
              <a:gdLst/>
              <a:ahLst/>
              <a:cxnLst/>
              <a:rect l="l" t="t" r="r" b="b"/>
              <a:pathLst>
                <a:path w="1531" h="1258" extrusionOk="0">
                  <a:moveTo>
                    <a:pt x="651" y="1"/>
                  </a:moveTo>
                  <a:cubicBezTo>
                    <a:pt x="447" y="1"/>
                    <a:pt x="185" y="154"/>
                    <a:pt x="92" y="322"/>
                  </a:cubicBezTo>
                  <a:cubicBezTo>
                    <a:pt x="1" y="778"/>
                    <a:pt x="206" y="1166"/>
                    <a:pt x="663" y="1258"/>
                  </a:cubicBezTo>
                  <a:cubicBezTo>
                    <a:pt x="959" y="1166"/>
                    <a:pt x="1348" y="1075"/>
                    <a:pt x="1348" y="892"/>
                  </a:cubicBezTo>
                  <a:cubicBezTo>
                    <a:pt x="1530" y="413"/>
                    <a:pt x="1233" y="25"/>
                    <a:pt x="777" y="25"/>
                  </a:cubicBezTo>
                  <a:cubicBezTo>
                    <a:pt x="740" y="8"/>
                    <a:pt x="697" y="1"/>
                    <a:pt x="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41"/>
            <p:cNvSpPr/>
            <p:nvPr/>
          </p:nvSpPr>
          <p:spPr>
            <a:xfrm>
              <a:off x="7372922" y="4918613"/>
              <a:ext cx="25741" cy="27407"/>
            </a:xfrm>
            <a:custGeom>
              <a:avLst/>
              <a:gdLst/>
              <a:ahLst/>
              <a:cxnLst/>
              <a:rect l="l" t="t" r="r" b="b"/>
              <a:pathLst>
                <a:path w="1234" h="1314" extrusionOk="0">
                  <a:moveTo>
                    <a:pt x="671" y="1"/>
                  </a:moveTo>
                  <a:cubicBezTo>
                    <a:pt x="335" y="1"/>
                    <a:pt x="1" y="194"/>
                    <a:pt x="1" y="594"/>
                  </a:cubicBezTo>
                  <a:cubicBezTo>
                    <a:pt x="1" y="777"/>
                    <a:pt x="206" y="1256"/>
                    <a:pt x="389" y="1256"/>
                  </a:cubicBezTo>
                  <a:cubicBezTo>
                    <a:pt x="471" y="1295"/>
                    <a:pt x="553" y="1313"/>
                    <a:pt x="631" y="1313"/>
                  </a:cubicBezTo>
                  <a:cubicBezTo>
                    <a:pt x="920" y="1313"/>
                    <a:pt x="1162" y="1063"/>
                    <a:pt x="1234" y="686"/>
                  </a:cubicBezTo>
                  <a:cubicBezTo>
                    <a:pt x="1142" y="503"/>
                    <a:pt x="1051" y="115"/>
                    <a:pt x="868" y="24"/>
                  </a:cubicBezTo>
                  <a:cubicBezTo>
                    <a:pt x="804" y="9"/>
                    <a:pt x="737" y="1"/>
                    <a:pt x="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41"/>
            <p:cNvSpPr/>
            <p:nvPr/>
          </p:nvSpPr>
          <p:spPr>
            <a:xfrm>
              <a:off x="7559578" y="4918613"/>
              <a:ext cx="27640" cy="27407"/>
            </a:xfrm>
            <a:custGeom>
              <a:avLst/>
              <a:gdLst/>
              <a:ahLst/>
              <a:cxnLst/>
              <a:rect l="l" t="t" r="r" b="b"/>
              <a:pathLst>
                <a:path w="1325" h="1314" extrusionOk="0">
                  <a:moveTo>
                    <a:pt x="730" y="1"/>
                  </a:moveTo>
                  <a:cubicBezTo>
                    <a:pt x="359" y="1"/>
                    <a:pt x="77" y="194"/>
                    <a:pt x="0" y="594"/>
                  </a:cubicBezTo>
                  <a:cubicBezTo>
                    <a:pt x="0" y="777"/>
                    <a:pt x="183" y="1256"/>
                    <a:pt x="388" y="1256"/>
                  </a:cubicBezTo>
                  <a:cubicBezTo>
                    <a:pt x="485" y="1295"/>
                    <a:pt x="575" y="1313"/>
                    <a:pt x="658" y="1313"/>
                  </a:cubicBezTo>
                  <a:cubicBezTo>
                    <a:pt x="966" y="1313"/>
                    <a:pt x="1181" y="1063"/>
                    <a:pt x="1324" y="686"/>
                  </a:cubicBezTo>
                  <a:cubicBezTo>
                    <a:pt x="1233" y="503"/>
                    <a:pt x="1142" y="115"/>
                    <a:pt x="959" y="24"/>
                  </a:cubicBezTo>
                  <a:cubicBezTo>
                    <a:pt x="880" y="9"/>
                    <a:pt x="803" y="1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41"/>
            <p:cNvSpPr/>
            <p:nvPr/>
          </p:nvSpPr>
          <p:spPr>
            <a:xfrm>
              <a:off x="7748131" y="4918634"/>
              <a:ext cx="25720" cy="27386"/>
            </a:xfrm>
            <a:custGeom>
              <a:avLst/>
              <a:gdLst/>
              <a:ahLst/>
              <a:cxnLst/>
              <a:rect l="l" t="t" r="r" b="b"/>
              <a:pathLst>
                <a:path w="1233" h="1313" extrusionOk="0">
                  <a:moveTo>
                    <a:pt x="552" y="0"/>
                  </a:moveTo>
                  <a:cubicBezTo>
                    <a:pt x="491" y="0"/>
                    <a:pt x="428" y="8"/>
                    <a:pt x="365" y="23"/>
                  </a:cubicBezTo>
                  <a:cubicBezTo>
                    <a:pt x="183" y="114"/>
                    <a:pt x="0" y="502"/>
                    <a:pt x="0" y="685"/>
                  </a:cubicBezTo>
                  <a:cubicBezTo>
                    <a:pt x="0" y="1062"/>
                    <a:pt x="227" y="1312"/>
                    <a:pt x="557" y="1312"/>
                  </a:cubicBezTo>
                  <a:cubicBezTo>
                    <a:pt x="646" y="1312"/>
                    <a:pt x="743" y="1294"/>
                    <a:pt x="845" y="1255"/>
                  </a:cubicBezTo>
                  <a:cubicBezTo>
                    <a:pt x="1050" y="1255"/>
                    <a:pt x="1142" y="867"/>
                    <a:pt x="1233" y="685"/>
                  </a:cubicBezTo>
                  <a:cubicBezTo>
                    <a:pt x="1156" y="206"/>
                    <a:pt x="871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41"/>
            <p:cNvSpPr/>
            <p:nvPr/>
          </p:nvSpPr>
          <p:spPr>
            <a:xfrm>
              <a:off x="5024149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5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571" y="1341"/>
                  </a:cubicBezTo>
                  <a:cubicBezTo>
                    <a:pt x="676" y="1375"/>
                    <a:pt x="767" y="1390"/>
                    <a:pt x="848" y="1390"/>
                  </a:cubicBezTo>
                  <a:cubicBezTo>
                    <a:pt x="1209" y="1390"/>
                    <a:pt x="1362" y="1088"/>
                    <a:pt x="1530" y="771"/>
                  </a:cubicBezTo>
                  <a:cubicBezTo>
                    <a:pt x="1530" y="272"/>
                    <a:pt x="1304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41"/>
            <p:cNvSpPr/>
            <p:nvPr/>
          </p:nvSpPr>
          <p:spPr>
            <a:xfrm>
              <a:off x="5212953" y="5012034"/>
              <a:ext cx="33585" cy="29451"/>
            </a:xfrm>
            <a:custGeom>
              <a:avLst/>
              <a:gdLst/>
              <a:ahLst/>
              <a:cxnLst/>
              <a:rect l="l" t="t" r="r" b="b"/>
              <a:pathLst>
                <a:path w="1610" h="1412" extrusionOk="0">
                  <a:moveTo>
                    <a:pt x="628" y="1"/>
                  </a:moveTo>
                  <a:cubicBezTo>
                    <a:pt x="198" y="1"/>
                    <a:pt x="0" y="263"/>
                    <a:pt x="80" y="680"/>
                  </a:cubicBezTo>
                  <a:cubicBezTo>
                    <a:pt x="80" y="954"/>
                    <a:pt x="262" y="1342"/>
                    <a:pt x="468" y="1342"/>
                  </a:cubicBezTo>
                  <a:cubicBezTo>
                    <a:pt x="561" y="1389"/>
                    <a:pt x="662" y="1412"/>
                    <a:pt x="763" y="1412"/>
                  </a:cubicBezTo>
                  <a:cubicBezTo>
                    <a:pt x="1053" y="1412"/>
                    <a:pt x="1336" y="1219"/>
                    <a:pt x="1404" y="863"/>
                  </a:cubicBezTo>
                  <a:cubicBezTo>
                    <a:pt x="1609" y="384"/>
                    <a:pt x="1221" y="110"/>
                    <a:pt x="833" y="18"/>
                  </a:cubicBezTo>
                  <a:cubicBezTo>
                    <a:pt x="760" y="7"/>
                    <a:pt x="691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41"/>
            <p:cNvSpPr/>
            <p:nvPr/>
          </p:nvSpPr>
          <p:spPr>
            <a:xfrm>
              <a:off x="5398878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68" y="0"/>
                  </a:moveTo>
                  <a:cubicBezTo>
                    <a:pt x="886" y="0"/>
                    <a:pt x="792" y="18"/>
                    <a:pt x="685" y="56"/>
                  </a:cubicBezTo>
                  <a:cubicBezTo>
                    <a:pt x="480" y="56"/>
                    <a:pt x="206" y="330"/>
                    <a:pt x="114" y="536"/>
                  </a:cubicBezTo>
                  <a:cubicBezTo>
                    <a:pt x="0" y="992"/>
                    <a:pt x="297" y="1380"/>
                    <a:pt x="776" y="1380"/>
                  </a:cubicBezTo>
                  <a:cubicBezTo>
                    <a:pt x="838" y="1392"/>
                    <a:pt x="896" y="1398"/>
                    <a:pt x="951" y="1398"/>
                  </a:cubicBezTo>
                  <a:cubicBezTo>
                    <a:pt x="1322" y="1398"/>
                    <a:pt x="1530" y="1136"/>
                    <a:pt x="1530" y="718"/>
                  </a:cubicBezTo>
                  <a:cubicBezTo>
                    <a:pt x="1455" y="329"/>
                    <a:pt x="1321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41"/>
            <p:cNvSpPr/>
            <p:nvPr/>
          </p:nvSpPr>
          <p:spPr>
            <a:xfrm>
              <a:off x="5585512" y="5012409"/>
              <a:ext cx="35733" cy="28846"/>
            </a:xfrm>
            <a:custGeom>
              <a:avLst/>
              <a:gdLst/>
              <a:ahLst/>
              <a:cxnLst/>
              <a:rect l="l" t="t" r="r" b="b"/>
              <a:pathLst>
                <a:path w="1713" h="1383" extrusionOk="0">
                  <a:moveTo>
                    <a:pt x="959" y="0"/>
                  </a:moveTo>
                  <a:cubicBezTo>
                    <a:pt x="663" y="0"/>
                    <a:pt x="297" y="183"/>
                    <a:pt x="297" y="366"/>
                  </a:cubicBezTo>
                  <a:cubicBezTo>
                    <a:pt x="1" y="754"/>
                    <a:pt x="183" y="1233"/>
                    <a:pt x="663" y="1324"/>
                  </a:cubicBezTo>
                  <a:cubicBezTo>
                    <a:pt x="747" y="1364"/>
                    <a:pt x="832" y="1382"/>
                    <a:pt x="914" y="1382"/>
                  </a:cubicBezTo>
                  <a:cubicBezTo>
                    <a:pt x="1210" y="1382"/>
                    <a:pt x="1478" y="1148"/>
                    <a:pt x="1621" y="845"/>
                  </a:cubicBezTo>
                  <a:cubicBezTo>
                    <a:pt x="1713" y="274"/>
                    <a:pt x="1325" y="0"/>
                    <a:pt x="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41"/>
            <p:cNvSpPr/>
            <p:nvPr/>
          </p:nvSpPr>
          <p:spPr>
            <a:xfrm>
              <a:off x="5774066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27" y="0"/>
                  </a:moveTo>
                  <a:cubicBezTo>
                    <a:pt x="872" y="0"/>
                    <a:pt x="814" y="6"/>
                    <a:pt x="754" y="17"/>
                  </a:cubicBezTo>
                  <a:cubicBezTo>
                    <a:pt x="571" y="17"/>
                    <a:pt x="183" y="200"/>
                    <a:pt x="92" y="383"/>
                  </a:cubicBezTo>
                  <a:cubicBezTo>
                    <a:pt x="1" y="771"/>
                    <a:pt x="183" y="1250"/>
                    <a:pt x="662" y="1341"/>
                  </a:cubicBezTo>
                  <a:cubicBezTo>
                    <a:pt x="750" y="1375"/>
                    <a:pt x="831" y="1390"/>
                    <a:pt x="905" y="1390"/>
                  </a:cubicBezTo>
                  <a:cubicBezTo>
                    <a:pt x="1237" y="1390"/>
                    <a:pt x="1437" y="1088"/>
                    <a:pt x="1530" y="771"/>
                  </a:cubicBezTo>
                  <a:cubicBezTo>
                    <a:pt x="1530" y="272"/>
                    <a:pt x="1303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41"/>
            <p:cNvSpPr/>
            <p:nvPr/>
          </p:nvSpPr>
          <p:spPr>
            <a:xfrm>
              <a:off x="5960721" y="5011241"/>
              <a:ext cx="33334" cy="29159"/>
            </a:xfrm>
            <a:custGeom>
              <a:avLst/>
              <a:gdLst/>
              <a:ahLst/>
              <a:cxnLst/>
              <a:rect l="l" t="t" r="r" b="b"/>
              <a:pathLst>
                <a:path w="1598" h="1398" extrusionOk="0">
                  <a:moveTo>
                    <a:pt x="1036" y="0"/>
                  </a:moveTo>
                  <a:cubicBezTo>
                    <a:pt x="954" y="0"/>
                    <a:pt x="861" y="18"/>
                    <a:pt x="753" y="56"/>
                  </a:cubicBezTo>
                  <a:cubicBezTo>
                    <a:pt x="571" y="56"/>
                    <a:pt x="274" y="330"/>
                    <a:pt x="183" y="536"/>
                  </a:cubicBezTo>
                  <a:cubicBezTo>
                    <a:pt x="0" y="992"/>
                    <a:pt x="365" y="1380"/>
                    <a:pt x="753" y="1380"/>
                  </a:cubicBezTo>
                  <a:cubicBezTo>
                    <a:pt x="827" y="1392"/>
                    <a:pt x="894" y="1398"/>
                    <a:pt x="955" y="1398"/>
                  </a:cubicBezTo>
                  <a:cubicBezTo>
                    <a:pt x="1369" y="1398"/>
                    <a:pt x="1518" y="1136"/>
                    <a:pt x="1598" y="718"/>
                  </a:cubicBezTo>
                  <a:cubicBezTo>
                    <a:pt x="1524" y="329"/>
                    <a:pt x="1389" y="0"/>
                    <a:pt x="10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41"/>
            <p:cNvSpPr/>
            <p:nvPr/>
          </p:nvSpPr>
          <p:spPr>
            <a:xfrm>
              <a:off x="6148795" y="5012054"/>
              <a:ext cx="31916" cy="28992"/>
            </a:xfrm>
            <a:custGeom>
              <a:avLst/>
              <a:gdLst/>
              <a:ahLst/>
              <a:cxnLst/>
              <a:rect l="l" t="t" r="r" b="b"/>
              <a:pathLst>
                <a:path w="1530" h="1390" extrusionOk="0">
                  <a:moveTo>
                    <a:pt x="948" y="0"/>
                  </a:moveTo>
                  <a:cubicBezTo>
                    <a:pt x="894" y="0"/>
                    <a:pt x="837" y="6"/>
                    <a:pt x="776" y="17"/>
                  </a:cubicBezTo>
                  <a:cubicBezTo>
                    <a:pt x="571" y="17"/>
                    <a:pt x="206" y="200"/>
                    <a:pt x="114" y="383"/>
                  </a:cubicBezTo>
                  <a:cubicBezTo>
                    <a:pt x="0" y="771"/>
                    <a:pt x="206" y="1250"/>
                    <a:pt x="685" y="1341"/>
                  </a:cubicBezTo>
                  <a:cubicBezTo>
                    <a:pt x="768" y="1375"/>
                    <a:pt x="846" y="1390"/>
                    <a:pt x="919" y="1390"/>
                  </a:cubicBezTo>
                  <a:cubicBezTo>
                    <a:pt x="1243" y="1390"/>
                    <a:pt x="1455" y="1088"/>
                    <a:pt x="1529" y="771"/>
                  </a:cubicBezTo>
                  <a:cubicBezTo>
                    <a:pt x="1529" y="272"/>
                    <a:pt x="1320" y="0"/>
                    <a:pt x="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41"/>
            <p:cNvSpPr/>
            <p:nvPr/>
          </p:nvSpPr>
          <p:spPr>
            <a:xfrm>
              <a:off x="6335429" y="5011241"/>
              <a:ext cx="33835" cy="29159"/>
            </a:xfrm>
            <a:custGeom>
              <a:avLst/>
              <a:gdLst/>
              <a:ahLst/>
              <a:cxnLst/>
              <a:rect l="l" t="t" r="r" b="b"/>
              <a:pathLst>
                <a:path w="1622" h="1398" extrusionOk="0">
                  <a:moveTo>
                    <a:pt x="1039" y="0"/>
                  </a:moveTo>
                  <a:cubicBezTo>
                    <a:pt x="956" y="0"/>
                    <a:pt x="861" y="18"/>
                    <a:pt x="754" y="56"/>
                  </a:cubicBezTo>
                  <a:cubicBezTo>
                    <a:pt x="571" y="56"/>
                    <a:pt x="297" y="330"/>
                    <a:pt x="183" y="536"/>
                  </a:cubicBezTo>
                  <a:cubicBezTo>
                    <a:pt x="1" y="992"/>
                    <a:pt x="389" y="1380"/>
                    <a:pt x="868" y="1380"/>
                  </a:cubicBezTo>
                  <a:cubicBezTo>
                    <a:pt x="927" y="1392"/>
                    <a:pt x="981" y="1398"/>
                    <a:pt x="1032" y="1398"/>
                  </a:cubicBezTo>
                  <a:cubicBezTo>
                    <a:pt x="1375" y="1398"/>
                    <a:pt x="1542" y="1136"/>
                    <a:pt x="1621" y="718"/>
                  </a:cubicBezTo>
                  <a:cubicBezTo>
                    <a:pt x="1547" y="329"/>
                    <a:pt x="1398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41"/>
            <p:cNvSpPr/>
            <p:nvPr/>
          </p:nvSpPr>
          <p:spPr>
            <a:xfrm>
              <a:off x="6523983" y="5011241"/>
              <a:ext cx="31916" cy="29159"/>
            </a:xfrm>
            <a:custGeom>
              <a:avLst/>
              <a:gdLst/>
              <a:ahLst/>
              <a:cxnLst/>
              <a:rect l="l" t="t" r="r" b="b"/>
              <a:pathLst>
                <a:path w="1530" h="1398" extrusionOk="0">
                  <a:moveTo>
                    <a:pt x="994" y="0"/>
                  </a:moveTo>
                  <a:cubicBezTo>
                    <a:pt x="923" y="0"/>
                    <a:pt x="844" y="18"/>
                    <a:pt x="754" y="56"/>
                  </a:cubicBezTo>
                  <a:cubicBezTo>
                    <a:pt x="480" y="56"/>
                    <a:pt x="183" y="330"/>
                    <a:pt x="183" y="536"/>
                  </a:cubicBezTo>
                  <a:cubicBezTo>
                    <a:pt x="0" y="992"/>
                    <a:pt x="274" y="1380"/>
                    <a:pt x="754" y="1380"/>
                  </a:cubicBezTo>
                  <a:cubicBezTo>
                    <a:pt x="815" y="1392"/>
                    <a:pt x="874" y="1398"/>
                    <a:pt x="929" y="1398"/>
                  </a:cubicBezTo>
                  <a:cubicBezTo>
                    <a:pt x="1304" y="1398"/>
                    <a:pt x="1530" y="1136"/>
                    <a:pt x="1530" y="718"/>
                  </a:cubicBezTo>
                  <a:cubicBezTo>
                    <a:pt x="1437" y="329"/>
                    <a:pt x="1299" y="0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41"/>
            <p:cNvSpPr/>
            <p:nvPr/>
          </p:nvSpPr>
          <p:spPr>
            <a:xfrm>
              <a:off x="6712536" y="5011012"/>
              <a:ext cx="33814" cy="29034"/>
            </a:xfrm>
            <a:custGeom>
              <a:avLst/>
              <a:gdLst/>
              <a:ahLst/>
              <a:cxnLst/>
              <a:rect l="l" t="t" r="r" b="b"/>
              <a:pathLst>
                <a:path w="1621" h="1392" extrusionOk="0">
                  <a:moveTo>
                    <a:pt x="819" y="0"/>
                  </a:moveTo>
                  <a:cubicBezTo>
                    <a:pt x="737" y="0"/>
                    <a:pt x="653" y="21"/>
                    <a:pt x="571" y="67"/>
                  </a:cubicBezTo>
                  <a:cubicBezTo>
                    <a:pt x="92" y="159"/>
                    <a:pt x="0" y="638"/>
                    <a:pt x="183" y="1117"/>
                  </a:cubicBezTo>
                  <a:cubicBezTo>
                    <a:pt x="274" y="1300"/>
                    <a:pt x="662" y="1391"/>
                    <a:pt x="845" y="1391"/>
                  </a:cubicBezTo>
                  <a:cubicBezTo>
                    <a:pt x="1324" y="1391"/>
                    <a:pt x="1621" y="1117"/>
                    <a:pt x="1507" y="547"/>
                  </a:cubicBezTo>
                  <a:cubicBezTo>
                    <a:pt x="1365" y="246"/>
                    <a:pt x="1101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41"/>
            <p:cNvSpPr/>
            <p:nvPr/>
          </p:nvSpPr>
          <p:spPr>
            <a:xfrm>
              <a:off x="6898691" y="5012034"/>
              <a:ext cx="31937" cy="29493"/>
            </a:xfrm>
            <a:custGeom>
              <a:avLst/>
              <a:gdLst/>
              <a:ahLst/>
              <a:cxnLst/>
              <a:rect l="l" t="t" r="r" b="b"/>
              <a:pathLst>
                <a:path w="1531" h="1414" extrusionOk="0">
                  <a:moveTo>
                    <a:pt x="857" y="1"/>
                  </a:moveTo>
                  <a:cubicBezTo>
                    <a:pt x="802" y="1"/>
                    <a:pt x="745" y="6"/>
                    <a:pt x="686" y="18"/>
                  </a:cubicBezTo>
                  <a:cubicBezTo>
                    <a:pt x="206" y="201"/>
                    <a:pt x="1" y="589"/>
                    <a:pt x="115" y="954"/>
                  </a:cubicBezTo>
                  <a:cubicBezTo>
                    <a:pt x="249" y="1239"/>
                    <a:pt x="543" y="1413"/>
                    <a:pt x="835" y="1413"/>
                  </a:cubicBezTo>
                  <a:cubicBezTo>
                    <a:pt x="940" y="1413"/>
                    <a:pt x="1045" y="1391"/>
                    <a:pt x="1142" y="1342"/>
                  </a:cubicBezTo>
                  <a:cubicBezTo>
                    <a:pt x="1348" y="1160"/>
                    <a:pt x="1530" y="863"/>
                    <a:pt x="1530" y="589"/>
                  </a:cubicBezTo>
                  <a:cubicBezTo>
                    <a:pt x="1451" y="252"/>
                    <a:pt x="1216" y="1"/>
                    <a:pt x="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41"/>
            <p:cNvSpPr/>
            <p:nvPr/>
          </p:nvSpPr>
          <p:spPr>
            <a:xfrm>
              <a:off x="7085346" y="5012034"/>
              <a:ext cx="33835" cy="29493"/>
            </a:xfrm>
            <a:custGeom>
              <a:avLst/>
              <a:gdLst/>
              <a:ahLst/>
              <a:cxnLst/>
              <a:rect l="l" t="t" r="r" b="b"/>
              <a:pathLst>
                <a:path w="1622" h="1414" extrusionOk="0">
                  <a:moveTo>
                    <a:pt x="872" y="1"/>
                  </a:moveTo>
                  <a:cubicBezTo>
                    <a:pt x="807" y="1"/>
                    <a:pt x="737" y="6"/>
                    <a:pt x="662" y="18"/>
                  </a:cubicBezTo>
                  <a:cubicBezTo>
                    <a:pt x="297" y="201"/>
                    <a:pt x="0" y="589"/>
                    <a:pt x="183" y="954"/>
                  </a:cubicBezTo>
                  <a:cubicBezTo>
                    <a:pt x="334" y="1239"/>
                    <a:pt x="633" y="1413"/>
                    <a:pt x="925" y="1413"/>
                  </a:cubicBezTo>
                  <a:cubicBezTo>
                    <a:pt x="1031" y="1413"/>
                    <a:pt x="1136" y="1391"/>
                    <a:pt x="1233" y="1342"/>
                  </a:cubicBezTo>
                  <a:cubicBezTo>
                    <a:pt x="1438" y="1160"/>
                    <a:pt x="1621" y="863"/>
                    <a:pt x="1530" y="589"/>
                  </a:cubicBezTo>
                  <a:cubicBezTo>
                    <a:pt x="1530" y="252"/>
                    <a:pt x="1306" y="1"/>
                    <a:pt x="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41"/>
            <p:cNvSpPr/>
            <p:nvPr/>
          </p:nvSpPr>
          <p:spPr>
            <a:xfrm>
              <a:off x="7273900" y="5012054"/>
              <a:ext cx="33585" cy="28992"/>
            </a:xfrm>
            <a:custGeom>
              <a:avLst/>
              <a:gdLst/>
              <a:ahLst/>
              <a:cxnLst/>
              <a:rect l="l" t="t" r="r" b="b"/>
              <a:pathLst>
                <a:path w="1610" h="1390" extrusionOk="0">
                  <a:moveTo>
                    <a:pt x="1018" y="0"/>
                  </a:moveTo>
                  <a:cubicBezTo>
                    <a:pt x="963" y="0"/>
                    <a:pt x="905" y="6"/>
                    <a:pt x="845" y="17"/>
                  </a:cubicBezTo>
                  <a:cubicBezTo>
                    <a:pt x="571" y="17"/>
                    <a:pt x="183" y="200"/>
                    <a:pt x="183" y="383"/>
                  </a:cubicBezTo>
                  <a:cubicBezTo>
                    <a:pt x="0" y="771"/>
                    <a:pt x="183" y="1250"/>
                    <a:pt x="662" y="1341"/>
                  </a:cubicBezTo>
                  <a:cubicBezTo>
                    <a:pt x="750" y="1375"/>
                    <a:pt x="830" y="1390"/>
                    <a:pt x="905" y="1390"/>
                  </a:cubicBezTo>
                  <a:cubicBezTo>
                    <a:pt x="1236" y="1390"/>
                    <a:pt x="1436" y="1088"/>
                    <a:pt x="1530" y="771"/>
                  </a:cubicBezTo>
                  <a:cubicBezTo>
                    <a:pt x="1609" y="272"/>
                    <a:pt x="139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41"/>
            <p:cNvSpPr/>
            <p:nvPr/>
          </p:nvSpPr>
          <p:spPr>
            <a:xfrm>
              <a:off x="7462453" y="5011241"/>
              <a:ext cx="31436" cy="29159"/>
            </a:xfrm>
            <a:custGeom>
              <a:avLst/>
              <a:gdLst/>
              <a:ahLst/>
              <a:cxnLst/>
              <a:rect l="l" t="t" r="r" b="b"/>
              <a:pathLst>
                <a:path w="1507" h="1398" extrusionOk="0">
                  <a:moveTo>
                    <a:pt x="945" y="0"/>
                  </a:moveTo>
                  <a:cubicBezTo>
                    <a:pt x="863" y="0"/>
                    <a:pt x="769" y="18"/>
                    <a:pt x="662" y="56"/>
                  </a:cubicBezTo>
                  <a:cubicBezTo>
                    <a:pt x="479" y="56"/>
                    <a:pt x="183" y="330"/>
                    <a:pt x="91" y="536"/>
                  </a:cubicBezTo>
                  <a:cubicBezTo>
                    <a:pt x="0" y="992"/>
                    <a:pt x="274" y="1380"/>
                    <a:pt x="753" y="1380"/>
                  </a:cubicBezTo>
                  <a:cubicBezTo>
                    <a:pt x="815" y="1392"/>
                    <a:pt x="873" y="1398"/>
                    <a:pt x="928" y="1398"/>
                  </a:cubicBezTo>
                  <a:cubicBezTo>
                    <a:pt x="1299" y="1398"/>
                    <a:pt x="1507" y="1136"/>
                    <a:pt x="1507" y="718"/>
                  </a:cubicBezTo>
                  <a:cubicBezTo>
                    <a:pt x="1432" y="329"/>
                    <a:pt x="1298" y="0"/>
                    <a:pt x="9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41"/>
            <p:cNvSpPr/>
            <p:nvPr/>
          </p:nvSpPr>
          <p:spPr>
            <a:xfrm>
              <a:off x="7648608" y="5011012"/>
              <a:ext cx="33835" cy="29034"/>
            </a:xfrm>
            <a:custGeom>
              <a:avLst/>
              <a:gdLst/>
              <a:ahLst/>
              <a:cxnLst/>
              <a:rect l="l" t="t" r="r" b="b"/>
              <a:pathLst>
                <a:path w="1622" h="1392" extrusionOk="0">
                  <a:moveTo>
                    <a:pt x="880" y="0"/>
                  </a:moveTo>
                  <a:cubicBezTo>
                    <a:pt x="783" y="0"/>
                    <a:pt x="679" y="21"/>
                    <a:pt x="571" y="67"/>
                  </a:cubicBezTo>
                  <a:cubicBezTo>
                    <a:pt x="206" y="159"/>
                    <a:pt x="1" y="638"/>
                    <a:pt x="298" y="1117"/>
                  </a:cubicBezTo>
                  <a:cubicBezTo>
                    <a:pt x="389" y="1300"/>
                    <a:pt x="686" y="1391"/>
                    <a:pt x="959" y="1391"/>
                  </a:cubicBezTo>
                  <a:cubicBezTo>
                    <a:pt x="1347" y="1391"/>
                    <a:pt x="1621" y="1117"/>
                    <a:pt x="1621" y="547"/>
                  </a:cubicBezTo>
                  <a:cubicBezTo>
                    <a:pt x="1480" y="246"/>
                    <a:pt x="1215" y="0"/>
                    <a:pt x="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World Day for the Reduction of CO2 Emissions by Slidesgo">
  <a:themeElements>
    <a:clrScheme name="Simple Light">
      <a:dk1>
        <a:srgbClr val="FFFFFF"/>
      </a:dk1>
      <a:lt1>
        <a:srgbClr val="3D4C5B"/>
      </a:lt1>
      <a:dk2>
        <a:srgbClr val="00B449"/>
      </a:dk2>
      <a:lt2>
        <a:srgbClr val="8AC93D"/>
      </a:lt2>
      <a:accent1>
        <a:srgbClr val="A1E1FD"/>
      </a:accent1>
      <a:accent2>
        <a:srgbClr val="AAACB1"/>
      </a:accent2>
      <a:accent3>
        <a:srgbClr val="646464"/>
      </a:accent3>
      <a:accent4>
        <a:srgbClr val="9E5248"/>
      </a:accent4>
      <a:accent5>
        <a:srgbClr val="B3766E"/>
      </a:accent5>
      <a:accent6>
        <a:srgbClr val="FFD65D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</Words>
  <Application>Microsoft Office PowerPoint</Application>
  <PresentationFormat>Affichage à l'écran (16:9)</PresentationFormat>
  <Paragraphs>39</Paragraphs>
  <Slides>19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8" baseType="lpstr">
      <vt:lpstr>Roboto</vt:lpstr>
      <vt:lpstr>Nunito Light</vt:lpstr>
      <vt:lpstr>Paytone One</vt:lpstr>
      <vt:lpstr>Arial</vt:lpstr>
      <vt:lpstr>Bebas Neue</vt:lpstr>
      <vt:lpstr>PT Sans</vt:lpstr>
      <vt:lpstr>Kumbh Sans Light</vt:lpstr>
      <vt:lpstr>Kumbh Sans</vt:lpstr>
      <vt:lpstr>World Day for the Reduction of CO2 Emissions by Slidesgo</vt:lpstr>
      <vt:lpstr>Aerium</vt:lpstr>
      <vt:lpstr>Kivy  App</vt:lpstr>
      <vt:lpstr>Kivy App — Ecrans et Fonctionnalites</vt:lpstr>
      <vt:lpstr>Présentation PowerPoint</vt:lpstr>
      <vt:lpstr>WebApp</vt:lpstr>
      <vt:lpstr>Flask API  </vt:lpstr>
      <vt:lpstr>Flask API</vt:lpstr>
      <vt:lpstr>Présentation PowerPoint</vt:lpstr>
      <vt:lpstr>Simulation des capteurs </vt:lpstr>
      <vt:lpstr>Simulation des capteurs</vt:lpstr>
      <vt:lpstr>IA &amp; Mistral  </vt:lpstr>
      <vt:lpstr>IA &amp; API Mistral</vt:lpstr>
      <vt:lpstr>Présentation PowerPoint</vt:lpstr>
      <vt:lpstr>Base de donnees  </vt:lpstr>
      <vt:lpstr>Base de donnees</vt:lpstr>
      <vt:lpstr>Présentation PowerPoint</vt:lpstr>
      <vt:lpstr>Frontend React </vt:lpstr>
      <vt:lpstr>Frontend React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Zιloω ⠀</cp:lastModifiedBy>
  <cp:revision>1</cp:revision>
  <dcterms:modified xsi:type="dcterms:W3CDTF">2026-04-13T22:26:38Z</dcterms:modified>
</cp:coreProperties>
</file>